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1" r:id="rId11"/>
    <p:sldId id="270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6" autoAdjust="0"/>
    <p:restoredTop sz="94660"/>
  </p:normalViewPr>
  <p:slideViewPr>
    <p:cSldViewPr snapToGrid="0">
      <p:cViewPr>
        <p:scale>
          <a:sx n="100" d="100"/>
          <a:sy n="100" d="100"/>
        </p:scale>
        <p:origin x="58" y="-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8:59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0 2401 0 0,'-61'13'1041'0'0,"1"1"-721"0"0,60-3-80 0 0,-30-3 160 0 0,0-8 160 0 0,-1 0-400 0 0,31 6-240 0 0,-30 7-480 0 0,0 5-1601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14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447 68 240 0 0,'-60'-6'3362'0'0,"65"-1"-3189"0"0,3 7-118 0 0,-8 0-39 0 0,1 0 0 0 0,0 0 0 0 0,-1 0 0 0 0,1 0 0 0 0,0 0 0 0 0,-1 0-1 0 0,1 0 1 0 0,0 0 0 0 0,-1 0 0 0 0,1-1 0 0 0,0 1 0 0 0,-1 0 0 0 0,1 0 0 0 0,-1-1 0 0 0,1 1 0 0 0,-1 0 0 0 0,1 0 0 0 0,0-1-1 0 0,-1 1 1 0 0,1-1 0 0 0,-1 1 0 0 0,1-1 0 0 0,-1 1 0 0 0,0-1 0 0 0,1 1 0 0 0,-1-1 0 0 0,0 1 0 0 0,1-1 0 0 0,-1 1-1 0 0,0-1 1 0 0,1 1 0 0 0,-1-1 0 0 0,0 0 0 0 0,0 1 0 0 0,0-1 0 0 0,1 0 0 0 0,-1 1 0 0 0,0-1 0 0 0,0 0 0 0 0,0 1 0 0 0,0-1-1 0 0,0 1 1 0 0,0-1 0 0 0,-1 0 0 0 0,1 0 0 0 0,1 0-4 0 0,-1 0-1 0 0,1 1 1 0 0,0-1 0 0 0,0 0-1 0 0,0 1 1 0 0,-1-1 0 0 0,1 1-1 0 0,0-1 1 0 0,0 1 0 0 0,0 0-1 0 0,0-1 1 0 0,0 1 0 0 0,0 0-1 0 0,0-1 1 0 0,0 1 0 0 0,0 0-1 0 0,0 0 1 0 0,0 0 0 0 0,0 0-1 0 0,0 0 1 0 0,0 0 0 0 0,0 0-1 0 0,2 1 1 0 0,-2-1 15 0 0,-40-8 861 0 0,31 5-789 0 0,0 1 0 0 0,0 0 0 0 0,-1 0 0 0 0,1 1 0 0 0,-1 0 1 0 0,0 0-1 0 0,-9 1 0 0 0,-37 10 314 0 0,45 1-413 0 0,-75 39 0 0 0,69-40 25 0 0,1 2 0 0 0,0 0 0 0 0,1 0-1 0 0,1 1 1 0 0,0 1 0 0 0,-17 24 0 0 0,26-33-18 0 0,0 0 0 0 0,1 0 1 0 0,0 1-1 0 0,0-1 1 0 0,0 1-1 0 0,1 0 0 0 0,-1 0 1 0 0,-1 12-1 0 0,3-16-12 0 0,1 1-1 0 0,0-1 0 0 0,0 0 0 0 0,-1 0 1 0 0,0 1-1 0 0,1-1 0 0 0,-1 0 0 0 0,0 0 1 0 0,0 0-1 0 0,0 0 0 0 0,0 0 0 0 0,0 0 1 0 0,-1 0-1 0 0,-2 3 0 0 0,3-3 21 0 0,-1 0-1 0 0,0 0 1 0 0,1 0-1 0 0,0 1 1 0 0,-1-1-1 0 0,1 0 1 0 0,0 1 0 0 0,0-1-1 0 0,0 1 1 0 0,0-1-1 0 0,1 1 1 0 0,-1-1-1 0 0,1 1 1 0 0,0-1-1 0 0,-1 4 1 0 0,1-5-11 0 0,1 0 0 0 0,-1 0 0 0 0,0 0 1 0 0,0 1-1 0 0,0-1 0 0 0,1 0 0 0 0,-1 0 0 0 0,0 0 0 0 0,1 0 0 0 0,-1 0 1 0 0,1 0-1 0 0,0 0 0 0 0,-1 0 0 0 0,1 0 0 0 0,0 0 0 0 0,-1 0 0 0 0,1 0 1 0 0,0-1-1 0 0,0 1 0 0 0,0 0 0 0 0,0 0 0 0 0,0-1 0 0 0,1 2 0 0 0,-1-2-4 0 0,0 1-1 0 0,0-1 0 0 0,0 1 0 0 0,0 0 0 0 0,0 0 1 0 0,0 0-1 0 0,0-1 0 0 0,0 1 0 0 0,0 0 0 0 0,-1 0 1 0 0,1 0-1 0 0,0 0 0 0 0,-1 0 0 0 0,1 1 0 0 0,-1-1 1 0 0,1 0-1 0 0,-1 0 0 0 0,1 0 0 0 0,-1 0 0 0 0,0 1 0 0 0,0-1 1 0 0,0 0-1 0 0,1 2 0 0 0,-1-2-2 0 0,-1-1 1 0 0,1 1-1 0 0,1 0 1 0 0,-1-1-1 0 0,0 1 1 0 0,0 0-1 0 0,0-1 0 0 0,0 1 1 0 0,0-1-1 0 0,0 1 1 0 0,1 0-1 0 0,-1-1 1 0 0,0 1-1 0 0,1-1 0 0 0,-1 1 1 0 0,0-1-1 0 0,1 1 1 0 0,-1-1-1 0 0,0 1 1 0 0,1-1-1 0 0,-1 1 0 0 0,1-1 1 0 0,-1 1-1 0 0,1-1 1 0 0,-1 0-1 0 0,1 1 0 0 0,0-1 1 0 0,-1 0-1 0 0,1 1 1 0 0,-1-1-1 0 0,1 0 1 0 0,0 0-1 0 0,-1 0 0 0 0,2 0 1 0 0,-2 1-4 0 0,1-1 0 0 0,-1 0 0 0 0,1 0 0 0 0,-1 0 0 0 0,1 0 0 0 0,-1 0 0 0 0,1 0 0 0 0,-1 1 0 0 0,1-1 0 0 0,-1 0 0 0 0,0 0 0 0 0,1 1 0 0 0,-1-1 0 0 0,1 0 0 0 0,-1 1 0 0 0,0-1 0 0 0,1 0 0 0 0,-1 1 0 0 0,0-1 0 0 0,1 1 0 0 0,-1-1 0 0 0,0 1 0 0 0,1-1 0 0 0,-1 0 0 0 0,0 1 0 0 0,0-1 0 0 0,0 1 0 0 0,0-1 1 0 0,1 1-1 0 0,-1-1 0 0 0,0 1 0 0 0,0-1 0 0 0,0 2 0 0 0,21 9 47 0 0,-7-5-2 0 0,-9-5-24 0 0,-4-1-11 0 0,0 0-1 0 0,0 0 1 0 0,0 0-1 0 0,0 1 1 0 0,-1-1-1 0 0,1 0 0 0 0,0 0 1 0 0,0 1-1 0 0,0-1 1 0 0,0 0-1 0 0,-1 1 1 0 0,1-1-1 0 0,0 1 1 0 0,0-1-1 0 0,-1 1 1 0 0,1 0-1 0 0,0-1 1 0 0,-1 1-1 0 0,1 0 1 0 0,-1-1-1 0 0,1 1 1 0 0,-1 0-1 0 0,1 0 1 0 0,-1-1-1 0 0,1 1 1 0 0,-1 0-1 0 0,0 0 1 0 0,1 0-1 0 0,-1 1 1 0 0,1-1-7 0 0,-1 1 0 0 0,1-1 1 0 0,0 1-1 0 0,0-1 0 0 0,0 0 0 0 0,0 1 1 0 0,0-1-1 0 0,0 0 0 0 0,0 0 1 0 0,1 0-1 0 0,-1 0 0 0 0,0 0 0 0 0,0 0 1 0 0,1 0-1 0 0,-1 0 0 0 0,1 0 0 0 0,-1-1 1 0 0,3 2-1 0 0,7 4 1 0 0,105 46 82 0 0,-91-36-183 0 0,-24-14 96 0 0,1 0-1 0 0,0 0 1 0 0,0-1 0 0 0,0 1-1 0 0,0-1 1 0 0,1 1 0 0 0,-1-1-1 0 0,0 0 1 0 0,1 0 0 0 0,-1 0-1 0 0,0 0 1 0 0,1-1 0 0 0,-1 1-1 0 0,3 0 1 0 0,54 0 124 0 0,0-2 0 0 0,103-15 0 0 0,-145 14-108 0 0,109-18 165 0 0,-121 19-162 0 0,0-1 0 0 0,0-1 0 0 0,0 1 0 0 0,0-1 0 0 0,-1 1 0 0 0,1-1 1 0 0,-1 0-1 0 0,1-1 0 0 0,5-5 0 0 0,22-16 93 0 0,-28 22-86 0 0,1-1-1 0 0,0 1 1 0 0,-1-1-1 0 0,0 0 1 0 0,0 0-1 0 0,0 0 1 0 0,0-1 0 0 0,-1 1-1 0 0,1-1 1 0 0,-1 0-1 0 0,-1 0 1 0 0,1 0-1 0 0,-1-1 1 0 0,1 1-1 0 0,-2 0 1 0 0,1-1-1 0 0,1-6 1 0 0,-3 9-13 0 0,0 0 0 0 0,1 0 0 0 0,-1 0 0 0 0,1 0 0 0 0,-1-1 0 0 0,1 1 0 0 0,0 0 0 0 0,1 0 0 0 0,-1 1 1 0 0,0-1-1 0 0,1 0 0 0 0,-1 0 0 0 0,3-2 0 0 0,-2 2-2 0 0,0 1 1 0 0,-1-1-1 0 0,1 0 0 0 0,-1 1 1 0 0,1-1-1 0 0,-1 0 1 0 0,0 0-1 0 0,0 0 0 0 0,-1 0 1 0 0,1 0-1 0 0,-1 0 1 0 0,1 0-1 0 0,-1-4 1 0 0,0-89 328 0 0,0 94-323 0 0,0 1 0 0 0,0-1-1 0 0,0 1 1 0 0,-1-1 0 0 0,1 0 0 0 0,-1 1 0 0 0,1 0 0 0 0,-1-1-1 0 0,1 1 1 0 0,-1-1 0 0 0,0 1 0 0 0,0 0 0 0 0,1-1 0 0 0,-1 1-1 0 0,0 0 1 0 0,0 0 0 0 0,0 0 0 0 0,-1-1 0 0 0,1 1 0 0 0,-2-1-1 0 0,-6-7 38 0 0,-8-9 149 0 0,0 0 0 0 0,-37-28-1 0 0,47 41-155 0 0,-2-2 11 0 0,-1 2 0 0 0,0-1 0 0 0,0 1 0 0 0,0 0 0 0 0,-1 1 0 0 0,0 0 0 0 0,0 1 0 0 0,-22-4 0 0 0,-6 2 80 0 0,-43-2 0 0 0,56 5-92 0 0,10 0 17 0 0,1 2 0 0 0,0 0 0 0 0,0 0 1 0 0,-19 4-1 0 0,32-4-51 0 0,0 0 1 0 0,-1 0-1 0 0,1 0 1 0 0,0 1 0 0 0,-1-1-1 0 0,1 0 1 0 0,0 1-1 0 0,0 0 1 0 0,0-1-1 0 0,0 1 1 0 0,-1 0-1 0 0,1 0 1 0 0,-2 2-1 0 0,7 0-55 0 0,-3 0-60 0 0,-1-1 0 0 0,1 0 0 0 0,-1 0 0 0 0,0 1 1 0 0,0-1-1 0 0,0 0 0 0 0,0 0 0 0 0,0 0 1 0 0,0 0-1 0 0,-1 0 0 0 0,1 0 0 0 0,0 0 1 0 0,-1 0-1 0 0,-3 2 0 0 0,-6 10-1005 0 0,-19 41-3674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16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484 1 400 0 0,'0'4'5088'0'0,"1"30"-3158"0"0,0-25-1861 0 0,-1-1-1 0 0,-1 1 1 0 0,0 0 0 0 0,0-1 0 0 0,-3 13-1 0 0,-47 60 679 0 0,46-60-551 0 0,0-3-98 0 0,-1-12-86 0 0,-1 0 1 0 0,1-1-1 0 0,-2 0 1 0 0,1 0 0 0 0,-10 5-1 0 0,7-5 16 0 0,1 1-1 0 0,-1 0 1 0 0,1 1-1 0 0,0 0 0 0 0,-8 9 1 0 0,7-6 47 0 0,-1 0 0 0 0,0-1 0 0 0,0-1 1 0 0,-1 1-1 0 0,0-2 0 0 0,0 0 0 0 0,0 0 0 0 0,-1-1 1 0 0,0 0-1 0 0,-16 4 0 0 0,24-9 392 0 0,0-3-354 0 0,0 0-1 0 0,0 0 1 0 0,0 1 0 0 0,0-1 0 0 0,0 1-1 0 0,0 1 1 0 0,-1-1 0 0 0,1 1 0 0 0,-8 0-1 0 0,-14-3-25 0 0,-33-16 59 0 0,54 12-1039 0 0,6-7-4918 0 0,1 11 3511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17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55 480 0 0,'0'-1'21'0'0,"0"1"-1"0"0,0-1 0 0 0,0 1 1 0 0,0-1-1 0 0,0 1 0 0 0,0 0 1 0 0,-1-1-1 0 0,1 1 1 0 0,0-1-1 0 0,0 1 0 0 0,-1-1 1 0 0,1 1-1 0 0,0-1 0 0 0,0 1 1 0 0,-1 0-1 0 0,1-1 0 0 0,-1 1 1 0 0,1 0-1 0 0,0-1 1 0 0,-1 1-1 0 0,1 0 0 0 0,-1 0 1 0 0,1-1-1 0 0,0 1 0 0 0,-1 0 1 0 0,1 0-1 0 0,-1 0 1 0 0,1-1-1 0 0,-1 1 0 0 0,1 0 1 0 0,-1 0-1 0 0,1 0 0 0 0,-1 0 1 0 0,1 0-1 0 0,-1 0 0 0 0,1 0 1 0 0,-2 0-1 0 0,2 0 5 0 0,-1 0 0 0 0,1 0 0 0 0,-1 0 0 0 0,0 0 0 0 0,1 0 0 0 0,-1 0 0 0 0,1 0 0 0 0,-1 0 0 0 0,0 0 0 0 0,1 0 0 0 0,-1-1 0 0 0,1 1 0 0 0,-1 0 0 0 0,0 0 0 0 0,1-1 0 0 0,-1 1 0 0 0,1 0-1 0 0,-1-1 1 0 0,1 1 0 0 0,-1-1 0 0 0,1 1 0 0 0,0 0 0 0 0,-1-1 0 0 0,1 1 0 0 0,-1-1 0 0 0,1 1 0 0 0,0-1 0 0 0,-1 0 0 0 0,1 1 0 0 0,0-1 0 0 0,0 1 0 0 0,0-1 0 0 0,-1 1 0 0 0,1-1 0 0 0,0 0 0 0 0,0 1 0 0 0,0-1 0 0 0,0-1 0 0 0,-5 0 308 0 0,-20-3 548 0 0,25 9-577 0 0,0-3-284 0 0,0 0 0 0 0,0 0-1 0 0,1 0 1 0 0,-1 0 0 0 0,0 0 0 0 0,0 0 0 0 0,0 0-1 0 0,-1 0 1 0 0,1 0 0 0 0,0 0 0 0 0,0 0 0 0 0,0 0-1 0 0,-1 0 1 0 0,1 0 0 0 0,0 0 0 0 0,-1 0 0 0 0,1 0-1 0 0,-1-1 1 0 0,1 1 0 0 0,-2 2 0 0 0,-3-1 3 0 0,3-2-10 0 0,1 1 0 0 0,0-1 0 0 0,0 1 0 0 0,0-1 0 0 0,0 1 0 0 0,-1 0 0 0 0,1-1 0 0 0,0 1 0 0 0,0 0 1 0 0,0 0-1 0 0,1 0 0 0 0,-1-1 0 0 0,0 1 0 0 0,0 0 0 0 0,0 0 0 0 0,1 1 0 0 0,-1-1 0 0 0,0 0 0 0 0,1 0 0 0 0,-1 0 0 0 0,1 0 0 0 0,-1 1 0 0 0,1-1 0 0 0,0 0 0 0 0,0 0 1 0 0,-1 1-1 0 0,1-1 0 0 0,0 0 0 0 0,0 0 0 0 0,0 1 0 0 0,0-1 0 0 0,1 0 0 0 0,-1 0 0 0 0,1 3 0 0 0,-1-3-7 0 0,0 0-1 0 0,-1 0 1 0 0,1 0 0 0 0,0 0-1 0 0,0 0 1 0 0,-1 0 0 0 0,1 0 0 0 0,0 0-1 0 0,-1-1 1 0 0,1 1 0 0 0,-1 0-1 0 0,1 0 1 0 0,-1 0 0 0 0,1 0-1 0 0,-1-1 1 0 0,0 1 0 0 0,1 0-1 0 0,-1-1 1 0 0,0 1 0 0 0,0 0-1 0 0,1-1 1 0 0,-1 1 0 0 0,-1 0-1 0 0,1-1 0 0 0,-1 1 0 0 0,1 0-1 0 0,0 0 1 0 0,0 0 0 0 0,0 0-1 0 0,0 0 1 0 0,0 0 0 0 0,0 0 0 0 0,0 0-1 0 0,0 1 1 0 0,0-1 0 0 0,1 0-1 0 0,-1 0 1 0 0,0 1 0 0 0,1-1-1 0 0,-1 0 1 0 0,1 1 0 0 0,-1-1-1 0 0,1 1 1 0 0,0-1 0 0 0,0 1 0 0 0,-1-1-1 0 0,1 0 1 0 0,0 3 0 0 0,4 33 159 0 0,-3-36-154 0 0,0 1 0 0 0,1 0 0 0 0,-1 0 0 0 0,0-1 0 0 0,1 1 0 0 0,-1-1 0 0 0,1 1 0 0 0,-1-1-1 0 0,1 0 1 0 0,0 0 0 0 0,-1 1 0 0 0,4 0 0 0 0,-3 3-1 0 0,6 2 62 0 0,77 4-44 0 0,-66-9-18 0 0,1-1 1 0 0,-1-1-1 0 0,0 0 1 0 0,0-2-1 0 0,0 0 1 0 0,36-9-1 0 0,-25-2 304 0 0,-2-1-1 0 0,49-32 0 0 0,-61 35-221 0 0,-15 10-78 0 0,0 0 0 0 0,-1 1 0 0 0,1-1 0 0 0,-1 0 1 0 0,1 0-1 0 0,-1 0 0 0 0,1 1 0 0 0,-1-1 0 0 0,0 0 1 0 0,1 0-1 0 0,-1 0 0 0 0,0 0 0 0 0,0 0 0 0 0,1 0 1 0 0,-1 0-1 0 0,0 0 0 0 0,0 0 0 0 0,0 0 0 0 0,0 0 1 0 0,0 0-1 0 0,-1-2 0 0 0,1 2-4 0 0,0 0-1 0 0,0 0 1 0 0,0 0-1 0 0,0-1 1 0 0,0 1-1 0 0,0 0 1 0 0,0 0-1 0 0,0-1 1 0 0,1 1-1 0 0,-1 0 1 0 0,0 0-1 0 0,1 0 1 0 0,-1-1-1 0 0,1 1 1 0 0,0-1-1 0 0,18-15 131 0 0,-16 15-119 0 0,0 0-1 0 0,-1 0 1 0 0,1 0-1 0 0,-1 0 1 0 0,0 0-1 0 0,1-1 0 0 0,-1 1 1 0 0,0-1-1 0 0,0 1 1 0 0,-1-1-1 0 0,1 0 1 0 0,0 0-1 0 0,-1 0 0 0 0,0 0 1 0 0,0 0-1 0 0,1 0 1 0 0,-2 0-1 0 0,1 0 1 0 0,0 0-1 0 0,0-6 0 0 0,-1 6-1686 0 0,0 20-587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18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28 1441 0 0,'0'-8'1520'0'0,"-31"2"1"0"0,31 1-160 0 0,0-3 2080 0 0,31 8-3041 0 0,-1 8-79 0 0,30-3-81 0 0,0 1-160 0 0,25 2-240 0 0,6-2-641 0 0,-31 5-1040 0 0,0-3-1120 0 0,-29-2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18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0 185 1521 0 0,'60'-25'1600'0'0,"1"-2"-159"0"0,90-17 80 0 0,0 0-481 0 0,24 5-1600 0 0,-85 34-2641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19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61 137 400 0 0,'60'-36'2858'0'0,"-31"20"-1890"0"0,-1-2 1 0 0,42-33-1 0 0,-53 36-523 0 0,-26 26 453 0 0,-30 37-27 0 0,-3 35-204 0 0,-11 17-200 0 0,-27 34 37 0 0,73-121-452 0 0,1 1 0 0 0,0 0 1 0 0,1-1-1 0 0,1 2 0 0 0,0-1 0 0 0,1 0 0 0 0,0 1 1 0 0,0 18-1 0 0,3-32-79 0 0,0 1 0 0 0,-1-1 0 0 0,1 0 0 0 0,0 0 1 0 0,1 1-1 0 0,-1-1 0 0 0,0 0 0 0 0,0 1 0 0 0,0-1 0 0 0,1 0 1 0 0,-1 0-1 0 0,1 0 0 0 0,-1 1 0 0 0,1-1 0 0 0,-1 0 0 0 0,1 0 1 0 0,-1 0-1 0 0,3 2 0 0 0,-2-2-59 0 0,1-1 1 0 0,-1 0-1 0 0,1 1 0 0 0,0-1 0 0 0,-1 0 1 0 0,1 1-1 0 0,0-1 0 0 0,0 0 1 0 0,-1 0-1 0 0,1 0 0 0 0,0-1 1 0 0,-1 1-1 0 0,1 0 0 0 0,0-1 1 0 0,1 0-1 0 0,53-15-2915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19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38 560 0 0,'0'-1'173'0'0,"1"0"0"0"0,-1-1-1 0 0,0 1 1 0 0,0-1 0 0 0,0 1-1 0 0,0-1 1 0 0,0 1 0 0 0,0-1-1 0 0,0 1 1 0 0,-1 0 0 0 0,1-1-1 0 0,0 1 1 0 0,-1-1 0 0 0,1 1-1 0 0,-1 0 1 0 0,0-1 0 0 0,1 1-1 0 0,-1 0 1 0 0,0 0 0 0 0,0 0-1 0 0,0-1 1 0 0,0 1 0 0 0,0 0-1 0 0,0 0 1 0 0,0 0-1 0 0,-2-1 1 0 0,-1 1-8 0 0,-1 1 0 0 0,1 0-1 0 0,0 0 1 0 0,0 0 0 0 0,0 0 0 0 0,0 1 0 0 0,0-1-1 0 0,-1 1 1 0 0,-3 2 0 0 0,-47 9 1060 0 0,-68 25 0 0 0,106-30-1092 0 0,0 0-1 0 0,0 1 0 0 0,0 1 0 0 0,1 1 0 0 0,1 0 1 0 0,0 1-1 0 0,-20 18 0 0 0,23-16-123 0 0,2 0 0 0 0,0 0-1 0 0,0 1 1 0 0,1 0 0 0 0,1 1-1 0 0,-9 22 1 0 0,-3 4 63 0 0,16-35-34 0 0,1 1-1 0 0,0-1 0 0 0,0 1 0 0 0,0 1 0 0 0,1-1 0 0 0,0 0 0 0 0,0 0 0 0 0,1 1 0 0 0,0-1 0 0 0,0 15 0 0 0,1-18-36 0 0,1 1 0 0 0,0-1 0 0 0,1 0 0 0 0,-1 0 0 0 0,1 0 0 0 0,0 0-1 0 0,0 0 1 0 0,0 0 0 0 0,0 0 0 0 0,1 0 0 0 0,-1-1 0 0 0,1 0 0 0 0,0 1-1 0 0,0-1 1 0 0,0 0 0 0 0,1 0 0 0 0,-1-1 0 0 0,1 1 0 0 0,0-1 0 0 0,-1 1-1 0 0,7 2 1 0 0,9 3-89 0 0,-1-1-1 0 0,1 0 1 0 0,0-2-1 0 0,1 0 0 0 0,-1-1 1 0 0,1-1-1 0 0,0-1 1 0 0,0 0-1 0 0,0-2 0 0 0,34-3 1 0 0,-12-1-48 0 0,-1-1 0 0 0,1-3 0 0 0,-1-2 0 0 0,43-15 0 0 0,-74 22 147 0 0,-1 0 0 0 0,1 0-1 0 0,-1-1 1 0 0,0-1 0 0 0,0 1-1 0 0,-1-1 1 0 0,0-1 0 0 0,1 1-1 0 0,-2-1 1 0 0,1-1 0 0 0,-1 0-1 0 0,0 0 1 0 0,0 0 0 0 0,-1-1-1 0 0,0 0 1 0 0,0 0 0 0 0,-1 0-1 0 0,0-1 1 0 0,5-13 0 0 0,4-7 174 0 0,-6 13 48 0 0,-1 1 1 0 0,-1-1-1 0 0,0 0 1 0 0,-1-1-1 0 0,5-29 1 0 0,-9 42-222 0 0,-1-1 0 0 0,0 0-1 0 0,0 0 1 0 0,-1 1 0 0 0,1-1 0 0 0,-1 0 0 0 0,0 1 0 0 0,0-1 0 0 0,-1 1 0 0 0,1-1 0 0 0,-1 1 0 0 0,0 0 0 0 0,0 0-1 0 0,0-1 1 0 0,-1 1 0 0 0,0 1 0 0 0,1-1 0 0 0,-1 0 0 0 0,-1 1 0 0 0,1-1 0 0 0,0 1 0 0 0,-1 0 0 0 0,0 0 0 0 0,0 1-1 0 0,1-1 1 0 0,-8-2 0 0 0,2 1-225 0 0,-1 0-1 0 0,1 1 1 0 0,-1 1-1 0 0,0 0 1 0 0,0 0 0 0 0,0 1-1 0 0,0 0 1 0 0,0 0-1 0 0,0 1 1 0 0,0 1-1 0 0,0 0 1 0 0,0 0 0 0 0,-12 3-1 0 0,-88 20-3881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20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 1761 0 0,'4'-9'3634'0'0,"10"7"-2651"0"0,-14 2-967 0 0,1 0 1 0 0,-1 0-1 0 0,0 0 0 0 0,1 0 0 0 0,-1 0 0 0 0,0 1 1 0 0,1-1-1 0 0,-1 0 0 0 0,1 0 0 0 0,-1 0 1 0 0,0 0-1 0 0,1 0 0 0 0,-1 0 0 0 0,1 0 0 0 0,-1-1 1 0 0,0 1-1 0 0,1 0 0 0 0,-1 0 0 0 0,0 0 1 0 0,1 0-1 0 0,-1 0 0 0 0,0-1 0 0 0,1 1 0 0 0,-1 0 1 0 0,0 0-1 0 0,1 0 0 0 0,-1-1 0 0 0,0 1 1 0 0,0 0-1 0 0,1 0 0 0 0,-1-1 0 0 0,0 1 0 0 0,0 0 1 0 0,1-1-1 0 0,-1 1 0 0 0,0 0 0 0 0,0-1 1 0 0,0 1-1 0 0,0 0 0 0 0,1-1 0 0 0,4-1 544 0 0,52 4 1060 0 0,74 11-1 0 0,58 23-2443 0 0,-168-29-209 0 0,-3-1-3283 0 0,7-4 1008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21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598 2 880 0 0,'-1'0'186'0'0,"-1"-1"-1"0"0,1 1 0 0 0,-1 0 0 0 0,0 0 0 0 0,1 0 0 0 0,-1 0 1 0 0,1 0-1 0 0,-1 0 0 0 0,0 0 0 0 0,1 1 0 0 0,-1-1 0 0 0,1 1 1 0 0,-1-1-1 0 0,0 1 0 0 0,1-1 0 0 0,0 1 0 0 0,-1 0 0 0 0,1 0 1 0 0,-1-1-1 0 0,-1 3 0 0 0,-28 9 182 0 0,-18 4 411 0 0,1 2 0 0 0,-81 44 0 0 0,125-60-748 0 0,1 0 0 0 0,0 1 0 0 0,0-1 0 0 0,0 1 1 0 0,0 0-1 0 0,0 0 0 0 0,0 0 0 0 0,1 1 0 0 0,0-1 0 0 0,-1 0 0 0 0,-1 6 0 0 0,2-6-47 0 0,1 0 0 0 0,-1 0 0 0 0,0 0 0 0 0,0 0 0 0 0,0 0 0 0 0,0 0 0 0 0,-1-1 0 0 0,1 1 0 0 0,-1-1 0 0 0,-5 4-1 0 0,-7 5 80 0 0,1 1 0 0 0,0 0 0 0 0,1 1 0 0 0,0 0 0 0 0,1 1 0 0 0,1 0-1 0 0,0 1 1 0 0,0 0 0 0 0,2 1 0 0 0,-14 30 0 0 0,21-39-52 0 0,0 0 0 0 0,1 0-1 0 0,0 0 1 0 0,0 1 0 0 0,1-1 0 0 0,-1 1 0 0 0,2-1 0 0 0,0 10 0 0 0,0 8 48 0 0,0-23-62 0 0,-1 0 1 0 0,0 0 0 0 0,1 0 0 0 0,0 0-1 0 0,0 0 1 0 0,-1 0 0 0 0,1 0 0 0 0,0-1 0 0 0,0 1-1 0 0,1 0 1 0 0,-1-1 0 0 0,0 1 0 0 0,0-1-1 0 0,1 1 1 0 0,-1-1 0 0 0,1 0 0 0 0,-1 1 0 0 0,1-1-1 0 0,0 0 1 0 0,-1 0 0 0 0,1 0 0 0 0,0 0-1 0 0,3 0 1 0 0,-2 1-33 0 0,1-1 0 0 0,-1 1 0 0 0,1-1 0 0 0,0 0 0 0 0,-1 0-1 0 0,1-1 1 0 0,0 1 0 0 0,0-1 0 0 0,0 0 0 0 0,-1 0 0 0 0,1 0 0 0 0,6-1 0 0 0,55-24-31 0 0,-55 22 90 0 0,1 0 0 0 0,-1-1 0 0 0,-1 0-1 0 0,1-1 1 0 0,0 1 0 0 0,11-10 0 0 0,-12-6 137 0 0,-6 19-129 0 0,12-9 47 0 0,-14 10-75 0 0,-1-1 0 0 0,1 1 0 0 0,-1 0 1 0 0,0-1-1 0 0,0 1 0 0 0,1 0 1 0 0,-1-1-1 0 0,0 1 0 0 0,1 0 0 0 0,-1-1 1 0 0,0 1-1 0 0,0-1 0 0 0,0 1 1 0 0,1 0-1 0 0,-1-1 0 0 0,0 1 0 0 0,0-1 1 0 0,0 1-1 0 0,0-1 0 0 0,0 1 1 0 0,0 0-1 0 0,0-1 0 0 0,0 1 1 0 0,0-1-1 0 0,0 1 0 0 0,0-1 0 0 0,0 1 1 0 0,0-1-1 0 0,0 1 0 0 0,-1 0 1 0 0,1-1-1 0 0,0 1 0 0 0,0-1 0 0 0,0 1 1 0 0,-1 0-1 0 0,1-1 0 0 0,0 1 1 0 0,0 0-1 0 0,-1-1 0 0 0,-6-6 36 0 0,-1 0-1 0 0,1 1 1 0 0,-1 0-1 0 0,0 1 1 0 0,-1 0-1 0 0,1 0 1 0 0,-1 1-1 0 0,0 0 1 0 0,0 0 0 0 0,0 1-1 0 0,-1 0 1 0 0,1 1-1 0 0,-1 0 1 0 0,0 0-1 0 0,1 1 1 0 0,-1 0-1 0 0,-11 1 1 0 0,6 1-216 0 0,0 0-1 0 0,-1 1 1 0 0,2 1 0 0 0,-1 0 0 0 0,0 1-1 0 0,-16 6 1 0 0,-29 14-2251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26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0 800 0 0,'0'0'3015'0'0,"0"22"-801"0"0,0-3-1527 0 0,-1-11-409 0 0,0 0-1 0 0,1-1 1 0 0,0 1 0 0 0,1 0-1 0 0,0 0 1 0 0,0 0 0 0 0,3 11-1 0 0,-1-14-208 0 0,0 3 22 0 0,1 1 1 0 0,0-1 0 0 0,0 0 0 0 0,1-1 0 0 0,0 1 0 0 0,0-1 0 0 0,1 0 0 0 0,0-1 0 0 0,10 10 0 0 0,34 17 54 0 0,-40-8-52 0 0,-3-21-64 0 0,-6-4-25 0 0,0 0-1 0 0,0 1 0 0 0,0-1 1 0 0,0 1-1 0 0,0-1 0 0 0,0 1 1 0 0,0-1-1 0 0,0 1 0 0 0,0 0 0 0 0,-1-1 1 0 0,1 1-1 0 0,0 0 0 0 0,0 0 1 0 0,-1-1-1 0 0,1 1 0 0 0,-1 0 0 0 0,1 0 1 0 0,0 0-1 0 0,-1 0 0 0 0,0 0 1 0 0,1 0-1 0 0,-1 0 0 0 0,1 0 1 0 0,-1 0-1 0 0,0 0 0 0 0,0 1 0 0 0,0-1-3 0 0,1 1 1 0 0,-1-1-1 0 0,0 0 0 0 0,0 1 0 0 0,1-1 0 0 0,-1 0 0 0 0,0 1 0 0 0,1-1 0 0 0,0 0 0 0 0,-1 0 0 0 0,1 0 0 0 0,0 0 0 0 0,-1 0 1 0 0,1 1-1 0 0,0-1 0 0 0,0 0 0 0 0,1 1 0 0 0,0-1 4 0 0,-1 0 0 0 0,0 0-1 0 0,0 1 1 0 0,0-1 0 0 0,0 0 0 0 0,0 1 0 0 0,0-1 0 0 0,-1 1-1 0 0,1-1 1 0 0,0 1 0 0 0,-1-1 0 0 0,1 1 0 0 0,-1 0 0 0 0,1-1 0 0 0,-1 1-1 0 0,0-1 1 0 0,0 4 0 0 0,0-2 5 0 0,1-1-1 0 0,-1 0 1 0 0,0 1-1 0 0,0-1 1 0 0,1 0 0 0 0,-1 0-1 0 0,1 1 1 0 0,0-1-1 0 0,0 0 1 0 0,0 0-1 0 0,0 0 1 0 0,0 0 0 0 0,0 0-1 0 0,0 0 1 0 0,1 0-1 0 0,-1 0 1 0 0,1-1 0 0 0,-1 1-1 0 0,1 0 1 0 0,0-1-1 0 0,2 2 1 0 0,-2-1-7 0 0,2 7 9 0 0,2-3 2 0 0,-5-5-8 0 0,0-1 0 0 0,1 0-1 0 0,-1 1 1 0 0,0 0 0 0 0,1-1-1 0 0,-1 1 1 0 0,0 0 0 0 0,0-1-1 0 0,0 1 1 0 0,0 0 0 0 0,1 0-1 0 0,-1 0 1 0 0,-1 0 0 0 0,1 0-1 0 0,0 0 1 0 0,0 1 0 0 0,0-1-1 0 0,1 2 1 0 0,1 34 186 0 0,-3-34-185 0 0,0-1 7 0 0,0 0 1 0 0,0 1-1 0 0,0-1 0 0 0,0 0 0 0 0,0 1 1 0 0,-1-1-1 0 0,1 0 0 0 0,-1 1 0 0 0,1-1 1 0 0,-1 0-1 0 0,0 0 0 0 0,0 1 0 0 0,0-1 1 0 0,0 0-1 0 0,0 0 0 0 0,-1 0 0 0 0,1 0 1 0 0,0 0-1 0 0,-1-1 0 0 0,-3 4 0 0 0,-1 2-6 0 0,5-6-8 0 0,0 0 1 0 0,0 0-1 0 0,0 0 0 0 0,0 0 1 0 0,1 1-1 0 0,-1-1 0 0 0,0 0 1 0 0,1 1-1 0 0,-1-1 0 0 0,1 0 1 0 0,-1 1-1 0 0,1-1 1 0 0,0 0-1 0 0,0 1 0 0 0,-1-1 1 0 0,1 1-1 0 0,0-1 0 0 0,0 1 1 0 0,1-1-1 0 0,-1 1 0 0 0,0-1 1 0 0,0 0-1 0 0,1 1 1 0 0,-1-1-1 0 0,1 1 0 0 0,-1-1 1 0 0,1 0-1 0 0,-1 0 0 0 0,1 1 1 0 0,0-1-1 0 0,0 0 0 0 0,0 0 1 0 0,0 0-1 0 0,0 0 1 0 0,0 1-1 0 0,0-2 0 0 0,0 1 1 0 0,0 0-1 0 0,2 1 0 0 0,2 3 0 0 0,1-1 0 0 0,0-1 0 0 0,-1 1 0 0 0,1-1 0 0 0,0 0-1 0 0,8 3 1 0 0,41 18 147 0 0,-54-23-137 0 0,0 1 1 0 0,0 0 0 0 0,0 0-1 0 0,-1-1 1 0 0,1 1-1 0 0,-1 0 1 0 0,1 0-1 0 0,-1 0 1 0 0,0 0 0 0 0,1 0-1 0 0,-1 0 1 0 0,0-1-1 0 0,0 1 1 0 0,-1 0-1 0 0,1 0 1 0 0,0 0-1 0 0,-1 0 1 0 0,1 0 0 0 0,-1 0-1 0 0,1-1 1 0 0,-1 1-1 0 0,0 0 1 0 0,-1 1-1 0 0,-2 2 13 0 0,-1 1-1 0 0,1-1 0 0 0,0 1 0 0 0,0-1 0 0 0,1 1 0 0 0,0 1 1 0 0,0-1-1 0 0,-4 10 0 0 0,-6 14 58 0 0,12-28-79 0 0,0 0-1 0 0,-1 1 0 0 0,1-1 0 0 0,-1 0 0 0 0,0 0 0 0 0,0 0 0 0 0,1 0 1 0 0,-1 0-1 0 0,0-1 0 0 0,-3 3 0 0 0,4-3 1 0 0,-1 0 0 0 0,1-1 0 0 0,0 1 0 0 0,0 0 0 0 0,1 0 0 0 0,-1 0-1 0 0,0 0 1 0 0,0 0 0 0 0,0 0 0 0 0,1 0 0 0 0,-1 0 0 0 0,0 0 0 0 0,1 1 0 0 0,-1-1 0 0 0,1 0 0 0 0,-1 0 0 0 0,1 0 0 0 0,0 1 0 0 0,0-1 0 0 0,-1 0 0 0 0,1 1-1 0 0,0-1 1 0 0,0 0 0 0 0,0 0 0 0 0,0 1 0 0 0,1 1 0 0 0,-1-3 1 0 0,0 0-1 0 0,0 1 0 0 0,-1-1 1 0 0,1 0-1 0 0,0 0 0 0 0,0 1 1 0 0,0-1-1 0 0,-1 0 0 0 0,1 1 1 0 0,0-1-1 0 0,0 0 1 0 0,0 0-1 0 0,-1 0 0 0 0,1 1 1 0 0,0-1-1 0 0,-1 0 0 0 0,1 0 1 0 0,0 0-1 0 0,0 1 0 0 0,-1-1 1 0 0,1 0-1 0 0,0 0 1 0 0,-1 0-1 0 0,1 0 0 0 0,0 0 1 0 0,-1 0-1 0 0,1 0 0 0 0,0 0 1 0 0,-1 0-1 0 0,1 0 1 0 0,0 0-1 0 0,-1 0 0 0 0,1 0 1 0 0,0 0-1 0 0,-1 0 0 0 0,1 0 1 0 0,0 0-1 0 0,-1 0 0 0 0,1-1 1 0 0,-1 1 1 0 0,1 0 0 0 0,-1 0-1 0 0,0 0 1 0 0,1-1 0 0 0,-1 1 0 0 0,1 0 0 0 0,-1 0 0 0 0,0 0 0 0 0,1 0 0 0 0,-1 0-1 0 0,1 0 1 0 0,-1 0 0 0 0,0 1 0 0 0,1-1 0 0 0,-1 0 0 0 0,1 0 0 0 0,-1 0-1 0 0,1 1 1 0 0,-1-1 0 0 0,0 0 0 0 0,1 0 0 0 0,-1 1 0 0 0,1-1 0 0 0,-1 1 0 0 0,1-1-1 0 0,0 0 1 0 0,-1 1 0 0 0,1-1 0 0 0,-1 1 0 0 0,1-1 0 0 0,0 1 0 0 0,-1-1 0 0 0,1 1-1 0 0,0-1 1 0 0,0 1 0 0 0,-1 0 0 0 0,1-1 0 0 0,0 1 0 0 0,0-1 0 0 0,0 1 0 0 0,0-1-1 0 0,0 1 1 0 0,0 0 0 0 0,0-1 0 0 0,0 2 0 0 0,0-1 3 0 0,0 1-1 0 0,0-1 1 0 0,0 1 0 0 0,0 0 0 0 0,0-1-1 0 0,0 1 1 0 0,-1-1 0 0 0,1 1-1 0 0,0-1 1 0 0,-1 1 0 0 0,1-1 0 0 0,-1 1-1 0 0,0-1 1 0 0,1 1 0 0 0,-1-1-1 0 0,0 1 1 0 0,0-1 0 0 0,0 0 0 0 0,0 0-1 0 0,0 1 1 0 0,0-1 0 0 0,0 0 0 0 0,0 0-1 0 0,-1 0 1 0 0,-1 1 0 0 0,-5 4-22 0 0,7-4 21 0 0,0 1 0 0 0,0-1 0 0 0,0 1-1 0 0,0-1 1 0 0,1 1 0 0 0,-1 0 0 0 0,0 0-1 0 0,1-1 1 0 0,0 1 0 0 0,0 0 0 0 0,0 0-1 0 0,0-1 1 0 0,0 1 0 0 0,0 0 0 0 0,2 3 0 0 0,-2 5-68 0 0,5-4 49 0 0,16-3-52 0 0,-16-3-14 0 0,-5-14-721 0 0,0 8 748 0 0,0 4 333 0 0,0 2-187 0 0,0 4-39 0 0,0-2-94 0 0,0 1 40 0 0,35-16 66 0 0,-17 10-75 0 0,24-9 5 0 0,-28 7 28 0 0,0 0-1 0 0,1 1 1 0 0,-1 1-1 0 0,1 0 1 0 0,14 0-1 0 0,46-7 89 0 0,-14-5-214 0 0,-2-3 0 0 0,93-39 0 0 0,-135 51 93 0 0,-14 5 14 0 0,-1 0 0 0 0,1 0 1 0 0,0-1-1 0 0,-1 0 0 0 0,1 1 0 0 0,-1-1 0 0 0,1 0 1 0 0,-1 0-1 0 0,0-1 0 0 0,1 1 0 0 0,-1 0 1 0 0,0-1-1 0 0,0 1 0 0 0,0-1 0 0 0,0 0 0 0 0,3-3 1 0 0,0 4 60 0 0,80-5 268 0 0,61-7-174 0 0,-117 14-138 0 0,0-2 0 0 0,0-1 0 0 0,-1-1 0 0 0,1-1 0 0 0,-1-1 0 0 0,1-2 0 0 0,-2-1 0 0 0,1-1 1 0 0,39-20-1 0 0,-28 13 144 0 0,-6 1-26 0 0,-24 10-59 0 0,1 1 0 0 0,0 0 0 0 0,1 0 0 0 0,-1 1 0 0 0,1 0 0 0 0,16-2 0 0 0,-18 4-29 0 0,524-32 389 0 0,-478 34-348 0 0,102-3 215 0 0,-126 0-254 0 0,-17 3-16 0 0,-1-2 0 0 0,0 0 0 0 0,0 0 0 0 0,18-5 0 0 0,-6-1 24 0 0,-14 5-34 0 0,-1-1 0 0 0,0 1 0 0 0,0-2 0 0 0,0 1-1 0 0,0-1 1 0 0,0-1 0 0 0,-1 0 0 0 0,0 0-1 0 0,0-1 1 0 0,0 0 0 0 0,9-8 0 0 0,-10 8 14 0 0,-1 2 0 0 0,1-1 0 0 0,0 1 0 0 0,1 0 0 0 0,-1 1 0 0 0,1 0 0 0 0,-1 0 0 0 0,1 0 0 0 0,11 0 0 0 0,-3-1 98 0 0,-12 2-60 0 0,0 4 0 0 0,15 3 0 0 0,-40-4 80 0 0,15-1-106 0 0,10 0-121 0 0,0 0 80 0 0,9-2-243 0 0,-13 1 217 0 0,-1-1 0 0 0,1 1 0 0 0,0 0 0 0 0,-1 0 0 0 0,1 0-1 0 0,-1 0 1 0 0,1 0 0 0 0,-1-1 0 0 0,1 1 0 0 0,-1 0 0 0 0,0 0-1 0 0,0-1 1 0 0,0 1 0 0 0,0 0 0 0 0,0-1 0 0 0,0 1 0 0 0,0-2-1 0 0,-5 2 161 0 0,-45 1 320 0 0,70-6-454 0 0,-15 6-93 0 0,0-1-93 0 0,-4 2 175 0 0,-1-1 0 0 0,1 0 0 0 0,0 0 0 0 0,0 0 0 0 0,-1 0 0 0 0,1 0 0 0 0,0 0 0 0 0,0-1 0 0 0,-1 1 0 0 0,1 0 0 0 0,0 0 0 0 0,0 0 0 0 0,-1-1 0 0 0,1 1 0 0 0,0 0 1 0 0,-1-1-1 0 0,1 1 0 0 0,0-1 0 0 0,-1 1 0 0 0,1-1 0 0 0,-1 1 0 0 0,1-1 0 0 0,-1 1 0 0 0,1-1 0 0 0,-1 1 0 0 0,1-1 0 0 0,-1 0 0 0 0,1 1 0 0 0,-1-1 0 0 0,0 0 0 0 0,1 1 0 0 0,-1-1 0 0 0,0 0 0 0 0,0 1 0 0 0,0-1 0 0 0,1-1 0 0 0,-2 0 6 0 0,0 1 0 0 0,0-1 0 0 0,0 0 0 0 0,0 1 0 0 0,-1-1 0 0 0,1 1 0 0 0,0-1 0 0 0,-1 1 0 0 0,1 0 0 0 0,-1 0 0 0 0,1 0 0 0 0,-1-1 0 0 0,-2 0 0 0 0,3 1-6 0 0,0 0 1 0 0,0 0 0 0 0,0-1 0 0 0,1 1 0 0 0,-1 0-1 0 0,0-1 1 0 0,1 1 0 0 0,-1 0 0 0 0,1-1-1 0 0,0 1 1 0 0,-1-1 0 0 0,1 1 0 0 0,0-1-1 0 0,0 1 1 0 0,0-1 0 0 0,0 1 0 0 0,0-1-1 0 0,0 1 1 0 0,0-1 0 0 0,0 1 0 0 0,1 0 0 0 0,-1-1-1 0 0,2-2 1 0 0,-2 3 0 0 0,1 0 0 0 0,-1-1-1 0 0,0 1 1 0 0,1 0 0 0 0,-1-1 0 0 0,0 1 0 0 0,0-1-1 0 0,0 1 1 0 0,0-1 0 0 0,0 1 0 0 0,0 0 0 0 0,0-1-1 0 0,0 1 1 0 0,-1-1 0 0 0,1 1 0 0 0,0 0 0 0 0,-1-1-1 0 0,1 1 1 0 0,-1 0 0 0 0,0-1 0 0 0,1 1-1 0 0,-1 0 1 0 0,-1-2 0 0 0,-7-1 8 0 0,8 4-10 0 0,0 0-1 0 0,1 0 1 0 0,-1-1-1 0 0,0 1 1 0 0,0 0-1 0 0,0-1 0 0 0,0 1 1 0 0,1-1-1 0 0,-1 1 1 0 0,0-1-1 0 0,1 1 1 0 0,-1-1-1 0 0,0 0 1 0 0,1 1-1 0 0,-1-1 1 0 0,0 0-1 0 0,1 1 0 0 0,-1-1 1 0 0,1 0-1 0 0,0 0 1 0 0,-1 0-1 0 0,1 0 1 0 0,-1 1-1 0 0,1-1 1 0 0,0 0-1 0 0,0 0 1 0 0,0 0-1 0 0,0 0 0 0 0,-1 0 1 0 0,1 0-1 0 0,0 0 1 0 0,0 0-1 0 0,1-1 1 0 0,-2 1 1 0 0,1 1 0 0 0,0-1 0 0 0,0 0 1 0 0,-1 0-1 0 0,1 0 0 0 0,-1 1 0 0 0,1-1 1 0 0,-1 0-1 0 0,1 0 0 0 0,-1 1 0 0 0,1-1 1 0 0,-1 0-1 0 0,1 1 0 0 0,-1-1 0 0 0,0 1 1 0 0,0-1-1 0 0,1 1 0 0 0,-1-1 0 0 0,0 1 1 0 0,0 0-1 0 0,1-1 0 0 0,-1 1 0 0 0,0 0 0 0 0,0-1 1 0 0,0 1-1 0 0,0 0 0 0 0,1 0 0 0 0,-1 0 1 0 0,0 0-1 0 0,0 0 0 0 0,-2 0 0 0 0,1 0 7 0 0,1-1-7 0 0,1 1 0 0 0,-1 0 0 0 0,1 0 0 0 0,0-1 0 0 0,-1 1 1 0 0,1 0-1 0 0,0 0 0 0 0,-1-1 0 0 0,1 1 0 0 0,0 0 0 0 0,-1-1 0 0 0,1 1 0 0 0,0-1 1 0 0,0 1-1 0 0,-1 0 0 0 0,1-1 0 0 0,0 1 0 0 0,0-1 0 0 0,0 1 0 0 0,0 0 0 0 0,-1-1 1 0 0,1 1-1 0 0,0-1 0 0 0,0 1 0 0 0,0-1 0 0 0,0 1 0 0 0,0-1 0 0 0,0 1 0 0 0,0-1 0 0 0,0 1 1 0 0,1 0-1 0 0,-1-1 0 0 0,0 0 0 0 0,0 1 1 0 0,0-1 1 0 0,0 0-1 0 0,0 0 1 0 0,0 1-1 0 0,0-1 0 0 0,0 0 1 0 0,0 1-1 0 0,0-1 0 0 0,0 0 1 0 0,0 1-1 0 0,0-1 1 0 0,0 0-1 0 0,-1 1 0 0 0,1-1 1 0 0,0 0-1 0 0,-1 1 1 0 0,1-1-1 0 0,0 1 0 0 0,-1-1 1 0 0,1 0-1 0 0,-2 0 1 0 0,-4-2 28 0 0,5 3-30 0 0,0 0-1 0 0,0-1 1 0 0,0 1 0 0 0,0 0-1 0 0,1-1 1 0 0,-1 1 0 0 0,0-1-1 0 0,0 1 1 0 0,0-1 0 0 0,0 0 0 0 0,0 1-1 0 0,1-1 1 0 0,-1 0 0 0 0,0 1-1 0 0,1-1 1 0 0,-1 0 0 0 0,0 0-1 0 0,1 0 1 0 0,-1 0 0 0 0,1 0 0 0 0,-1 1-1 0 0,1-1 1 0 0,0 0 0 0 0,-1 0-1 0 0,1 0 1 0 0,0 0 0 0 0,-1-2 0 0 0,1 2-3 0 0,0 0 0 0 0,0 0 0 0 0,0 0 1 0 0,0 0-1 0 0,0 0 0 0 0,-1 0 1 0 0,1 0-1 0 0,0 0 0 0 0,-1 0 1 0 0,1 0-1 0 0,-1 0 0 0 0,1 0 0 0 0,-1 0 1 0 0,1 1-1 0 0,-1-1 0 0 0,1 0 1 0 0,-1 0-1 0 0,0 1 0 0 0,0-1 1 0 0,1 0-1 0 0,-1 1 0 0 0,0-1 0 0 0,0 1 1 0 0,-1-2-1 0 0,1 2-1 0 0,-1-1-1 0 0,1 0 1 0 0,0 1-1 0 0,0-1 1 0 0,0 0 0 0 0,0 0-1 0 0,0 0 1 0 0,0 0-1 0 0,1 0 1 0 0,-1 0 0 0 0,0 0-1 0 0,0 0 1 0 0,1 0-1 0 0,-1 0 1 0 0,1 0 0 0 0,-1 0-1 0 0,1-1 1 0 0,-1 1-1 0 0,1 0 1 0 0,0 0 0 0 0,-1-1-1 0 0,1 1 1 0 0,0 0-1 0 0,0-1 1 0 0,0-1 0 0 0,0 3-2 0 0,0-1 1 0 0,0 0 0 0 0,0 0 0 0 0,0 0 0 0 0,0 1 0 0 0,0-1 0 0 0,-1 0 0 0 0,1 0 0 0 0,0 1 0 0 0,0-1 0 0 0,-1 0-1 0 0,1 0 1 0 0,0 1 0 0 0,-1-1 0 0 0,1 0 0 0 0,-1 1 0 0 0,1-1 0 0 0,-1 1 0 0 0,1-1 0 0 0,-1 0 0 0 0,0 1 0 0 0,1-1-1 0 0,-1 1 1 0 0,1 0 0 0 0,-1-1 0 0 0,0 1 0 0 0,0-1 0 0 0,1 1 0 0 0,-1 0 0 0 0,0 0 0 0 0,0-1 0 0 0,0 1 0 0 0,0 0 13 0 0,0 0 0 0 0,0 0 1 0 0,1-1-1 0 0,-1 1 0 0 0,0 0 1 0 0,1 0-1 0 0,-1-1 0 0 0,0 1 1 0 0,1-1-1 0 0,-1 1 1 0 0,1 0-1 0 0,-1-1 0 0 0,0 1 1 0 0,1-1-1 0 0,-1 1 0 0 0,1-1 1 0 0,-1 0-1 0 0,1 1 1 0 0,0-1-1 0 0,-1 1 0 0 0,1-1 1 0 0,-1 0-1 0 0,1 1 0 0 0,0-1 1 0 0,0 0-1 0 0,-1 0 0 0 0,1 1 1 0 0,0-1-1 0 0,0 0 1 0 0,0 0-1 0 0,0 1 0 0 0,0-2 1 0 0,0 1 42 0 0,0 1-68 0 0,0 1 1 0 0,-1-1-1 0 0,1 0 0 0 0,0 0 0 0 0,0 1 1 0 0,0-1-1 0 0,0 0 0 0 0,0 1 0 0 0,0-1 1 0 0,0 0-1 0 0,0 0 0 0 0,0 1 1 0 0,0-1-1 0 0,0 0 0 0 0,0 1 0 0 0,0-1 1 0 0,0 0-1 0 0,0 0 0 0 0,0 1 0 0 0,0-1 1 0 0,0 0-1 0 0,0 1 0 0 0,0-1 1 0 0,0 0-1 0 0,0 0 0 0 0,1 1 0 0 0,-1-1 1 0 0,0 0-1 0 0,0 0 0 0 0,0 1 0 0 0,1-1 1 0 0,-1 0-1 0 0,0 0 0 0 0,0 0 0 0 0,0 1 1 0 0,1-1-1 0 0,-1 0 0 0 0,0 0 1 0 0,0 0-1 0 0,1 0 0 0 0,-1 0 0 0 0,0 0 1 0 0,0 1-1 0 0,1-1 0 0 0,-1 0 0 0 0,0 0 1 0 0,1 0-1 0 0,19 1-265 0 0,-20-1 278 0 0,0 0-1 0 0,0 0 1 0 0,-1 0-1 0 0,1 0 1 0 0,0 0 0 0 0,0 0-1 0 0,0 1 1 0 0,0-1 0 0 0,0 0-1 0 0,0 0 1 0 0,-1 0 0 0 0,1 0-1 0 0,0 0 1 0 0,0 1 0 0 0,0-1-1 0 0,0 0 1 0 0,0 0-1 0 0,0 0 1 0 0,0 0 0 0 0,0 1-1 0 0,0-1 1 0 0,0 0 0 0 0,0 0-1 0 0,0 0 1 0 0,0 1 0 0 0,0-1-1 0 0,0 0 1 0 0,0 0 0 0 0,0 0-1 0 0,0 0 1 0 0,0 1 0 0 0,0-1-1 0 0,0 0 1 0 0,0 0-1 0 0,0 0 1 0 0,0 0 0 0 0,0 1-1 0 0,0-1 1 0 0,0 0 0 0 0,0 0-1 0 0,1 0 1 0 0,-1 0 0 0 0,0 1-1 0 0,0-1 1 0 0,0 0 0 0 0,0 0-1 0 0,0 0 1 0 0,0 0-1 0 0,1 0 1 0 0,-1 0 0 0 0,-10 0 101 0 0,-56 0 188 0 0,1 3 0 0 0,-95 15 0 0 0,60-2-372 0 0,2-1 148 0 0,-116 34-1 0 0,186-42 12 0 0,-1-1-1 0 0,1-1 0 0 0,-44 1 0 0 0,-12 2-46 0 0,68-6 39 0 0,-325 35-38 0 0,218-27 3 0 0,57-3-50 0 0,0-3-1 0 0,-96-5 1 0 0,-19-5 153 0 0,166 6-152 0 0,1 0 0 0 0,-1 2 0 0 0,0 0 0 0 0,1 0 0 0 0,-1 1 0 0 0,-21 8 1 0 0,-21 4-5 0 0,-101 10 207 0 0,-6 1-384 0 0,149-22 191 0 0,-1 0-1 0 0,0-1 0 0 0,0-1 0 0 0,0 0 0 0 0,0-1 0 0 0,0-1 0 0 0,0 0 0 0 0,0-2 0 0 0,0 1 0 0 0,1-2 1 0 0,-21-6-1 0 0,26-3 209 0 0,-46-1 280 0 0,-89-18-440 0 0,144 31-152 0 0,1-1 0 0 0,-1 1 1 0 0,1 0-1 0 0,-1 0 0 0 0,1-1 0 0 0,0 1 0 0 0,-1-1 0 0 0,1 1 1 0 0,0 0-1 0 0,0-1 0 0 0,-1 1 0 0 0,1-1 0 0 0,0 1 0 0 0,0-1 1 0 0,-1 1-1 0 0,1 0 0 0 0,0-1 0 0 0,0 1 0 0 0,0-1 1 0 0,0 1-1 0 0,0-1 0 0 0,0 1 0 0 0,0-1 0 0 0,0 1 0 0 0,0-1 1 0 0,0 1-1 0 0,0-1 0 0 0,0 1 0 0 0,0-1 0 0 0,0 1 0 0 0,0-1 1 0 0,0 1-1 0 0,1-1 0 0 0,-1 1 0 0 0,0-1 0 0 0,0 1 1 0 0,1-1-1 0 0,-1 1 0 0 0,0 0 0 0 0,1-1 0 0 0,-1 1 0 0 0,0-1 1 0 0,1 1-1 0 0,-1 0 0 0 0,0 0 0 0 0,2-1 0 0 0,78-20-7251 0 0,-45 3 3775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40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31 224 320 0 0,'-5'0'947'0'0,"3"0"-719"0"0,1 0-158 0 0,1 0 0 0 0,-1 0 0 0 0,0 1 0 0 0,0-1 0 0 0,0 0 0 0 0,0 0-1 0 0,0 0 1 0 0,1 0 0 0 0,-1 0 0 0 0,0 0 0 0 0,0 0 0 0 0,0-1 0 0 0,0 1 0 0 0,0 0-1 0 0,1 0 1 0 0,-1-1 0 0 0,0 1 0 0 0,0 0 0 0 0,0-1 0 0 0,1 1 0 0 0,-1-1-1 0 0,0 1 1 0 0,0-1 0 0 0,1 1 0 0 0,-1-1 0 0 0,1 0 0 0 0,-1 1 0 0 0,0-2 0 0 0,6 2 570 0 0,20 0 5349 0 0,-20 0-5895 0 0,41-2 162 0 0,93-16 1 0 0,-7-2-37 0 0,-76 12-145 0 0,359-41 437 0 0,-81 42-175 0 0,-200 9-87 0 0,104 8 114 0 0,-127-3 21 0 0,193-12 0 0 0,-166-9-238 0 0,201-47 0 0 0,-194 28-174 0 0,-54 17 94 0 0,-86 15 213 0 0,-10 22-1121 0 0,-50 38-2787 0 0,24-32-1001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43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207 334 880 0 0,'-4'0'2015'0'0,"-26"0"-1135"0"0,0 1 0 0 0,0 2 1 0 0,-46 10-1 0 0,52-10-147 0 0,12-4 1256 0 0,12-1-1785 0 0,0 2-199 0 0,0 0 0 0 0,0 0 0 0 0,0-1 0 0 0,0 1 0 0 0,0 0 0 0 0,0 0 0 0 0,0 0 0 0 0,0 0 0 0 0,0 0 0 0 0,0-1 0 0 0,0 1 0 0 0,0 0 0 0 0,0 0 0 0 0,0 0 0 0 0,0 0 0 0 0,0 0 0 0 0,0-1 0 0 0,0 1 0 0 0,0 0-1 0 0,0 0 1 0 0,0 0 0 0 0,0 0 0 0 0,0 0 0 0 0,0-1 0 0 0,0 1 0 0 0,0 0 0 0 0,0 0 0 0 0,0 0 0 0 0,0 0 0 0 0,1 0 0 0 0,-1 0 0 0 0,0-1 0 0 0,0 1 0 0 0,0 0 0 0 0,0 0 0 0 0,0 0 0 0 0,0 0 0 0 0,0 0 0 0 0,1 0 0 0 0,-1 0 0 0 0,0 0 0 0 0,0 0 0 0 0,0 0 0 0 0,0 0 0 0 0,0 0 0 0 0,1-1 0 0 0,-1 1 0 0 0,0 0 0 0 0,0 0 0 0 0,0 0 0 0 0,0 0 0 0 0,0 0 0 0 0,1 0 0 0 0,-1 1 0 0 0,0-1 0 0 0,0 0 0 0 0,0 0 0 0 0,0 0 0 0 0,0 0 0 0 0,1 0 0 0 0,-1 0 0 0 0,0 0 0 0 0,0 0 0 0 0,0 0 0 0 0,0 0 0 0 0,20 4 74 0 0,1-2 0 0 0,-1 0-1 0 0,33-3 1 0 0,9 2 20 0 0,247-7 214 0 0,-85-3-146 0 0,-68 4 313 0 0,-105 2-310 0 0,95-16 1 0 0,-108 13-125 0 0,294-36 301 0 0,-300 39-238 0 0,53 3 1 0 0,-62 1-60 0 0,1-1-1 0 0,-1-1 1 0 0,0-1-1 0 0,34-6 1 0 0,-2-4 50 0 0,1 3 0 0 0,0 2 0 0 0,108 2 0 0 0,-123 4-59 0 0,53-9 0 0 0,-36 3-9 0 0,81 0 1 0 0,127-12 300 0 0,-55 7-186 0 0,141-28 93 0 0,-239 25-40 0 0,206-1 0 0 0,-311 18-189 0 0,-5-1-13 0 0,0 0 0 0 0,0 0 0 0 0,0 0 1 0 0,0-1-1 0 0,0 1 0 0 0,0-1 0 0 0,0 1 0 0 0,0-1 0 0 0,0 0 0 0 0,0-1 0 0 0,0 1 1 0 0,3-1-1 0 0,-1 1-185 0 0,-6 0 113 0 0,0 0 1 0 0,0 0-1 0 0,0 0 0 0 0,0 0 1 0 0,0 0-1 0 0,0 0 0 0 0,1 0 1 0 0,-1 0-1 0 0,0 0 0 0 0,0-1 1 0 0,0 1-1 0 0,0 0 0 0 0,0-1 1 0 0,0 1-1 0 0,0-1 0 0 0,0 1 1 0 0,1-1-1 0 0,-1 1 0 0 0,0-1 1 0 0,0 1-1 0 0,1-1 0 0 0,-1 0 1 0 0,0 0-1 0 0,1 1 0 0 0,-1-1 1 0 0,1 0-1 0 0,-2-1 0 0 0,-4-27-3415 0 0,1 2-323 0 0,-20-1 263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09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992 0 480 0 0,'0'0'1267'0'0,"0"0"-1234"0"0,1 0-1 0 0,-1 1 0 0 0,0-1 0 0 0,0 0 1 0 0,0 0-1 0 0,0 0 0 0 0,0 0 0 0 0,0 0 1 0 0,0 1-1 0 0,0-1 0 0 0,0 0 1 0 0,0 0-1 0 0,1 0 0 0 0,-1 0 0 0 0,0 1 1 0 0,0-1-1 0 0,0 0 0 0 0,0 0 0 0 0,0 0 1 0 0,0 1-1 0 0,0-1 0 0 0,0 0 0 0 0,0 0 1 0 0,-1 0-1 0 0,1 0 0 0 0,0 1 0 0 0,0-1 1 0 0,0 0-1 0 0,0 0 0 0 0,0 0 0 0 0,0 0 1 0 0,0 1-1 0 0,0-1 0 0 0,0 0 0 0 0,0 0 1 0 0,-1 0-1 0 0,1 0 0 0 0,0 0 0 0 0,0 0 1 0 0,0 1-1 0 0,0-1 0 0 0,0 0 0 0 0,-1 0 1 0 0,1 0-1 0 0,0 0 0 0 0,0 0 0 0 0,0 0 1 0 0,0 0-1 0 0,-1 0 0 0 0,1 0 0 0 0,0 0 1 0 0,0 0-1 0 0,0 0 0 0 0,0 0 0 0 0,-1 0 1 0 0,1 0-1 0 0,0 0 0 0 0,0 0 0 0 0,0 0 1 0 0,-1 0-1 0 0,1 0 0 0 0,0 0 0 0 0,0 0 1 0 0,0 0-1 0 0,0 0 0 0 0,-1 0 0 0 0,-23 3 1017 0 0,0 0 0 0 0,-47-2 0 0 0,14 0-180 0 0,3-1-89 0 0,32 0-424 0 0,-1 0 0 0 0,0 1 1 0 0,0 1-1 0 0,-38 9 0 0 0,27 13-209 0 0,-27 25-281 0 0,29-26 116 0 0,-77 50-137 0 0,96-64 116 0 0,-1 0 1 0 0,1 1 0 0 0,0 1-1 0 0,-17 19 1 0 0,-12 9 56 0 0,31-31-8 0 0,7-5-21 0 0,1-1 0 0 0,-1 0 0 0 0,1 1 0 0 0,0 0 0 0 0,-1 0-1 0 0,1 0 1 0 0,1 0 0 0 0,-1 0 0 0 0,0 0 0 0 0,1 1-1 0 0,0-1 1 0 0,-1 1 0 0 0,1 0 0 0 0,1 0 0 0 0,-1 0 0 0 0,1 0-1 0 0,-1 0 1 0 0,1 0 0 0 0,-1 6 0 0 0,2-8 12 0 0,0 0 0 0 0,0-1 1 0 0,0 1-1 0 0,0 0 0 0 0,0-1 0 0 0,-1 1 1 0 0,1-1-1 0 0,0 1 0 0 0,-1-1 0 0 0,0 1 1 0 0,1-1-1 0 0,-1 1 0 0 0,0-1 0 0 0,0 1 0 0 0,1-1 1 0 0,-1 0-1 0 0,0 0 0 0 0,-1 1 0 0 0,1-1 1 0 0,0 0-1 0 0,-2 1 0 0 0,2-1 0 0 0,0 0 1 0 0,-1 0-1 0 0,1 0 0 0 0,0 1 0 0 0,0-1 0 0 0,0 0 0 0 0,0 0 1 0 0,0 0-1 0 0,1 1 0 0 0,-1-1 0 0 0,0 1 0 0 0,1-1 1 0 0,-1 0-1 0 0,1 1 0 0 0,-1-1 0 0 0,1 1 0 0 0,-1-1 1 0 0,1 1-1 0 0,0-1 0 0 0,0 1 0 0 0,0 2 0 0 0,1 9-44 0 0,-1-10 46 0 0,1 0 1 0 0,-1 0-1 0 0,0 1 0 0 0,0-1 1 0 0,0 0-1 0 0,0 0 0 0 0,-1 0 1 0 0,1 0-1 0 0,-1 0 0 0 0,0 0 1 0 0,0 0-1 0 0,-2 6 0 0 0,1-7 6 0 0,-12 19 140 0 0,-20 38 0 0 0,27-40 255 0 0,6-17-353 0 0,1 1-1 0 0,-1-1 0 0 0,0 0 0 0 0,0 1 0 0 0,0-1 0 0 0,0 0 1 0 0,-1 0-1 0 0,1 0 0 0 0,-1 0 0 0 0,1 0 0 0 0,-1 0 0 0 0,0 0 0 0 0,1 0 1 0 0,-1 0-1 0 0,0-1 0 0 0,0 1 0 0 0,-3 1 0 0 0,-1 0-48 0 0,1 1 0 0 0,0 0 0 0 0,0 0 0 0 0,1 0 0 0 0,-1 1 0 0 0,1 0 0 0 0,0 0 0 0 0,0 0-1 0 0,1 0 1 0 0,-1 0 0 0 0,1 1 0 0 0,0-1 0 0 0,-3 10 0 0 0,6-12 0 0 0,-1 0 1 0 0,1-1-1 0 0,0 1 1 0 0,-1-1-1 0 0,1 1 1 0 0,0 0-1 0 0,1-1 1 0 0,-1 1-1 0 0,0-1 1 0 0,1 1-1 0 0,0-1 1 0 0,-1 1-1 0 0,1-1 1 0 0,0 1-1 0 0,0-1 1 0 0,1 0-1 0 0,-1 1 0 0 0,0-1 1 0 0,1 0-1 0 0,-1 0 1 0 0,1 0-1 0 0,0 0 1 0 0,0 0-1 0 0,0 0 1 0 0,0-1-1 0 0,2 3 1 0 0,-3-2 5 0 0,0 0 0 0 0,0 0 0 0 0,0 0 0 0 0,0 0 0 0 0,0 0 0 0 0,-1 0 0 0 0,1 0 0 0 0,-1 0 0 0 0,1 0 0 0 0,-1 1 0 0 0,0-1 0 0 0,0 0 0 0 0,0 0-1 0 0,0 0 1 0 0,0 1 0 0 0,-1-1 0 0 0,0 2 0 0 0,0 7-5 0 0,1 332-549 0 0,0-341 556 0 0,0 1 1 0 0,1-1 0 0 0,-1 0 0 0 0,0 0 0 0 0,1 1 0 0 0,-1-1 0 0 0,1 0 0 0 0,0 0 0 0 0,0 0 0 0 0,0 0 0 0 0,0 0 0 0 0,0 0 0 0 0,0 0 0 0 0,0 0 0 0 0,1 0 0 0 0,1 2 0 0 0,-1-2-9 0 0,-1-1 1 0 0,1 1-1 0 0,-1 0 0 0 0,0 0 1 0 0,1 0-1 0 0,-1 0 0 0 0,0 0 1 0 0,0 0-1 0 0,-1 1 1 0 0,1-1-1 0 0,0 0 0 0 0,-1 0 1 0 0,1 1-1 0 0,-1-1 1 0 0,0 0-1 0 0,1 4 0 0 0,-1-6-2 0 0,0 1 0 0 0,1 0 0 0 0,-1-1 0 0 0,0 1 0 0 0,1 0 0 0 0,-1-1 0 0 0,1 1 0 0 0,-1-1-1 0 0,1 1 1 0 0,-1-1 0 0 0,1 1 0 0 0,0-1 0 0 0,-1 1 0 0 0,1-1 0 0 0,0 1 0 0 0,-1-1 0 0 0,1 0 0 0 0,0 0 0 0 0,-1 1 0 0 0,1-1-1 0 0,0 0 1 0 0,0 0 0 0 0,-1 0 0 0 0,1 0 0 0 0,0 1 0 0 0,0-1 0 0 0,-1 0 0 0 0,1-1 0 0 0,0 1 0 0 0,0 0 0 0 0,15 3-64 0 0,-2 1 35 0 0,-1-1 1 0 0,2-1 0 0 0,-1 0 0 0 0,0 0-1 0 0,0-2 1 0 0,0 0 0 0 0,1 0 0 0 0,-1-1 0 0 0,23-6-1 0 0,5 1-22 0 0,410-58-29 0 0,-375 53 17 0 0,-1-3-1 0 0,0-4 1 0 0,87-31 0 0 0,-85 20 9 0 0,-1-2 1 0 0,-2-4 0 0 0,-1-3-1 0 0,-2-3 1 0 0,90-69-1 0 0,-132 87 8 0 0,-12 10-22 0 0,0-1 0 0 0,-1-1 0 0 0,0-1 0 0 0,23-28 0 0 0,17-29 191 0 0,12-19-406 0 0,-65 87 200 0 0,-1 0 0 0 0,1 0 0 0 0,-1-1 0 0 0,0 1 0 0 0,-1-1 0 0 0,0 0 0 0 0,0 0 0 0 0,0 0 0 0 0,0 0 1 0 0,-1 0-1 0 0,0 0 0 0 0,0 0 0 0 0,-1-11 0 0 0,0 16 21 0 0,-1 0 1 0 0,1-1-1 0 0,-1 1 0 0 0,0 0 1 0 0,0 0-1 0 0,0 0 0 0 0,0 0 1 0 0,0 0-1 0 0,0 0 0 0 0,0 0 1 0 0,0 0-1 0 0,0 0 0 0 0,0 0 1 0 0,-1 0-1 0 0,1 1 0 0 0,0-1 1 0 0,0 1-1 0 0,-1-1 0 0 0,1 1 1 0 0,0-1-1 0 0,-1 1 0 0 0,1 0 1 0 0,-1-1-1 0 0,1 1 0 0 0,-1 0 1 0 0,1 0-1 0 0,0 0 1 0 0,-1 0-1 0 0,-1 1 0 0 0,-45 0-1572 0 0,47-1 1503 0 0,-34 6-2377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42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91 548 1441 0 0,'-30'0'1200'0'0,"-1"0"241"0"0,1-6-801 0 0,30-7-480 0 0,30-12-80 0 0,31-110-160 0 0,-31 33 80 0 0,0 58 0 0 0,0-14 80 0 0,31-24-80 0 0,-1 13 0 0 0,-60 55 0 0 0,-30 22-80 0 0,30-2 0 0 0,60-12-720 0 0,-30-2-1681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43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31 113 400 0 0,'0'-1'51'0'0,"1"1"-1"0"0,-1-1 0 0 0,0 0 1 0 0,0 0-1 0 0,0 0 1 0 0,0 0-1 0 0,0 0 0 0 0,0 0 1 0 0,0 0-1 0 0,0 0 1 0 0,-1 0-1 0 0,1 0 0 0 0,0 0 1 0 0,0 0-1 0 0,-1 0 0 0 0,1 0 1 0 0,-1 0-1 0 0,1 0 1 0 0,-1 1-1 0 0,1-1 0 0 0,-1 0 1 0 0,0 0-1 0 0,1 1 1 0 0,-1-1-1 0 0,0 0 0 0 0,1 1 1 0 0,-1-1-1 0 0,0 0 1 0 0,0 1-1 0 0,0-1 0 0 0,0 1 1 0 0,1 0-1 0 0,-1-1 1 0 0,0 1-1 0 0,0 0 0 0 0,0-1 1 0 0,-1 1-1 0 0,-5-2 116 0 0,6-1 12 0 0,0 1 1 0 0,0-1-1 0 0,0 1 0 0 0,1-1 1 0 0,-1 1-1 0 0,1-1 0 0 0,-1 1 1 0 0,1-1-1 0 0,0 1 0 0 0,0-1 1 0 0,0 0-1 0 0,1 1 0 0 0,-1-1 1 0 0,0 1-1 0 0,1-1 0 0 0,0 1 1 0 0,-1-1-1 0 0,3-3 0 0 0,21 7 164 0 0,-10 1-98 0 0,-1-2 0 0 0,1 0 0 0 0,0 0-1 0 0,22-4 1 0 0,14-2-376 0 0,-33 5-999 0 0,1-2 0 0 0,-1 1 0 0 0,32-10 1 0 0,-24 6-1005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43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95 134 400 0 0,'-4'-1'195'0'0,"2"1"-152"0"0,1 0 1 0 0,0 0 0 0 0,0 0-1 0 0,0 0 1 0 0,0 0-1 0 0,-1 0 1 0 0,1 0-1 0 0,0 0 1 0 0,0-1 0 0 0,0 1-1 0 0,0-1 1 0 0,0 1-1 0 0,0-1 1 0 0,0 1 0 0 0,0-1-1 0 0,0 1 1 0 0,0-1-1 0 0,0 0 1 0 0,0 0-1 0 0,0 1 1 0 0,0-1 0 0 0,1 0-1 0 0,-2-1 1 0 0,2 1-24 0 0,0 1 1 0 0,0-1 0 0 0,0 1 0 0 0,0-1-1 0 0,-1 1 1 0 0,1-1 0 0 0,0 1-1 0 0,0-1 1 0 0,-1 1 0 0 0,1 0 0 0 0,0-1-1 0 0,0 1 1 0 0,-1-1 0 0 0,1 1-1 0 0,-1-1 1 0 0,1 1 0 0 0,0 0 0 0 0,-1-1-1 0 0,1 1 1 0 0,-1 0 0 0 0,1 0 0 0 0,-1-1-1 0 0,1 1 1 0 0,-1 0 0 0 0,1 0-1 0 0,-1 0 1 0 0,1-1 0 0 0,-1 1 0 0 0,1 0-1 0 0,-1 0 1 0 0,0 0 0 0 0,0 0 0 0 0,0 0 1 0 0,0 0 0 0 0,1-1-1 0 0,-1 1 1 0 0,0 0 0 0 0,0 0 0 0 0,0-1-1 0 0,1 1 1 0 0,-1-1 0 0 0,0 1-1 0 0,0-1 1 0 0,1 1 0 0 0,-1-1-1 0 0,0 1 1 0 0,1-1 0 0 0,-1 1 0 0 0,1-1-1 0 0,-1 0 1 0 0,0 0 0 0 0,1 1-1 0 0,0-1 1 0 0,-1 0 0 0 0,1 0-1 0 0,-1 1 1 0 0,1-1 0 0 0,0 0 0 0 0,0 0-1 0 0,-1 0 1 0 0,1 0 0 0 0,0 1-1 0 0,0-1 1 0 0,0 0 0 0 0,0-1-1 0 0,0-86 1500 0 0,0 87-1441 0 0,-1 1-58 0 0,-1 0 1 0 0,1 0-1 0 0,0 0 0 0 0,0 0 1 0 0,-1 0-1 0 0,1 0 0 0 0,0 0 1 0 0,-1 1-1 0 0,1-1 0 0 0,0 0 1 0 0,0 1-1 0 0,-1-1 0 0 0,1 1 0 0 0,0-1 1 0 0,0 1-1 0 0,0-1 0 0 0,0 1 1 0 0,0 0-1 0 0,0 0 0 0 0,0 0 1 0 0,0 0-1 0 0,0-1 0 0 0,0 1 1 0 0,0 0-1 0 0,1 1 0 0 0,-1-1 0 0 0,0 0 1 0 0,0 0-1 0 0,1 0 0 0 0,-1 0 1 0 0,1 0-1 0 0,0 1 0 0 0,-1-1 1 0 0,1 0-1 0 0,0 0 0 0 0,-1 1 1 0 0,1-1-1 0 0,0 0 0 0 0,0 1 0 0 0,0-1 1 0 0,0 0-1 0 0,0 0 0 0 0,1 1 1 0 0,-1-1-1 0 0,0 0 0 0 0,1 1 1 0 0,-1-1-1 0 0,0 0 0 0 0,1 0 1 0 0,0 0-1 0 0,-1 0 0 0 0,1 1 0 0 0,0-1 1 0 0,-1 0-1 0 0,1 0 0 0 0,0 0 1 0 0,1 1-1 0 0,6 11 154 0 0,-3-5-68 0 0,0 0 1 0 0,1 0 0 0 0,-1-1 0 0 0,1 1 0 0 0,1-1 0 0 0,0-1 0 0 0,0 1 0 0 0,0-1 0 0 0,1 0 0 0 0,10 6 0 0 0,8 3-57 0 0,-1-1 0 0 0,2-1 0 0 0,0-2 0 0 0,0-1 0 0 0,1-1 0 0 0,0-1 0 0 0,1-1 0 0 0,0-2 0 0 0,42 3 0 0 0,-69-8-177 0 0,-1 0 0 0 0,1 0 0 0 0,-1 0 0 0 0,1 0 0 0 0,-1 0 0 0 0,0-1-1 0 0,1 1 1 0 0,-1 0 0 0 0,1-1 0 0 0,-1 1 0 0 0,0-1 0 0 0,1 0 0 0 0,-1 1 0 0 0,0-1 0 0 0,0 0-1 0 0,0 0 1 0 0,1 0 0 0 0,-1 0 0 0 0,0 0 0 0 0,1-2 0 0 0,0 2-222 0 0,3-17-2188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44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1921 0 0,'0'0'101'0'0,"0"0"1"0"0,0 1-1 0 0,-1-1 1 0 0,1 1-1 0 0,0-1 1 0 0,0 0-1 0 0,0 1 1 0 0,0-1-1 0 0,0 0 1 0 0,0 1-1 0 0,0-1 1 0 0,0 1 0 0 0,0-1-1 0 0,0 0 1 0 0,0 1-1 0 0,0-1 1 0 0,0 0-1 0 0,0 1 1 0 0,0-1-1 0 0,0 1 1 0 0,0-1-1 0 0,0 0 1 0 0,1 1-1 0 0,-1-1 1 0 0,0 0-1 0 0,0 1 1 0 0,0-1-1 0 0,1 0 1 0 0,-1 1-1 0 0,0-1 1 0 0,0 0-1 0 0,1 0 1 0 0,-1 1-1 0 0,0-1 1 0 0,1 0-1 0 0,-1 0 1 0 0,0 1-1 0 0,1-1 1 0 0,-1 0-1 0 0,1 0 1 0 0,115 18 458 0 0,-9-12-222 0 0,-95-6-590 0 0,0-1 0 0 0,-1 0 0 0 0,0-1-1 0 0,1 0 1 0 0,-1 0 0 0 0,19-8 0 0 0,-25 4-1509 0 0,-5 0-413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45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20 80 0 0,'-5'-1'960'0'0,"-15"-2"-26"0"0,15 2 614 0 0,10-1-868 0 0,23-3-173 0 0,0 2 1 0 0,1 0-1 0 0,-1 2 1 0 0,34 3-1 0 0,65-3-656 0 0,-118 0-311 0 0,1 1 1 0 0,-1 0 0 0 0,0 0 0 0 0,1 1-1 0 0,-1 0 1 0 0,11 3 0 0 0,-41 4-2516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51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57 400 0 0,'0'0'640'0'0,"0"0"-620"0"0,0 0 0 0 0,0 0 0 0 0,0 0 0 0 0,0-1-1 0 0,0 1 1 0 0,-1 0 0 0 0,1 0 0 0 0,0 0 0 0 0,0 0-1 0 0,0-1 1 0 0,0 1 0 0 0,0 0 0 0 0,0 0 0 0 0,0 0-1 0 0,0-1 1 0 0,0 1 0 0 0,0 0 0 0 0,0 0 0 0 0,0 0-1 0 0,0-1 1 0 0,0 1 0 0 0,0 0 0 0 0,0 0 0 0 0,0 0-1 0 0,0-1 1 0 0,0 1 0 0 0,0 0 0 0 0,0 0 0 0 0,0 0-1 0 0,0 0 1 0 0,1-1 0 0 0,-1 1 0 0 0,0 0 0 0 0,0 0 0 0 0,0 0-1 0 0,0 0 1 0 0,0 0 0 0 0,0-1 0 0 0,1 1 0 0 0,-1 0-1 0 0,0 0 1 0 0,0 0 0 0 0,0 0 0 0 0,0 0 0 0 0,1 0-1 0 0,-1 0 1 0 0,0 0 0 0 0,0-1 0 0 0,0 1 0 0 0,1 0-1 0 0,-1 0 1 0 0,0 0 0 0 0,0 0 0 0 0,0 0 0 0 0,1 0-1 0 0,-1 0 1 0 0,0 0 0 0 0,0 0 0 0 0,0 0 0 0 0,1 1-1 0 0,-1-1 1 0 0,0 0 0 0 0,0 0 0 0 0,18-8 424 0 0,-1 2 1 0 0,1 0-1 0 0,23-4 1 0 0,102-10 31 0 0,-247 25-35 0 0,-34 2-335 0 0,131-5-78 0 0,-1 0-1 0 0,1 1 1 0 0,0 0 0 0 0,0 0 0 0 0,0 0-1 0 0,0 1 1 0 0,0 0 0 0 0,-8 7 0 0 0,2-2 42 0 0,12-8-61 0 0,0 0 0 0 0,0 0 0 0 0,1 1 0 0 0,-1-1 0 0 0,1 0 0 0 0,-1 0 1 0 0,1 1-1 0 0,-1-1 0 0 0,1 0 0 0 0,0 1 0 0 0,0-1 0 0 0,-1 1 0 0 0,1-1 0 0 0,0 0 0 0 0,0 1 0 0 0,1-1 0 0 0,-1 1 0 0 0,0-1 0 0 0,0 0 0 0 0,1 1 0 0 0,-1-1 0 0 0,0 0 0 0 0,1 1 0 0 0,0-1 0 0 0,-1 0 1 0 0,1 0-1 0 0,1 2 0 0 0,5 4 12 0 0,0 0 0 0 0,1-1 1 0 0,0 0-1 0 0,0 0 1 0 0,0 0-1 0 0,1-1 1 0 0,0-1-1 0 0,0 1 1 0 0,0-2-1 0 0,0 1 0 0 0,1-1 1 0 0,-1 0-1 0 0,15 1 1 0 0,1 0 30 0 0,0-1 0 0 0,0-1 0 0 0,0-1 0 0 0,38-4 0 0 0,-50 1-24 0 0,1 0 0 0 0,-1-1 0 0 0,0-1 1 0 0,0 0-1 0 0,0 0 0 0 0,0-1 0 0 0,-1-1 0 0 0,23-14 0 0 0,-29-3 205 0 0,-6 22-201 0 0,1 0 0 0 0,-1 1-1 0 0,0-1 1 0 0,0 0 0 0 0,0 0 0 0 0,0 0 0 0 0,0 1 0 0 0,0-1 0 0 0,0 0 0 0 0,0 0 0 0 0,0 0 0 0 0,0 1 0 0 0,0-1-1 0 0,-1 0 1 0 0,1 0 0 0 0,0 1 0 0 0,0-1 0 0 0,-1 0 0 0 0,1 1 0 0 0,-1-1 0 0 0,1 0 0 0 0,0 1 0 0 0,-1-1-1 0 0,1 0 1 0 0,-1 1 0 0 0,-1-2 0 0 0,-18 2-32 0 0,20 0-8 0 0,0 1-1 0 0,-1-1 1 0 0,1 0-1 0 0,0 0 1 0 0,-1 0-1 0 0,1 0 1 0 0,0 1 0 0 0,-1-1-1 0 0,1 0 1 0 0,0 0-1 0 0,-1 0 1 0 0,1 1-1 0 0,0-1 1 0 0,0 0-1 0 0,-1 1 1 0 0,1-1 0 0 0,0 0-1 0 0,0 0 1 0 0,0 1-1 0 0,0-1 1 0 0,-1 0-1 0 0,1 1 1 0 0,0-1-1 0 0,0 1 1 0 0,0-1 0 0 0,0 0-1 0 0,0 1 1 0 0,0-1-1 0 0,0 0 1 0 0,0 1-1 0 0,0-1 1 0 0,0 0-1 0 0,0 1 1 0 0,0-1 0 0 0,0 1-1 0 0,0-1 1 0 0,0 0-1 0 0,0 1 1 0 0,0-1-1 0 0,1 0 1 0 0,-1 1-1 0 0,0-1 1 0 0,5 14-2 0 0,-1-9 40 0 0,-2-1 0 0 0,1 1 0 0 0,0 0 1 0 0,-1 0-1 0 0,0 0 0 0 0,0 0 0 0 0,0 0 0 0 0,0 0 1 0 0,-1 1-1 0 0,1 7 0 0 0,-1 62 334 0 0,-2-36-193 0 0,1-33-148 0 0,0 1 0 0 0,-1 0 1 0 0,-1-1-1 0 0,1 0 1 0 0,-1 1-1 0 0,0-1 0 0 0,-5 12 1 0 0,-3 6 2 0 0,-20 67-13 0 0,29-88-78 0 0,0 0 0 0 0,1 0-1 0 0,-1 0 1 0 0,0 0-1 0 0,1 0 1 0 0,0 0 0 0 0,0 0-1 0 0,0 0 1 0 0,0 0-1 0 0,0 0 1 0 0,1-1 0 0 0,-1 1-1 0 0,1 0 1 0 0,0 0-1 0 0,0 0 1 0 0,0 0 0 0 0,0 0-1 0 0,0-1 1 0 0,0 1-1 0 0,1-1 1 0 0,0 1 0 0 0,-1-1-1 0 0,1 1 1 0 0,0-1-1 0 0,0 0 1 0 0,0 0 0 0 0,1 0-1 0 0,-1 0 1 0 0,0 0-1 0 0,4 2 1 0 0,1-2-355 0 0,0 1-1 0 0,0-2 1 0 0,1 1 0 0 0,-1-1 0 0 0,13 1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52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 1201 0 0,'-25'0'987'0'0,"17"9"153"0"0,5-4-946 0 0,-3 1-7 0 0,5-5-161 0 0,-1-1-1 0 0,1 1 1 0 0,0 0-1 0 0,0 0 1 0 0,0-1-1 0 0,0 1 1 0 0,0 0-1 0 0,0 0 1 0 0,1 0-1 0 0,-1 0 1 0 0,0 0-1 0 0,0 1 1 0 0,1-1-1 0 0,-1 0 1 0 0,1 0-1 0 0,-1 0 1 0 0,1 0-1 0 0,-1 1 1 0 0,1-1-1 0 0,0 0 1 0 0,-1 1-1 0 0,1-1 1 0 0,0 0-1 0 0,0 0 1 0 0,0 1-1 0 0,0-1 1 0 0,0 0 0 0 0,0 1-1 0 0,1-1 1 0 0,-1 0-1 0 0,0 1 1 0 0,1-1-1 0 0,-1 0 1 0 0,1 2-1 0 0,7 16 162 0 0,-6-12-140 0 0,0 0 1 0 0,1 0 0 0 0,-1 0 0 0 0,2-1 0 0 0,-1 1 0 0 0,1-1-1 0 0,0 0 1 0 0,0 0 0 0 0,1 0 0 0 0,-1 0 0 0 0,12 9-1 0 0,11-1 37 0 0,-19-10-58 0 0,1 1 0 0 0,-1 0 0 0 0,0 0 0 0 0,0 1 0 0 0,9 7 1 0 0,-8-3-2 0 0,1-1 0 0 0,0 0 1 0 0,0-1-1 0 0,1 0 0 0 0,0-1 1 0 0,1 0-1 0 0,-1-1 0 0 0,1 0 1 0 0,13 4-1 0 0,-10-4-4 0 0,-3-2-288 0 0,-9-19-3009 0 0,-3 3 1422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52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1 210 1921 0 0,'0'0'2241'0'0,"0"-6"-400"0"0,0 0-1761 0 0,30-1 0 0 0,0 1 0 0 0,0-13 80 0 0,31-1 80 0 0,-1-18 0 0 0,31 7-320 0 0,-31-2-320 0 0,-30 8-1041 0 0,31 6-1120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53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1 112 560 0 0,'0'0'4709'0'0,"5"0"-4629"0"0,3 0-86 0 0,1-1-1 0 0,-1 0 1 0 0,1-1 0 0 0,-1 0-1 0 0,0-1 1 0 0,1 1 0 0 0,-1-1-1 0 0,-1-1 1 0 0,12-6 0 0 0,1-2-22 0 0,-2 0 0 0 0,22-19 0 0 0,-38 29 28 0 0,1 0 0 0 0,-1 0 0 0 0,1 0 0 0 0,0 0 0 0 0,0 0 0 0 0,0 0 0 0 0,0 1 0 0 0,5-3 0 0 0,-2-5 97 0 0,-7 18 60 0 0,1-7-137 0 0,-1 0 0 0 0,1 0 0 0 0,-1 0 0 0 0,0 0 1 0 0,1 0-1 0 0,-1-1 0 0 0,0 1 0 0 0,0 0 0 0 0,0 0 0 0 0,0-1 0 0 0,-1 1 1 0 0,1-1-1 0 0,0 1 0 0 0,-3 1 0 0 0,-10 14 131 0 0,-12 33 419 0 0,-26 68 0 0 0,-21 43-96 0 0,70-156-458 0 0,1-1-1 0 0,0 0 0 0 0,-1 1 1 0 0,2 0-1 0 0,-1 0 0 0 0,0-1 0 0 0,0 8 1 0 0,2-9-15 0 0,0-1-1 0 0,0 1 1 0 0,0 0 0 0 0,1 0 0 0 0,0-1 0 0 0,-1 1 0 0 0,1-1 0 0 0,0 1-1 0 0,0-1 1 0 0,0 1 0 0 0,1-1 0 0 0,2 5 0 0 0,-3-5-28 0 0,1 0-1 0 0,-1 0 1 0 0,1 0 0 0 0,-1 0 0 0 0,1 0 0 0 0,0 0 0 0 0,0 0-1 0 0,0-1 1 0 0,0 1 0 0 0,0-1 0 0 0,0 1 0 0 0,1-1-1 0 0,-1 0 1 0 0,0 0 0 0 0,1 0 0 0 0,-1 0 0 0 0,4 1 0 0 0,1-2-209 0 0,-1 1 0 0 0,1-1 1 0 0,-1 0-1 0 0,0 0 0 0 0,1 0 1 0 0,-1-1-1 0 0,11-2 0 0 0,38-13-2325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54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93 160 0 0,'-78'24'1232'0'0,"67"-22"-1061"0"0,-1 1-1 0 0,0 1 1 0 0,1-1-1 0 0,-1 2 1 0 0,1-1-1 0 0,0 2 1 0 0,0-1-1 0 0,1 2 1 0 0,0-1 0 0 0,-12 11-1 0 0,19-14-131 0 0,0 0-1 0 0,1 0 1 0 0,-1 1-1 0 0,1-1 1 0 0,0 0-1 0 0,0 1 1 0 0,0 0-1 0 0,0 0 0 0 0,0-1 1 0 0,-1 8-1 0 0,-6 14 193 0 0,7-22-198 0 0,1-1 0 0 0,0 1 0 0 0,-1 0 1 0 0,1-1-1 0 0,1 1 0 0 0,-1 0 0 0 0,0 0 1 0 0,1 0-1 0 0,-1 0 0 0 0,1 0 0 0 0,0 4 0 0 0,19 37 281 0 0,-18-42-306 0 0,3 3 13 0 0,0-1 0 0 0,0 1-1 0 0,1-1 1 0 0,-1 0 0 0 0,1-1 0 0 0,0 1-1 0 0,0-1 1 0 0,1 0 0 0 0,-1 0 0 0 0,1 0-1 0 0,-1-1 1 0 0,1 0 0 0 0,8 2 0 0 0,-7-1-5 0 0,19 6 32 0 0,0-1 1 0 0,1-1-1 0 0,0-1 1 0 0,36 3-1 0 0,-53-8-42 0 0,1 0 0 0 0,-1-1 0 0 0,1 0 0 0 0,-1-1 0 0 0,1-1 1 0 0,-1 1-1 0 0,1-2 0 0 0,-1 1 0 0 0,0-1 0 0 0,0-1 0 0 0,0 0 0 0 0,-1 0 0 0 0,1-1 0 0 0,10-7 0 0 0,-15 7 2 0 0,0 1-1 0 0,0-1 0 0 0,-1 0 0 0 0,0 0 0 0 0,0 0 0 0 0,0 0 0 0 0,-1-1 0 0 0,0 1 1 0 0,0-1-1 0 0,0 0 0 0 0,0 0 0 0 0,-1 0 0 0 0,0-1 0 0 0,-1 1 0 0 0,2-8 1 0 0,0-10 33 0 0,0 1 1 0 0,-2-40-1 0 0,-1 47-26 0 0,0 8-2 0 0,0-3 2 0 0,0 0 1 0 0,-1-1-1 0 0,0 1 1 0 0,0 0 0 0 0,-4-14-1 0 0,3 21-22 0 0,1 1 0 0 0,-1-1 0 0 0,1 1 0 0 0,-1 0 0 0 0,0-1 0 0 0,0 1 0 0 0,0 0 0 0 0,-1 0 0 0 0,1 0 0 0 0,-1 1 0 0 0,0-1 0 0 0,0 1 1 0 0,0-1-1 0 0,0 1 0 0 0,0 0 0 0 0,0 0 0 0 0,0 0 0 0 0,-1 1 0 0 0,1-1 0 0 0,-5-1 0 0 0,1 1-58 0 0,-1-1-54 0 0,1 0 0 0 0,0 1 0 0 0,0 0 0 0 0,-1 0 0 0 0,1 1 0 0 0,-1 0 1 0 0,0 0-1 0 0,1 1 0 0 0,-9 0 0 0 0,-40 11-2202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54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15 320 0 0,'0'0'3815'0'0,"0"0"-3783"0"0,1-1 0 0 0,-1 1 0 0 0,0 0 0 0 0,0-1 0 0 0,0 1 0 0 0,0 0-1 0 0,0-1 1 0 0,0 1 0 0 0,0-1 0 0 0,1 1 0 0 0,-1 0 0 0 0,0-1 0 0 0,0 1 0 0 0,0-1-1 0 0,-1 1 1 0 0,1 0 0 0 0,0-1 0 0 0,0 1 0 0 0,0 0 0 0 0,0-1 0 0 0,0 1 0 0 0,0-1 0 0 0,0 1-1 0 0,-1 0 1 0 0,1-1 0 0 0,0 1 0 0 0,0 0 0 0 0,0 0 0 0 0,-1-1 0 0 0,1 1 0 0 0,0 0 0 0 0,-1-1-1 0 0,1 1 1 0 0,0 0 0 0 0,0 0 0 0 0,-1-1 0 0 0,1 1 0 0 0,0 0 0 0 0,-1 0 0 0 0,0 0-1 0 0,-19-1 173 0 0,3 1 69 0 0,0 0-1 0 0,0 1 1 0 0,-33 6-1 0 0,31-1-105 0 0,0 1 0 0 0,0 1 0 0 0,0 1-1 0 0,1 0 1 0 0,-29 21 0 0 0,45-28-160 0 0,-1-1 0 0 0,1 1 1 0 0,-1 0-1 0 0,1 0 0 0 0,0 0 0 0 0,0 1 0 0 0,0-1 1 0 0,0 0-1 0 0,0 1 0 0 0,0-1 0 0 0,1 1 1 0 0,-1 0-1 0 0,1-1 0 0 0,-1 1 0 0 0,1 0 0 0 0,0 0 1 0 0,0 0-1 0 0,1 0 0 0 0,-1 0 0 0 0,1 0 1 0 0,-1 0-1 0 0,1 0 0 0 0,0 6 0 0 0,0-6-4 0 0,1-1-1 0 0,-1 1 0 0 0,1-1 1 0 0,-1 1-1 0 0,1-1 1 0 0,0 0-1 0 0,0 0 0 0 0,0 1 1 0 0,0-1-1 0 0,0 0 1 0 0,0 0-1 0 0,1 0 0 0 0,-1 0 1 0 0,1 0-1 0 0,-1 0 1 0 0,1 0-1 0 0,0-1 0 0 0,0 1 1 0 0,0-1-1 0 0,-1 1 1 0 0,2-1-1 0 0,-1 0 0 0 0,0 1 1 0 0,0-1-1 0 0,0 0 1 0 0,5 1-1 0 0,7 5 13 0 0,-1 2-38 0 0,1-1-1 0 0,0 0 0 0 0,1-1 1 0 0,0 0-1 0 0,0-1 1 0 0,1-1-1 0 0,16 3 0 0 0,-20-6-11 0 0,1-1-1 0 0,0 0 0 0 0,-1-1 0 0 0,1-1 0 0 0,-1 0 1 0 0,1-1-1 0 0,-1 0 0 0 0,1 0 0 0 0,16-7 0 0 0,-25 8 45 0 0,-1 0 1 0 0,0 0-1 0 0,0-1 0 0 0,0 1 0 0 0,0-1 0 0 0,0 0 0 0 0,0 1 0 0 0,-1-1 0 0 0,1-1 0 0 0,0 1 0 0 0,-1 0 0 0 0,0-1 0 0 0,1 1 1 0 0,-1-1-1 0 0,0 1 0 0 0,0-1 0 0 0,-1 0 0 0 0,1 0 0 0 0,-1 0 0 0 0,1 0 0 0 0,-1 0 0 0 0,1-4 0 0 0,0-5 78 0 0,0 0-1 0 0,0 0 1 0 0,-1 0-1 0 0,-2-24 0 0 0,1 11 74 0 0,0 24-153 0 0,0 0 0 0 0,0 0 0 0 0,0 1 0 0 0,0-1 1 0 0,0 0-1 0 0,-1 0 0 0 0,1 0 0 0 0,0 0 0 0 0,0 0 0 0 0,-1 0 1 0 0,1 1-1 0 0,0-1 0 0 0,-1 0 0 0 0,1 0 0 0 0,-1 0 0 0 0,1 1 0 0 0,-1-1 1 0 0,1 0-1 0 0,-1 1 0 0 0,0-1 0 0 0,1 0 0 0 0,-1 1 0 0 0,0-1 1 0 0,1 1-1 0 0,-1-1 0 0 0,0 1 0 0 0,0-1 0 0 0,0 1 0 0 0,1 0 1 0 0,-1-1-1 0 0,0 1 0 0 0,-1-1 0 0 0,1 1-4 0 0,0 0 0 0 0,1 0 0 0 0,-1 0 0 0 0,0 0 0 0 0,1 0 0 0 0,-1-1 0 0 0,1 1 0 0 0,-1 0 0 0 0,1 0 0 0 0,-1-1 0 0 0,1 1 0 0 0,-1-1 1 0 0,1 1-1 0 0,-1 0 0 0 0,1-1 0 0 0,-1 1 0 0 0,1-1 0 0 0,-1 1 0 0 0,1-1 0 0 0,0 1 0 0 0,-1-1 0 0 0,1 1 0 0 0,0-1 0 0 0,0 0 0 0 0,-1 1 0 0 0,1-1 0 0 0,0 1 0 0 0,0-1 0 0 0,0 0 0 0 0,0 1 0 0 0,-1-2 0 0 0,1 0 37 0 0,6 47-480 0 0,-1-33 480 0 0,-1 1 0 0 0,0 0 0 0 0,0 0 0 0 0,-1 0 0 0 0,-1 1 0 0 0,0-1 0 0 0,-1 1 0 0 0,-1 0 0 0 0,0-1 0 0 0,0 1 0 0 0,-5 23 0 0 0,-46 110 627 0 0,47-112-612 0 0,4-32-53 0 0,0 0 1 0 0,0 0-1 0 0,0 0 1 0 0,0 0 0 0 0,-1 0-1 0 0,0 1 1 0 0,1-1-1 0 0,-1 0 1 0 0,-2 3-1 0 0,-17 18-148 0 0,20-24 138 0 0,0 0 0 0 0,0 0 0 0 0,-1 1 0 0 0,1-1 0 0 0,0 0 0 0 0,0 0 0 0 0,0 0 0 0 0,0 1 0 0 0,0-1 0 0 0,-1 0 0 0 0,1 0 1 0 0,0 1-1 0 0,0-1 0 0 0,0 0 0 0 0,0 0 0 0 0,0 1 0 0 0,0-1 0 0 0,0 0 0 0 0,0 0 0 0 0,0 1 0 0 0,0-1 0 0 0,0 0 0 0 0,0 0 1 0 0,0 1-1 0 0,0-1 0 0 0,0 0 0 0 0,0 0 0 0 0,0 1 0 0 0,1-1 0 0 0,-1 0 0 0 0,0 0 0 0 0,0 1 0 0 0,0-1 0 0 0,0 0 0 0 0,0 0 0 0 0,1 0 1 0 0,-1 1-1 0 0,0-1 0 0 0,0 0 0 0 0,0 0 0 0 0,1 0 0 0 0,-1 0 0 0 0,0 1 0 0 0,0-1 0 0 0,0 0 0 0 0,1 0 0 0 0,-1 0 0 0 0,0 0 1 0 0,0 0-1 0 0,1 0 0 0 0,-1 0 0 0 0,0 0 0 0 0,0 0 0 0 0,1 0 0 0 0,-1 0 0 0 0,0 0 0 0 0,1 0 0 0 0,-1 0 0 0 0,0 0 0 0 0,0 0 1 0 0,1 0-1 0 0,-1 0 0 0 0,0 0 0 0 0,14 0-419 0 0,-14 0 356 0 0,1 0 1 0 0,-1 0 0 0 0,0 0-1 0 0,0 0 1 0 0,1 0 0 0 0,-1 0-1 0 0,0 0 1 0 0,0 0-1 0 0,1 0 1 0 0,-1 0 0 0 0,0 0-1 0 0,0 0 1 0 0,0 0-1 0 0,1 0 1 0 0,-1 0 0 0 0,0-1-1 0 0,0 1 1 0 0,0 0 0 0 0,1 0-1 0 0,-1 0 1 0 0,0 0-1 0 0,0 0 1 0 0,0-1 0 0 0,0 1-1 0 0,0 0 1 0 0,1 0 0 0 0,-1 0-1 0 0,0-1 1 0 0,0 1-1 0 0,0 0 1 0 0,0 0 0 0 0,0-1-1 0 0,0 1 1 0 0,0 0-1 0 0,0 0 1 0 0,0 0 0 0 0,0-1-1 0 0,0 1 1 0 0,0 0 0 0 0,0 0-1 0 0,0-1 1 0 0,0 1-1 0 0,0 0 1 0 0,0 0 0 0 0,0-1-1 0 0,0 1 1 0 0,0 0 0 0 0,0 0-1 0 0,0-1 1 0 0,-1 0-626 0 0,1-17-2773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59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61 663 80 0 0,'-5'1'359'0'0,"-1"0"0"0"0,0 0 1 0 0,1-1-1 0 0,-1 0 0 0 0,0 0 0 0 0,-9-2 0 0 0,9 1-98 0 0,1 1 1126 0 0,10-1-1214 0 0,15-4 54 0 0,-19 3-145 0 0,0 0 0 0 0,0 1 0 0 0,0-1-1 0 0,-1 0 1 0 0,1 0 0 0 0,0 0 0 0 0,-1 0 0 0 0,0 0 0 0 0,1 0-1 0 0,-1 1 1 0 0,0-1 0 0 0,0 0 0 0 0,0 0 0 0 0,0 0 0 0 0,0 0 0 0 0,-1 0-1 0 0,0-3 1 0 0,1-1-34 0 0,1-2-31 0 0,0 0-1 0 0,0 0 1 0 0,0 0 0 0 0,1 0 0 0 0,1 0 0 0 0,-1 0-1 0 0,1 1 1 0 0,4-8 0 0 0,39-65 96 0 0,-33 60-99 0 0,-2 1 0 0 0,14-31 1 0 0,-24 46-16 0 0,0-1 1 0 0,0 1-1 0 0,0-1 1 0 0,0 1-1 0 0,-1-1 0 0 0,0 1 1 0 0,1-1-1 0 0,-2 1 1 0 0,1-1-1 0 0,-1 1 1 0 0,1-1-1 0 0,-1 1 1 0 0,0 0-1 0 0,-1-1 1 0 0,1 1-1 0 0,-4-7 1 0 0,-4-24 476 0 0,17 11-101 0 0,-6 22-350 0 0,-1 0 0 0 0,0 0 0 0 0,1 0 0 0 0,-1-1 0 0 0,0 1 0 0 0,0 0 0 0 0,-1 0 0 0 0,1-1 0 0 0,0 1 0 0 0,-1 0-1 0 0,1-1 1 0 0,-1 1 0 0 0,0-1 0 0 0,0 1 0 0 0,0 0 0 0 0,0-1 0 0 0,0 1 0 0 0,-1-1 0 0 0,1 1 0 0 0,-1 0 0 0 0,1-1-1 0 0,-1 1 1 0 0,-1-3 0 0 0,-9-5 31 0 0,10 9-49 0 0,0 1 0 0 0,0-1 0 0 0,0 0 0 0 0,0 0 0 0 0,0 0 1 0 0,0 1-1 0 0,0-1 0 0 0,0 0 0 0 0,1 0 0 0 0,-1 0 0 0 0,0 0 0 0 0,1 0 0 0 0,-1-1 0 0 0,1 1 0 0 0,-1 0 0 0 0,1 0 1 0 0,-1 0-1 0 0,1 0 0 0 0,0-1 0 0 0,0 1 0 0 0,-1 0 0 0 0,1 0 0 0 0,0 0 0 0 0,0-1 0 0 0,1 0 0 0 0,-2 1-4 0 0,1 0-1 0 0,-1 0 0 0 0,1 1 1 0 0,-1-1-1 0 0,1 1 0 0 0,-1-1 0 0 0,1 0 1 0 0,-1 1-1 0 0,0-1 0 0 0,1 1 0 0 0,-1-1 1 0 0,0 1-1 0 0,0 0 0 0 0,1-1 1 0 0,-1 1-1 0 0,0 0 0 0 0,0-1 0 0 0,1 1 1 0 0,-1 0-1 0 0,0 0 0 0 0,0 0 1 0 0,0-1-1 0 0,0 1 0 0 0,1 0 0 0 0,-1 0 1 0 0,0 1-1 0 0,0-1 0 0 0,0 0 0 0 0,-1 0 1 0 0,-1 0 8 0 0,-2-4 16 0 0,5 3 40 0 0,0 2 0 0 0,1 10 64 0 0,-1 0 0 0 0,2 0 0 0 0,-1-1 0 0 0,2 1 0 0 0,-1-1 0 0 0,6 13 0 0 0,-5-15-62 0 0,-1 1 0 0 0,1-1 0 0 0,-1 1 0 0 0,-1 0 0 0 0,0-1 0 0 0,1 11 0 0 0,-2 211-15 0 0,0-228-56 0 0,0 1 1 0 0,0-1 0 0 0,0 0-1 0 0,0 0 1 0 0,1 0 0 0 0,-1 0 0 0 0,1 0-1 0 0,-1 0 1 0 0,1-1 0 0 0,0 1 0 0 0,0 0-1 0 0,0 0 1 0 0,0 0 0 0 0,0-1-1 0 0,0 1 1 0 0,1 0 0 0 0,-1-1 0 0 0,0 1-1 0 0,1-1 1 0 0,-1 1 0 0 0,1-1 0 0 0,0 0-1 0 0,-1 0 1 0 0,1 0 0 0 0,0 0 0 0 0,0 0-1 0 0,0 0 1 0 0,-1 0 0 0 0,1-1-1 0 0,0 1 1 0 0,0-1 0 0 0,0 1 0 0 0,0-1-1 0 0,0 0 1 0 0,1 1 0 0 0,-1-1 0 0 0,0 0-1 0 0,0-1 1 0 0,3 1 0 0 0,9-1-123 0 0,0-1 1 0 0,0 0 0 0 0,-1-1 0 0 0,21-6 0 0 0,1-5 129 0 0,0 0 1 0 0,-1-3 0 0 0,0-1-1 0 0,54-38 1 0 0,-38 23-67 0 0,-14 11 113 0 0,-1-1 1 0 0,-1-2-1 0 0,-1-1 0 0 0,56-59 1 0 0,-85 80-9 0 0,0-1 1 0 0,0 0-1 0 0,-1 0 1 0 0,1-1 0 0 0,-1 1-1 0 0,-1 0 1 0 0,1-1-1 0 0,2-10 1 0 0,8-21 184 0 0,-3 20-161 0 0,-8 14-54 0 0,0 0 0 0 0,0 0 0 0 0,0 0 1 0 0,-1 0-1 0 0,1 0 0 0 0,-1 0 0 0 0,0 0 1 0 0,0-1-1 0 0,-1 1 0 0 0,1 0 0 0 0,-1-1 0 0 0,0-4 1 0 0,0-11 37 0 0,0 19-226 0 0,0 10-5203 0 0,0-4 2628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1:00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6 1040 0 0,'1'0'237'0'0,"1"-3"-183"0"0,-30 1 2857 0 0,23 2-2271 0 0,6 1-554 0 0,-7 3-78 0 0,-1-4-45 0 0,-6 3 199 0 0,13-2-205 0 0,-1 0-1 0 0,0 0 0 0 0,1 1 0 0 0,-1-1 1 0 0,0 0-1 0 0,1 1 0 0 0,0-1 1 0 0,-1 0-1 0 0,1 1 0 0 0,0-1 1 0 0,0 0-1 0 0,0 1 0 0 0,0-1 0 0 0,0 1 1 0 0,0 0-1 0 0,5-2-863 0 0,15-7-547 0 0,-15-5-267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1:00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1 720 0 0,'-30'0'1761'0'0,"0"0"-1681"0"0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1:01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0 800 0 0,'-30'0'2401'0'0,"30"8"-2080"0"0,30 3-81 0 0,0 3 0 0 0,0 5-80 0 0,0 0 0 0 0,1-7-80 0 0,-1-5 0 0 0,0-1-160 0 0,0 0 0 0 0,0 13-800 0 0,-30 0-1281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1:01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 1521 0 0,'0'-13'1120'0'0,"0"7"-319"0"0,60 0-321 0 0,-30-7-240 0 0,30-1-160 0 0,31 8-320 0 0,-31-7-961 0 0,31 1-1120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1:02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 1201 0 0,'-1'-1'88'0'0,"1"-1"-1"0"0,0 1 1 0 0,0-1 0 0 0,1 1 0 0 0,-1 0 0 0 0,0-1 0 0 0,0 1 0 0 0,1-1 0 0 0,-1 1 0 0 0,1 0 0 0 0,-1-1 0 0 0,1 1 0 0 0,-1 0 0 0 0,1 0 0 0 0,0-1 0 0 0,0 1 0 0 0,0 0 0 0 0,0 0 0 0 0,-1 0 0 0 0,1 0 0 0 0,1 0 0 0 0,-1 0-1 0 0,0 0 1 0 0,0 0 0 0 0,0 0 0 0 0,0 1 0 0 0,3-2 0 0 0,1-1-96 0 0,-5 3 25 0 0,1 0 1 0 0,-1-1-1 0 0,0 1 1 0 0,1 0-1 0 0,-1-1 1 0 0,0 1-1 0 0,1 0 1 0 0,-1-1-1 0 0,0 1 1 0 0,0 0-1 0 0,1-1 0 0 0,-1 1 1 0 0,0 0-1 0 0,0-1 1 0 0,0 1-1 0 0,0-1 1 0 0,1 1-1 0 0,-1 0 1 0 0,0-1-1 0 0,0 1 1 0 0,0-1-1 0 0,0 1 1 0 0,0-1-1 0 0,0 1 0 0 0,0-1 1 0 0,0 1-1 0 0,0 0 1 0 0,0-2-1 0 0,0 2-13 0 0,-1 0-1 0 0,1 0 0 0 0,0-1 0 0 0,0 1 1 0 0,0 0-1 0 0,0 0 0 0 0,0-1 0 0 0,0 1 1 0 0,0 0-1 0 0,0 0 0 0 0,0-1 1 0 0,0 1-1 0 0,0 0 0 0 0,0 0 0 0 0,0 0 1 0 0,0-1-1 0 0,1 1 0 0 0,-1 0 0 0 0,0 0 1 0 0,0-1-1 0 0,0 1 0 0 0,0 0 1 0 0,0 0-1 0 0,0 0 0 0 0,1-1 0 0 0,-1 1 1 0 0,0 0-1 0 0,0 0 0 0 0,0 0 1 0 0,0 0-1 0 0,1-1 0 0 0,-1 1 0 0 0,0 0 1 0 0,0 0-1 0 0,0 0 0 0 0,1 0 0 0 0,-1 0 1 0 0,0 0-1 0 0,0 0 0 0 0,1 0 1 0 0,-1 0-1 0 0,0 0 0 0 0,0 0 0 0 0,1-1 1 0 0,0 1-7 0 0,-1 0 1 0 0,1-1 0 0 0,0 1-1 0 0,0 0 1 0 0,0-1 0 0 0,0 1-1 0 0,0 0 1 0 0,0 0 0 0 0,-1-1-1 0 0,1 1 1 0 0,0 0 0 0 0,0 0-1 0 0,0 0 1 0 0,0 0 0 0 0,0 1-1 0 0,0-1 1 0 0,0 0 0 0 0,0 0-1 0 0,0 0 1 0 0,-1 1 0 0 0,1-1-1 0 0,0 0 1 0 0,0 1 0 0 0,0-1-1 0 0,0 1 1 0 0,-1-1 0 0 0,1 1-1 0 0,0-1 1 0 0,-1 1 0 0 0,1 0-1 0 0,1 0 1 0 0,-5 7-70 0 0,3-7 72 0 0,0 1-1 0 0,0-1 1 0 0,0 0 0 0 0,-1 1-1 0 0,1-1 1 0 0,0 1 0 0 0,-1-1 0 0 0,1 1-1 0 0,-1-1 1 0 0,1 0 0 0 0,-1 1-1 0 0,0-1 1 0 0,1 0 0 0 0,-1 0-1 0 0,0 0 1 0 0,0 1 0 0 0,0-1 0 0 0,0 0-1 0 0,0 0 1 0 0,-2 1 0 0 0,-8 11 73 0 0,-19 45 247 0 0,29-57-316 0 0,1-1 0 0 0,0 0 0 0 0,0 1 0 0 0,0-1 1 0 0,-1 0-1 0 0,1 1 0 0 0,0-1 0 0 0,0 1 0 0 0,0-1 0 0 0,0 0 1 0 0,0 1-1 0 0,0-1 0 0 0,0 1 0 0 0,0-1 0 0 0,0 0 0 0 0,0 1 1 0 0,0-1-1 0 0,0 1 0 0 0,0-1 0 0 0,0 0 0 0 0,0 1 0 0 0,0-1 1 0 0,0 1-1 0 0,0-1 0 0 0,1 0 0 0 0,-1 1 0 0 0,0-1 0 0 0,0 0 1 0 0,0 1-1 0 0,1-1 0 0 0,-1 0 0 0 0,0 1 0 0 0,1-1 0 0 0,-1 0 1 0 0,0 1-1 0 0,0-1 0 0 0,1 0 0 0 0,-1 0 0 0 0,1 0 1 0 0,-1 1-1 0 0,0-1 0 0 0,1 0 0 0 0,-1 0 0 0 0,0 0 0 0 0,1 0 1 0 0,-1 0-1 0 0,1 0 0 0 0,-1 1 0 0 0,0-1 0 0 0,1 0 0 0 0,0 0 1 0 0,-1 0-3 0 0,1 0 1 0 0,-1 0 0 0 0,1 0 0 0 0,0 0-1 0 0,-1 0 1 0 0,1 0 0 0 0,-1 0 0 0 0,1 0 0 0 0,-1 0-1 0 0,1 0 1 0 0,0 0 0 0 0,-1 0 0 0 0,1 0-1 0 0,-1-1 1 0 0,1 1 0 0 0,-1 0 0 0 0,1 0 0 0 0,-1-1-1 0 0,1 1 1 0 0,-1 0 0 0 0,1-1 0 0 0,-1 1-1 0 0,1 0 1 0 0,-1-1 0 0 0,0 1 0 0 0,1-1 0 0 0,-1 1-1 0 0,0 0 1 0 0,1-1 0 0 0,-1 1 0 0 0,0-1-1 0 0,1 1 1 0 0,-1-1 0 0 0,0 1 0 0 0,0-1 0 0 0,0 0-1 0 0,1 1 1 0 0,-1-1 0 0 0,0 1 0 0 0,0-1-1 0 0,0 0 1 0 0,0 0-3 0 0,0 0 0 0 0,0 0 0 0 0,0 0 0 0 0,0 1 0 0 0,0-1 0 0 0,0 0 0 0 0,0 0 0 0 0,0 1 0 0 0,0-1 0 0 0,1 0 0 0 0,-1 1 0 0 0,0-1 0 0 0,1 0 0 0 0,-1 0 0 0 0,0 1 0 0 0,1-1 0 0 0,-1 1 0 0 0,1-1 0 0 0,-1 0 0 0 0,1 1 0 0 0,-1-1 0 0 0,1 1 0 0 0,-1-1 0 0 0,1 1 0 0 0,0-1 0 0 0,-1 1 0 0 0,1 0 0 0 0,0-1 0 0 0,-1 1 0 0 0,1 0 0 0 0,0-1 0 0 0,0 1 0 0 0,-1 0 0 0 0,2 0 0 0 0,-1 0 0 0 0,-1-1 0 0 0,1 1 0 0 0,0 0 0 0 0,0 0 0 0 0,-1 0 0 0 0,1-1 0 0 0,0 1 0 0 0,-1 0 0 0 0,1-1 0 0 0,0 1 0 0 0,-1-1 0 0 0,1 1 0 0 0,-1-1 0 0 0,1 1 0 0 0,0-1 0 0 0,-1 1 0 0 0,1-1 0 0 0,-1 1 0 0 0,0-1 0 0 0,1 0 0 0 0,-1 1 0 0 0,0-1 0 0 0,1 0 0 0 0,-1 1 0 0 0,0-1 0 0 0,1 0 0 0 0,-1 0 0 0 0,0 1 0 0 0,0-1 0 0 0,0 0 0 0 0,0 0 0 0 0,0 1 0 0 0,0-1 0 0 0,0-1 0 0 0,0 0 3 0 0,-1 0 1 0 0,1 0-1 0 0,0 0 0 0 0,0-1 0 0 0,0 1 1 0 0,0 0-1 0 0,0 0 0 0 0,0 0 0 0 0,1 0 0 0 0,-1 0 1 0 0,1 0-1 0 0,-1 0 0 0 0,1-1 0 0 0,0 1 1 0 0,0 1-1 0 0,0-1 0 0 0,0 0 0 0 0,0 0 0 0 0,1 0 1 0 0,-1 1-1 0 0,0-1 0 0 0,1 0 0 0 0,-1 1 1 0 0,1-1-1 0 0,0 1 0 0 0,-1 0 0 0 0,1-1 0 0 0,2 0 1 0 0,6-12 76 0 0,-9 13-78 0 0,-1 1 1 0 0,1 0-1 0 0,-1-1 1 0 0,1 1-1 0 0,0 0 1 0 0,-1-1-1 0 0,1 1 1 0 0,-1 0-1 0 0,1 0 1 0 0,0 0-1 0 0,-1 0 1 0 0,1-1-1 0 0,0 1 1 0 0,-1 0-1 0 0,1 0 1 0 0,0 0-1 0 0,-1 0 1 0 0,1 1-1 0 0,0-1 1 0 0,-1 0-1 0 0,1 0 1 0 0,-1 0-1 0 0,1 0 1 0 0,0 1-1 0 0,-1-1 1 0 0,1 0-1 0 0,-1 1 1 0 0,1-1-1 0 0,-1 0 1 0 0,1 1-1 0 0,-1-1 1 0 0,1 1-1 0 0,-1-1 1 0 0,1 0-1 0 0,-1 1 1 0 0,1-1-1 0 0,-1 1 1 0 0,0 0 0 0 0,1-1-1 0 0,-1 1 1 0 0,0-1-1 0 0,1 1 1 0 0,-1 0-1 0 0,0-1 1 0 0,0 1-1 0 0,0 0 1 0 0,2 41 121 0 0,-3-24-140 0 0,5 10 52 0 0,-3-27-32 0 0,0-1 1 0 0,0 0-1 0 0,-1 1 1 0 0,1-1 0 0 0,0 0-1 0 0,0 0 1 0 0,0 0 0 0 0,0 1-1 0 0,0-1 1 0 0,0 0 0 0 0,0 0-1 0 0,-1-1 1 0 0,1 1 0 0 0,0 0-1 0 0,0 0 1 0 0,0 0 0 0 0,0-1-1 0 0,0 1 1 0 0,-1 0 0 0 0,1-1-1 0 0,0 1 1 0 0,0 0 0 0 0,1-2-1 0 0,8-10 9 0 0,20 6-13 0 0,-5 6 0 0 0,-4 5-77 0 0,-16 4-156 0 0,-6-8 179 0 0,0 1-1 0 0,0-1 0 0 0,0 0 0 0 0,1 0 1 0 0,-1 0-1 0 0,-1 1 0 0 0,1-1 1 0 0,0 0-1 0 0,0 0 0 0 0,0 0 0 0 0,0-1 1 0 0,-1 1-1 0 0,1 0 0 0 0,0 0 0 0 0,-1-1 1 0 0,-1 2-1 0 0,-2 4-1479 0 0,5-1-334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1:02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97 2481 0 0,'0'-5'123'0'0,"1"1"-1"0"0,-1 0 1 0 0,0 0-1 0 0,1 0 1 0 0,0 0-1 0 0,0 0 1 0 0,0 0-1 0 0,1 0 1 0 0,-1 0-1 0 0,1 0 1 0 0,0 0-1 0 0,0 1 1 0 0,0-1-1 0 0,5-5 1 0 0,-4 5-53 0 0,6-11 415 0 0,-9 14-472 0 0,0 0 0 0 0,1 0-1 0 0,-1 1 1 0 0,1-1 0 0 0,-1 0 0 0 0,1 1 0 0 0,-1-1 0 0 0,1 0-1 0 0,-1 1 1 0 0,1-1 0 0 0,0 1 0 0 0,-1-1 0 0 0,1 1 0 0 0,0-1-1 0 0,0 1 1 0 0,-1-1 0 0 0,1 1 0 0 0,0 0 0 0 0,0-1 0 0 0,-1 1-1 0 0,1 0 1 0 0,0 0 0 0 0,0 0 0 0 0,0 0 0 0 0,0 0 0 0 0,-1 0-1 0 0,1 0 1 0 0,0 0 0 0 0,0 0 0 0 0,0 0 0 0 0,0 0-1 0 0,-1 0 1 0 0,1 0 0 0 0,0 1 0 0 0,1-1 0 0 0,12 0 10 0 0,-1 1 1 0 0,1 0-1 0 0,0 1 1 0 0,0 1-1 0 0,-1 0 1 0 0,0 0 0 0 0,15 7-1 0 0,-22-8-1 0 0,-1 1 1 0 0,1 0-1 0 0,-1 0 1 0 0,0 0-1 0 0,0 0 0 0 0,0 1 1 0 0,0 0-1 0 0,-1 0 1 0 0,1 0-1 0 0,-1 1 0 0 0,0-1 1 0 0,0 1-1 0 0,-1 0 0 0 0,1 0 1 0 0,-1 0-1 0 0,-1 1 1 0 0,1-1-1 0 0,2 8 0 0 0,-3-8 24 0 0,-1-1-1 0 0,0 1 1 0 0,0-1-1 0 0,-1 1 1 0 0,1 0-1 0 0,-1-1 1 0 0,0 1-1 0 0,0 0 0 0 0,-1 4 1 0 0,1-7-18 0 0,-1 0 1 0 0,1 0-1 0 0,-1 0 1 0 0,0 0-1 0 0,1 0 1 0 0,-1 0-1 0 0,0 0 1 0 0,0-1-1 0 0,-1 1 0 0 0,1 0 1 0 0,0 0-1 0 0,0-1 1 0 0,-1 1-1 0 0,1-1 1 0 0,-1 0-1 0 0,0 1 1 0 0,1-1-1 0 0,-1 0 1 0 0,0 0-1 0 0,1 0 0 0 0,-5 2 1 0 0,-4 0 32 0 0,1 0-1 0 0,-1 0 1 0 0,0-1-1 0 0,0 0 1 0 0,0 0 0 0 0,-1-1-1 0 0,1-1 1 0 0,0 0 0 0 0,0 0-1 0 0,-11-2 1 0 0,4 0 63 0 0,-1 2 1 0 0,-32 2-1 0 0,49-2-121 0 0,1 0 0 0 0,0 0 0 0 0,0 0 0 0 0,-1 0 0 0 0,1 0 0 0 0,0 0 0 0 0,0 1 0 0 0,-1-1 0 0 0,1 0 0 0 0,0 0 0 0 0,0 0 0 0 0,-1 0 0 0 0,1 1 0 0 0,0-1 0 0 0,0 0 0 0 0,0 0 0 0 0,-1 1 0 0 0,1-1 0 0 0,0 0 0 0 0,0 0 0 0 0,0 1 0 0 0,0-1 0 0 0,0 0 0 0 0,-1 0-1 0 0,1 1 1 0 0,0-1 0 0 0,0 0 0 0 0,0 0 0 0 0,0 1 0 0 0,0-1 0 0 0,0 0 0 0 0,0 1 0 0 0,0-1 0 0 0,0 0 0 0 0,0 0 0 0 0,0 1 0 0 0,0-1 0 0 0,0 0 0 0 0,1 1 0 0 0,-1-1 0 0 0,0 0 0 0 0,0 0 0 0 0,0 1 0 0 0,0-1 0 0 0,0 0 0 0 0,1 0 0 0 0,-1 1 0 0 0,0-1 0 0 0,0 0 0 0 0,0 0 0 0 0,1 0 0 0 0,-1 1-1 0 0,0-1 1 0 0,0 0 0 0 0,0 0 0 0 0,1 0 0 0 0,-1 0 0 0 0,0 1 0 0 0,0-1 0 0 0,1 0 0 0 0,-1 0 0 0 0,1 0 0 0 0,14 8 20 0 0,1-1 1 0 0,-1-1-1 0 0,2 0 0 0 0,-1-1 1 0 0,24 4-1 0 0,-8-1-16 0 0,6 3-196 0 0,1-2 0 0 0,0-2 0 0 0,0-2 0 0 0,1-1 0 0 0,55-2 0 0 0,-90-3-185 0 0,0 0 1 0 0,0 0-1 0 0,-1 0 1 0 0,1-1-1 0 0,-1 0 1 0 0,1 1-1 0 0,-1-2 1 0 0,0 1-1 0 0,6-4 1 0 0,-30-6-1721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1:04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22 141 80 0 0,'0'0'1427'0'0,"-5"0"-866"0"0,-12 0 425 0 0,39 0 109 0 0,-17 0-829 0 0,266-20 1082 0 0,-35 0-1108 0 0,199 21-52 0 0,30-2-43 0 0,-263-20 174 0 0,-168 17-251 0 0,-25 2-63 0 0,0 1-1 0 0,0-2 0 0 0,0 1 1 0 0,-1-1-1 0 0,1-1 1 0 0,-1 1-1 0 0,0-2 1 0 0,9-5-1 0 0,-16 9-157 0 0,0 0 0 0 0,-1-1 0 0 0,1 1 0 0 0,0-1 0 0 0,-1 1 0 0 0,1-1 0 0 0,-1 1 0 0 0,1-1 0 0 0,-1 0 0 0 0,0 1 0 0 0,0-1 0 0 0,0 0 0 0 0,0 1 0 0 0,0-1 0 0 0,0 1 0 0 0,0-1 0 0 0,-1-2 0 0 0,1-2-1001 0 0,0-1-1061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1:04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95 400 0 0,'2'-1'245'0'0,"0"0"0"0"0,0-1-1 0 0,0 1 1 0 0,0 0 0 0 0,0 0-1 0 0,0 1 1 0 0,0-1 0 0 0,0 0-1 0 0,0 1 1 0 0,1-1 0 0 0,2 1-1 0 0,2-2 489 0 0,14 0-259 0 0,18-3 265 0 0,42-14-325 0 0,-80 18-408 0 0,0-1 0 0 0,-1 1 0 0 0,1 0 0 0 0,0-1 0 0 0,-1 1 0 0 0,1 0-1 0 0,-1-1 1 0 0,0 1 0 0 0,1 0 0 0 0,-1-1 0 0 0,0 1 0 0 0,0-1 0 0 0,0 1 0 0 0,0-1 0 0 0,0 1 0 0 0,0 0 0 0 0,0-1 0 0 0,0 1 0 0 0,-1-1 0 0 0,1 1-1 0 0,0 0 1 0 0,-1-1 0 0 0,1 1 0 0 0,-1 0 0 0 0,0-1 0 0 0,-1-1 0 0 0,-5 0 5 0 0,0 0 0 0 0,-1 0 0 0 0,1 1 0 0 0,-1 0 1 0 0,0 1-1 0 0,1-1 0 0 0,-1 2 0 0 0,0-1 0 0 0,0 1 0 0 0,1 0 0 0 0,-11 2 0 0 0,-60 6 114 0 0,0 3-1 0 0,-98 29 1 0 0,173-40-96 0 0,0 1 0 0 0,1 0 0 0 0,-1 0 0 0 0,0 0 0 0 0,0 0 0 0 0,1 1 0 0 0,-1-1 0 0 0,1 1 0 0 0,-1 0 0 0 0,1-1 0 0 0,0 1 0 0 0,0 0 0 0 0,-1 0 0 0 0,1 1 0 0 0,1-1 0 0 0,-1 0 0 0 0,-3 5 0 0 0,5-5-12 0 0,-1-1 0 0 0,1 1-1 0 0,-1 0 1 0 0,1-1 0 0 0,0 1 0 0 0,0 0-1 0 0,0 0 1 0 0,0-1 0 0 0,0 1-1 0 0,0 0 1 0 0,0 0 0 0 0,0-1 0 0 0,1 1-1 0 0,-1 0 1 0 0,1-1 0 0 0,-1 1 0 0 0,1 0-1 0 0,-1-1 1 0 0,1 1 0 0 0,0-1-1 0 0,0 1 1 0 0,0-1 0 0 0,0 0 0 0 0,0 1-1 0 0,0-1 1 0 0,2 2 0 0 0,6 3-8 0 0,1 0 1 0 0,0 0-1 0 0,0-1 0 0 0,0 0 1 0 0,1-1-1 0 0,0 0 1 0 0,0-1-1 0 0,0 0 0 0 0,13 2 1 0 0,-5-1-24 0 0,14 5-89 0 0,-6-1-157 0 0,-1-1 0 0 0,1-1 1 0 0,1-1-1 0 0,-1-2 0 0 0,1-1 1 0 0,48-2-1 0 0,-11-15-1634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1:05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0 400 0 0,'0'0'1307'0'0,"-1"0"-1280"0"0,1 1 0 0 0,0-1-1 0 0,0 0 1 0 0,0 0 0 0 0,0 0 0 0 0,0 0-1 0 0,0 0 1 0 0,0 1 0 0 0,0-1-1 0 0,-1 0 1 0 0,1 0 0 0 0,0 0-1 0 0,0 0 1 0 0,0 1 0 0 0,0-1-1 0 0,0 0 1 0 0,0 0 0 0 0,0 0-1 0 0,0 1 1 0 0,0-1 0 0 0,0 0-1 0 0,0 0 1 0 0,0 0 0 0 0,0 0-1 0 0,0 1 1 0 0,0-1 0 0 0,1 0-1 0 0,-1 0 1 0 0,0 0 0 0 0,0 0-1 0 0,0 1 1 0 0,0-1 0 0 0,0 0 0 0 0,0 0-1 0 0,0 0 1 0 0,0 0 0 0 0,1 0-1 0 0,-1 0 1 0 0,0 1 0 0 0,0-1-1 0 0,0 0 1 0 0,0 0 0 0 0,0 0-1 0 0,1 0 1 0 0,-1 0 0 0 0,0 0-1 0 0,0 0 1 0 0,0 0 0 0 0,0 0-1 0 0,1 0 1 0 0,-1 0 0 0 0,0 0-1 0 0,0 0 1 0 0,0 0 0 0 0,0 0-1 0 0,1 0 1 0 0,-1 0 0 0 0,0 0 0 0 0,0 0-1 0 0,0 0 1 0 0,1 0 0 0 0,-1 0-1 0 0,0 0 1 0 0,0 0 0 0 0,0 0-1 0 0,1 0 1 0 0,41 6 518 0 0,-34-6-463 0 0,0 1 0 0 0,0 0 1 0 0,0 1-1 0 0,0-1 0 0 0,0 1 0 0 0,12 6 0 0 0,-19-8-81 0 0,-1 1-1 0 0,1-1 1 0 0,-1 0-1 0 0,1 1 1 0 0,-1-1-1 0 0,1 0 1 0 0,-1 1-1 0 0,0-1 1 0 0,1 1-1 0 0,-1-1 1 0 0,0 1-1 0 0,1-1 1 0 0,-1 1-1 0 0,0 0 1 0 0,0-1-1 0 0,1 1 0 0 0,-1-1 1 0 0,0 1-1 0 0,0-1 1 0 0,0 1-1 0 0,0 0 1 0 0,0-1-1 0 0,0 1 1 0 0,0-1-1 0 0,0 1 1 0 0,0 0-1 0 0,0-1 1 0 0,0 1-1 0 0,0-1 1 0 0,0 1-1 0 0,-1-1 1 0 0,1 1-1 0 0,0 0 0 0 0,0-1 1 0 0,-1 1-1 0 0,1-1 1 0 0,0 1-1 0 0,-1-1 1 0 0,1 1-1 0 0,0-1 1 0 0,-1 1-1 0 0,1-1 1 0 0,-1 0-1 0 0,0 1 1 0 0,-22 18 82 0 0,20-17-54 0 0,-29 22 201 0 0,0-2 0 0 0,-2-1 0 0 0,-49 22 0 0 0,67-36-182 0 0,0-1-1 0 0,0 0 0 0 0,-1-1 0 0 0,1-1 1 0 0,-24 2-1 0 0,34-5-23 0 0,-1 0 0 0 0,1 0 0 0 0,0-1 0 0 0,-1-1 0 0 0,1 1 0 0 0,-1-1 0 0 0,1 0 0 0 0,0 0-1 0 0,-1 0 1 0 0,1-1 0 0 0,0 0 0 0 0,0-1 0 0 0,0 1 0 0 0,1-1 0 0 0,-11-7 0 0 0,15 10-20 0 0,0-1 0 0 0,0 0 0 0 0,1 1-1 0 0,-1-1 1 0 0,0 0 0 0 0,1 1 0 0 0,-1-1 0 0 0,0 0 0 0 0,1 0-1 0 0,-1 0 1 0 0,1 0 0 0 0,0 1 0 0 0,-1-1 0 0 0,1 0-1 0 0,0 0 1 0 0,-1 0 0 0 0,1 0 0 0 0,0 0 0 0 0,0 0-1 0 0,0 0 1 0 0,0 0 0 0 0,0 0 0 0 0,0 0 0 0 0,0 0 0 0 0,0 0-1 0 0,0 0 1 0 0,0 0 0 0 0,1 0 0 0 0,-1 0 0 0 0,0 0-1 0 0,1 0 1 0 0,-1 1 0 0 0,1-1 0 0 0,-1 0 0 0 0,1-1-1 0 0,22-21 60 0 0,-20 21-49 0 0,0-1-7 0 0,0 1 0 0 0,0-1-1 0 0,1 1 1 0 0,-1 0 0 0 0,1 0 0 0 0,-1 1 0 0 0,1-1 0 0 0,0 1 0 0 0,0-1 0 0 0,-1 1 0 0 0,1 0 0 0 0,0 1 0 0 0,5-1 0 0 0,-1 0 2 0 0,-1 1 1 0 0,1 1-1 0 0,0 0 1 0 0,0 0-1 0 0,-1 0 1 0 0,1 1 0 0 0,14 5-1 0 0,66 30 27 0 0,108 61 0 0 0,-44-19-335 0 0,-141-74 176 0 0,-9-3-4 0 0,1-1-1 0 0,-1 1 0 0 0,0-1 0 0 0,1 0 1 0 0,0 1-1 0 0,-1-1 0 0 0,1-1 0 0 0,-1 1 1 0 0,1 0-1 0 0,0-1 0 0 0,0 1 1 0 0,-1-1-1 0 0,1 0 0 0 0,0 0 0 0 0,0 0 1 0 0,5 0-1 0 0,-8-1 12 0 0,0 1 0 0 0,1 0 1 0 0,-1 0-1 0 0,0-1 0 0 0,1 1 0 0 0,-1 0 1 0 0,0-1-1 0 0,1 1 0 0 0,-1 0 0 0 0,0-1 0 0 0,0 1 1 0 0,1 0-1 0 0,-1-1 0 0 0,0 1 0 0 0,0-1 1 0 0,0 1-1 0 0,0 0 0 0 0,1-1 0 0 0,-1 1 1 0 0,0-1-1 0 0,0 1 0 0 0,0-1 0 0 0,0 1 1 0 0,0-1-1 0 0,0 1 0 0 0,0 0 0 0 0,0-2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1:19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34 160 0 0,'0'0'4642'0'0,"0"1"-4562"0"0,0 3 0 0 0,-1-3-73 0 0,1 0 0 0 0,0 0 0 0 0,-1 0 0 0 0,1-1 0 0 0,-1 1 0 0 0,1 0 0 0 0,-1 0 0 0 0,1 0 0 0 0,-1 0-1 0 0,1 0 1 0 0,-1-1 0 0 0,0 1 0 0 0,0 0 0 0 0,1 0 0 0 0,-1-1 0 0 0,0 1 0 0 0,0-1 0 0 0,0 1 0 0 0,0-1 0 0 0,0 1 0 0 0,0-1 0 0 0,0 1-1 0 0,-2-1 1 0 0,-8 7 27 0 0,0 4 94 0 0,2 0 0 0 0,0 0 1 0 0,0 1-1 0 0,-9 15 0 0 0,17-25-107 0 0,-1 0 1 0 0,0-1 0 0 0,0 1-1 0 0,0-1 1 0 0,0 1 0 0 0,0-1-1 0 0,0 0 1 0 0,0 0 0 0 0,0 0-1 0 0,0 0 1 0 0,-1 0 0 0 0,1 0-1 0 0,0-1 1 0 0,-1 1 0 0 0,1-1-1 0 0,0 0 1 0 0,-1 0 0 0 0,1 1-1 0 0,-1-2 1 0 0,1 1 0 0 0,-3 0-1 0 0,-15 1 276 0 0,-10 1 270 0 0,29-2-529 0 0,-1 0 1 0 0,1 0-1 0 0,0 0 1 0 0,0 0-1 0 0,0 0 1 0 0,-1 0-1 0 0,1 0 0 0 0,0 0 1 0 0,0 0-1 0 0,0-1 1 0 0,0 1-1 0 0,-1 0 1 0 0,1-1-1 0 0,0 1 1 0 0,0-1-1 0 0,0 1 1 0 0,0-1-1 0 0,0 1 0 0 0,0-1 1 0 0,-2-1-1 0 0,3 1-35 0 0,0 1 0 0 0,0-1 0 0 0,0 1-1 0 0,0-1 1 0 0,0 1 0 0 0,-1-1 0 0 0,1 1-1 0 0,0-1 1 0 0,0 1 0 0 0,-1-1 0 0 0,1 1 0 0 0,0 0-1 0 0,0-1 1 0 0,-1 1 0 0 0,1-1 0 0 0,-1 1-1 0 0,1 0 1 0 0,0-1 0 0 0,-1 1 0 0 0,1 0 0 0 0,-1 0-1 0 0,1-1 1 0 0,-1 1 0 0 0,1 0 0 0 0,-1 0-1 0 0,1 0 1 0 0,-1 0 0 0 0,1-1 0 0 0,-1 1 0 0 0,1 0-1 0 0,-1 0 1 0 0,1 0 0 0 0,-2 0 0 0 0,-5-4-44 0 0,13-2-2 0 0,-5 6 38 0 0,0-1-1 0 0,0 0 0 0 0,0 0 1 0 0,0 0-1 0 0,0 0 1 0 0,0 0-1 0 0,0 0 0 0 0,0 0 1 0 0,-1 0-1 0 0,1 0 1 0 0,0 0-1 0 0,-1-1 0 0 0,1 1 1 0 0,-1 0-1 0 0,1 0 1 0 0,-1-1-1 0 0,1 1 0 0 0,-1 0 1 0 0,0-1-1 0 0,0-1 1 0 0,0 0-21 0 0,0 1 1 0 0,0-1-1 0 0,0 0 1 0 0,0 0-1 0 0,0 0 1 0 0,1 0 0 0 0,-1 0-1 0 0,1 0 1 0 0,0 1-1 0 0,0-1 1 0 0,0 0-1 0 0,0 0 1 0 0,0 1 0 0 0,1-1-1 0 0,-1 1 1 0 0,1-1-1 0 0,-1 1 1 0 0,5-4-1 0 0,1-2-37 0 0,-4-8-81 0 0,-3 15 131 0 0,0 0-1 0 0,0 0 1 0 0,0 0-1 0 0,0 0 1 0 0,0 0-1 0 0,0 0 1 0 0,0 0-1 0 0,1 0 1 0 0,-1 0-1 0 0,0 0 1 0 0,1 0-1 0 0,-1 0 1 0 0,0 0-1 0 0,1 0 1 0 0,-1 0-1 0 0,1 0 1 0 0,0 0-1 0 0,1-1 0 0 0,-1 1 13 0 0,1 1-1 0 0,-1-1 1 0 0,1 1-1 0 0,0-1 0 0 0,-1 1 1 0 0,1 0-1 0 0,0 0 0 0 0,0-1 1 0 0,-1 1-1 0 0,1 0 1 0 0,0 1-1 0 0,0-1 0 0 0,-1 0 1 0 0,1 0-1 0 0,0 1 0 0 0,-1-1 1 0 0,1 1-1 0 0,0 0 0 0 0,-1-1 1 0 0,1 1-1 0 0,-1 0 1 0 0,1 0-1 0 0,-1 0 0 0 0,0 0 1 0 0,1 0-1 0 0,-1 0 0 0 0,0 0 1 0 0,1 0-1 0 0,-1 1 0 0 0,0-1 1 0 0,0 1-1 0 0,0-1 1 0 0,0 0-1 0 0,-1 1 0 0 0,1 0 1 0 0,0-1-1 0 0,-1 1 0 0 0,1-1 1 0 0,0 1-1 0 0,-1 0 1 0 0,0-1-1 0 0,0 1 0 0 0,1 0 1 0 0,-1 0-1 0 0,0-1 0 0 0,0 1 1 0 0,0 0-1 0 0,-1 2 0 0 0,1 6 126 0 0,0 0-1 0 0,-1 0 0 0 0,0-1 0 0 0,0 1 1 0 0,-1 0-1 0 0,0-1 0 0 0,-1 1 0 0 0,0-1 0 0 0,-8 15 1 0 0,9-19-116 0 0,-1-1 0 0 0,0 0 0 0 0,0 0 1 0 0,-1 0-1 0 0,1-1 0 0 0,-1 1 0 0 0,0-1 1 0 0,0 0-1 0 0,0 0 0 0 0,0 0 0 0 0,-1 0 1 0 0,1-1-1 0 0,-1 1 0 0 0,1-1 1 0 0,-1-1-1 0 0,0 1 0 0 0,0-1 0 0 0,0 1 1 0 0,0-1-1 0 0,0-1 0 0 0,-6 1 0 0 0,5 0 20 0 0,-1-1-1 0 0,1 1 1 0 0,0-2-1 0 0,-1 1 1 0 0,1-1-1 0 0,-1 0 0 0 0,-9-3 1 0 0,14 4-29 0 0,1-1 0 0 0,-1 1-1 0 0,1-1 1 0 0,-1 0 0 0 0,1 1 0 0 0,-1-1 0 0 0,1 0 0 0 0,-1 0 0 0 0,1 0 0 0 0,0 0-1 0 0,-1-1 1 0 0,1 1 0 0 0,0 0 0 0 0,0 0 0 0 0,0-1 0 0 0,0 1 0 0 0,0-1 0 0 0,0 1-1 0 0,0-1 1 0 0,1 1 0 0 0,-1-1 0 0 0,1 1 0 0 0,-1-1 0 0 0,1 0 0 0 0,-1 1 0 0 0,1-1-1 0 0,0 0 1 0 0,0-2 0 0 0,-1-10-15 0 0,5-27-118 0 0,-3 39 132 0 0,0 0 1 0 0,0 0 0 0 0,0 1 0 0 0,0-1 0 0 0,1 0-1 0 0,-1 0 1 0 0,0 1 0 0 0,1-1 0 0 0,-1 1 0 0 0,1 0-1 0 0,0-1 1 0 0,0 1 0 0 0,-1 0 0 0 0,1 0 0 0 0,0 0-1 0 0,0 0 1 0 0,0 0 0 0 0,3-1 0 0 0,7-4-2 0 0,6-3 24 0 0,37 5 41 0 0,1 5-62 0 0,-56-1 0 0 0,0 0 0 0 0,1 0 0 0 0,-1 0 0 0 0,0 0 0 0 0,0 1 0 0 0,1-1 0 0 0,-1 0 0 0 0,0 0 0 0 0,0 0 0 0 0,0 0 0 0 0,1 0 0 0 0,-1 0 0 0 0,0 1 0 0 0,0-1 0 0 0,0 0 0 0 0,1 0 0 0 0,-1 0 0 0 0,0 1 0 0 0,0-1 0 0 0,0 0 0 0 0,0 0 0 0 0,1 1 0 0 0,-1-1 0 0 0,0 0 0 0 0,0 0 0 0 0,0 1 0 0 0,0-1 0 0 0,0 0 0 0 0,0 0 0 0 0,0 1 0 0 0,0-1 0 0 0,0 0 0 0 0,0 0 0 0 0,0 1 0 0 0,0-1 0 0 0,0 0 0 0 0,0 0 0 0 0,0 1 0 0 0,0-1 0 0 0,0 0 0 0 0,0 0 0 0 0,0 1 0 0 0,0-1 0 0 0,-1 0 0 0 0,1 0 0 0 0,0 1 0 0 0,0-1 0 0 0,0 0 0 0 0,0 0 0 0 0,0 0 0 0 0,-1 1 0 0 0,1-1 0 0 0,0 0 0 0 0,0 0 0 0 0,0 0 0 0 0,-1 0 0 0 0,1 1 0 0 0,0-1 0 0 0,0 0 0 0 0,-1 0 0 0 0,1 0 0 0 0,0 0 0 0 0,0 0 0 0 0,-1 0 0 0 0,1 0 0 0 0,-56 22 160 0 0,-90 24 0 0 0,135-44-131 0 0,10-2-24 0 0,0 0 1 0 0,0 0-1 0 0,-1 0 1 0 0,1 0-1 0 0,0 0 1 0 0,0 1-1 0 0,0-1 0 0 0,0 0 1 0 0,0 1-1 0 0,0-1 1 0 0,0 0-1 0 0,0 1 1 0 0,0-1-1 0 0,0 1 1 0 0,0 0-1 0 0,0-1 1 0 0,1 1-1 0 0,-1 0 1 0 0,0-1-1 0 0,0 1 1 0 0,1 0-1 0 0,-1 0 1 0 0,-1 1-1 0 0,2-1 48 0 0,0-2-73 0 0,0 1 10 0 0,0-1 0 0 0,0 1 1 0 0,0-1-1 0 0,0 1 0 0 0,0-1 0 0 0,0 1 0 0 0,0-1 0 0 0,0 1 0 0 0,0 0 0 0 0,0-1 0 0 0,0 1 1 0 0,0-1-1 0 0,0 1 0 0 0,1-1 0 0 0,-1 1 0 0 0,0-1 0 0 0,0 1 0 0 0,0 0 0 0 0,1-1 1 0 0,-1 1-1 0 0,0 0 0 0 0,0-1 0 0 0,1 1 0 0 0,-1-1 0 0 0,0 1 0 0 0,1 0 0 0 0,-1 0 0 0 0,1-1 1 0 0,5-1-57 0 0,-5 2 55 0 0,0 0-1 0 0,-1 0 1 0 0,1 0-1 0 0,0 0 1 0 0,0 0 0 0 0,0 0-1 0 0,-1-1 1 0 0,1 1-1 0 0,0 0 1 0 0,0 0-1 0 0,-1-1 1 0 0,1 1 0 0 0,0-1-1 0 0,0 1 1 0 0,-1-1-1 0 0,1 1 1 0 0,-1-1 0 0 0,1 1-1 0 0,0-1 1 0 0,-1 0-1 0 0,1 1 1 0 0,-1-1 0 0 0,1 0-1 0 0,-1 1 1 0 0,0-1-1 0 0,1 0 1 0 0,-1 0 0 0 0,0 1-1 0 0,1-1 1 0 0,-1 0-1 0 0,0 0 1 0 0,0 1-1 0 0,0-2 1 0 0,1 0-3 0 0,-1 1 1 0 0,0-1-1 0 0,1 1 0 0 0,-1 0 1 0 0,1-1-1 0 0,-1 1 0 0 0,1 0 1 0 0,0-1-1 0 0,0 1 0 0 0,-1 0 1 0 0,1 0-1 0 0,0 0 0 0 0,0 0 0 0 0,0 0 1 0 0,0 0-1 0 0,0 0 0 0 0,0 0 1 0 0,1 0-1 0 0,-1 0 0 0 0,2-1 1 0 0,14-12-127 0 0,3-3-167 0 0,40-27 1 0 0,-58 43 284 0 0,1 0 0 0 0,-1 0 0 0 0,1 0 0 0 0,-1 0 0 0 0,0 1 0 0 0,1-1 0 0 0,-1 1 0 0 0,1-1 0 0 0,0 1 0 0 0,-1 0 0 0 0,4 0 0 0 0,-5 0-13 0 0,0 0 0 0 0,0 0-1 0 0,0 0 1 0 0,0 1 0 0 0,0-1 0 0 0,0 0 0 0 0,-1 0 0 0 0,1 0-1 0 0,0 1 1 0 0,0-1 0 0 0,0 0 0 0 0,0 1 0 0 0,-1-1 0 0 0,1 1 0 0 0,0-1-1 0 0,0 1 1 0 0,-1-1 0 0 0,1 1 0 0 0,0-1 0 0 0,-1 1 0 0 0,1 0 0 0 0,-1-1-1 0 0,1 1 1 0 0,-1 0 0 0 0,1-1 0 0 0,-1 1 0 0 0,1 0 0 0 0,-1 0-1 0 0,0 0 1 0 0,1 0 0 0 0,-1-1 0 0 0,0 1 0 0 0,0 0 0 0 0,1 1 0 0 0,-3 5-417 0 0,0-1 0 0 0,0 0 1 0 0,0 0-1 0 0,0 0 0 0 0,-1 0 1 0 0,-5 7-1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1:41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844 53 240 0 0,'85'-26'3255'0'0,"-85"23"-612"0"0,-10-1-2349 0 0,-5-3 237 0 0,14 6-483 0 0,1 1-1 0 0,-1-1 1 0 0,0 0 0 0 0,1 0-1 0 0,-1 1 1 0 0,0-1 0 0 0,0 0-1 0 0,0 1 1 0 0,0-1-1 0 0,1 1 1 0 0,-1-1 0 0 0,0 1-1 0 0,0 0 1 0 0,0-1 0 0 0,0 1-1 0 0,0 0 1 0 0,0 0-1 0 0,0 0 1 0 0,0-1 0 0 0,0 1-1 0 0,0 0 1 0 0,0 0-1 0 0,-2 1 1 0 0,-28-2 185 0 0,30 1-155 0 0,-4 0 136 0 0,0 0-41 0 0,-34-1 115 0 0,18 0-240 0 0,0 1 0 0 0,1 1 0 0 0,-30 4 0 0 0,24-4 19 0 0,-14-1-17 0 0,37 0-46 0 0,-1-1 0 0 0,1 1 0 0 0,0 0 0 0 0,-1 0 0 0 0,1 0-1 0 0,-1 1 1 0 0,1-1 0 0 0,0 1 0 0 0,0 0 0 0 0,-5 1 0 0 0,4 0-4 0 0,-12 2 111 0 0,15-4-106 0 0,0 0 0 0 0,0 0 0 0 0,0 0 0 0 0,0 0 1 0 0,0 0-1 0 0,1 0 0 0 0,-1 1 0 0 0,0-1 0 0 0,0 0 1 0 0,0 0-1 0 0,1 1 0 0 0,-1-1 0 0 0,0 0 0 0 0,0 1 0 0 0,1-1 1 0 0,-1 1-1 0 0,0-1 0 0 0,1 1 0 0 0,-1-1 0 0 0,0 1 1 0 0,1-1-1 0 0,-1 1 0 0 0,1 0 0 0 0,-1 0 0 0 0,-4 2 3 0 0,1 0 0 0 0,-1-1 0 0 0,1 1 0 0 0,-1-1 0 0 0,0-1 0 0 0,0 1 0 0 0,0 0 0 0 0,0-1 0 0 0,-8 1 0 0 0,3-1-33 0 0,-1 2-1 0 0,1-1 0 0 0,0 1 0 0 0,0 1 1 0 0,0 0-1 0 0,0 0 0 0 0,1 1 0 0 0,0 0 0 0 0,0 0 1 0 0,0 1-1 0 0,0 1 0 0 0,1-1 0 0 0,0 1 0 0 0,-11 13 1 0 0,19-19 33 0 0,0-1 0 0 0,-1 1 0 0 0,1 0 1 0 0,-1-1-1 0 0,1 1 0 0 0,-1 0 0 0 0,0-1 1 0 0,1 1-1 0 0,-1-1 0 0 0,0 1 0 0 0,1-1 1 0 0,-1 1-1 0 0,0-1 0 0 0,1 1 0 0 0,-1-1 1 0 0,0 0-1 0 0,0 1 0 0 0,0-1 0 0 0,1 0 1 0 0,-1 0-1 0 0,0 0 0 0 0,0 0 0 0 0,0 1 1 0 0,0-1-1 0 0,1 0 0 0 0,-1 0 0 0 0,0-1 1 0 0,0 1-1 0 0,0 0 0 0 0,0 0 0 0 0,1 0 1 0 0,-2-1-1 0 0,-4 0 26 0 0,-24 21 193 0 0,24-18-200 0 0,7-5-4 0 0,-1-3 26 0 0,-30 13 39 0 0,25-5-87 0 0,0 1-1 0 0,1-1 1 0 0,0 1 0 0 0,-1 0 0 0 0,1 1-1 0 0,0-1 1 0 0,1 1 0 0 0,-1 0 0 0 0,0 0-1 0 0,-3 6 1 0 0,-29 25-89 0 0,12-21 122 0 0,20-12-20 0 0,0-1-1 0 0,1 1 1 0 0,-1 1 0 0 0,1-1 0 0 0,0 0 0 0 0,0 1 0 0 0,-1 0 0 0 0,2-1-1 0 0,-1 1 1 0 0,0 0 0 0 0,-2 4 0 0 0,1-3-19 0 0,1 0-1 0 0,-1 0 1 0 0,0 0 0 0 0,-1 0-1 0 0,1-1 1 0 0,0 0 0 0 0,-1 0-1 0 0,0 0 1 0 0,-7 3 0 0 0,11-6 6 0 0,1 0 0 0 0,0 0 0 0 0,-1 0 0 0 0,1 0 0 0 0,0 0 0 0 0,0 0 0 0 0,-1 0 0 0 0,1 1 0 0 0,0-1 0 0 0,0 0 0 0 0,-1 0 0 0 0,1 0 0 0 0,0 0 0 0 0,0 1 0 0 0,0-1 0 0 0,-1 0 0 0 0,1 0 0 0 0,0 0 0 0 0,0 1 0 0 0,0-1 0 0 0,0 0 0 0 0,-1 0 0 0 0,1 1 0 0 0,0-1 0 0 0,0 0 0 0 0,0 0 0 0 0,0 1 0 0 0,0-1 0 0 0,0 0 1 0 0,0 1-1 0 0,0-1 0 0 0,0 0 0 0 0,0 0 0 0 0,0 1 0 0 0,0-1 0 0 0,0 0 0 0 0,0 1 0 0 0,0-1 0 0 0,0 1 0 0 0,0-1 0 0 0,0 1 0 0 0,1-1 0 0 0,-1 1 0 0 0,0-1 0 0 0,0 1-1 0 0,0-1 1 0 0,0 1 0 0 0,0-1 0 0 0,-1 1 0 0 0,1-1 0 0 0,0 0 0 0 0,0 1 0 0 0,0-1 0 0 0,0 1 0 0 0,0-1 0 0 0,-1 1 0 0 0,1-1 0 0 0,0 1 0 0 0,0-1 0 0 0,-1 1 0 0 0,1-1 0 0 0,0 0 0 0 0,-1 1 0 0 0,1-1-1 0 0,0 0 1 0 0,-2 1 0 0 0,-4 2-20 0 0,-6 5-9 0 0,11-6 19 0 0,-1 1 0 0 0,1-1 0 0 0,1 1 0 0 0,-1-1 0 0 0,0 1 0 0 0,1 0 0 0 0,-1 0 0 0 0,1-1 0 0 0,0 1 0 0 0,0 4 0 0 0,-1 21 134 0 0,0-19-111 0 0,0 0 0 0 0,0 0 1 0 0,1 0-1 0 0,0 0 0 0 0,1 0 0 0 0,0 0 1 0 0,1 0-1 0 0,3 14 0 0 0,46 26-27 0 0,-43-36 4 0 0,-7-11 7 0 0,-1-1-1 0 0,1 1 1 0 0,0-1-1 0 0,1 1 1 0 0,-1-1-1 0 0,0 1 1 0 0,0-1-1 0 0,1 0 1 0 0,-1 1-1 0 0,0-1 1 0 0,1 0-1 0 0,-1 0 1 0 0,1 0-1 0 0,0 0 1 0 0,-1 0-1 0 0,1-1 1 0 0,3 2-1 0 0,55 32 57 0 0,-54-32-37 0 0,0 0 1 0 0,-1 1 0 0 0,1 0 0 0 0,-1 0 0 0 0,0 0-1 0 0,5 5 1 0 0,7 4-49 0 0,8-5 18 0 0,-2-2 21 0 0,1 2 0 0 0,41 18 0 0 0,-56-22 8 0 0,-6-1 40 0 0,0 0 0 0 0,0 0 1 0 0,-1 0-1 0 0,1 0 0 0 0,0 0 1 0 0,-1 1-1 0 0,1-1 0 0 0,-1 1 1 0 0,0-1-1 0 0,0 1 0 0 0,0 0 0 0 0,0 0 1 0 0,0 0-1 0 0,1 5 0 0 0,-2-6-10 0 0,0 1-1 0 0,1 0 1 0 0,-1-1-1 0 0,0 1 0 0 0,1-1 1 0 0,-1 0-1 0 0,1 1 1 0 0,0-1-1 0 0,0 0 0 0 0,0 0 1 0 0,0 0-1 0 0,0 0 1 0 0,0-1-1 0 0,1 1 0 0 0,-1 0 1 0 0,1-1-1 0 0,-1 0 1 0 0,1 0-1 0 0,-1 1 0 0 0,1-1 1 0 0,0-1-1 0 0,-1 1 1 0 0,5 0-1 0 0,19 2-50 0 0,-9-2 0 0 0,1 0-1 0 0,-1 1 0 0 0,0 2 0 0 0,1 0 0 0 0,25 9 0 0 0,-28-8-21 0 0,0-1 1 0 0,0-1-1 0 0,0 0 0 0 0,0-1 1 0 0,26 1-1 0 0,19-3-66 0 0,-5-4 174 0 0,11 1 64 0 0,-51 6-143 0 0,0-1 0 0 0,0 0 0 0 0,1-1 0 0 0,-1-1 0 0 0,0-1-1 0 0,23-3 1 0 0,38-5-1 0 0,-38 6-30 0 0,-22 3-75 0 0,1-2 0 0 0,0 0 1 0 0,-1-1-1 0 0,26-7 1 0 0,-41 9 111 0 0,0 0 0 0 0,0 0 0 0 0,-1-1 0 0 0,1 1-1 0 0,0 0 1 0 0,-1 0 0 0 0,1-1 0 0 0,-1 1 0 0 0,0 0 0 0 0,1-1 0 0 0,-1 1 0 0 0,0 0 0 0 0,0-1 0 0 0,0 1 0 0 0,1 0 0 0 0,-2-1 0 0 0,1 1 0 0 0,0 0 0 0 0,0-3 0 0 0,3-21 59 0 0,2 18-52 0 0,-3 4-32 0 0,1 0 0 0 0,-1 0 1 0 0,0 0-1 0 0,0-1 0 0 0,-1 1 0 0 0,1-1 1 0 0,-1 1-1 0 0,0-1 0 0 0,0 0 0 0 0,0 1 1 0 0,0-1-1 0 0,0 0 0 0 0,-1 0 1 0 0,0 0-1 0 0,0-4 0 0 0,2-17-103 0 0,-1 18 124 0 0,0 1 1 0 0,-1 0 0 0 0,0-1 0 0 0,0 1 0 0 0,0 0 0 0 0,-1-1 0 0 0,0 1 0 0 0,0 0 0 0 0,0 0-1 0 0,-4-8 1 0 0,2 8 12 0 0,-1 1-1 0 0,1-1 0 0 0,1 0 0 0 0,-1 0 0 0 0,1 0 1 0 0,0 0-1 0 0,0-1 0 0 0,1 1 0 0 0,-1 0 0 0 0,2-1 1 0 0,-1 1-1 0 0,1-1 0 0 0,0-9 0 0 0,-1 4 4 0 0,1 9-16 0 0,0 0-1 0 0,-1 0 0 0 0,1 0 1 0 0,0 0-1 0 0,0 0 0 0 0,0 0 1 0 0,1 0-1 0 0,-1 0 0 0 0,1 0 1 0 0,0 0-1 0 0,0 1 0 0 0,0-1 1 0 0,1-3-1 0 0,5 0-10 0 0,-6 6 5 0 0,0 0 1 0 0,0-1 0 0 0,0 1 0 0 0,-1-1-1 0 0,1 0 1 0 0,0 1 0 0 0,0-1 0 0 0,0 0-1 0 0,0 1 1 0 0,-1-1 0 0 0,1 0 0 0 0,0 0-1 0 0,-1 0 1 0 0,1 0 0 0 0,-1 1 0 0 0,1-1-1 0 0,-1 0 1 0 0,1 0 0 0 0,-1 0 0 0 0,1 0-1 0 0,-1 0 1 0 0,0 0 0 0 0,0-1 0 0 0,1 1-1 0 0,-1 0 1 0 0,0 0 0 0 0,0 0 0 0 0,0 0-1 0 0,0 0 1 0 0,-1 0 0 0 0,1 0 0 0 0,0 0-1 0 0,0 0 1 0 0,0 0 0 0 0,-1 0 0 0 0,0-1-1 0 0,-7-9 7 0 0,7 10 0 0 0,-1-1 0 0 0,0 0-1 0 0,1 0 1 0 0,-1 0 0 0 0,1 0-1 0 0,0-1 1 0 0,0 1 0 0 0,0 0 0 0 0,0 0-1 0 0,0-1 1 0 0,0 1 0 0 0,1-1-1 0 0,-1 1 1 0 0,1-1 0 0 0,-1-2 0 0 0,1 4-1 0 0,0 0 1 0 0,0 0 0 0 0,0-1 0 0 0,0 1 0 0 0,-1 0 0 0 0,1 0 0 0 0,0-1 0 0 0,-1 1-1 0 0,1 0 1 0 0,-1 0 0 0 0,1 0 0 0 0,-1 0 0 0 0,0 0 0 0 0,1 0 0 0 0,-1 0 0 0 0,0 0 0 0 0,0 0-1 0 0,0 0 1 0 0,0 0 0 0 0,0 0 0 0 0,0 0 0 0 0,0 1 0 0 0,0-1 0 0 0,0 0 0 0 0,-1 0-1 0 0,-6-5 30 0 0,-21-38-26 0 0,26 38-13 0 0,0 1 0 0 0,0-1 1 0 0,0 1-1 0 0,-1 0 1 0 0,1 0-1 0 0,-1 0 0 0 0,-1 0 1 0 0,1 0-1 0 0,-1 1 0 0 0,1 0 1 0 0,-1 0-1 0 0,-1 0 0 0 0,1 1 1 0 0,0 0-1 0 0,-1 0 0 0 0,1 0 1 0 0,-1 1-1 0 0,-12-4 1 0 0,-37-3 94 0 0,41 8-41 0 0,1-1 1 0 0,-1 0-1 0 0,1-2 1 0 0,-1 1-1 0 0,-18-9 0 0 0,32 12-46 0 0,-1-1 0 0 0,0 1 0 0 0,1-1 0 0 0,-1 1 0 0 0,1-1 0 0 0,-1 1 0 0 0,0 0 0 0 0,0-1 0 0 0,1 1 0 0 0,-1 0 0 0 0,0 0 0 0 0,0-1 0 0 0,1 1 0 0 0,-1 0 0 0 0,0 0 0 0 0,0 0 0 0 0,1 0 0 0 0,-1 0 0 0 0,0 0 0 0 0,0 0 0 0 0,0 0 0 0 0,1 0 0 0 0,-1 0 0 0 0,0 1 0 0 0,0-1 0 0 0,1 0 0 0 0,-1 0 0 0 0,-1 1 0 0 0,3 2-44 0 0,0-7-5 0 0,-1 3-100 0 0,7 2-1 0 0,-1-1 0 0 0,1 1 0 0 0,0-1 1 0 0,0-1-1 0 0,8 0 0 0 0,-14 1 117 0 0,-1 0-1 0 0,0 0 0 0 0,1 0 1 0 0,-1 0-1 0 0,0 0 0 0 0,1 0 1 0 0,-1 0-1 0 0,0 1 0 0 0,0-1 1 0 0,1 0-1 0 0,-1 0 0 0 0,0 0 0 0 0,0 1 1 0 0,1-1-1 0 0,-1 0 0 0 0,0 0 1 0 0,0 1-1 0 0,1-1 0 0 0,-1 0 1 0 0,0 0-1 0 0,0 1 0 0 0,0-1 1 0 0,0 0-1 0 0,0 0 0 0 0,1 1 1 0 0,-1-1-1 0 0,0 0 0 0 0,0 1 1 0 0,0-1-1 0 0,0 0 0 0 0,0 1 1 0 0,0-1-1 0 0,0 0 0 0 0,0 1 1 0 0,0-1-1 0 0,0 0 0 0 0,0 1 1 0 0,0-1-1 0 0,0 0 0 0 0,-1 1 1 0 0,1-1-1 0 0,0 0 0 0 0,0 0 1 0 0,0 1-1 0 0,-6 11-1137 0 0,-18-6-1326 0 0,-1-5-1188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1:49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153 145 1441 0 0,'-2'1'144'0'0,"0"1"1"0"0,0-1 0 0 0,0 1 0 0 0,0-1 0 0 0,0 0 0 0 0,0 0-1 0 0,0 0 1 0 0,0 0 0 0 0,-1 0 0 0 0,1 0 0 0 0,0-1-1 0 0,-1 1 1 0 0,1-1 0 0 0,-1 0 0 0 0,1 1 0 0 0,0-1 0 0 0,-4 0-1 0 0,-16 4 731 0 0,-59 28-448 0 0,81-31-454 0 0,-1-1 0 0 0,1 1 0 0 0,-1-1 0 0 0,1 1 0 0 0,-1-1 0 0 0,1 1 0 0 0,-1-1 0 0 0,1 1 0 0 0,0-1 0 0 0,-1 1 0 0 0,1-1 0 0 0,0 1 0 0 0,0 0 0 0 0,0-1 0 0 0,-1 1 0 0 0,1-1 0 0 0,0 1 0 0 0,0 0 0 0 0,0-1 0 0 0,0 1 0 0 0,0 0 0 0 0,0-1 0 0 0,0 1 0 0 0,0 0 0 0 0,0-1 0 0 0,0 1 0 0 0,1 0 0 0 0,-1-1 0 0 0,0 1 0 0 0,0-1 0 0 0,0 1 0 0 0,1 0 0 0 0,-1-1 0 0 0,0 1 0 0 0,1-1 0 0 0,-1 1 0 0 0,1-1 0 0 0,-1 1 0 0 0,1-1 0 0 0,0 1 0 0 0,19 2 27 0 0,-15 0-13 0 0,0-2-41 0 0,-3-1 54 0 0,-1 1 5 0 0,-1-1 0 0 0,1 0-1 0 0,0 0 1 0 0,0 0 0 0 0,0 0 0 0 0,0 0 0 0 0,-1 0 0 0 0,1 0 0 0 0,0 0 0 0 0,0 0 0 0 0,0 0 0 0 0,-1 0 0 0 0,1-1-1 0 0,0 1 1 0 0,0 0 0 0 0,-1-1 0 0 0,1 1 0 0 0,0 0 0 0 0,0-1 0 0 0,-1 1 0 0 0,1-1 0 0 0,0 1 0 0 0,-1-1 0 0 0,1 1-1 0 0,-1-1 1 0 0,1 0 0 0 0,-1 1 0 0 0,1-1 0 0 0,-1 0 0 0 0,1 1 0 0 0,-1-1 0 0 0,1 0 0 0 0,-1 1 0 0 0,0-1 0 0 0,0 0 0 0 0,1 0-1 0 0,-1 0 1 0 0,0 1 0 0 0,0-1 0 0 0,0 0 0 0 0,0 0 0 0 0,0 0 0 0 0,0 0 0 0 0,0 1 0 0 0,0-1 0 0 0,0 0 0 0 0,0 0-1 0 0,-1-1 1 0 0,1 2 9 0 0,0-1-1 0 0,1 0 1 0 0,-1 1-1 0 0,0-1 1 0 0,0 0-1 0 0,0 1 1 0 0,1-1-1 0 0,-1 0 0 0 0,0 1 1 0 0,0-1-1 0 0,1 1 1 0 0,-1-1-1 0 0,1 1 1 0 0,-1-1-1 0 0,0 1 1 0 0,1-1-1 0 0,-1 1 1 0 0,1-1-1 0 0,-1 1 1 0 0,1-1-1 0 0,0 1 0 0 0,-1 0 1 0 0,1-1-1 0 0,-1 1 1 0 0,1 0-1 0 0,0 0 1 0 0,-1-1-1 0 0,1 1 1 0 0,0 0-1 0 0,0 0 1 0 0,0 0 2 0 0,0-1 1 0 0,0 1-1 0 0,0 0 1 0 0,-1 0-1 0 0,1-1 1 0 0,0 1-1 0 0,0 0 1 0 0,-1-1 0 0 0,1 1-1 0 0,0 0 1 0 0,-1-1-1 0 0,1 1 1 0 0,-1-1-1 0 0,1 1 1 0 0,0-1 0 0 0,-1 0-1 0 0,1 1 1 0 0,-1-1-1 0 0,1 0 1 0 0,-1 1-1 0 0,0-1 1 0 0,1 0-1 0 0,-1 1 1 0 0,0-1 0 0 0,1 0-1 0 0,-1 0 1 0 0,0 0-1 0 0,0 1 1 0 0,0-1-1 0 0,0 0 1 0 0,1-1-1 0 0,-3-13 441 0 0,2 12-398 0 0,-1 0 0 0 0,1 0 1 0 0,0 0-1 0 0,-1 0 1 0 0,1 0-1 0 0,1 0 1 0 0,-1 0-1 0 0,0 0 0 0 0,1 0 1 0 0,-1 0-1 0 0,1 0 1 0 0,0 0-1 0 0,0 0 0 0 0,3-5 1 0 0,11-10 184 0 0,-10 12-207 0 0,-1 0 0 0 0,1 1 0 0 0,0-1 0 0 0,1 1 0 0 0,-1 0 0 0 0,1 0 0 0 0,0 1 0 0 0,0 0 1 0 0,1 0-1 0 0,-1 0 0 0 0,1 1 0 0 0,0-1 0 0 0,0 2 0 0 0,11-4 0 0 0,18-1 11 0 0,0 2 0 0 0,0 2 0 0 0,0 1 0 0 0,62 4 0 0 0,-53-1-31 0 0,-39-2-27 0 0,-1 0 1 0 0,1 1 0 0 0,1 0-1 0 0,-1 0 1 0 0,0 0 0 0 0,0 1-1 0 0,-1 0 1 0 0,1 0-1 0 0,0 0 1 0 0,0 1 0 0 0,0 0-1 0 0,-1 0 1 0 0,1 0 0 0 0,-1 1-1 0 0,9 5 1 0 0,1 15 9 0 0,-9-16 11 0 0,1 0-4 0 0,-1 0 0 0 0,0 0 0 0 0,0 1 1 0 0,0 0-1 0 0,-1 0 0 0 0,0 0 0 0 0,-1 0 0 0 0,0 1 1 0 0,0 0-1 0 0,-1 0 0 0 0,0 0 0 0 0,0 0 0 0 0,-1 0 1 0 0,-1 1-1 0 0,1-1 0 0 0,-1 15 0 0 0,-1 86 167 0 0,-2-113-171 0 0,-1 0 1 0 0,0 0-1 0 0,1 0 1 0 0,-1 0 0 0 0,-1 1-1 0 0,1-1 1 0 0,0 1-1 0 0,0 0 1 0 0,-5-2 0 0 0,-7-7 40 0 0,7 5-22 0 0,0 0 0 0 0,0 0 0 0 0,-1 1 0 0 0,0 1 1 0 0,0-1-1 0 0,0 2 0 0 0,0-1 0 0 0,-1 1 0 0 0,1 0 1 0 0,-1 1-1 0 0,0 0 0 0 0,-11 0 0 0 0,-2-1-13 0 0,1 2 0 0 0,0 0 0 0 0,-1 2 0 0 0,-30 3 0 0 0,45-2-12 0 0,0 0 0 0 0,0 0 0 0 0,0 1 0 0 0,0 0-1 0 0,0 0 1 0 0,1 1 0 0 0,-1 0 0 0 0,1 0 0 0 0,0 1 0 0 0,-10 8-1 0 0,15-11 3 0 0,-1 0-1 0 0,1 1 0 0 0,-1-1 1 0 0,1 1-1 0 0,0-1 0 0 0,0 1 1 0 0,0 0-1 0 0,0 0 0 0 0,0 0 1 0 0,1 0-1 0 0,-1 0 0 0 0,1 1 1 0 0,0-1-1 0 0,0 0 0 0 0,0 1 1 0 0,0-1-1 0 0,1 0 0 0 0,0 1 1 0 0,-1-1-1 0 0,1 1 0 0 0,0-1 0 0 0,1 1 1 0 0,-1-1-1 0 0,0 1 0 0 0,1-1 1 0 0,2 6-1 0 0,-1-3 9 0 0,1-1-1 0 0,1 1 1 0 0,-1-1 0 0 0,1 1-1 0 0,0-1 1 0 0,0 0-1 0 0,1-1 1 0 0,-1 1 0 0 0,1-1-1 0 0,0 0 1 0 0,0 0-1 0 0,1 0 1 0 0,-1-1 0 0 0,1 1-1 0 0,0-2 1 0 0,10 5-1 0 0,8 2 0 0 0,1-1-1 0 0,1-1 0 0 0,28 4 1 0 0,55 8-120 0 0,188 6 1 0 0,-233-25-261 0 0,109-13 1 0 0,-108-5-1561 0 0,-4-6-2268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1:50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31 178 400 0 0,'-1'-5'221'0'0,"1"1"-1"0"0,-1-1 1 0 0,0 1-1 0 0,0 0 0 0 0,0-1 1 0 0,0 1-1 0 0,-1 0 1 0 0,1 0-1 0 0,-6-8 1 0 0,5 8-46 0 0,0 0 1 0 0,0 0-1 0 0,0 0 1 0 0,1 0-1 0 0,0-1 1 0 0,-1 1-1 0 0,1 0 1 0 0,1-1-1 0 0,-1 1 1 0 0,0-5-1 0 0,1-67 2720 0 0,1 78-2887 0 0,0 0 0 0 0,0-1 0 0 0,0 1 0 0 0,0-1 0 0 0,0 1 0 0 0,0-1 0 0 0,1 1 0 0 0,-1-1 0 0 0,0 0 0 0 0,1 0 0 0 0,-1 0 0 0 0,1 1 0 0 0,0-1 0 0 0,-1-1 0 0 0,1 1 0 0 0,0 0 0 0 0,-1 0 0 0 0,1-1 0 0 0,0 1 0 0 0,2 0 0 0 0,5 3 24 0 0,203 75 329 0 0,-144-57-282 0 0,63 21 52 0 0,106 40-102 0 0,-221-77-40 0 0,0 2-1 0 0,0 0 0 0 0,-1 0 1 0 0,0 2-1 0 0,-1 0 0 0 0,14 12 1 0 0,-23-18 8 0 0,1 1 0 0 0,-1 0 0 0 0,-1 0 0 0 0,1 0 0 0 0,-1 1 0 0 0,0 0 1 0 0,0 0-1 0 0,0 0 0 0 0,-1 0 0 0 0,0 1 0 0 0,0-1 0 0 0,-1 1 0 0 0,0 0 1 0 0,0-1-1 0 0,0 1 0 0 0,-1 0 0 0 0,1 10 0 0 0,-2 4 22 0 0,1-11 7 0 0,-1 0 1 0 0,1-1-1 0 0,-2 1 0 0 0,1-1 0 0 0,-1 1 1 0 0,-1-1-1 0 0,0 1 0 0 0,0-1 1 0 0,-1 1-1 0 0,0-1 0 0 0,-1 0 1 0 0,0-1-1 0 0,0 1 0 0 0,-8 11 1 0 0,-6 1 145 0 0,-1-1 0 0 0,-1-1 0 0 0,-22 18 1 0 0,1-2 138 0 0,9-5-54 0 0,5-4-9 0 0,-1-2 0 0 0,-41 28-1 0 0,35-31-187 0 0,-60 40 537 0 0,87-56-504 0 0,0 0 0 0 0,0 1 0 0 0,0-1 0 0 0,1 1 0 0 0,0 1 0 0 0,0-1 0 0 0,1 1 0 0 0,-7 9 1 0 0,12-16-97 0 0,0 0 0 0 0,0 1 0 0 0,0-1 0 0 0,0 1 1 0 0,-1-1-1 0 0,1 0 0 0 0,0 1 0 0 0,0-1 0 0 0,0 1 1 0 0,0-1-1 0 0,0 1 0 0 0,0-1 0 0 0,0 1 1 0 0,0-1-1 0 0,0 0 0 0 0,0 1 0 0 0,0-1 0 0 0,1 1 1 0 0,-1-1-1 0 0,0 0 0 0 0,0 1 0 0 0,0-1 1 0 0,1 1-1 0 0,-1-1 0 0 0,0 0 0 0 0,0 1 0 0 0,1-1 1 0 0,-1 0-1 0 0,0 1 0 0 0,0-1 0 0 0,1 0 1 0 0,-1 1-1 0 0,22 7-399 0 0,-11-5-46 0 0,1-2 0 0 0,-1 1-1 0 0,1-1 1 0 0,-1-1 0 0 0,1 0 0 0 0,0 0 0 0 0,-1-1-1 0 0,1-1 1 0 0,19-5 0 0 0,30-26-4581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1:55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31 1121 0 0,'-5'0'1240'0'0,"-15"0"-213"0"0,15 0 4629 0 0,5 2-5576 0 0,5 3-13 0 0,-4-5-61 0 0,0 0-5 0 0,0-1 0 0 0,0 1-1 0 0,-1 0 1 0 0,1 0-1 0 0,0 0 1 0 0,0 0 0 0 0,0 0-1 0 0,0 0 1 0 0,0 0 0 0 0,0 0-1 0 0,-1 0 1 0 0,1 1 0 0 0,0-1-1 0 0,0 0 1 0 0,0 1 0 0 0,0-1-1 0 0,-1 0 1 0 0,1 1 0 0 0,0-1-1 0 0,0 1 1 0 0,-1-1 0 0 0,1 1-1 0 0,0-1 1 0 0,-1 1 0 0 0,1 0-1 0 0,-1-1 1 0 0,1 1 0 0 0,-1 0-1 0 0,1-1 1 0 0,0 2 0 0 0,-1 1 10 0 0,1 0 1 0 0,0 0-1 0 0,-1 0 1 0 0,1 0-1 0 0,0 0 1 0 0,1-1-1 0 0,-1 1 1 0 0,0 0 0 0 0,1-1-1 0 0,-1 1 1 0 0,1-1-1 0 0,0 1 1 0 0,0-1-1 0 0,0 0 1 0 0,0 0-1 0 0,0 0 1 0 0,4 3 0 0 0,20 26 86 0 0,-17-11-56 0 0,-7-15-52 0 0,0 0-1 0 0,0-1 1 0 0,0 1 0 0 0,1-1 0 0 0,0 1 0 0 0,0-1 0 0 0,6 7-1 0 0,20 33 76 0 0,-26-38-57 0 0,0 1 0 0 0,1-1 0 0 0,0 0 0 0 0,0 0 0 0 0,0-1-1 0 0,6 6 1 0 0,9 8-14 0 0,27 36-1 0 0,5-21 100 0 0,39 61-159 0 0,-85-76 34 0 0,0-1-16 0 0,10 0-19 0 0,-11-15 159 0 0,0 1 1 0 0,0 0-1 0 0,-1 0 1 0 0,0 0 0 0 0,0 0-1 0 0,0 1 1 0 0,-1-1-1 0 0,1 1 1 0 0,-1 0-1 0 0,0 0 1 0 0,0-1-1 0 0,-1 1 1 0 0,1 1 0 0 0,-1-1-1 0 0,0 7 1 0 0,-1-13-160 0 0,0-1-114 0 0,0 1 170 0 0,0 0 0 0 0,0 0 0 0 0,0 0 0 0 0,0 0 0 0 0,0 1 0 0 0,0-1 0 0 0,0 0 0 0 0,0 0 0 0 0,0 0-1 0 0,1 0 1 0 0,-1 0 0 0 0,0 0 0 0 0,0 1 0 0 0,1-1 0 0 0,-1 0 0 0 0,1 0 0 0 0,-1 0 0 0 0,0 1 0 0 0,1-1 0 0 0,1-1-1 0 0,3-2-33 0 0,-1-1 0 0 0,1 1-1 0 0,0-1 1 0 0,-1 0 0 0 0,0-1-1 0 0,0 1 1 0 0,-1-1-1 0 0,6-9 1 0 0,7-13-27 0 0,43-59-28 0 0,83-96 0 0 0,-137 176 158 0 0,0 0 0 0 0,-1 0-1 0 0,0 0 1 0 0,0 0 0 0 0,-1-1-1 0 0,5-14 1 0 0,-5 14-34 0 0,-1 0 1 0 0,2 0-1 0 0,-1 0 0 0 0,1 1 0 0 0,0-1 1 0 0,9-10-1 0 0,17-13 323 0 0,-10 20-187 0 0,-40 2-200 0 0,40 3-1531 0 0,1-1 1 0 0,-1-1 0 0 0,31-18 0 0 0,-48 25 1261 0 0,28-13-2412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1:56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0 251 1201 0 0,'3'-30'3967'0'0,"11"18"-2639"0"0,-6 7-1288 0 0,-7 5-27 0 0,-1 0 0 0 0,0-1 0 0 0,1 1 0 0 0,-1 0-1 0 0,1-1 1 0 0,-1 1 0 0 0,0-1 0 0 0,1 1 0 0 0,-1 0-1 0 0,0-1 1 0 0,0 1 0 0 0,1-1 0 0 0,-1 1 0 0 0,0-1-1 0 0,0 1 1 0 0,0-1 0 0 0,0 1 0 0 0,1-1 0 0 0,-1 1 0 0 0,0-1-1 0 0,0 1 1 0 0,0-1 0 0 0,0 1 0 0 0,0-2 0 0 0,4-9 93 0 0,47-20 41 0 0,-51 30-147 0 0,0 1 1 0 0,1 0-1 0 0,-1 0 1 0 0,1-1 0 0 0,-1 1-1 0 0,0-1 1 0 0,1 1-1 0 0,-1 0 1 0 0,0-1-1 0 0,1 1 1 0 0,-1-1-1 0 0,0 1 1 0 0,0-1-1 0 0,0 1 1 0 0,1 0-1 0 0,-1-1 1 0 0,0 1-1 0 0,0-1 1 0 0,0 1-1 0 0,0-1 1 0 0,0 1-1 0 0,0-1 1 0 0,0 0-1 0 0,0 1 1 0 0,0-1-1 0 0,0 1 1 0 0,0-1-1 0 0,0 1 1 0 0,0-1 0 0 0,-1 0-1 0 0,1 1 2 0 0,0-1-1 0 0,0 1 1 0 0,0 0 0 0 0,0-1 0 0 0,0 1-1 0 0,0-1 1 0 0,0 1 0 0 0,0 0 0 0 0,0-1-1 0 0,0 1 1 0 0,0-1 0 0 0,0 1-1 0 0,0 0 1 0 0,0-1 0 0 0,0 1 0 0 0,0-1-1 0 0,0 1 1 0 0,0 0 0 0 0,0-1 0 0 0,1 1-1 0 0,-1 0 1 0 0,0-1 0 0 0,0 1-1 0 0,0 0 1 0 0,1-1 0 0 0,-1 1 0 0 0,0 0-1 0 0,1-1 1 0 0,-1 1 0 0 0,0 0 0 0 0,0 0-1 0 0,1-1 1 0 0,-1 1 0 0 0,1 0-1 0 0,-1 0 1 0 0,1 0 0 0 0,6-3 10 0 0,-6 3-8 0 0,0 0 0 0 0,0 0 0 0 0,-1-1 0 0 0,1 1 0 0 0,0 0 1 0 0,0 0-1 0 0,0-1 0 0 0,-1 1 0 0 0,1-1 0 0 0,0 1 0 0 0,0 0 0 0 0,-1-1 0 0 0,1 0 0 0 0,0 1 1 0 0,-1-1-1 0 0,1 1 0 0 0,-1-1 0 0 0,1 0 0 0 0,-1 1 0 0 0,1-1 0 0 0,-1 0 0 0 0,1 0 1 0 0,-1 1-1 0 0,1-1 0 0 0,-1 0 0 0 0,0 0 0 0 0,0 0 0 0 0,1 1 0 0 0,-1-1 0 0 0,0 0 0 0 0,0 0 1 0 0,0 0-1 0 0,0 0 0 0 0,0 0 0 0 0,0-1 0 0 0,0 2-2 0 0,0-1 0 0 0,0 0-1 0 0,0 1 1 0 0,0-1 0 0 0,1 1 0 0 0,-1-1 0 0 0,0 0 0 0 0,0 1-1 0 0,1-1 1 0 0,-1 1 0 0 0,0-1 0 0 0,1 1 0 0 0,-1-1 0 0 0,0 1-1 0 0,1-1 1 0 0,-1 1 0 0 0,1 0 0 0 0,-1-1 0 0 0,1 1-1 0 0,-1-1 1 0 0,1 1 0 0 0,-1 0 0 0 0,1 0 0 0 0,-1-1 0 0 0,1 1-1 0 0,0 0 1 0 0,-1 0 0 0 0,1 0 0 0 0,-1-1 0 0 0,1 1-1 0 0,0 0 1 0 0,0 0-1 0 0,0 0 0 0 0,0 0-1 0 0,0 0 1 0 0,-1-1 0 0 0,1 1-1 0 0,0 0 1 0 0,-1 0 0 0 0,1-1-1 0 0,0 1 1 0 0,0 0 0 0 0,-1-1-1 0 0,1 1 1 0 0,-1-1 0 0 0,1 1-1 0 0,0-1 1 0 0,-1 1 0 0 0,1-1-1 0 0,-1 0 1 0 0,1 1-1 0 0,-1-1 1 0 0,0 0 0 0 0,1 1-1 0 0,-1-1 1 0 0,1 0 0 0 0,-1 1-1 0 0,0-1 1 0 0,0 0 0 0 0,1 0-1 0 0,-1 1 1 0 0,0-1 0 0 0,0 0-1 0 0,0-1 1 0 0,4-34-101 0 0,-3 34 96 0 0,0 0 1 0 0,0 1 0 0 0,0-1-1 0 0,0 1 1 0 0,0-1 0 0 0,1 1 0 0 0,-1 0-1 0 0,0-1 1 0 0,1 1 0 0 0,-1 0-1 0 0,1 0 1 0 0,0 0 0 0 0,2-1-1 0 0,-4 2 6 0 0,1 0 0 0 0,-1 0 0 0 0,0 0 0 0 0,0 0 0 0 0,1 0-1 0 0,-1 0 1 0 0,0 0 0 0 0,0 0 0 0 0,0 0 0 0 0,1 0 0 0 0,-1 0 0 0 0,0 0-1 0 0,0 0 1 0 0,1-1 0 0 0,-1 1 0 0 0,0 0 0 0 0,0 0 0 0 0,0 0 0 0 0,1 0-1 0 0,-1 0 1 0 0,0 0 0 0 0,0-1 0 0 0,0 1 0 0 0,0 0 0 0 0,1 0 0 0 0,-1 0-1 0 0,0-1 1 0 0,0 1 0 0 0,0 0 0 0 0,0 0 0 0 0,0 0 0 0 0,0-1 0 0 0,0 1-1 0 0,1 0 1 0 0,-1 0 0 0 0,0 0 0 0 0,0-1 0 0 0,0 1 0 0 0,0 0 0 0 0,0 0-1 0 0,0-1 1 0 0,0 1 0 0 0,0 0 0 0 0,0 0 0 0 0,0-1 0 0 0,0 1 0 0 0,0 0-1 0 0,-1 0 1 0 0,1 0 0 0 0,0-1 0 0 0,0 1 0 0 0,0 0 0 0 0,0 0 0 0 0,0-1-1 0 0,0 1 1 0 0,0 0 0 0 0,-1 0 0 0 0,1 0 0 0 0,0 0 0 0 0,0-1 0 0 0,-1 1-1 0 0,1 0 22 0 0,6 2-1 0 0,-4-2-3 0 0,-1 0-13 0 0,0-1 0 0 0,0 1 0 0 0,0 0 0 0 0,0 0 0 0 0,0 0 1 0 0,0 0-1 0 0,0 0 0 0 0,0 1 0 0 0,0-1 0 0 0,0 0 0 0 0,0 0 1 0 0,0 1-1 0 0,0-1 0 0 0,0 0 0 0 0,0 1 0 0 0,0-1 0 0 0,0 1 1 0 0,0 0-1 0 0,0-1 0 0 0,-1 1 0 0 0,1 0 0 0 0,1 1 0 0 0,-2-1-1 0 0,1-1 0 0 0,-1 1 0 0 0,0 0-1 0 0,0 0 1 0 0,1 0 0 0 0,-1-1 0 0 0,0 1-1 0 0,1 0 1 0 0,-1-1 0 0 0,1 1 0 0 0,-1 0-1 0 0,1-1 1 0 0,-1 1 0 0 0,1 0-1 0 0,-1-1 1 0 0,1 1 0 0 0,-1-1 0 0 0,1 1-1 0 0,0-1 1 0 0,0 1 0 0 0,-1-1 0 0 0,1 1-1 0 0,0-1 1 0 0,-1 0 0 0 0,2 1-1 0 0,20 15 194 0 0,-11-1-63 0 0,0 0 0 0 0,0 1 0 0 0,-2 0 0 0 0,0 1 0 0 0,0-1 0 0 0,-2 2 0 0 0,6 18 0 0 0,-5-2-35 0 0,-5-21-114 0 0,-1 0 0 0 0,2-1 0 0 0,0 1 0 0 0,0-1 0 0 0,1 1 0 0 0,0-1 0 0 0,1-1 0 0 0,1 1 0 0 0,10 14 0 0 0,-15-24 14 0 0,0 0-5 0 0,1 0 1 0 0,-1 0 0 0 0,0 0 0 0 0,0 0 0 0 0,0 1-1 0 0,0-1 1 0 0,0 1 0 0 0,0-1 0 0 0,-1 1-1 0 0,1 0 1 0 0,-1 0 0 0 0,0 0 0 0 0,0 0 0 0 0,0 0-1 0 0,0 0 1 0 0,0 0 0 0 0,-1 0 0 0 0,1 0-1 0 0,-1 0 1 0 0,0 0 0 0 0,0 4 0 0 0,0-7-27 0 0,0 1 1 0 0,0-1-1 0 0,0 0 1 0 0,0 1 0 0 0,0-1-1 0 0,0 0 1 0 0,0 1-1 0 0,0-1 1 0 0,0 0-1 0 0,0 1 1 0 0,0-1-1 0 0,0 0 1 0 0,0 1 0 0 0,0-1-1 0 0,1 0 1 0 0,-1 0-1 0 0,0 1 1 0 0,0-1-1 0 0,0 0 1 0 0,1 0-1 0 0,-1 1 1 0 0,0-1 0 0 0,0 0-1 0 0,1 0 1 0 0,-1 0-1 0 0,0 1 1 0 0,0-1-1 0 0,1 0 1 0 0,-1 0-1 0 0,0 0 1 0 0,1 0 0 0 0,-1 0-1 0 0,0 1 1 0 0,1-1-1 0 0,-1 0 1 0 0,0 0-1 0 0,1 0 1 0 0,15-4-1156 0 0,10-12-1394 0 0,-21-3-247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1:56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71 2001 0 0,'0'-7'1681'0'0,"-30"7"-321"0"0,30-6-239 0 0,-31 6 1200 0 0,62 0-2161 0 0,-1-6-80 0 0,60-7-80 0 0,1-1-80 0 0,-1 3-320 0 0,25 3-1201 0 0,-24 2-1360 0 0,-31 12 159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1:57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 3282 0 0,'-44'0'2755'0'0,"37"0"-1462"0"0,23 0-779 0 0,-11 0 433 0 0,0 0-774 0 0,12 1-80 0 0,1 1 0 0 0,-1 1 0 0 0,23 7 0 0 0,-13-3-70 0 0,-1-1 0 0 0,34 2-1 0 0,-51-7-63 0 0,90 3-671 0 0,-36-9-2710 0 0,-58-1 1101 0 0,-5-6 53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1:57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1521 0 0,'0'-6'4562'0'0,"0"-2"-3762"0"0,31 8 401 0 0,-1 8-881 0 0,0-8-160 0 0,30 6-320 0 0,-36-6-1281 0 0,7 6-1280 0 0,-1-1 80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18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1361 0 0,'-1'-9'6496'0'0,"3"16"-3487"0"0,2-4-3950 0 0,17 6 1189 0 0,0 0 1 0 0,0 1-1 0 0,-2 1 1 0 0,1 1 0 0 0,27 22-1 0 0,-20-15-59 0 0,21 21 130 0 0,-38-31-257 0 0,-1 0 0 0 0,2 0 0 0 0,-1-1 0 0 0,1-1-1 0 0,0 0 1 0 0,1 0 0 0 0,22 9 0 0 0,-15-9-43 0 0,-1 1-1 0 0,0 0 1 0 0,-1 2 0 0 0,27 18-1 0 0,-35-22 11 0 0,0 0-1 0 0,1 0 0 0 0,0-1 0 0 0,13 5 0 0 0,-13-6-5 0 0,-1 0-1 0 0,0 0 1 0 0,-1 1-1 0 0,16 10 1 0 0,-16-9-48 0 0,1-1 0 0 0,0-1 1 0 0,0 1-1 0 0,1-1 0 0 0,12 3 0 0 0,-16-5 34 0 0,1 0 0 0 0,-1 0-1 0 0,0 0 1 0 0,0 1 0 0 0,0 0-1 0 0,0 0 1 0 0,-1 0 0 0 0,1 1-1 0 0,-1 0 1 0 0,9 8-1 0 0,-12-9 2 0 0,1 0-1 0 0,-1 0 0 0 0,1 0 1 0 0,0 0-1 0 0,0 0 0 0 0,1 0 1 0 0,-1-1-1 0 0,0 0 0 0 0,7 4 1 0 0,24 19 137 0 0,-18-12-113 0 0,0-1 1 0 0,1-1 0 0 0,1 0-1 0 0,28 13 1 0 0,-43-23-35 0 0,82 61 80 0 0,-76-56-65 0 0,-13-5-175 0 0,1-6-165 0 0,11-4-152 0 0,-3 7 447 0 0,-4 1 28 0 0,1 1 0 0 0,-1 0 1 0 0,0-1-1 0 0,0 1 0 0 0,0 0 0 0 0,-1-1 1 0 0,1 1-1 0 0,0-1 0 0 0,0 0 1 0 0,0 1-1 0 0,0-1 0 0 0,0 0 0 0 0,-1 1 1 0 0,1-1-1 0 0,0 0 0 0 0,0 0 1 0 0,-1 0-1 0 0,1 0 0 0 0,-1 1 0 0 0,1-1 1 0 0,-1 0-1 0 0,1 0 0 0 0,-1 0 1 0 0,0 0-1 0 0,1 0 0 0 0,-1 0 0 0 0,0 0 1 0 0,0-2-1 0 0,1 1 9 0 0,-1 0 1 0 0,0 0-1 0 0,1-1 1 0 0,-1 1-1 0 0,1 0 1 0 0,0 0-1 0 0,-1 0 1 0 0,1 0-1 0 0,0 1 1 0 0,0-1-1 0 0,0 0 0 0 0,1 0 1 0 0,-1 0-1 0 0,0 1 1 0 0,1-1-1 0 0,1-1 1 0 0,16-22 185 0 0,-16 20-155 0 0,16-29 350 0 0,1 2-1 0 0,1 0 0 0 0,36-40 0 0 0,-30 48-119 0 0,-23 20-209 0 0,1 1-1 0 0,-1-1 1 0 0,1 0 0 0 0,-1 0 0 0 0,0 0 0 0 0,-1 0 0 0 0,1-1 0 0 0,-1 1 0 0 0,0-1 0 0 0,0 0 0 0 0,0 0 0 0 0,0 0 0 0 0,-1-1 0 0 0,0 1 0 0 0,0 0 0 0 0,-1-1 0 0 0,1 0 0 0 0,0-11 0 0 0,-1 11-5 0 0,0 0 0 0 0,0 0-1 0 0,1 1 1 0 0,-1-1 0 0 0,1 0 0 0 0,1 0 0 0 0,-1 1 0 0 0,1 0 0 0 0,0-1 0 0 0,0 1 0 0 0,1 0 0 0 0,-1 0-1 0 0,1 1 1 0 0,0-1 0 0 0,8-6 0 0 0,-8 8-28 0 0,0-1 0 0 0,-1 0 0 0 0,1 1 1 0 0,-1-1-1 0 0,0 0 0 0 0,0 0 0 0 0,-1-1 0 0 0,1 1 0 0 0,-1-1 0 0 0,0 1 0 0 0,0-1 0 0 0,0 0 0 0 0,-1 1 1 0 0,3-11-1 0 0,-4 15-26 0 0,-1 0 2 0 0,1-1-1 0 0,0 1 1 0 0,0 0 0 0 0,0 0 0 0 0,0-1 0 0 0,0 1 0 0 0,0 0 0 0 0,0 0 0 0 0,0-1 0 0 0,0 1 0 0 0,0 0 0 0 0,0 0-1 0 0,0-1 1 0 0,0 1 0 0 0,0 0 0 0 0,0 0 0 0 0,1-1 0 0 0,-1 1 0 0 0,0 0 0 0 0,0 0 0 0 0,0-1 0 0 0,0 1 0 0 0,0 0-1 0 0,0 0 1 0 0,1 0 0 0 0,-1-1 0 0 0,0 1 0 0 0,0 0 0 0 0,0 0 0 0 0,1 0 0 0 0,-1 0 0 0 0,0 0 0 0 0,0-1-1 0 0,0 1 1 0 0,1 0 0 0 0,-1 0 0 0 0,0 0 0 0 0,0 0 0 0 0,1 0 0 0 0,-1 0 0 0 0,1 0 0 0 0,14-1 64 0 0,-25 1-79 0 0,42-11-1118 0 0,-21 8-278 0 0,0-1 0 0 0,0-1 0 0 0,0 0-1 0 0,12-8 1 0 0,-22 12 1146 0 0,0-1 0 0 0,-1 1 0 0 0,1-1 0 0 0,0 1 0 0 0,-1-1 0 0 0,0 1 0 0 0,1-1 0 0 0,-1 1 0 0 0,0-1 0 0 0,0 1 0 0 0,1-1 0 0 0,-1 0 0 0 0,-1-2 0 0 0,1 4 263 0 0,0-31-3561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19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57 160 0 0,'0'-2'274'0'0,"0"1"-1"0"0,0 0 0 0 0,0-1 1 0 0,0 1-1 0 0,0 0 1 0 0,0-1-1 0 0,0 1 1 0 0,0 0-1 0 0,0-1 1 0 0,1 1-1 0 0,-1 0 1 0 0,1 0-1 0 0,-1-1 1 0 0,1 1-1 0 0,-1 0 0 0 0,1 0 1 0 0,0 0-1 0 0,0 0 1 0 0,-1-1-1 0 0,1 1 1 0 0,0 0-1 0 0,0 1 1 0 0,2-3-1 0 0,28 0 2645 0 0,-13 4-3435 0 0,124-13 343 0 0,-18 1-5948 0 0,-119 15 4014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19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 1361 0 0,'31'0'2961'0'0,"-1"0"-2321"0"0,0 8 1 0 0,30-8-161 0 0,-30 0-240 0 0,31 0-560 0 0,-31-14-881 0 0,0-11-880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21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13 160 0 0,'-1'-1'164'0'0,"0"0"-1"0"0,0 0 1 0 0,0 0 0 0 0,1 1-1 0 0,-1-1 1 0 0,0 0-1 0 0,0 0 1 0 0,-1 1 0 0 0,1-1-1 0 0,0 1 1 0 0,0-1-1 0 0,0 1 1 0 0,0-1 0 0 0,0 1-1 0 0,0 0 1 0 0,-1 0 0 0 0,1 0-1 0 0,0-1 1 0 0,0 1-1 0 0,-3 0 1 0 0,4 0 55 0 0,-6-2 1682 0 0,6 4-973 0 0,1 11 192 0 0,-2-11-1061 0 0,1 0 1 0 0,0-1 0 0 0,0 1 0 0 0,-1 0 0 0 0,1 0 0 0 0,-1-1 0 0 0,0 1 0 0 0,1-1 0 0 0,-1 1-1 0 0,0 0 1 0 0,0-1 0 0 0,0 0 0 0 0,0 1 0 0 0,0-1 0 0 0,-2 2 0 0 0,-10 17 449 0 0,3 12 202 0 0,-8 43 0 0 0,16-65-652 0 0,-3 59 89 0 0,6-56-165 0 0,-2 1 0 0 0,0 0 0 0 0,-3 15 0 0 0,1-17-13 0 0,-5 27-156 0 0,-2 0 0 0 0,-24 60 1 0 0,29-88-93 0 0,0 1 1 0 0,0 0-1 0 0,1-1 1 0 0,1 2-1 0 0,0-1 1 0 0,1 0-1 0 0,0 0 1 0 0,1 1 0 0 0,1 19-1 0 0,0-5-2510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22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1 255 1521 0 0,'30'-6'1520'0'0,"-6"-2"-319"0"0,36-3-321 0 0,1-14-239 0 0,90-27-241 0 0,90-31-320 0 0,-90 39-1281 0 0,-91 19-2961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22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1121 0 0,'30'8'1520'0'0,"0"17"241"0"0,31 50 1200 0 0,-1-4-1360 0 0,-30-33-1281 0 0,0-7-400 0 0,-30-4-80 0 0,31-2-960 0 0,-1-14-1522 0 0,0-22-2160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23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616 37 320 0 0,'0'0'2601'0'0,"1"-1"-2558"0"0,-1 1-1 0 0,0 0 1 0 0,0 0-1 0 0,0 0 1 0 0,0 0-1 0 0,0 0 1 0 0,0 0-1 0 0,0-1 1 0 0,0 1-1 0 0,1 0 1 0 0,-1 0-1 0 0,0 0 1 0 0,0 0-1 0 0,0-1 1 0 0,0 1-1 0 0,0 0 1 0 0,0 0-1 0 0,0 0 1 0 0,0 0-1 0 0,0-1 1 0 0,0 1-1 0 0,0 0 1 0 0,0 0-1 0 0,0 0 1 0 0,0 0-1 0 0,0-1 1 0 0,-1 1-1 0 0,1 0 1 0 0,0 0-1 0 0,0 0 1 0 0,0 0-1 0 0,0 0 1 0 0,0-1-1 0 0,0 1 1 0 0,0 0-1 0 0,0 0 1 0 0,0 0-1 0 0,-1 0 1 0 0,1 0-1 0 0,0 0 1 0 0,0 0-1 0 0,0-1 1 0 0,0 1-1 0 0,0 0 1 0 0,-1 0-1 0 0,1 0 1 0 0,0 0-1 0 0,0 0 1 0 0,0 0-1 0 0,0 0 1 0 0,-1 0-1 0 0,1 0 1 0 0,0 0-1 0 0,0 0 1 0 0,0 0-1 0 0,0 0 1 0 0,-1 0-1 0 0,1 0 1 0 0,0 0-1 0 0,0 0 1 0 0,0 0-1 0 0,0 0 1 0 0,-1 0-1 0 0,1 0 1 0 0,0 0-1 0 0,0 0 1 0 0,0 0-1 0 0,0 1 1 0 0,-1-1-1 0 0,-25-3 397 0 0,-43-1 109 0 0,17 9-121 0 0,-1 1 0 0 0,2 3 0 0 0,-1 2 0 0 0,2 3-1 0 0,-63 24 1 0 0,101-32-297 0 0,2-1-1 0 0,-1 1 1 0 0,1 1-1 0 0,0 0 0 0 0,0 0 1 0 0,1 1-1 0 0,0 0 1 0 0,0 1-1 0 0,1 0 0 0 0,0 0 1 0 0,0 1-1 0 0,-5 11 0 0 0,10-18-122 0 0,1 0-1 0 0,0 1 1 0 0,1-1-1 0 0,-1 1 1 0 0,1-1-1 0 0,-1 1 1 0 0,1 0-1 0 0,0 0 1 0 0,0-1-1 0 0,1 1 1 0 0,-1 0-1 0 0,1 0 1 0 0,0 0-1 0 0,0 0 0 0 0,0 0 1 0 0,0 0-1 0 0,1 0 1 0 0,0-1-1 0 0,-1 1 1 0 0,2 0-1 0 0,-1 0 1 0 0,0-1-1 0 0,1 1 1 0 0,-1 0-1 0 0,1-1 1 0 0,0 0-1 0 0,0 1 0 0 0,1-1 1 0 0,-1 0-1 0 0,0 0 1 0 0,1 0-1 0 0,0 0 1 0 0,0-1-1 0 0,0 1 1 0 0,0-1-1 0 0,0 0 1 0 0,1 0-1 0 0,5 3 1 0 0,5 2-38 0 0,0-2 1 0 0,1 0 0 0 0,-1-1 0 0 0,1 0 0 0 0,0-1 0 0 0,0-1 0 0 0,0 0 0 0 0,0-1 0 0 0,0-1-1 0 0,27-2 1 0 0,-11-1-218 0 0,-1-1-1 0 0,0-1 1 0 0,0-2-1 0 0,31-11 0 0 0,-47 12 150 0 0,0-1 0 0 0,-1 0 0 0 0,1-1-1 0 0,-2-1 1 0 0,1 0 0 0 0,-1-1-1 0 0,-1 0 1 0 0,12-13 0 0 0,-19 18 92 0 0,0 0 0 0 0,0 0 0 0 0,-1-1 0 0 0,0 1 0 0 0,0-1 1 0 0,0 0-1 0 0,-1 0 0 0 0,0 0 0 0 0,0 0 0 0 0,0-1 0 0 0,-1 1 0 0 0,0 0 1 0 0,0-1-1 0 0,0-7 0 0 0,3-20 16 0 0,2 12 22 0 0,2-26 91 0 0,-8 45-118 0 0,-1 0 0 0 0,1 1 0 0 0,-1-1 0 0 0,1 1 0 0 0,-1-1 1 0 0,0 1-1 0 0,0 0 0 0 0,0-1 0 0 0,0 1 0 0 0,0 0 0 0 0,-1 0 0 0 0,1 0 0 0 0,-1 0 1 0 0,1 0-1 0 0,-1 0 0 0 0,0 0 0 0 0,-4-3 0 0 0,-14-4 23 0 0,15 5 93 0 0,5 8-40 0 0,0 0-73 0 0,0-1 0 0 0,0 0 1 0 0,1 0-1 0 0,-1 1 0 0 0,1-1 0 0 0,0 0 1 0 0,0 0-1 0 0,0 0 0 0 0,0 0 0 0 0,0 0 0 0 0,1 0 1 0 0,-1 0-1 0 0,1-1 0 0 0,4 6 0 0 0,6 11 72 0 0,-3-6-30 0 0,-1 1 1 0 0,-1 0 0 0 0,-1 0 0 0 0,0 0-1 0 0,0 1 1 0 0,-2-1 0 0 0,0 1-1 0 0,0 1 1 0 0,-1-1 0 0 0,1 28 0 0 0,-3-5 20 0 0,0-23-2 0 0,0 1 1 0 0,-1 0-1 0 0,-1 0 0 0 0,-1 0 1 0 0,-3 18-1 0 0,-2-8 22 0 0,4-11-53 0 0,-1 0-1 0 0,-1 0 1 0 0,0-1 0 0 0,0 0-1 0 0,-1 0 1 0 0,-15 23 0 0 0,-4-7-11 0 0,25-30-27 0 0,0 0 0 0 0,-1 1 0 0 0,1-1-1 0 0,0 0 1 0 0,-1 0 0 0 0,1 0-1 0 0,0 1 1 0 0,0-1 0 0 0,-1 0 0 0 0,1 0-1 0 0,0 1 1 0 0,0-1 0 0 0,0 0 0 0 0,-1 1-1 0 0,1-1 1 0 0,0 0 0 0 0,0 1 0 0 0,0-1-1 0 0,0 0 1 0 0,0 1 0 0 0,0-1 0 0 0,0 0-1 0 0,-1 1 1 0 0,1-1 0 0 0,0 1 0 0 0,0-1-1 0 0,0 0 1 0 0,1 1 0 0 0,-1-1 0 0 0,0 0-1 0 0,0 1 1 0 0,0-1 0 0 0,0 0-1 0 0,0 1 1 0 0,0-1 0 0 0,0 0 0 0 0,1 1-1 0 0,-1-1 1 0 0,0 0 0 0 0,0 1 0 0 0,0-1-1 0 0,1 0 1 0 0,-1 0 0 0 0,0 1 0 0 0,0-1-1 0 0,1 0 1 0 0,-1 0 0 0 0,0 0 0 0 0,1 1-1 0 0,-1-1 1 0 0,0 0 0 0 0,1 0 0 0 0,-1 0-1 0 0,0 0 1 0 0,1 0 0 0 0,-1 1 0 0 0,0-1-1 0 0,1 0 1 0 0,-1 0 0 0 0,0 0-1 0 0,1 0 1 0 0,15-2-2935 0 0,-41-9-986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24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34 1201 0 0,'-91'0'4228'0'0,"91"0"-4212"0"0,0 0 1 0 0,0 0-1 0 0,0 0 0 0 0,0 0 0 0 0,0 0 0 0 0,0 0 1 0 0,0 1-1 0 0,-1-1 0 0 0,1 0 0 0 0,0 0 0 0 0,0 0 1 0 0,0 0-1 0 0,0 1 0 0 0,0-1 0 0 0,0 0 0 0 0,0 0 1 0 0,0 0-1 0 0,0 0 0 0 0,0 1 0 0 0,0-1 0 0 0,0 0 1 0 0,0 0-1 0 0,0 0 0 0 0,0 0 0 0 0,0 1 0 0 0,0-1 0 0 0,0 0 1 0 0,0 0-1 0 0,0 0 0 0 0,1 0 0 0 0,-1 0 0 0 0,0 1 1 0 0,0-1-1 0 0,0 0 0 0 0,0 0 0 0 0,0 0 0 0 0,0 0 1 0 0,0 0-1 0 0,1 0 0 0 0,-1 1 0 0 0,0-1 0 0 0,0 0 1 0 0,0 0-1 0 0,0 0 0 0 0,0 0 0 0 0,1 0 0 0 0,-1 0 1 0 0,0 0-1 0 0,0 0 0 0 0,0 0 0 0 0,0 0 0 0 0,1 0 1 0 0,-1 0-1 0 0,0 0 0 0 0,0 0 0 0 0,0 0 0 0 0,0 0 1 0 0,1 0-1 0 0,-1 0 0 0 0,0 0 0 0 0,0 0 0 0 0,0 0 1 0 0,0 0-1 0 0,0 0 0 0 0,1 0 0 0 0,-1 0 0 0 0,0 0 1 0 0,0 0-1 0 0,0-1 0 0 0,8 1 83 0 0,-3 0-30 0 0,1 0 0 0 0,-1 0 0 0 0,0 0 0 0 0,0 1 0 0 0,0 0 0 0 0,0 0 0 0 0,0 0 0 0 0,7 3 0 0 0,-6-2-27 0 0,0 0-1 0 0,0 0 1 0 0,0-1 0 0 0,0 0-1 0 0,1 0 1 0 0,-1 0-1 0 0,1-1 1 0 0,-1 0-1 0 0,7 0 1 0 0,33 1 196 0 0,54 3 466 0 0,183-17-1 0 0,-128 2-443 0 0,-73 7-166 0 0,72-4 146 0 0,207 15 0 0 0,-327-6-131 0 0,61-4 0 0 0,-12 0 60 0 0,153-5 218 0 0,-75 17-313 0 0,14 1-42 0 0,16 1 212 0 0,28 1 79 0 0,-187-12-215 0 0,-1-2 0 0 0,1-1 0 0 0,-1-2 0 0 0,56-15 1 0 0,-60 7 71 0 0,-24 10-194 0 0,-1 1-1 0 0,2 0 1 0 0,-1 1-1 0 0,0-1 1 0 0,0 0-1 0 0,0 1 1 0 0,1 0 0 0 0,-1 0-1 0 0,1 0 1 0 0,-1 0-1 0 0,1 0 1 0 0,-1 1 0 0 0,1 0-1 0 0,0-1 1 0 0,-1 1-1 0 0,1 1 1 0 0,-1-1 0 0 0,6 1-1 0 0,-9-1-24 0 0,1 0-1 0 0,-1 0 1 0 0,0 0-1 0 0,1 0 1 0 0,-1 0-1 0 0,0 0 1 0 0,1 0 0 0 0,-1 0-1 0 0,1 0 1 0 0,-1 0-1 0 0,0 0 1 0 0,1 1-1 0 0,-1-1 1 0 0,0 0-1 0 0,1 0 1 0 0,-1 0 0 0 0,0 0-1 0 0,1 1 1 0 0,-1-1-1 0 0,0 0 1 0 0,1 0-1 0 0,-1 1 1 0 0,0-1-1 0 0,0 0 1 0 0,1 1-1 0 0,-1-1 1 0 0,0 0 0 0 0,0 1-1 0 0,0-1 1 0 0,1 0-1 0 0,-1 1 1 0 0,0-1-1 0 0,0 0 1 0 0,0 1-1 0 0,0-1 1 0 0,0 0 0 0 0,0 1-1 0 0,0-1 1 0 0,0 1-1 0 0,0-1 1 0 0,0 0-1 0 0,0 1 1 0 0,0-1-1 0 0,0 0 1 0 0,0 1-1 0 0,0 0 1 0 0,-45 32-4977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27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91 269 1121 0 0,'-1'-3'137'0'0,"1"-1"0"0"0,0 1 0 0 0,-1-1 0 0 0,0 1 1 0 0,0-1-1 0 0,0 1 0 0 0,0 0 0 0 0,-1 0 0 0 0,1-1 1 0 0,-1 1-1 0 0,0 0 0 0 0,0 0 0 0 0,0 1 0 0 0,0-1 1 0 0,-1 0-1 0 0,1 1 0 0 0,-4-4 0 0 0,3 4-31 0 0,0 0 0 0 0,1-1 0 0 0,0 0 0 0 0,-1 0 0 0 0,1 1-1 0 0,0-1 1 0 0,0-1 0 0 0,0 1 0 0 0,1 0 0 0 0,-1 0 0 0 0,1-1 0 0 0,-1 1-1 0 0,1 0 1 0 0,1-1 0 0 0,-1 0 0 0 0,0 1 0 0 0,0-6 0 0 0,1 9-97 0 0,0-1 1 0 0,0 1 0 0 0,0-1-1 0 0,0 1 1 0 0,0-1-1 0 0,0 1 1 0 0,-1 0-1 0 0,1-1 1 0 0,0 1-1 0 0,0-1 1 0 0,0 1 0 0 0,-1-1-1 0 0,1 1 1 0 0,0 0-1 0 0,-1-1 1 0 0,1 1-1 0 0,0 0 1 0 0,-1-1-1 0 0,1 1 1 0 0,0 0 0 0 0,-1-1-1 0 0,1 1 1 0 0,-1 0-1 0 0,1 0 1 0 0,-1 0-1 0 0,1-1 1 0 0,-1 1 0 0 0,1 0-1 0 0,0 0 1 0 0,-1 0-1 0 0,1 0 1 0 0,-1 0-1 0 0,1 0 1 0 0,-1 0-1 0 0,1 0 1 0 0,-1 0 0 0 0,0 0-1 0 0,0 0 1 0 0,1 0-1 0 0,-1 0 1 0 0,0 0-1 0 0,1 0 1 0 0,-1 0-1 0 0,0 0 1 0 0,1 0-1 0 0,-1 0 1 0 0,1-1-1 0 0,-1 1 1 0 0,0 0-1 0 0,1 0 1 0 0,-1-1-1 0 0,1 1 1 0 0,-1 0-1 0 0,1-1 1 0 0,-1 1-1 0 0,0 0 1 0 0,1-1-1 0 0,0 1 1 0 0,-1-1-1 0 0,1 1 1 0 0,-1-1-1 0 0,1 1 1 0 0,-1-1-1 0 0,1 1 1 0 0,0-1-1 0 0,0 1 1 0 0,-1-1-1 0 0,1 0 1 0 0,0 1-1 0 0,0-1 1 0 0,-1 1-1 0 0,1-1 1 0 0,0 0-1 0 0,0 1 1 0 0,0-1-1 0 0,0-1 1 0 0,0-11 3124 0 0,5 13-3067 0 0,2-1-51 0 0,0 0 1 0 0,0 0-1 0 0,0 0 0 0 0,0-1 1 0 0,-1 0-1 0 0,1 0 1 0 0,7-4-1 0 0,50-15 186 0 0,72 2 519 0 0,311-32 653 0 0,-443 51-1352 0 0,41-2-2576 0 0,-41 4 284 0 0,-27 4 122 0 0,-33 6-1480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28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27 160 0 0,'-5'0'253'0'0,"4"0"-198"0"0,0 0-1 0 0,0 0 1 0 0,0 0 0 0 0,0 0 0 0 0,0 0 0 0 0,0 0 0 0 0,0-1 0 0 0,0 1 0 0 0,0 0 0 0 0,0 0 0 0 0,0-1 0 0 0,0 1 0 0 0,0-1 0 0 0,0 1 0 0 0,0-1 0 0 0,0 1-1 0 0,0-1 1 0 0,0 1 0 0 0,0-1 0 0 0,0 0 0 0 0,1 0 0 0 0,-1 1 0 0 0,0-1 0 0 0,1 0 0 0 0,-2-2 0 0 0,1 3-7 0 0,0-1 0 0 0,0 0 0 0 0,0 0 0 0 0,0 1 0 0 0,0-1 0 0 0,0 0 0 0 0,0 1 0 0 0,0-1 0 0 0,-1 1 0 0 0,1-1 0 0 0,0 1 0 0 0,0 0 0 0 0,0 0 0 0 0,-1-1 0 0 0,1 1 0 0 0,0 0 0 0 0,0 0 0 0 0,-1 0 0 0 0,1 0 0 0 0,0 0 0 0 0,0 1 0 0 0,-1-1 0 0 0,1 0 0 0 0,-1 1 0 0 0,-4-4 716 0 0,5 2-724 0 0,0 1-1 0 0,0-1 0 0 0,0 1 0 0 0,0-1 0 0 0,0 1 1 0 0,0 0-1 0 0,0-1 0 0 0,0 1 0 0 0,0 0 0 0 0,0 0 1 0 0,-1-1-1 0 0,1 1 0 0 0,0 0 0 0 0,0 0 1 0 0,0 0-1 0 0,0 1 0 0 0,0-1 0 0 0,-1 0 0 0 0,1 0 1 0 0,-1 1-1 0 0,1 0 9 0 0,1 0 1 0 0,0 0 0 0 0,0 0-1 0 0,0 0 1 0 0,0 0-1 0 0,0 0 1 0 0,0 0 0 0 0,1 0-1 0 0,-1 0 1 0 0,0 0 0 0 0,0 0-1 0 0,1-1 1 0 0,-1 1-1 0 0,0 0 1 0 0,1 0 0 0 0,-1 0-1 0 0,1 0 1 0 0,-1-1 0 0 0,1 1-1 0 0,0 0 1 0 0,0 0-1 0 0,9 0 59 0 0,-14 3-156 0 0,-3 5 176 0 0,6-8-112 0 0,1 0 0 0 0,-1-1 0 0 0,1 1 0 0 0,0 0 0 0 0,0 0 0 0 0,0 0 0 0 0,-1 0 0 0 0,1 0 0 0 0,0 0 0 0 0,0 0 0 0 0,0 0 0 0 0,0 0 0 0 0,1 0 0 0 0,-1 0 0 0 0,0-1 0 0 0,0 1 1 0 0,0 0-1 0 0,1 0 0 0 0,-1 0 0 0 0,1 0 0 0 0,-1 0 0 0 0,0 0 0 0 0,1-1 0 0 0,-1 1 0 0 0,1 0 0 0 0,0 0 0 0 0,-1-1 0 0 0,1 1 0 0 0,0 0 0 0 0,-1-1 0 0 0,1 1 0 0 0,0-1 0 0 0,0 1 0 0 0,1 0 0 0 0,-1 0 17 0 0,0 0 0 0 0,1 1 0 0 0,-1-1 0 0 0,0 0 0 0 0,0 1 0 0 0,0 0 0 0 0,0-1 0 0 0,0 1 0 0 0,0-1 0 0 0,0 1 0 0 0,0 0 0 0 0,-1 0 0 0 0,2 3-1 0 0,-2 116 877 0 0,0-120-903 0 0,0 0 0 0 0,0 0 0 0 0,0-1 0 0 0,1 1 0 0 0,-1 0 0 0 0,0 0 1 0 0,0-1-1 0 0,1 1 0 0 0,-1 0 0 0 0,1 0 0 0 0,-1-1 0 0 0,1 1 1 0 0,-1-1-1 0 0,1 1 0 0 0,-1 0 0 0 0,1-1 0 0 0,-1 1 0 0 0,1-1 0 0 0,0 1 1 0 0,-1-1-1 0 0,1 1 0 0 0,0-1 0 0 0,-1 0 0 0 0,1 1 0 0 0,0-1 1 0 0,1 1-1 0 0,-2-1 1 0 0,1 0 0 0 0,0 1 0 0 0,0-1 1 0 0,0 1-1 0 0,0-1 0 0 0,0 1 0 0 0,0-1 0 0 0,-1 1 1 0 0,1-1-1 0 0,0 1 0 0 0,0 0 0 0 0,-1 0 0 0 0,1-1 1 0 0,0 1-1 0 0,-1 0 0 0 0,1 0 0 0 0,-1 0 0 0 0,1 0 1 0 0,-1 0-1 0 0,0-1 0 0 0,1 1 0 0 0,-1 0 1 0 0,0 0-1 0 0,1 0 0 0 0,-1 0 0 0 0,0 2 0 0 0,3 42 198 0 0,-2-43-195 0 0,0 0 0 0 0,-1 0 0 0 0,1-1 0 0 0,0 1 0 0 0,0 0 0 0 0,0-1 0 0 0,1 1-1 0 0,-1-1 1 0 0,0 1 0 0 0,0-1 0 0 0,1 1 0 0 0,-1-1 0 0 0,1 0 0 0 0,0 0 0 0 0,2 2 0 0 0,-3 0 2 0 0,1-1 0 0 0,-1 1 0 0 0,0 0 1 0 0,0 0-1 0 0,-1 0 0 0 0,1 0 0 0 0,-1 0 0 0 0,1-1 0 0 0,-1 1 0 0 0,0 0 0 0 0,0 0 0 0 0,0 0 0 0 0,-1 0 0 0 0,0 6 1 0 0,0-1 35 0 0,1-7-44 0 0,0 0 0 0 0,0 1 0 0 0,0-1 0 0 0,0 0 0 0 0,-1 0 0 0 0,1 1 0 0 0,0-1 0 0 0,-1 0 1 0 0,1 0-1 0 0,-1 0 0 0 0,1 0 0 0 0,-1 0 0 0 0,1 0 0 0 0,-1 0 0 0 0,0 0 0 0 0,0 0 0 0 0,1 0 1 0 0,-1 0-1 0 0,0 0 0 0 0,0 0 0 0 0,0 0 0 0 0,-2 0 0 0 0,2 0 5 0 0,0 0 0 0 0,-1 0 0 0 0,1 0 0 0 0,0 0 0 0 0,0 0 0 0 0,0 0 0 0 0,0 1-1 0 0,0-1 1 0 0,0 0 0 0 0,1 0 0 0 0,-1 1 0 0 0,0-1 0 0 0,1 0 0 0 0,-1 1 0 0 0,0-1 0 0 0,1 1 0 0 0,0-1 0 0 0,-1 1-1 0 0,1-1 1 0 0,0 1 0 0 0,0-1 0 0 0,0 4 0 0 0,0 97 472 0 0,0-101-477 0 0,0 0 0 0 0,0 0 1 0 0,0 0-1 0 0,1-1 0 0 0,-1 1 0 0 0,0 0 0 0 0,0 0 0 0 0,1 0 0 0 0,-1 0 0 0 0,1 0 0 0 0,-1-1 0 0 0,1 1 0 0 0,-1 0 0 0 0,1 0 1 0 0,-1-1-1 0 0,1 1 0 0 0,0 0 0 0 0,-1-1 0 0 0,1 1 0 0 0,0-1 0 0 0,-1 1 0 0 0,1-1 0 0 0,0 1 0 0 0,0-1 0 0 0,1 1 0 0 0,9 8 11 0 0,-7 15 103 0 0,-4-22-70 0 0,0 0 0 0 0,0 1 0 0 0,0-1 0 0 0,0 1 0 0 0,1-1 0 0 0,-1 0 0 0 0,1 1-1 0 0,-1-1 1 0 0,1 0 0 0 0,0 0 0 0 0,1 3 0 0 0,8 5 185 0 0,2 4 4 0 0,-9 1 3 0 0,2-16-533 0 0,0 0 127 0 0,-4 2 121 0 0,0-2 0 0 0,1 1-1 0 0,-1 0 1 0 0,0 0 0 0 0,0 0 0 0 0,0 0 0 0 0,0-1-1 0 0,0 1 1 0 0,0 0 0 0 0,0-1 0 0 0,0 1 0 0 0,0-1-1 0 0,0 0 1 0 0,0 1 0 0 0,0-1 0 0 0,0 0 0 0 0,-1 1-1 0 0,1-1 1 0 0,0 0 0 0 0,0 0 0 0 0,-1 0 0 0 0,1 1-1 0 0,0-1 1 0 0,-1 0 0 0 0,1 0 0 0 0,-1 0 0 0 0,1 0-1 0 0,0-2 1 0 0,24-35-2675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31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721 191 2001 0 0,'1'-2'66'0'0,"-1"1"1"0"0,0 0-1 0 0,1 0 1 0 0,-1 0-1 0 0,1 0 1 0 0,-1 0-1 0 0,1 0 1 0 0,0 0 0 0 0,-1 1-1 0 0,1-1 1 0 0,0 0-1 0 0,0 0 1 0 0,0 0-1 0 0,0 1 1 0 0,-1-1-1 0 0,1 0 1 0 0,0 1-1 0 0,0-1 1 0 0,0 1-1 0 0,0-1 1 0 0,0 1-1 0 0,1-1 1 0 0,-1 1-1 0 0,0 0 1 0 0,0 0-1 0 0,0-1 1 0 0,2 1-1 0 0,50-7 297 0 0,-11 1-40 0 0,38-7-96 0 0,-69 2-628 0 0,8 7-559 0 0,1 0-1 0 0,1 2 1 0 0,29-1 0 0 0,-45 3 6749 0 0,-10-1-5482 0 0,-22-4 45 0 0,-1 1 0 0 0,0 1-1 0 0,1 2 1 0 0,-45 3 0 0 0,-112 16 790 0 0,174-17-1082 0 0,-109 23 602 0 0,57-9-524 0 0,45-12-111 0 0,1 2 0 0 0,-1 0-1 0 0,1 1 1 0 0,1 0 0 0 0,-1 1-1 0 0,1 1 1 0 0,1 1 0 0 0,-16 11 0 0 0,26-17-26 0 0,0 1 0 0 0,0 0 1 0 0,0 0-1 0 0,0 1 0 0 0,1-1 1 0 0,0 1-1 0 0,0-1 0 0 0,-3 7 1 0 0,-20 27 26 0 0,-124 128 332 0 0,144-159-350 0 0,1 0 1 0 0,1 1-1 0 0,0 0 1 0 0,0-1-1 0 0,0 1 1 0 0,1 1-1 0 0,0-1 1 0 0,1 0-1 0 0,-2 10 1 0 0,-17 46 57 0 0,-29 14-135 0 0,48-72 77 0 0,0 0-1 0 0,1 0 1 0 0,0 0 0 0 0,0 0-1 0 0,0 0 1 0 0,1 1-1 0 0,0-1 1 0 0,0 0-1 0 0,1 0 1 0 0,0 0-1 0 0,0 0 1 0 0,0 0-1 0 0,3 8 1 0 0,5-2-17 0 0,1-1 0 0 0,0 1 0 0 0,1-2 0 0 0,0 1-1 0 0,1-1 1 0 0,0-1 0 0 0,1 0 0 0 0,25 13 0 0 0,0-4-16 0 0,0-1 0 0 0,51 14-1 0 0,-41-15-35 0 0,-15-7 109 0 0,-24-8-54 0 0,32 7-108 0 0,0-2 0 0 0,1-2 0 0 0,-1-2 0 0 0,71-5 0 0 0,105-33-21 0 0,8-2 186 0 0,-155 30 7 0 0,1-3 0 0 0,-1-4 0 0 0,81-27 0 0 0,-140 39-13 0 0,1 1-1 0 0,0-1 1 0 0,20 0-1 0 0,-25 3-12 0 0,0 0-1 0 0,-1-1 1 0 0,1 0-1 0 0,0 0 0 0 0,12-5 1 0 0,30-4-19 0 0,-43 9-23 0 0,1 1-1 0 0,-1-1 1 0 0,1-1 0 0 0,-1 1 0 0 0,1-1 0 0 0,-1 0 0 0 0,0 0-1 0 0,0-1 1 0 0,8-4 0 0 0,22-12 7 0 0,-28 16 4 0 0,-1 0 0 0 0,1-1 0 0 0,-1 0 0 0 0,13-9-1 0 0,17-32 84 0 0,-4 2 2 0 0,44-34 112 0 0,-53 55-115 0 0,0-2-1 0 0,-2 0 1 0 0,0-1-1 0 0,-2-1 0 0 0,18-29 1 0 0,-36 49-61 0 0,-1 1 1 0 0,1-1-1 0 0,-1 1 1 0 0,0-1-1 0 0,0 1 1 0 0,-1-1-1 0 0,0 0 0 0 0,0 1 1 0 0,0-1-1 0 0,-1 0 1 0 0,0 1-1 0 0,0-1 1 0 0,0 0-1 0 0,0 1 1 0 0,-1 0-1 0 0,0-1 1 0 0,0 1-1 0 0,-1 0 0 0 0,0 0 1 0 0,1 0-1 0 0,-2 0 1 0 0,1 1-1 0 0,-4-6 1 0 0,-19-15 113 0 0,-1 1 1 0 0,-44-30-1 0 0,8 8 100 0 0,35 27-153 0 0,-1 0-1 0 0,0 2 1 0 0,-2 1-1 0 0,0 2 1 0 0,-1 1-1 0 0,0 1 1 0 0,0 2-1 0 0,-2 1 1 0 0,1 2-1 0 0,-1 1 1 0 0,-62-3-1 0 0,70 9-202 0 0,0 1-1 0 0,-33 5 0 0 0,49-3-81 0 0,-1-1-1 0 0,1 1 1 0 0,0 0-1 0 0,0 1 0 0 0,0 0 1 0 0,1 1-1 0 0,0 0 1 0 0,-18 12-1 0 0,-28 23-2427 0 0,-5 0-2294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01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31 566 800 0 0,'0'-58'4162'0'0,"-30"8"-1921"0"0,30-13-1680 0 0,0 5-561 0 0,30 1 0 0 0,-30 7 160 0 0,0-8 0 0 0,0-11-320 0 0,0 23 160 0 0,30 15 0 0 0,-30 17 80 0 0,0 3 0 0 0,31 11-240 0 0,-31 6 0 0 0,0 7-721 0 0,0 4-1600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01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0 147 1361 0 0,'30'-20'1840'0'0,"0"1"-319"0"0,1 0-320 0 0,-1 0-401 0 0,0 2-320 0 0,0-3-240 0 0,31 7-560 0 0,-31-1-960 0 0,0 9-721 0 0,0 5-160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01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1 720 0 0,'60'31'2802'0'0,"0"32"-1"0"0,31 1-1761 0 0,-61-18-1040 0 0,31-10-80 0 0,-1-3 80 0 0,-30-14 0 0 0,0-5 80 0 0,1-3-400 0 0,-1-11-1281 0 0,-30-6-2961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02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26 720 0 0,'-31'-6'2321'0'0,"1"0"-1760"0"0,0-2-1282 0 0,30 3-1360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02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31 1361 0 0,'-30'-5'1440'0'0,"0"-1"321"0"0,0 0-1441 0 0,30-2-80 0 0,-30 3-240 0 0,-1 5-640 0 0,31 5-400 0 0,-30 3-801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03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385 92 880 0 0,'0'0'176'0'0,"1"-1"-1"0"0,-1 0 0 0 0,0 1 0 0 0,0-1 0 0 0,0 1 0 0 0,0-1 0 0 0,1 0 0 0 0,-1 1 1 0 0,0-1-1 0 0,0 0 0 0 0,0 1 0 0 0,-1-1 0 0 0,1 1 0 0 0,0-1 0 0 0,0 0 1 0 0,0 1-1 0 0,0-1 0 0 0,0 1 0 0 0,-1-1 0 0 0,1 0 0 0 0,0 1 0 0 0,-1-1 0 0 0,1 1 1 0 0,0-1-1 0 0,-1 1 0 0 0,1-1 0 0 0,-1 1 0 0 0,1-1 0 0 0,0 1 0 0 0,-2-1 1 0 0,-17-1-62 0 0,1 1 1 0 0,-1 1 0 0 0,0 1-1 0 0,1 0 1 0 0,-1 1 0 0 0,0 1-1 0 0,-26 9 1 0 0,15-4-81 0 0,0 2 0 0 0,0 1 0 0 0,-45 24 0 0 0,73-34-20 0 0,-1 0 0 0 0,1 1 0 0 0,0-1 0 0 0,-1 0 0 0 0,1 1 0 0 0,0-1 0 0 0,0 1 0 0 0,0-1 0 0 0,0 1 0 0 0,1 0-1 0 0,-1 0 1 0 0,0 0 0 0 0,1 0 0 0 0,-1 0 0 0 0,1 1 0 0 0,0-1 0 0 0,0 0 0 0 0,0 1 0 0 0,0-1 0 0 0,0 0 0 0 0,0 1-1 0 0,0 3 1 0 0,1-3 3 0 0,1-1 0 0 0,-1 1 0 0 0,1-1 0 0 0,0 0 0 0 0,0 1 0 0 0,0-1-1 0 0,0 0 1 0 0,0 0 0 0 0,1 0 0 0 0,-1 1 0 0 0,0-1 0 0 0,1-1 0 0 0,0 1-1 0 0,-1 0 1 0 0,1 0 0 0 0,0 0 0 0 0,0-1 0 0 0,4 3 0 0 0,1 1 6 0 0,1 0 0 0 0,0-1 0 0 0,-1 0 0 0 0,2-1 1 0 0,-1 0-1 0 0,0 0 0 0 0,1 0 0 0 0,-1-1 1 0 0,1-1-1 0 0,11 2 0 0 0,0-2-6 0 0,-1-1 0 0 0,36-4 0 0 0,-32 1-26 0 0,-1-1-1 0 0,0-1 0 0 0,0-1 1 0 0,-1-1-1 0 0,0-1 0 0 0,38-20 1 0 0,-58 28 10 0 0,36-21 2 0 0,-1-1 1 0 0,61-49-1 0 0,-30 21 53 0 0,-37 27-42 0 0,-30 23-14 0 0,1 0 0 0 0,-1 0 0 0 0,0 0 0 0 0,0-1 0 0 0,0 1 0 0 0,1 0 0 0 0,-1 0 0 0 0,0 0 0 0 0,0-1 0 0 0,0 1 0 0 0,1 0 0 0 0,-1 0 0 0 0,0 0 0 0 0,0-1 0 0 0,0 1 0 0 0,0 0 0 0 0,0-1 0 0 0,1 1 0 0 0,-1 0 0 0 0,0 0 0 0 0,0-1 0 0 0,0 1 0 0 0,0 0 0 0 0,0 0 0 0 0,0-1 0 0 0,0 1 0 0 0,0 0 0 0 0,0-1 0 0 0,0 1 0 0 0,0 0 0 0 0,0 0 0 0 0,0-1 0 0 0,-1 1 0 0 0,1 0 0 0 0,0 0 0 0 0,0-1 0 0 0,0 1 0 0 0,0 0 0 0 0,0 0 0 0 0,0-1 0 0 0,-1 1 0 0 0,1 0 0 0 0,0 0 0 0 0,0-1 0 0 0,0 1 0 0 0,-1 0 0 0 0,1 0 0 0 0,0 0 0 0 0,0 0 0 0 0,-1-1 0 0 0,-24-6 0 0 0,-24-1 0 0 0,43 8 0 0 0,5 0 2 0 0,1 0 0 0 0,0 0 0 0 0,-1 0 0 0 0,1 0 0 0 0,0 0 0 0 0,0 0 0 0 0,-1 0 0 0 0,1 0 0 0 0,0 0 0 0 0,0 0 0 0 0,-1 1 0 0 0,1-1 0 0 0,0 0 0 0 0,0 0 0 0 0,-1 0 0 0 0,1 0 0 0 0,0 1 0 0 0,0-1 0 0 0,0 0 0 0 0,-1 0 0 0 0,1 0 0 0 0,0 1 0 0 0,0-1 0 0 0,0 0 0 0 0,0 0 0 0 0,0 1 0 0 0,0-1 0 0 0,-1 0 0 0 0,1 0 0 0 0,0 1 0 0 0,0-1 0 0 0,0 0 0 0 0,0 0 0 0 0,0 1 0 0 0,0-1 0 0 0,0 0 0 0 0,0 1 1 0 0,7 25 93 0 0,20 28-21 0 0,-8-17 0 0 0,-1 2-1 0 0,-1-1 1 0 0,12 48 0 0 0,-25-60-40 0 0,-1 1 0 0 0,-1-1 0 0 0,-1 1 0 0 0,-4 35 1 0 0,1 4 28 0 0,2-10-78 0 0,0-55-2 0 0,0 0-1 0 0,1 0 0 0 0,-1 0 1 0 0,0 0-1 0 0,0 0 0 0 0,0 0 0 0 0,1 0 1 0 0,-1-1-1 0 0,1 1 0 0 0,-1 0 0 0 0,0 0 1 0 0,1 0-1 0 0,0-1 0 0 0,-1 1 1 0 0,1 0-1 0 0,-1-1 0 0 0,1 1 0 0 0,0 0 1 0 0,-1-1-1 0 0,1 1 0 0 0,0-1 0 0 0,0 1 1 0 0,-1-1-1 0 0,1 0 0 0 0,0 1 0 0 0,0-1 1 0 0,0 0-1 0 0,0 1 0 0 0,0-1 1 0 0,-1 0-1 0 0,1 0 0 0 0,0 0 0 0 0,0 0 1 0 0,0 0-1 0 0,0 0 0 0 0,1 0 0 0 0,30-4-2685 0 0,-27-2-2834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04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 1681 0 0,'0'-32'6389'0'0,"5"33"-6322"0"0,168 25-138 0 0,-130-21 102 0 0,60 4 49 0 0,151-5 0 0 0,-211-6-65 0 0,66-4 29 0 0,1 5 0 0 0,135 16 0 0 0,-73 2 22 0 0,193-5 1 0 0,43 3 40 0 0,-132-3-107 0 0,-273-12-8 0 0,0 0 0 0 0,0 0 0 0 0,0-1 1 0 0,0 1-1 0 0,1-1 0 0 0,-1 0 0 0 0,0 0 0 0 0,-1 0 0 0 0,1 0 0 0 0,0 0 1 0 0,0-1-1 0 0,0 1 0 0 0,-1-1 0 0 0,1 0 0 0 0,-1 0 0 0 0,1 0 0 0 0,2-2 1 0 0,-5 3-24 0 0,1 0 1 0 0,-1 1 0 0 0,0-1 0 0 0,1 0 0 0 0,-1 0 0 0 0,0 1 0 0 0,1-1 0 0 0,-1 0 0 0 0,0 0 0 0 0,0 0-1 0 0,0 0 1 0 0,0 1 0 0 0,0-1 0 0 0,0 0 0 0 0,0 0 0 0 0,0 0 0 0 0,0 1 0 0 0,0-1 0 0 0,0 0 0 0 0,0 0-1 0 0,-1 0 1 0 0,1 0 0 0 0,0 1 0 0 0,-1-1 0 0 0,1 0 0 0 0,0 1 0 0 0,-2-2 0 0 0,0-1-175 0 0,-1 0-1 0 0,1 1 1 0 0,-1-1 0 0 0,0 1 0 0 0,0 0-1 0 0,0 0 1 0 0,0 0 0 0 0,0 0 0 0 0,-1 0 0 0 0,-5-1-1 0 0,-97-33-4956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05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32 368 1121 0 0,'0'0'1400'0'0,"-1"-1"-1305"0"0,1 1 0 0 0,0-1 1 0 0,0 1-1 0 0,0 0 0 0 0,0-1 0 0 0,-1 1 0 0 0,1-1 0 0 0,0 1 0 0 0,0-1 0 0 0,0 1 1 0 0,0-1-1 0 0,0 1 0 0 0,0 0 0 0 0,0-1 0 0 0,0 1 0 0 0,0-1 0 0 0,1 1 1 0 0,-1-1-1 0 0,0 1 0 0 0,0 0 0 0 0,0-1 0 0 0,0 1 0 0 0,1-1 0 0 0,-1 1 0 0 0,0 0 1 0 0,0-1-1 0 0,1 1 0 0 0,-1 0 0 0 0,0-1 0 0 0,0 1 0 0 0,1 0 0 0 0,-1-1 0 0 0,0 1 1 0 0,1 0-1 0 0,-1 0 0 0 0,1 0 0 0 0,0-1 0 0 0,0 1-57 0 0,0 0-1 0 0,0 0 0 0 0,0-1 1 0 0,0 1-1 0 0,0 0 1 0 0,0-1-1 0 0,0 1 0 0 0,0-1 1 0 0,0 1-1 0 0,0-1 1 0 0,0 0-1 0 0,0 1 0 0 0,0-1 1 0 0,0 0-1 0 0,0 1 1 0 0,0-1-1 0 0,-1 0 0 0 0,1 0 1 0 0,0 0-1 0 0,-1 0 1 0 0,1 0-1 0 0,-1 0 0 0 0,1 0 1 0 0,0-2-1 0 0,2-35 746 0 0,-3 25-793 0 0,0 10 25 0 0,-1 0 1 0 0,1 1 0 0 0,-1-1 0 0 0,1 0-1 0 0,-1 1 1 0 0,0-1 0 0 0,0 0-1 0 0,0 1 1 0 0,0-1 0 0 0,-3-2 0 0 0,3 3-9 0 0,0-1 0 0 0,0 1 1 0 0,-1 0-1 0 0,1 0 0 0 0,1-1 1 0 0,-1 1-1 0 0,0-1 0 0 0,1 1 0 0 0,-1-1 1 0 0,1-2-1 0 0,10-48 126 0 0,-20 6-53 0 0,0-5 14 0 0,10 0 306 0 0,-5 49-320 0 0,-16 0-13 0 0,16 6-41 0 0,5-1 121 0 0,0-2-92 0 0,-1 3-31 0 0,28-1 57 0 0,68-7 466 0 0,26-8-533 0 0,126 8-234 0 0,-83 10-3802 0 0,-128 0 820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07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61 291 400 0 0,'-4'-2'295'0'0,"-1"0"-1"0"0,2 0 1 0 0,-1-1-1 0 0,0 0 1 0 0,0 0-1 0 0,1 0 1 0 0,0 0-1 0 0,-1-1 1 0 0,1 1 0 0 0,0-1-1 0 0,1 0 1 0 0,-1 0-1 0 0,1 0 1 0 0,0 0-1 0 0,0 0 1 0 0,0-1-1 0 0,0 1 1 0 0,1 0-1 0 0,-1-1 1 0 0,1 1-1 0 0,1-1 1 0 0,-1 0-1 0 0,0 1 1 0 0,1-10 0 0 0,1 12-281 0 0,0 0 1 0 0,0 0 0 0 0,-1 0 0 0 0,1 0-1 0 0,1 1 1 0 0,-1-1 0 0 0,0 0 0 0 0,0 1-1 0 0,0-1 1 0 0,1 1 0 0 0,-1-1 0 0 0,1 1-1 0 0,0-1 1 0 0,-1 1 0 0 0,1 0 0 0 0,0 0-1 0 0,0 0 1 0 0,-1 0 0 0 0,4-1 0 0 0,-3 1-10 0 0,0 0 0 0 0,0 0 0 0 0,0 0 1 0 0,0 0-1 0 0,0 0 0 0 0,-1 0 0 0 0,1 0 1 0 0,0-1-1 0 0,-1 1 0 0 0,1 0 0 0 0,-1-1 1 0 0,0 0-1 0 0,1 1 0 0 0,-1-1 0 0 0,0 0 1 0 0,0 1-1 0 0,0-1 0 0 0,0 0 0 0 0,1-4 1 0 0,-2 6-6 0 0,0-1 0 0 0,0 0 0 0 0,0 1 0 0 0,0-1 0 0 0,0 0 0 0 0,0 1 0 0 0,0-1-1 0 0,1 0 1 0 0,-1 1 0 0 0,0-1 0 0 0,0 0 0 0 0,1 1 0 0 0,-1-1 0 0 0,1 1 0 0 0,-1-1 0 0 0,0 0 0 0 0,1 1 0 0 0,-1-1 0 0 0,1 1 0 0 0,-1-1 0 0 0,1 1 0 0 0,-1 0 0 0 0,1-1 0 0 0,0 1 0 0 0,-1-1 0 0 0,1 1 0 0 0,0 0 0 0 0,-1 0 0 0 0,1-1 0 0 0,0 1 0 0 0,-1 0 0 0 0,2 0 0 0 0,-1 0 0 0 0,-1-1 1 0 0,1 1-1 0 0,0 0 0 0 0,0 0 1 0 0,0-1-1 0 0,-1 1 1 0 0,1-1-1 0 0,0 1 1 0 0,0 0-1 0 0,-1-1 0 0 0,1 0 1 0 0,0 1-1 0 0,-1-1 1 0 0,1 1-1 0 0,-1-1 1 0 0,1 0-1 0 0,-1 1 1 0 0,1-1-1 0 0,-1 0 0 0 0,1 0 1 0 0,-1 1-1 0 0,1-1 1 0 0,-1 0-1 0 0,0 0 1 0 0,0 0-1 0 0,1 1 0 0 0,-1-1 1 0 0,0 0-1 0 0,0 0 1 0 0,0 0-1 0 0,0 0 1 0 0,0-1-1 0 0,0 2 1 0 0,0-1-1 0 0,0 1 1 0 0,1-1 0 0 0,-1 1-1 0 0,0 0 1 0 0,0-1 0 0 0,1 1-1 0 0,-1 0 1 0 0,0-1 0 0 0,1 1-1 0 0,-1 0 1 0 0,0-1 0 0 0,1 1-1 0 0,-1 0 1 0 0,1-1 0 0 0,-1 1-1 0 0,0 0 1 0 0,1 0 0 0 0,-1 0-1 0 0,1 0 1 0 0,-1-1 0 0 0,1 1-1 0 0,-1 0 1 0 0,0 0 0 0 0,1 0-1 0 0,-1 0 1 0 0,1 0 0 0 0,-1 0-1 0 0,1 0 1 0 0,-1 0 0 0 0,1 0-1 0 0,-1 0 1 0 0,1 0-1 0 0,-1 0 1 0 0,0 1 0 0 0,1-1-1 0 0,0 0 1 0 0,-1 0 0 0 0,1 1 0 0 0,-1-1 0 0 0,1 0-1 0 0,-1 0 1 0 0,1 0 0 0 0,-1 0 0 0 0,1 0-1 0 0,-1 0 1 0 0,1 0 0 0 0,-1 0 0 0 0,1 0-1 0 0,-1 0 1 0 0,1 0 0 0 0,-1 0 0 0 0,1 0-1 0 0,-1-1 1 0 0,1 1 0 0 0,-1 0 0 0 0,0 0-1 0 0,1 0 1 0 0,-1-1 0 0 0,1 1 0 0 0,-1 0 0 0 0,1-1-1 0 0,-1 1 1 0 0,0 0 0 0 0,1-1 0 0 0,-1 1-1 0 0,0 0 1 0 0,1-1 0 0 0,-1 1 0 0 0,0-1-1 0 0,0 1 1 0 0,1 0 0 0 0,-1-1 0 0 0,0 0-1 0 0,0 0 1 0 0,0 1-1 0 0,1-1 1 0 0,-1 1-1 0 0,0-1 1 0 0,0 1-1 0 0,0 0 0 0 0,1-1 1 0 0,-1 1-1 0 0,0-1 1 0 0,1 1-1 0 0,-1-1 0 0 0,0 1 1 0 0,1 0-1 0 0,-1-1 1 0 0,1 1-1 0 0,-1 0 1 0 0,0 0-1 0 0,1-1 0 0 0,-1 1 1 0 0,1 0-1 0 0,-1 0 1 0 0,1-1-1 0 0,-1 1 0 0 0,1 0 1 0 0,-1 0-1 0 0,1 0 1 0 0,-1 0-1 0 0,1 0 0 0 0,-1 0 1 0 0,1 0-1 0 0,-1 0 1 0 0,1 0-1 0 0,-1 0 1 0 0,2 0-1 0 0,-2 0 0 0 0,1 0 0 0 0,-1 0 0 0 0,1 0 0 0 0,-1 0 0 0 0,1 0 0 0 0,0 0 0 0 0,-1 0 0 0 0,1 0 0 0 0,-1 0 0 0 0,1 0 0 0 0,-1 0 0 0 0,1 0 0 0 0,-1-1 0 0 0,1 1-1 0 0,-1 0 1 0 0,1 0 0 0 0,-1-1 0 0 0,1 1 0 0 0,-1 0 0 0 0,1-1 0 0 0,-1 1 0 0 0,1 0 0 0 0,-1-1 0 0 0,0 1 0 0 0,1-1 0 0 0,-1 1 0 0 0,0-1 0 0 0,1 1 0 0 0,-1-1 0 0 0,0 1 0 0 0,0-1 0 0 0,1 1 0 0 0,-1-1 0 0 0,0 0 0 0 0,2-2 0 0 0,0 1 0 0 0,0-1 0 0 0,0 1 0 0 0,0 0 0 0 0,1 0 0 0 0,-1 0 0 0 0,1 0 0 0 0,-1 0 0 0 0,1 1 0 0 0,0-1 0 0 0,-1 1 0 0 0,1-1 0 0 0,0 1 0 0 0,4-1 0 0 0,8-5 0 0 0,-15 7 0 0 0,0 0 0 0 0,1-1 0 0 0,-1 1 0 0 0,0 0 0 0 0,1 0 0 0 0,-1-1 0 0 0,0 1 0 0 0,1 0 0 0 0,-1 0 0 0 0,0-1 0 0 0,1 1 0 0 0,-1 0 0 0 0,0-1 0 0 0,0 1 0 0 0,0 0 0 0 0,1-1 0 0 0,-1 1 0 0 0,0 0 0 0 0,0-1 0 0 0,0 1 0 0 0,0-1 0 0 0,0 1 0 0 0,1 0 0 0 0,-1-1 0 0 0,0 1 0 0 0,0-1 0 0 0,0 1 0 0 0,0 0 0 0 0,0-1 0 0 0,0 1 0 0 0,0-1 0 0 0,-1 1 0 0 0,1-1 0 0 0,0-7-14 0 0,5 8-39 0 0,-1 1 46 0 0,-3-1 8 0 0,0 0 1 0 0,0 0-1 0 0,0 0 1 0 0,0 1-1 0 0,0-1 0 0 0,0 0 1 0 0,0 0-1 0 0,-1 1 1 0 0,1-1-1 0 0,0 1 1 0 0,0-1-1 0 0,0 1 1 0 0,0-1-1 0 0,-1 1 0 0 0,1-1 1 0 0,0 1-1 0 0,0 0 1 0 0,-1-1-1 0 0,1 1 1 0 0,0 0-1 0 0,-1 0 1 0 0,1-1-1 0 0,-1 1 0 0 0,1 0 1 0 0,-1 0-1 0 0,0 0 1 0 0,1 0-1 0 0,-1 0 1 0 0,0 0-1 0 0,1 0 1 0 0,-1 0-1 0 0,0 0 0 0 0,0 0 1 0 0,0 0-1 0 0,0 0 1 0 0,0 0-1 0 0,0 0 1 0 0,0 0-1 0 0,0-1 1 0 0,0 1-1 0 0,-1 2 0 0 0,1 8 2 0 0,2 0 0 0 0,-1 0-1 0 0,1 0 1 0 0,7 21 0 0 0,-5-20-1 0 0,-1 1 0 0 0,0-1 0 0 0,-1 0 1 0 0,0 1-1 0 0,0 13 0 0 0,-2-24 3 0 0,0 0 0 0 0,0 0 1 0 0,1 0-1 0 0,-1 0 0 0 0,0 0 0 0 0,1 0 0 0 0,-1 0 1 0 0,1 0-1 0 0,0 0 0 0 0,0 0 0 0 0,0 0 0 0 0,0-1 1 0 0,0 1-1 0 0,0 0 0 0 0,0-1 0 0 0,0 1 0 0 0,1 0 1 0 0,2 1-1 0 0,-3-2-3 0 0,0 0 1 0 0,0 0-1 0 0,0 0 1 0 0,0 1-1 0 0,0-1 1 0 0,0 0-1 0 0,0 0 1 0 0,0 1 0 0 0,-1-1-1 0 0,1 1 1 0 0,0-1-1 0 0,-1 1 1 0 0,1-1-1 0 0,-1 1 1 0 0,1-1-1 0 0,-1 1 1 0 0,0-1-1 0 0,0 2 1 0 0,2 0-5 0 0,-1-1 1 0 0,0 0-1 0 0,1-1 1 0 0,0 1-1 0 0,-1 0 0 0 0,1 0 1 0 0,0-1-1 0 0,0 1 1 0 0,0-1-1 0 0,0 1 1 0 0,0-1-1 0 0,0 0 0 0 0,0 0 1 0 0,0 0-1 0 0,1 0 1 0 0,2 1-1 0 0,31-1-385 0 0,-21-2 54 0 0,-15 1 292 0 0,0 0 1 0 0,0 0-1 0 0,0 0 1 0 0,1 0-1 0 0,-1 0 0 0 0,0 0 1 0 0,0 0-1 0 0,0 0 1 0 0,0 0-1 0 0,1 0 0 0 0,-1 0 1 0 0,0 0-1 0 0,0 0 1 0 0,0 0-1 0 0,0 0 0 0 0,0 0 1 0 0,1 0-1 0 0,-1 0 1 0 0,0 0-1 0 0,0 0 1 0 0,0 0-1 0 0,0 0 0 0 0,1 0 1 0 0,-1 0-1 0 0,0 0 1 0 0,0-1-1 0 0,0 1 0 0 0,0 0 1 0 0,0 0-1 0 0,0 0 1 0 0,1 0-1 0 0,-1 0 1 0 0,0 0-1 0 0,0 0 0 0 0,0-1 1 0 0,0 1-1 0 0,0 0 1 0 0,0 0-1 0 0,0 0 0 0 0,0 0 1 0 0,0-1-1 0 0,0 1 1 0 0,0 0-1 0 0,0 0 1 0 0,1 0-1 0 0,-1 0 0 0 0,0-1 1 0 0,0 1-1 0 0,0 0 1 0 0,0 0-1 0 0,-1 0 0 0 0,1 0 1 0 0,0-1-1 0 0,0 1 1 0 0,0 0-1 0 0,0 0 1 0 0,0-2-2249 0 0,0-5 194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07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1521 0 0,'0'0'1841'0'0,"0"-6"2320"0"0,31 12-3760 0 0,29-6-161 0 0,-30 6-160 0 0,30-6 0 0 0,1 7-240 0 0,29-7-721 0 0,-29-7-960 0 0,-31-18-960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10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692 61 2401 0 0,'-1'1'482'0'0,"-16"2"-216"0"0,16-2 1007 0 0,15 0 2869 0 0,-9-2-4062 0 0,-10-4-13 0 0,2 5-57 0 0,2 0-7 0 0,0 0 0 0 0,0 0 0 0 0,0 0-1 0 0,0 0 1 0 0,0-1 0 0 0,0 1 0 0 0,0 0 0 0 0,0 0-1 0 0,0-1 1 0 0,0 1 0 0 0,0-1 0 0 0,0 1-1 0 0,0 0 1 0 0,0-1 0 0 0,0 0 0 0 0,1 1 0 0 0,-1-1-1 0 0,0 0 1 0 0,0 1 0 0 0,1-1 0 0 0,-1 0-1 0 0,0 0 1 0 0,1 1 0 0 0,-1-3 0 0 0,-1 2-1 0 0,1-1 0 0 0,-1 1 0 0 0,0-1 0 0 0,1 1 1 0 0,-1 0-1 0 0,0 0 0 0 0,0 0 0 0 0,0 0 0 0 0,0 0 1 0 0,0 0-1 0 0,0 0 0 0 0,-3 0 0 0 0,-4-3 50 0 0,-8-2-12 0 0,-1 0 0 0 0,0 2 0 0 0,0 0 0 0 0,-1 0 0 0 0,1 2 0 0 0,-1 1 0 0 0,1 0 0 0 0,-1 1 0 0 0,-28 4 0 0 0,28-1-13 0 0,1 2-1 0 0,-1 0 1 0 0,1 1 0 0 0,0 1-1 0 0,1 0 1 0 0,-25 15 0 0 0,12-7 39 0 0,-4-3-66 0 0,25-13 0 0 0,2 3 0 0 0,-95 75 5 0 0,89-66 4 0 0,9-1 35 0 0,-2 1-35 0 0,4-10-16 0 0,0 0 1 0 0,0 0-1 0 0,0 0 0 0 0,1 0 1 0 0,-1 1-1 0 0,0-1 0 0 0,1 1 1 0 0,-1-1-1 0 0,1 1 0 0 0,0-1 1 0 0,-2 4-1 0 0,-1 32-6 0 0,4-30 45 0 0,1-1 0 0 0,-1 1 0 0 0,0-1 0 0 0,0 1 0 0 0,-1-1 0 0 0,0 1 0 0 0,0-1 0 0 0,-1 1 0 0 0,0-1 0 0 0,0 0 0 0 0,0 1 0 0 0,-1-1 0 0 0,0 0 0 0 0,-6 10 0 0 0,7-13-28 0 0,1 1-1 0 0,-1-1 1 0 0,1 1 0 0 0,0-1 0 0 0,1 1-1 0 0,-1-1 1 0 0,0 1 0 0 0,1 0 0 0 0,0-1-1 0 0,0 1 1 0 0,0 0 0 0 0,1 0 0 0 0,0 5-1 0 0,0 7-2 0 0,-1-11 2 0 0,0 1 0 0 0,0 0 0 0 0,1 0-1 0 0,-1-1 1 0 0,1 1 0 0 0,0 0 0 0 0,1 0-1 0 0,-1-1 1 0 0,1 1 0 0 0,0-1 0 0 0,1 0 0 0 0,-1 1-1 0 0,1-1 1 0 0,0 0 0 0 0,0-1 0 0 0,1 1 0 0 0,-1 0-1 0 0,1-1 1 0 0,0 0 0 0 0,0 0 0 0 0,1 0-1 0 0,-1 0 1 0 0,10 5 0 0 0,8 1 45 0 0,-20-10-51 0 0,1 1 1 0 0,-1 0-1 0 0,0 0 1 0 0,0 0-1 0 0,0 0 1 0 0,1 0-1 0 0,-1 0 1 0 0,0 0-1 0 0,-1 1 1 0 0,1-1-1 0 0,0 1 1 0 0,0 0-1 0 0,-1-1 1 0 0,1 1-1 0 0,-1 0 1 0 0,1 0-1 0 0,-1 0 0 0 0,2 4 1 0 0,2 1 0 0 0,0-1-1 0 0,1 1 1 0 0,0-1 0 0 0,0 0 0 0 0,0 0-1 0 0,12 7 1 0 0,-11-8 13 0 0,0 0-1 0 0,-1 1 0 0 0,0 0 0 0 0,0 0 1 0 0,0 0-1 0 0,0 0 0 0 0,4 9 1 0 0,-10-14-9 0 0,1 0 1 0 0,-1 0 0 0 0,1 0-1 0 0,-1 1 1 0 0,0-1 0 0 0,1 0-1 0 0,-1 0 1 0 0,0 1 0 0 0,0-1-1 0 0,0 0 1 0 0,0 0 0 0 0,0 0-1 0 0,0 1 1 0 0,-1-1 0 0 0,1 0-1 0 0,0 0 1 0 0,-1 1 0 0 0,1-1-1 0 0,0 0 1 0 0,-1 0 0 0 0,0 0-1 0 0,1 0 1 0 0,-1 0 0 0 0,0 0-1 0 0,1 0 1 0 0,-1 0 0 0 0,-1 1-1 0 0,2-2-2 0 0,-1 1-1 0 0,1-1 0 0 0,-1 0 1 0 0,1 1-1 0 0,0-1 0 0 0,0 0 0 0 0,-1 1 1 0 0,1-1-1 0 0,0 1 0 0 0,-1-1 0 0 0,1 0 1 0 0,0 1-1 0 0,0-1 0 0 0,0 1 0 0 0,0-1 1 0 0,-1 1-1 0 0,1-1 0 0 0,0 1 0 0 0,0-1 1 0 0,0 1-1 0 0,0-1 0 0 0,0 1 0 0 0,0-1 1 0 0,0 1-1 0 0,0-1 0 0 0,0 1 0 0 0,0-1 1 0 0,1 1-1 0 0,5 3-14 0 0,1 0 0 0 0,-1-1 0 0 0,1 1 0 0 0,0-1-1 0 0,8 2 1 0 0,32 15-27 0 0,-29-3 56 0 0,-17-15-11 0 0,0-1 1 0 0,0 0-1 0 0,1 0 0 0 0,-1 1 0 0 0,1-1 1 0 0,-1 0-1 0 0,1 0 0 0 0,-1 0 0 0 0,1 0 1 0 0,-1-1-1 0 0,1 1 0 0 0,0 0 1 0 0,0-1-1 0 0,-1 1 0 0 0,5 0 0 0 0,135 32 11 0 0,-138-32-10 0 0,-2-1-3 0 0,1 0 1 0 0,-1-1 0 0 0,0 1 0 0 0,0 0-1 0 0,0 1 1 0 0,0-1 0 0 0,1 0 0 0 0,-1 0-1 0 0,0 0 1 0 0,0 1 0 0 0,0-1 0 0 0,0 1-1 0 0,0-1 1 0 0,0 1 0 0 0,1-1-1 0 0,-1 1 1 0 0,0-1 0 0 0,-1 1 0 0 0,1 0-1 0 0,0 0 1 0 0,0-1 0 0 0,0 1 0 0 0,0 0-1 0 0,-1 0 1 0 0,1 0 0 0 0,0 0 0 0 0,-1 0-1 0 0,1 0 1 0 0,0 0 0 0 0,-1 0 0 0 0,0 0-1 0 0,1 1 1 0 0,-1-1 0 0 0,0 0 0 0 0,1 1-1 0 0,-1-1-1 0 0,1 0 1 0 0,0 0-1 0 0,-1 0 0 0 0,1 0 0 0 0,0-1 0 0 0,-1 1 0 0 0,1 0 0 0 0,0-1 0 0 0,0 1 0 0 0,0 0 0 0 0,0-1 1 0 0,-1 1-1 0 0,1-1 0 0 0,0 1 0 0 0,0-1 0 0 0,0 0 0 0 0,0 1 0 0 0,0-1 0 0 0,0 0 0 0 0,0 0 1 0 0,1 1-1 0 0,-1-1 0 0 0,0 0 0 0 0,0 0 0 0 0,0 0 0 0 0,1-1 0 0 0,38 1-56 0 0,32-8 16 0 0,-1-4 0 0 0,0-2 0 0 0,-1-4 0 0 0,-1-3 0 0 0,80-35 0 0 0,-124 46 62 0 0,-1-2 0 0 0,-1 0 1 0 0,0-2-1 0 0,0 0 0 0 0,35-32 0 0 0,-54 43-21 0 0,-1-1 0 0 0,1-1 1 0 0,-1 1-1 0 0,0 0 0 0 0,-1-1 0 0 0,1 1 0 0 0,-1-1 0 0 0,0 0 0 0 0,0 0 0 0 0,0 1 0 0 0,-1-2 0 0 0,2-8 0 0 0,-1-64 1 0 0,-2 49 9 0 0,0 19-7 0 0,-1 0 1 0 0,0 0 0 0 0,0 0-1 0 0,-1 0 1 0 0,0 1-1 0 0,-1-1 1 0 0,0 1-1 0 0,0 0 1 0 0,-1-1-1 0 0,0 1 1 0 0,-8-11-1 0 0,-2 0-24 0 0,-2 0 0 0 0,0 2-1 0 0,-20-20 1 0 0,3 5-6 0 0,14 14 17 0 0,-1 1 0 0 0,-1 1 0 0 0,0 1 0 0 0,-2 1 0 0 0,1 1 0 0 0,-2 1 0 0 0,0 1 0 0 0,0 1 0 0 0,-38-12 0 0 0,21 11 4 0 0,-1 2 0 0 0,-1 2 0 0 0,0 2 0 0 0,0 1 0 0 0,-48 2 0 0 0,86 3 4 0 0,-11 0-25 0 0,1 0 0 0 0,-31 6 0 0 0,44-6 20 0 0,0 0 0 0 0,0 0 0 0 0,0 0 0 0 0,0 1 0 0 0,0-1 0 0 0,0 1-1 0 0,0 0 1 0 0,1-1 0 0 0,-1 1 0 0 0,0 0 0 0 0,0 0 0 0 0,1 0 0 0 0,-1 0 0 0 0,1 1 0 0 0,-1-1 0 0 0,1 0 0 0 0,-1 1 0 0 0,1-1 0 0 0,0 1 0 0 0,0-1-1 0 0,0 1 1 0 0,0-1 0 0 0,0 1 0 0 0,0 0 0 0 0,0 0 0 0 0,0-1 0 0 0,0 1 0 0 0,1 0 0 0 0,-1 0 0 0 0,0 3 0 0 0,1 11-128 0 0,-1-11 17 0 0,1 0 0 0 0,-1 1 0 0 0,1-1 0 0 0,1 0 0 0 0,-1 0 0 0 0,1 0 0 0 0,0 0 0 0 0,0 0 0 0 0,0 1 0 0 0,0-2 1 0 0,1 1-1 0 0,3 5 0 0 0,1-3-430 0 0,0 0 0 0 0,1 0 0 0 0,0-1 0 0 0,1 0 0 0 0,8 6 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11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1233 47 1441 0 0,'-24'-9'820'0'0,"-1"0"0"0"0,0 1 0 0 0,0 2 0 0 0,0 1 1 0 0,-1 1-1 0 0,-37-2 0 0 0,-159 11-1182 0 0,144 0 665 0 0,11-3-214 0 0,21-1 41 0 0,1 1 1 0 0,-59 12-1 0 0,-15 16-36 0 0,75-20-2 0 0,42-9-99 0 0,0 0 1 0 0,-1 0-1 0 0,1 0 1 0 0,0 1-1 0 0,0-1 0 0 0,1 1 1 0 0,-1-1-1 0 0,0 1 1 0 0,0 0-1 0 0,1 0 1 0 0,-1 0-1 0 0,1 0 0 0 0,-2 2 1 0 0,-6 9 106 0 0,-1-1 0 0 0,-1-1 0 0 0,1 0 0 0 0,-2 0 1 0 0,-21 14-1 0 0,21-16-96 0 0,-1 1 0 0 0,1 1 1 0 0,1-1-1 0 0,0 2 0 0 0,-16 21 1 0 0,24-29-5 0 0,0 1 0 0 0,0-1 0 0 0,-1 0 0 0 0,1 0 0 0 0,-1 0 0 0 0,0 0 0 0 0,0-1 0 0 0,-6 4 0 0 0,-12 12 0 0 0,17-5 3 0 0,0-2-20 0 0,-4-8-13 0 0,8-3 31 0 0,0-1 1 0 0,0 1-1 0 0,0-1 0 0 0,0 1 1 0 0,0 0-1 0 0,0 0 0 0 0,0-1 1 0 0,0 1-1 0 0,0 0 0 0 0,0 0 0 0 0,0 0 1 0 0,1 0-1 0 0,-1 0 0 0 0,0 0 1 0 0,1 0-1 0 0,-1 0 0 0 0,1 0 1 0 0,-1 1-1 0 0,1-1 0 0 0,-1 0 1 0 0,1 0-1 0 0,0 0 0 0 0,0 1 1 0 0,-1-1-1 0 0,1 0 0 0 0,0 0 1 0 0,0 1-1 0 0,0-1 0 0 0,0 0 1 0 0,1 0-1 0 0,-1 0 0 0 0,1 2 1 0 0,-1-2-2 0 0,0 0 0 0 0,0 0 0 0 0,0 0 0 0 0,0-1 0 0 0,0 1 0 0 0,0 0 0 0 0,1 0 0 0 0,-1 0 0 0 0,0 0 0 0 0,1 0 0 0 0,-1-1 0 0 0,1 1 0 0 0,-1 0 0 0 0,1 0 0 0 0,-1 0 0 0 0,1-1 0 0 0,-1 1 0 0 0,1 0 0 0 0,0-1 0 0 0,0 1 0 0 0,-1-1 0 0 0,1 1 0 0 0,0-1 0 0 0,0 1 0 0 0,-1-1 0 0 0,1 1 0 0 0,1-1 0 0 0,-1 1 0 0 0,0-1 0 0 0,0 0 0 0 0,0 1 0 0 0,0-1 0 0 0,0 1 0 0 0,-1-1 0 0 0,1 1 0 0 0,0 0 0 0 0,0-1 0 0 0,-1 1 0 0 0,1 0 0 0 0,0 0 0 0 0,-1-1 0 0 0,1 1 0 0 0,-1 0 0 0 0,1 0 0 0 0,-1 0 0 0 0,1 0 0 0 0,-1 0 0 0 0,1 0 0 0 0,-1 0 0 0 0,0-1 0 0 0,0 1 0 0 0,0 0 0 0 0,1 0 0 0 0,-1 0 0 0 0,0 2 0 0 0,1 0 5 0 0,0-1 1 0 0,0 1-1 0 0,1-1 0 0 0,-1 1 1 0 0,1-1-1 0 0,0 1 1 0 0,0-1-1 0 0,0 0 0 0 0,0 0 1 0 0,0 0-1 0 0,0 0 1 0 0,0 0-1 0 0,1-1 0 0 0,-1 1 1 0 0,1-1-1 0 0,-1 1 1 0 0,4 0-1 0 0,16 14 58 0 0,-2 7-7 0 0,-18-20-54 0 0,0 0 0 0 0,0 0 0 0 0,0-1-1 0 0,0 1 1 0 0,1-1 0 0 0,-1 1-1 0 0,1-1 1 0 0,-1 0 0 0 0,1 0-1 0 0,0 0 1 0 0,0 0 0 0 0,0-1-1 0 0,5 3 1 0 0,88 39 91 0 0,-21-23-51 0 0,0-4-1 0 0,98 10 0 0 0,-137-23-16 0 0,1-2-1 0 0,0-1 1 0 0,-1-2-1 0 0,1-1 1 0 0,-1-2-1 0 0,0-2 1 0 0,44-14-1 0 0,112-40 252 0 0,108-39 382 0 0,-299 100-654 0 0,46-20 71 0 0,-46 19-70 0 0,1 1 0 0 0,-1-1 0 0 0,0 1 1 0 0,1-1-1 0 0,-1 0 0 0 0,0 0 0 0 0,1 0 0 0 0,-1 0 0 0 0,0 0 0 0 0,0 0 1 0 0,0 0-1 0 0,0 0 0 0 0,0 0 0 0 0,0-1 0 0 0,0 1 0 0 0,-1 0 0 0 0,1-1 1 0 0,0 1-1 0 0,-1 0 0 0 0,2-3 0 0 0,-2 4 1 0 0,0-1 0 0 0,0 0 0 0 0,0 1 0 0 0,0-1 0 0 0,0 1 0 0 0,0-1 0 0 0,1 1 0 0 0,-1-1 0 0 0,0 1 1 0 0,0-1-1 0 0,1 1 0 0 0,-1-1 0 0 0,0 1 0 0 0,1-1 0 0 0,-1 1 0 0 0,1 0 0 0 0,-1-1 0 0 0,0 1 0 0 0,1 0 0 0 0,-1-1 0 0 0,1 1 0 0 0,-1 0 0 0 0,1-1 0 0 0,-1 1 0 0 0,1 0 0 0 0,-1 0 0 0 0,1 0 1 0 0,-1-1-1 0 0,1 1 0 0 0,-1 0 0 0 0,1 0 0 0 0,0 0 0 0 0,0 0-1 0 0,0 0 0 0 0,0 0 1 0 0,0-1-1 0 0,-1 1 0 0 0,1 0 1 0 0,0 0-1 0 0,0-1 1 0 0,0 1-1 0 0,-1 0 0 0 0,1-1 1 0 0,0 1-1 0 0,-1-1 0 0 0,1 1 1 0 0,0-1-1 0 0,-1 0 0 0 0,1 1 1 0 0,-1-1-1 0 0,1 0 0 0 0,-1 1 1 0 0,1-1-1 0 0,-1 0 0 0 0,1 1 1 0 0,-1-1-1 0 0,0 0 0 0 0,1 0 1 0 0,-1 0-1 0 0,0 1 0 0 0,0-1 1 0 0,1 0-1 0 0,-1 0 0 0 0,0 0 1 0 0,0 0-1 0 0,0 1 0 0 0,0-2 1 0 0,0 0 3 0 0,0 1 0 0 0,0-1 0 0 0,0 1 0 0 0,0-1-1 0 0,-1 1 1 0 0,1-1 0 0 0,0 1 0 0 0,-1-1 0 0 0,1 1 0 0 0,-1-1 0 0 0,1 1 0 0 0,-1 0 0 0 0,0-1 0 0 0,0 1 0 0 0,1 0 0 0 0,-1 0 0 0 0,0-1 0 0 0,0 1 0 0 0,0 0-1 0 0,0 0 1 0 0,-1 0 0 0 0,1 0 0 0 0,-2-1 0 0 0,-15-16 30 0 0,1-2 11 0 0,10 13-30 0 0,0 0-1 0 0,1-1 0 0 0,1 0 1 0 0,-9-15-1 0 0,3 2 3 0 0,-1-1-1 0 0,-24-31 1 0 0,31 45-34 0 0,-1 1 0 0 0,0 0 0 0 0,-1 1 0 0 0,0 0 0 0 0,0 0 0 0 0,0 0 0 0 0,0 1 0 0 0,-1 0 0 0 0,0 0 0 0 0,-15-6 0 0 0,-26-11-32 0 0,42 18-1 0 0,-1 0 0 0 0,0 0 0 0 0,0 1 0 0 0,0 0 0 0 0,0 0 0 0 0,0 1 0 0 0,-1 0 0 0 0,1 0 1 0 0,-17 0-1 0 0,-175 13-1523 0 0,184-9 1335 0 0,-100 10-2048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13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1108 121 160 0 0,'1'-4'295'0'0,"-1"0"0"0"0,0 0 0 0 0,0 0 0 0 0,-1 0 0 0 0,1 1 0 0 0,-1-1 0 0 0,0 0-1 0 0,0 0 1 0 0,0 1 0 0 0,0-1 0 0 0,-1 0 0 0 0,0 1 0 0 0,1-1 0 0 0,-1 1 0 0 0,0 0 0 0 0,-4-5 0 0 0,2 5-164 0 0,1 1 0 0 0,-1-1 0 0 0,0 1 0 0 0,0 0 0 0 0,0 0 0 0 0,0 1 0 0 0,-1-1 0 0 0,1 1 0 0 0,0 0 0 0 0,-1 0 0 0 0,1 0 0 0 0,-1 0 0 0 0,1 1 0 0 0,-1 0 0 0 0,-7 1 0 0 0,-17-3 27 0 0,-57-11 0 0 0,-5 0 113 0 0,30 10-40 0 0,-91 8 1 0 0,13 1 12 0 0,96-6-134 0 0,-73 10 0 0 0,95-7-80 0 0,0 2 0 0 0,1 1 0 0 0,0 0 0 0 0,0 2 0 0 0,-25 13 0 0 0,22-11-30 0 0,-41 23 0 0 0,62-32 0 0 0,0 1 0 0 0,-1-1 0 0 0,1 1 0 0 0,0-1 0 0 0,0 1 0 0 0,0 0 0 0 0,0 0 0 0 0,0 0 0 0 0,0 0 0 0 0,0 0 0 0 0,1 0 0 0 0,-1 0 0 0 0,1 1 0 0 0,0-1 0 0 0,-1 1 0 0 0,1-1 0 0 0,0 1 0 0 0,0-1 0 0 0,0 5 0 0 0,1-5 0 0 0,0-1 0 0 0,0 1 0 0 0,0-1 0 0 0,-1 1 0 0 0,1-1 0 0 0,0 0 0 0 0,-1 1 0 0 0,1-1 0 0 0,0 0 0 0 0,-1 1 0 0 0,0-1 0 0 0,1 0 0 0 0,-1 1 0 0 0,0-1 0 0 0,0 0 0 0 0,0 0 0 0 0,1 0 0 0 0,-1 0 0 0 0,0 0 0 0 0,-1 0 0 0 0,1 0 0 0 0,-2 1 0 0 0,-6 7 0 0 0,8-9 0 0 0,1 1 0 0 0,0-1 0 0 0,-1 1 0 0 0,1 0 0 0 0,0-1 0 0 0,0 1 0 0 0,-1-1 0 0 0,1 1 0 0 0,0 0 0 0 0,0-1 0 0 0,0 1 0 0 0,0 0 0 0 0,0-1 0 0 0,0 1 0 0 0,0 0 0 0 0,0-1 0 0 0,0 1 0 0 0,0-1 0 0 0,1 1 0 0 0,-1 0 0 0 0,0-1 0 0 0,0 1 0 0 0,0-1 0 0 0,1 1 0 0 0,-1 0 0 0 0,0-1 0 0 0,1 1 0 0 0,-1-1 0 0 0,1 1 0 0 0,-1-1 0 0 0,0 1 0 0 0,1-1 0 0 0,-1 1 0 0 0,1-1 0 0 0,-1 0 0 0 0,1 1 0 0 0,-1-1 0 0 0,1 0 0 0 0,0 1 0 0 0,-1-1 0 0 0,1 0 0 0 0,-1 0 0 0 0,1 0 0 0 0,0 1 0 0 0,-1-1 0 0 0,1 0 0 0 0,0 0 0 0 0,-1 0 0 0 0,1 0 0 0 0,0 0 0 0 0,6 3 0 0 0,-4 0 8 0 0,1 1 1 0 0,-1-1-1 0 0,0 1 1 0 0,0 0-1 0 0,-1 0 0 0 0,1 0 1 0 0,-1 0-1 0 0,4 8 0 0 0,-4-8-2 0 0,-1 0-1 0 0,1 0 1 0 0,0 0-1 0 0,0-1 1 0 0,1 1-1 0 0,-1-1 1 0 0,1 0-1 0 0,-1 0 1 0 0,1 0-1 0 0,0 0 1 0 0,0 0-1 0 0,5 3 1 0 0,-4-4-12 0 0,-1 1 0 0 0,0 0-1 0 0,0 0 1 0 0,0 0 0 0 0,0 0 0 0 0,-1 0 0 0 0,1 1 0 0 0,2 5 0 0 0,-2-5 12 0 0,-1 0 0 0 0,0-1 0 0 0,1 1 0 0 0,0-1 0 0 0,0 1 0 0 0,0-1 1 0 0,0 0-1 0 0,7 4 0 0 0,9 4 5 0 0,0-1 1 0 0,1-1-1 0 0,0-1 1 0 0,1-1-1 0 0,0-1 0 0 0,40 7 1 0 0,-42-8-16 0 0,0 1 1 0 0,0 1-1 0 0,0 1 1 0 0,-1 0-1 0 0,0 1 1 0 0,-1 1-1 0 0,0 1 0 0 0,0 1 1 0 0,-1 0-1 0 0,-1 1 1 0 0,0 0-1 0 0,-1 2 1 0 0,0 0-1 0 0,20 29 1 0 0,-14-17-11 0 0,11 18 28 0 0,-30-41-15 0 0,1 0 0 0 0,0 1 0 0 0,1-1 1 0 0,-1 0-1 0 0,1-1 0 0 0,-1 1 1 0 0,1 0-1 0 0,0-1 0 0 0,1 1 0 0 0,-1-1 1 0 0,1 0-1 0 0,-1 0 0 0 0,1 0 1 0 0,0-1-1 0 0,0 0 0 0 0,0 1 1 0 0,0-1-1 0 0,5 1 0 0 0,15 16-17 0 0,-21-16 16 0 0,-1-1-1 0 0,1 1 1 0 0,0-1-1 0 0,-1 0 1 0 0,1 0-1 0 0,0 0 1 0 0,1 0-1 0 0,-1 0 1 0 0,0-1-1 0 0,0 1 0 0 0,1-1 1 0 0,-1 0-1 0 0,4 1 1 0 0,94 12-4 0 0,0-4 1 0 0,1-5 0 0 0,-1-4-1 0 0,108-13 1 0 0,-182 8 18 0 0,0 0 0 0 0,0-2 0 0 0,-1-1 0 0 0,1-1 0 0 0,-2-2 0 0 0,1 0 0 0 0,-2-2 0 0 0,33-19 0 0 0,-7-2 32 0 0,-1-2 1 0 0,68-64 0 0 0,-110 91-34 0 0,0 1 0 0 0,-1-1 0 0 0,-1 0-1 0 0,1-1 1 0 0,-1 0 0 0 0,-1 1 0 0 0,6-14 0 0 0,1-1 26 0 0,-9 15-35 0 0,0 1 0 0 0,-1-1 0 0 0,0 0 0 0 0,0 0 0 0 0,0 0 0 0 0,-1 1 0 0 0,0-1 0 0 0,-2-11 0 0 0,1-2 50 0 0,1 20-52 0 0,0-1 1 0 0,0 1-1 0 0,0 0 0 0 0,-1-1 1 0 0,1 1-1 0 0,0 0 0 0 0,0 0 1 0 0,-1 0-1 0 0,1-1 0 0 0,-1 1 1 0 0,1 0-1 0 0,-1 0 0 0 0,1 0 1 0 0,-1 0-1 0 0,0 0 0 0 0,1 0 1 0 0,-1 0-1 0 0,0 0 0 0 0,-1-2 1 0 0,-195-170 78 0 0,181 162-58 0 0,-1 0 1 0 0,-1 1-1 0 0,0 0 1 0 0,-1 2 0 0 0,1 0-1 0 0,-1 1 1 0 0,-30-6-1 0 0,-144-18 130 0 0,103 20-97 0 0,-412-38 105 0 0,465 47-181 0 0,0 1 0 0 0,0 3 1 0 0,0 0-1 0 0,1 3 1 0 0,-47 10-1 0 0,69-11-38 0 0,1 0-1 0 0,0 0 1 0 0,0 1-1 0 0,0 1 1 0 0,0 0-1 0 0,1 0 1 0 0,0 2 0 0 0,0-1-1 0 0,1 1 1 0 0,0 1-1 0 0,0 0 1 0 0,1 1-1 0 0,1 0 1 0 0,-1 0 0 0 0,2 1-1 0 0,-12 18 1 0 0,18-26-17 0 0,1-1 1 0 0,0 0-1 0 0,0 1 0 0 0,0-1 1 0 0,0 1-1 0 0,1-1 1 0 0,-1 1-1 0 0,1 0 0 0 0,-1-1 1 0 0,1 1-1 0 0,0-1 1 0 0,0 1-1 0 0,0 0 1 0 0,1-1-1 0 0,-1 1 0 0 0,1-1 1 0 0,1 6-1 0 0,0-3-549 0 0,1 1 1 0 0,-1-1-1 0 0,2 0 0 0 0,-1 1 1 0 0,8 7-1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14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6 2001 0 0,'-85'-6'4802'0'0,"55"6"-3921"0"0,0 6-81 0 0,30-3-720 0 0,1 0-81 0 0,23-8 82 0 0,-19 4-1 0 0,563 1 707 0 0,-483-6-1321 0 0,-85 6 487 0 0,0 0-1 0 0,0 0 1 0 0,-1 0-1 0 0,1 0 1 0 0,0 1-1 0 0,0-1 0 0 0,0 0 1 0 0,0 0-1 0 0,0 0 1 0 0,-1 0-1 0 0,1 0 1 0 0,0 0-1 0 0,0 0 0 0 0,0 1 1 0 0,0-1-1 0 0,0 0 1 0 0,0 0-1 0 0,0 0 0 0 0,0 0 1 0 0,-1 0-1 0 0,1 1 1 0 0,0-1-1 0 0,0 0 1 0 0,0 0-1 0 0,0 0 0 0 0,0 0 1 0 0,0 1-1 0 0,0-1 1 0 0,0 0-1 0 0,0 0 1 0 0,0 0-1 0 0,0 0 0 0 0,0 1 1 0 0,0-1-1 0 0,0 0 1 0 0,0 0-1 0 0,0 0 1 0 0,1 0-1 0 0,-1 1 0 0 0,0-1 1 0 0,0 0-1 0 0,0 0 1 0 0,0 0-1 0 0,0 0 0 0 0,0 1 1 0 0,0-1-1 0 0,0 0 1 0 0,1 0-1 0 0,-1 0 1 0 0,0 0-1 0 0,0 0 0 0 0,0 0 1 0 0,0 0-1 0 0,0 0 1 0 0,1 1-1 0 0,-1-1 1 0 0,0 0-1 0 0,0 0 0 0 0,0 0 1 0 0,0 0-87 0 0,-25 17-3294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14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1 800 0 0,'-60'13'3202'0'0,"60"-7"-1441"0"0,0-1-801 0 0,0 1-560 0 0,30-6-160 0 0,0 8 0 0 0,-5-2 1 0 0,35-6-1 0 0,31 5-80 0 0,29-5 0 0 0,31-5 0 0 0,-30-1-80 0 0,0-8-80 0 0,-37 9-80 0 0,-23-1-400 0 0,-31 6-1441 0 0,-30 6-1041 0 0,0 5 161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03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1781 114 80 0 0,'-10'4'212'0'0,"0"-1"0"0"0,-1 1 0 0 0,1-2 0 0 0,-1 0 0 0 0,1 0 0 0 0,-1-1 0 0 0,0 0 0 0 0,-15-1 0 0 0,-301 7 2976 0 0,305-7-3094 0 0,3 0-71 0 0,0 0 1 0 0,0 1-1 0 0,0 1 0 0 0,0 1 0 0 0,0 0 0 0 0,1 2 1 0 0,-19 6-1 0 0,-465 172 190 0 0,25-30-186 0 0,474-153 13 0 0,-1 1 0 0 0,1-1 0 0 0,0 1 0 0 0,0 0 0 0 0,0 0 0 0 0,0 0 0 0 0,0 0 0 0 0,0 1 0 0 0,0-1 0 0 0,0 1 0 0 0,0 0 0 0 0,0 0 0 0 0,1 0 0 0 0,-1 0 0 0 0,1 0 0 0 0,0 0 0 0 0,-5 6 0 0 0,12 4 704 0 0,-4-8-356 0 0,-12 9-226 0 0,-19 24-255 0 0,25-18 10 0 0,0 0 86 0 0,-2-9 17 0 0,5-7-17 0 0,0-1 0 0 0,0 0 0 0 0,1 1 0 0 0,-1-1 0 0 0,1 1 0 0 0,-1 0-1 0 0,1-1 1 0 0,0 1 0 0 0,0 0 0 0 0,0 0 0 0 0,1 0 0 0 0,-1 0 0 0 0,1-1 0 0 0,-1 1 0 0 0,1 5-1 0 0,0-4-2 0 0,-1 0 0 0 0,1 1 0 0 0,-1-1 0 0 0,0 0 0 0 0,0 0 0 0 0,0 0 0 0 0,-1 0 0 0 0,0 0 0 0 0,1 0 0 0 0,-4 4 0 0 0,3-4 0 0 0,0 0 0 0 0,0 0 0 0 0,0 0 0 0 0,1 0 0 0 0,-1 1 0 0 0,1-1 0 0 0,0 0 0 0 0,0 1 0 0 0,1-1 0 0 0,-1 6 0 0 0,1 3 1 0 0,1-9-7 0 0,-1 0 0 0 0,0 0 0 0 0,0 0 0 0 0,0 0-1 0 0,0 0 1 0 0,-1 0 0 0 0,1 0 0 0 0,-1 0 0 0 0,0 0 0 0 0,-2 4 0 0 0,-6 5-7 0 0,9-13 13 0 0,0 0 0 0 0,-1 0 0 0 0,1 1 0 0 0,0-1 0 0 0,-1 0 0 0 0,1 1 0 0 0,0-1 0 0 0,0 0 0 0 0,-1 1 0 0 0,1-1 0 0 0,0 0 0 0 0,0 1 0 0 0,0-1 0 0 0,0 1 0 0 0,0-1-1 0 0,-1 0 1 0 0,1 1 0 0 0,0-1 0 0 0,0 1 0 0 0,0-1 0 0 0,0 0 0 0 0,0 1 0 0 0,0-1 0 0 0,0 1 0 0 0,0-1 0 0 0,1 0 0 0 0,-1 1 0 0 0,0-1 0 0 0,0 1 0 0 0,0-1 0 0 0,0 0 0 0 0,0 1 0 0 0,1-1 0 0 0,-1 0 0 0 0,0 1 0 0 0,0-1 0 0 0,1 0 0 0 0,-1 1 0 0 0,0-1 0 0 0,0 0 0 0 0,1 1 0 0 0,-1-1 0 0 0,0 0 0 0 0,1 0 0 0 0,-1 1 0 0 0,0-1 0 0 0,1 0 0 0 0,-1 0 0 0 0,1 0 0 0 0,5 6 0 0 0,2 4 0 0 0,-7-9 0 0 0,0 0 0 0 0,0 0 0 0 0,0 0 0 0 0,0 0 0 0 0,0 0 0 0 0,0 0 0 0 0,0 0 0 0 0,0 0 0 0 0,0 0 0 0 0,1-1 0 0 0,-1 1 0 0 0,0 0 0 0 0,1-1 0 0 0,-1 1 0 0 0,1-1 0 0 0,-1 1 0 0 0,0-1 0 0 0,1 0 0 0 0,2 0 0 0 0,2 2 6 0 0,0 0 0 0 0,-1 0 0 0 0,1 1 0 0 0,-1 0 0 0 0,0 0 0 0 0,8 5 0 0 0,-8-4 1 0 0,1-1-1 0 0,0 1 0 0 0,0-1 1 0 0,0-1-1 0 0,9 4 0 0 0,70 27-6 0 0,-74-29 4 0 0,0 1-1 0 0,-1 0 0 0 0,1 1 1 0 0,14 10-1 0 0,33 17 47 0 0,22-4-24 0 0,-51-20 11 0 0,0 2 0 0 0,-1 1 0 0 0,37 21 0 0 0,6 7 45 0 0,-56-32-86 0 0,1 0 0 0 0,-1 2 0 0 0,19 14 0 0 0,-11-4-2 0 0,-5-4 8 0 0,1-1-1 0 0,29 19 1 0 0,-38-29 0 0 0,-1-1 0 0 0,0 1-1 0 0,1-2 1 0 0,0 1-1 0 0,0-1 1 0 0,0-1-1 0 0,0 0 1 0 0,20 1 0 0 0,19 5 70 0 0,-39-6-41 0 0,0 0 0 0 0,1 0 0 0 0,-1-1 0 0 0,1-1 0 0 0,-1 1 0 0 0,1-2 0 0 0,18-2 0 0 0,35-9 190 0 0,-30 6-138 0 0,44-13 0 0 0,-70 16-73 0 0,1 1 1 0 0,0 0 0 0 0,0 0 0 0 0,0 1 0 0 0,0 0 0 0 0,16 0 0 0 0,22 0 6 0 0,94 5 63 0 0,-123-4-80 0 0,0 2 0 0 0,-1 0 0 0 0,28 7 0 0 0,-17-3 0 0 0,19 5 10 0 0,0-3 0 0 0,1-2 0 0 0,-1-2 0 0 0,1-2 0 0 0,0-2 0 0 0,0-2 0 0 0,71-13 0 0 0,-24-2-2 0 0,-24 3 10 0 0,1 3 0 0 0,1 3 0 0 0,123 2 0 0 0,-171 10-18 0 0,0 2 0 0 0,0 0 0 0 0,-1 2 0 0 0,40 19 0 0 0,-51-22 0 0 0,-9-3 0 0 0,-1-1 0 0 0,0 1 0 0 0,1 0 0 0 0,-1 1 0 0 0,0-1 0 0 0,0 0 0 0 0,0 1 0 0 0,2 2 0 0 0,24 18 0 0 0,14-4-16 0 0,-9-3-16 0 0,40 13 0 0 0,67 22 32 0 0,-124-45 18 0 0,-1 1 0 0 0,0 1 0 0 0,-1 0 0 0 0,0 1-1 0 0,24 19 1 0 0,23 13 35 0 0,64 23-133 0 0,-93-49 79 0 0,5 2 8 0 0,42 13 0 0 0,-15-13 81 0 0,1-3 0 0 0,1-2 0 0 0,92 3-1 0 0,-69-7-51 0 0,61 17 111 0 0,-138-22-145 0 0,-1 0 0 0 0,1 0 0 0 0,-1 1 0 0 0,0 1 1 0 0,16 8-1 0 0,-13-6 35 0 0,1 0-1 0 0,0-1 1 0 0,33 8 0 0 0,27-5 46 0 0,-47-7-78 0 0,47 10 0 0 0,8-2 84 0 0,-66-10-42 0 0,0 2-1 0 0,0 0 0 0 0,0 1 0 0 0,21 6 1 0 0,21 15 50 0 0,-33-11-20 0 0,0-3-1 0 0,1 0 1 0 0,1-1-1 0 0,52 8 1 0 0,125 7-77 0 0,-161-24 112 0 0,0-1 1 0 0,0-3-1 0 0,-1-1 1 0 0,69-17-1 0 0,-54 10-47 0 0,118-36 98 0 0,-131 33-133 0 0,0 2 0 0 0,83-11 0 0 0,-99 23-30 0 0,-4 2 0 0 0,0-1 0 0 0,0-1 0 0 0,0-2 0 0 0,0 0 0 0 0,0-2 0 0 0,0 0 0 0 0,27-11 0 0 0,-28 6 10 0 0,-2-1 0 0 0,1-1 0 0 0,-2-1 0 0 0,0-1 0 0 0,0-1 0 0 0,23-21 0 0 0,44-29 67 0 0,-34 38-64 0 0,-36 11 6 0 0,-9 7 9 0 0,0 0 0 0 0,1 1 1 0 0,0 0-1 0 0,24-13 0 0 0,-31 20-28 0 0,-1-1 0 0 0,1 0 0 0 0,-1 0 0 0 0,1-1 0 0 0,-1 1 0 0 0,0-1 0 0 0,5-5 0 0 0,20-14 0 0 0,-15 13 12 0 0,-2-1-1 0 0,1 0 1 0 0,-1 0-1 0 0,-1-1 1 0 0,0-1-1 0 0,9-13 0 0 0,-17 22-8 0 0,-1-1 0 0 0,0 1 0 0 0,1-1 0 0 0,-1 1 0 0 0,0-1 0 0 0,-1 0 0 0 0,1 0 0 0 0,-1 0 0 0 0,0 1 0 0 0,0-1-1 0 0,0 0 1 0 0,0 0 0 0 0,0 0 0 0 0,-2-5 0 0 0,1 5 0 0 0,0 0 0 0 0,1 0 0 0 0,-1 0 0 0 0,1 0 0 0 0,0 0 0 0 0,0 0 0 0 0,1 0 0 0 0,-1 0 0 0 0,1 0 0 0 0,0 0 0 0 0,2-6 0 0 0,4-2 3 0 0,-5 10-3 0 0,0-1 0 0 0,0 0 0 0 0,0 1 0 0 0,0-1 0 0 0,-1 0 0 0 0,1 0 0 0 0,-1 0 0 0 0,0-1 0 0 0,1 1 0 0 0,-2 0 0 0 0,1 0 0 0 0,0-1 0 0 0,-1 1 0 0 0,1-1 0 0 0,-1 1 0 0 0,0 0 0 0 0,0-1 0 0 0,0 1 0 0 0,-1 0 0 0 0,1-1 0 0 0,-1 1 0 0 0,0 0 0 0 0,0-1 0 0 0,-2-3-1 0 0,-6-6 7 0 0,7 11-5 0 0,0-1 0 0 0,1 1 0 0 0,-1 0 0 0 0,1-1 0 0 0,-1 0 0 0 0,1 1 0 0 0,0-1 0 0 0,0 0 0 0 0,0 1 0 0 0,0-1 0 0 0,1 0 0 0 0,-1 0 0 0 0,1 0 0 0 0,-1 0 0 0 0,1 1 0 0 0,0-1 0 0 0,1-5 0 0 0,0-2 4 0 0,-1 6-3 0 0,1 1 0 0 0,-1-1 1 0 0,1 1-1 0 0,-1-1 0 0 0,0 1 0 0 0,-1-1 0 0 0,1 1 0 0 0,-1-1 0 0 0,1 1 0 0 0,-1-1 0 0 0,0 1 0 0 0,0-1 0 0 0,-2-3 1 0 0,-16-8 17 0 0,1-1 0 0 0,1-1 1 0 0,-20-23-1 0 0,32 34-10 0 0,-1 0 0 0 0,0 1 1 0 0,-1 0-1 0 0,-12-7 0 0 0,-23-19-26 0 0,23 16 21 0 0,0 1 1 0 0,-1 1-1 0 0,-1 0 0 0 0,0 2 0 0 0,0 0 0 0 0,-43-14 0 0 0,29 11 11 0 0,-42-22-1 0 0,-249-122 48 0 0,298 147-92 0 0,0 1-1 0 0,-32-7 0 0 0,-10-3-26 0 0,-207-54 68 0 0,42 13-57 0 0,3 3-24 0 0,11 8 66 0 0,-191-12 0 0 0,364 56-123 0 0,12 2 111 0 0,-56-1 0 0 0,40 9 52 0 0,-1-3 0 0 0,1-2 0 0 0,0-3 0 0 0,-80-15 0 0 0,19 2-100 0 0,20 4-13 0 0,-93-14 65 0 0,-101-18 16 0 0,275 42-25 0 0,0-2 1 0 0,1 0 0 0 0,-1 0-1 0 0,1-1 1 0 0,0-1 0 0 0,1 1-1 0 0,0-2 1 0 0,-12-9 0 0 0,15 10 23 0 0,3 3-2 0 0,0 0 0 0 0,1 1 0 0 0,-1-1 0 0 0,0 1 0 0 0,-1 0 0 0 0,1 0 0 0 0,-1 1 0 0 0,1-1 0 0 0,-1 1 0 0 0,0 0 0 0 0,-5-2 0 0 0,-16-7-29 0 0,18 7 16 0 0,0 0 0 0 0,-1 1 0 0 0,1 0 0 0 0,-1 0 0 0 0,0 1 0 0 0,-10-1-1 0 0,-10-1-24 0 0,-1 1-1 0 0,-38 1 1 0 0,19 0-13 0 0,-59-4 34 0 0,-151-13 77 0 0,229 16-59 0 0,17 1-25 0 0,0 1 1 0 0,0 0 0 0 0,0 1-1 0 0,-17 2 1 0 0,-38 3-56 0 0,-82 18-31 0 0,33-4 77 0 0,17-9 179 0 0,14 1-236 0 0,30-2 74 0 0,41-7-1 0 0,-1 0 1 0 0,1 1 0 0 0,0 0-1 0 0,0 1 1 0 0,-24 11-1 0 0,-51 22-241 0 0,90-37 246 0 0,-1 0 1 0 0,0 0 0 0 0,1 1-1 0 0,-1-1 1 0 0,0 0-1 0 0,1 0 1 0 0,-1 1 0 0 0,1-1-1 0 0,-1 0 1 0 0,0 1 0 0 0,1-1-1 0 0,-1 1 1 0 0,1-1-1 0 0,-1 1 1 0 0,1-1 0 0 0,-1 1-1 0 0,1-1 1 0 0,0 1-1 0 0,-1-1 1 0 0,1 1 0 0 0,0 0-1 0 0,-1-1 1 0 0,1 1-1 0 0,0-1 1 0 0,0 1 0 0 0,-1 0-1 0 0,1-1 1 0 0,0 1-1 0 0,0 0 1 0 0,0-1 0 0 0,0 1-1 0 0,0 0 1 0 0,0-1-1 0 0,0 1 1 0 0,0 1 0 0 0,1 0-31 0 0,1 0 0 0 0,-1 1 0 0 0,0-1 1 0 0,1 0-1 0 0,-1 0 0 0 0,1 0 1 0 0,0 0-1 0 0,-1-1 0 0 0,1 1 0 0 0,4 2 1 0 0,67 41-2379 0 0,-64-39 1662 0 0,46 21-4956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21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335 171 880 0 0,'-3'0'349'0'0,"1"-1"0"0"0,-1 0 0 0 0,1 0 0 0 0,-1 0 0 0 0,1 0 0 0 0,0 0-1 0 0,0 0 1 0 0,0-1 0 0 0,-4-3 0 0 0,5 5-257 0 0,0-1 1 0 0,1 0-1 0 0,-1 1 1 0 0,1-1-1 0 0,-1 0 0 0 0,1 0 1 0 0,0 0-1 0 0,-1 0 1 0 0,1 0-1 0 0,0 1 1 0 0,-1-1-1 0 0,1 0 0 0 0,0 0 1 0 0,0 0-1 0 0,0 0 1 0 0,0 0-1 0 0,0 0 0 0 0,0 0 1 0 0,0 0-1 0 0,0 0 1 0 0,0 1-1 0 0,1-1 1 0 0,-1 0-1 0 0,0 0 0 0 0,1 0 1 0 0,-1 0-1 0 0,0 0 1 0 0,1 1-1 0 0,-1-1 0 0 0,1 0 1 0 0,-1 0-1 0 0,1 0 1 0 0,0 1-1 0 0,0-2 0 0 0,8-7 388 0 0,-7 9-426 0 0,-1-1 1 0 0,0 0 0 0 0,0 0-1 0 0,0-1 1 0 0,0 1 0 0 0,0 0-1 0 0,0 0 1 0 0,0 0 0 0 0,0-1-1 0 0,0 1 1 0 0,0 0 0 0 0,-1-1-1 0 0,1 1 1 0 0,0-1 0 0 0,-1 1-1 0 0,0-1 1 0 0,1 1 0 0 0,-1-1 0 0 0,0 1-1 0 0,1-3 1 0 0,-1 2-33 0 0,0 1 0 0 0,0 0 0 0 0,0-1 0 0 0,0 1 0 0 0,0 0 0 0 0,1 0 0 0 0,-1-1 0 0 0,1 1 0 0 0,-1 0 0 0 0,1 0 0 0 0,-1 0-1 0 0,1 0 1 0 0,0 0 0 0 0,-1-1 0 0 0,1 1 0 0 0,0 0 0 0 0,0 1 0 0 0,0-1 0 0 0,0 0 0 0 0,0 0 0 0 0,0 0 0 0 0,0 0 0 0 0,0 1 0 0 0,0-1 0 0 0,0 1 0 0 0,2-2 0 0 0,3-1 52 0 0,2-7 193 0 0,-14 3-181 0 0,-21 4 54 0 0,-11 3-120 0 0,0 1 0 0 0,-61 12 0 0 0,85-10-31 0 0,-1 0 0 0 0,1 1-1 0 0,0 1 1 0 0,0 1 0 0 0,0 0-1 0 0,0 1 1 0 0,1 0 0 0 0,1 1-1 0 0,-16 12 1 0 0,26-18 6 0 0,1 0 0 0 0,1 0 1 0 0,-1 0-1 0 0,0 1 0 0 0,0-1 0 0 0,1 0 0 0 0,-1 0 0 0 0,1 1 0 0 0,0-1 1 0 0,0 1-1 0 0,0-1 0 0 0,0 0 0 0 0,0 1 0 0 0,0-1 0 0 0,1 0 0 0 0,-1 1 1 0 0,1-1-1 0 0,0 0 0 0 0,-1 0 0 0 0,1 1 0 0 0,2 1 0 0 0,7 4-4 0 0,1 0 1 0 0,1-1-1 0 0,-1-1 0 0 0,1 0 0 0 0,0 0 0 0 0,1-1 0 0 0,-1-1 0 0 0,15 4 0 0 0,7 1-18 0 0,48 18-12 0 0,-71-24 43 0 0,0 0 0 0 0,0 0 1 0 0,1-1-1 0 0,-1 0 0 0 0,1-1 1 0 0,-1 0-1 0 0,1-1 0 0 0,-1 0 1 0 0,15-3-1 0 0,-18 3-2 0 0,0-2 0 0 0,0 1-1 0 0,0-1 1 0 0,0 0 0 0 0,-1 0 0 0 0,1-1 0 0 0,-1 0-1 0 0,1 0 1 0 0,-1-1 0 0 0,0 0 0 0 0,-1-1 0 0 0,12-8-1 0 0,-16 11-1 0 0,-1-1-1 0 0,0 1 1 0 0,0 0 0 0 0,0 0-1 0 0,-1-1 1 0 0,1 1-1 0 0,-1 0 1 0 0,1-1-1 0 0,-1 1 1 0 0,0 0 0 0 0,0-1-1 0 0,0 1 1 0 0,0-1-1 0 0,0-3 1 0 0,3-25 20 0 0,-3 31-20 0 0,4-8 6 0 0,-1 1 0 0 0,1 0 0 0 0,-2-1 0 0 0,1 0 0 0 0,-1 1 0 0 0,0-1 0 0 0,0 0 0 0 0,-1 0 0 0 0,0-1 0 0 0,0-13 0 0 0,-1 12 5 0 0,1 7-11 0 0,0 1 0 0 0,-1-1 0 0 0,0 0 1 0 0,0 0-1 0 0,0 0 0 0 0,0 0 0 0 0,0 0 0 0 0,0 0 1 0 0,-1 0-1 0 0,1 0 0 0 0,-1 1 0 0 0,0-1 0 0 0,0 0 1 0 0,-2-4-1 0 0,-17 1-14 0 0,19 6 11 0 0,0 1 0 0 0,1-1 0 0 0,-1 1 0 0 0,1-1 0 0 0,-1 1 0 0 0,1-1 0 0 0,0 1-1 0 0,-1 0 1 0 0,1-1 0 0 0,-1 1 0 0 0,1 0 0 0 0,0-1 0 0 0,0 1 0 0 0,-1 0 0 0 0,1-1 0 0 0,0 1 0 0 0,0 0-1 0 0,0 0 1 0 0,0-1 0 0 0,0 1 0 0 0,0 0 0 0 0,0 0 0 0 0,0-1 0 0 0,0 1 0 0 0,0 0 0 0 0,0-1-1 0 0,1 1 1 0 0,-1 1 0 0 0,6 26-53 0 0,-1-13 53 0 0,0-1 1 0 0,-1 1 0 0 0,-1 0 0 0 0,0 0 0 0 0,2 30-1 0 0,-5-32 17 0 0,2 1 0 0 0,0-1 0 0 0,0 0 0 0 0,8 22 0 0 0,-7-27-5 0 0,-1 1 1 0 0,1-1 0 0 0,-1 1 0 0 0,-1-1 0 0 0,0 1-1 0 0,0 0 1 0 0,0 0 0 0 0,-1-1 0 0 0,-1 1-1 0 0,1 0 1 0 0,-4 14 0 0 0,-46 117 123 0 0,48-135-131 0 0,1 0 1 0 0,0 0-1 0 0,0 1 0 0 0,0-1 0 0 0,1 1 0 0 0,0 7 0 0 0,-5 24-17 0 0,-25 38-51 0 0,30-74 63 0 0,-1 0 1 0 0,0 0-1 0 0,0 0 0 0 0,1 0 1 0 0,-1 0-1 0 0,1 0 1 0 0,-1 1-1 0 0,1-1 1 0 0,-1 0-1 0 0,1 0 0 0 0,0 1 1 0 0,0-1-1 0 0,-1 0 1 0 0,1 0-1 0 0,0 1 1 0 0,0-1-1 0 0,0 0 0 0 0,1 0 1 0 0,-1 1-1 0 0,0-1 1 0 0,0 0-1 0 0,1 3 0 0 0,2-3-19 0 0,-1 0 0 0 0,1 0-1 0 0,-1 0 1 0 0,1 0-1 0 0,-1 0 1 0 0,1 0-1 0 0,0-1 1 0 0,0 1 0 0 0,-1-1-1 0 0,5 0 1 0 0,-5 0 8 0 0,2 1-234 0 0,-1-1 0 0 0,0 0 1 0 0,0 1-1 0 0,1-2 0 0 0,-1 1 1 0 0,0 0-1 0 0,0-1 0 0 0,0 1 1 0 0,0-1-1 0 0,1 0 1 0 0,-1 0-1 0 0,0 0 0 0 0,0 0 1 0 0,-1-1-1 0 0,1 1 0 0 0,0-1 1 0 0,4-3-1 0 0,-1 1-310 0 0,24-19-3150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22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 1841 0 0,'-30'-6'5042'0'0,"30"12"-4562"0"0,30 0-79 0 0,-30 2-161 0 0,30 11 0 0 0,0 6 80 0 0,0 7-160 0 0,1-14-80 0 0,-1 1-80 0 0,0 8 0 0 0,0-8 0 0 0,0-2-160 0 0,0 10-480 0 0,-30-7-241 0 0,0-1-1280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22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1 326 2241 0 0,'0'-20'1921'0'0,"30"-12"-320"0"0,0-18 79 0 0,31-2-479 0 0,29-17-641 0 0,31 24-560 0 0,-31 20-560 0 0,-35 6-961 0 0,5 6-3281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22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28 130 2481 0 0,'0'-1'125'0'0,"0"0"0"0"0,0 1 0 0 0,0-1 0 0 0,0 0 0 0 0,0 0 1 0 0,0 0-1 0 0,0 0 0 0 0,0 0 0 0 0,1 1 0 0 0,-1-1 0 0 0,0 0 0 0 0,1 0 0 0 0,-1 0 0 0 0,0 1 0 0 0,1-1 0 0 0,-1 0 0 0 0,1 0 0 0 0,-1 1 0 0 0,1-1 1 0 0,-1 0-1 0 0,1 1 0 0 0,0-1 0 0 0,-1 1 0 0 0,1-1 0 0 0,0 1 0 0 0,-1-1 0 0 0,1 1 0 0 0,0-1 0 0 0,0 1 0 0 0,-1 0 0 0 0,1-1 0 0 0,1 1 0 0 0,-1-1-96 0 0,0 1 0 0 0,0 0 0 0 0,0 0 0 0 0,-1-1 0 0 0,1 1 0 0 0,0 0 0 0 0,0-1 0 0 0,-1 1 0 0 0,1-1 0 0 0,0 1 0 0 0,-1-1 0 0 0,1 1 0 0 0,-1-1 0 0 0,1 0 0 0 0,0 1-1 0 0,-1-1 1 0 0,1 0 0 0 0,-1 1 0 0 0,0-1 0 0 0,1 0 0 0 0,-1 0 0 0 0,0 1 0 0 0,1-1 0 0 0,-1 0 0 0 0,0 0 0 0 0,0 0 0 0 0,0 1 0 0 0,1-1 0 0 0,-1 0 0 0 0,0 0 0 0 0,0 0 0 0 0,-1-1-1 0 0,2-2 22 0 0,0 0-1 0 0,0 0 0 0 0,0 0 0 0 0,0 0 0 0 0,0 0 0 0 0,1 0 0 0 0,0 1 0 0 0,-1-1 0 0 0,1 0 1 0 0,1 1-1 0 0,-1 0 0 0 0,0-1 0 0 0,1 1 0 0 0,0 0 0 0 0,0 0 0 0 0,0 1 0 0 0,0-1 1 0 0,0 0-1 0 0,1 1 0 0 0,-1 0 0 0 0,8-4 0 0 0,-6-4 50 0 0,-5 16 42 0 0,-2 9-117 0 0,0 0 1 0 0,0-1-1 0 0,-1 0 1 0 0,-1 1-1 0 0,-1-2 1 0 0,-7 18-1 0 0,5-13-5 0 0,1 0-1 0 0,-7 29 1 0 0,8-14-12 0 0,-50 256 66 0 0,54-286-81 0 0,1 1-1 0 0,-1-1 1 0 0,1 0 0 0 0,-1 0-1 0 0,1 1 1 0 0,0-1 0 0 0,0 0-1 0 0,1 0 1 0 0,-1 0 0 0 0,1 1 0 0 0,-1-1-1 0 0,1 0 1 0 0,0 0 0 0 0,0 0-1 0 0,1 0 1 0 0,-1 0 0 0 0,1 0-1 0 0,-1 0 1 0 0,1-1 0 0 0,0 1-1 0 0,3 3 1 0 0,-3-5-92 0 0,-1 1 1 0 0,1-1-1 0 0,0 1 0 0 0,0-1 0 0 0,0 0 1 0 0,0 0-1 0 0,1 1 0 0 0,-1-2 1 0 0,0 1-1 0 0,0 0 0 0 0,1 0 0 0 0,-1-1 1 0 0,0 1-1 0 0,1-1 0 0 0,-1 0 0 0 0,1 0 1 0 0,-1 0-1 0 0,0 0 0 0 0,1 0 0 0 0,-1 0 1 0 0,1-1-1 0 0,-1 1 0 0 0,0-1 0 0 0,1 1 1 0 0,-1-1-1 0 0,0 0 0 0 0,0 0 1 0 0,0 0-1 0 0,3-2 0 0 0,25-20-4235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23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43 1361 0 0,'-6'-3'284'0'0,"0"1"1"0"0,1-1-1 0 0,-1 1 1 0 0,0 1-1 0 0,-1-1 1 0 0,1 1 0 0 0,0 0-1 0 0,0 0 1 0 0,0 1-1 0 0,-1 0 1 0 0,1 0 0 0 0,0 0-1 0 0,0 1 1 0 0,-1 0-1 0 0,1 0 1 0 0,0 1-1 0 0,-11 4 1 0 0,4 1-138 0 0,1 1 0 0 0,0 0-1 0 0,0 1 1 0 0,1 0 0 0 0,0 1 0 0 0,1 0 0 0 0,0 1 0 0 0,-13 18-1 0 0,-14 14 134 0 0,37-43-279 0 0,-9 8 48 0 0,1 1 0 0 0,0 0 1 0 0,1 1-1 0 0,0 0 0 0 0,-9 16 0 0 0,15-24-41 0 0,0 0-1 0 0,0 0 0 0 0,0 1 1 0 0,1-1-1 0 0,-1 0 0 0 0,1 0 0 0 0,-1 1 1 0 0,1-1-1 0 0,0 0 0 0 0,0 1 1 0 0,0-1-1 0 0,0 0 0 0 0,0 1 1 0 0,1-1-1 0 0,-1 0 0 0 0,1 0 1 0 0,-1 1-1 0 0,1-1 0 0 0,0 0 1 0 0,0 0-1 0 0,0 0 0 0 0,0 0 1 0 0,0 0-1 0 0,1 0 0 0 0,-1 0 1 0 0,0 0-1 0 0,1 0 0 0 0,0-1 1 0 0,-1 1-1 0 0,1-1 0 0 0,0 1 1 0 0,0-1-1 0 0,0 1 0 0 0,0-1 1 0 0,2 1-1 0 0,9 3 37 0 0,0 0-1 0 0,0 0 1 0 0,0-1 0 0 0,1-1-1 0 0,0-1 1 0 0,0 1 0 0 0,0-2-1 0 0,0 0 1 0 0,-1-1 0 0 0,28-3-1 0 0,-30 2-6 0 0,0-1 0 0 0,1 0 0 0 0,-1 0 0 0 0,0-1 0 0 0,-1-1 0 0 0,1 0 0 0 0,-1 0-1 0 0,1-1 1 0 0,-1 0 0 0 0,-1-1 0 0 0,17-12 0 0 0,-21 13-10 0 0,1 1 1 0 0,-1-2-1 0 0,0 1 0 0 0,-1 0 0 0 0,1-1 1 0 0,-1 0-1 0 0,0 0 0 0 0,0 0 0 0 0,-1-1 0 0 0,0 1 1 0 0,0-1-1 0 0,0 0 0 0 0,-1 1 0 0 0,0-1 1 0 0,0-1-1 0 0,-1 1 0 0 0,0 0 0 0 0,0-11 1 0 0,-2 8 5 0 0,0 0 1 0 0,0 0-1 0 0,-1 0 1 0 0,-1 0-1 0 0,0 1 1 0 0,-6-16 0 0 0,7 20-36 0 0,-1 0 1 0 0,1 0 0 0 0,0 0 0 0 0,-1 1-1 0 0,0-1 1 0 0,0 1 0 0 0,-1 0-1 0 0,1 0 1 0 0,-1 0 0 0 0,0 0 0 0 0,0 1-1 0 0,0-1 1 0 0,0 1 0 0 0,-1 0 0 0 0,1 0-1 0 0,-7-2 1 0 0,-2 1-141 0 0,0 1 0 0 0,0 0 0 0 0,-19-1 0 0 0,-18 7-4839 0 0,25-1 2073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24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421 4 800 0 0,'0'0'3469'0'0,"-5"0"-2095"0"0,-34-1 561 0 0,22-1-1763 0 0,0 2 0 0 0,0 0-1 0 0,0 1 1 0 0,0 1 0 0 0,1 0 0 0 0,-1 1 0 0 0,0 1-1 0 0,-25 10 1 0 0,17-4-142 0 0,0 1-1 0 0,1 1 0 0 0,1 1 1 0 0,-40 30-1 0 0,59-39-29 0 0,0-1 0 0 0,1 1 0 0 0,0 0 0 0 0,0 0 0 0 0,0 0 0 0 0,0 1 0 0 0,1-1-1 0 0,-1 1 1 0 0,1 0 0 0 0,0-1 0 0 0,1 1 0 0 0,-1 0 0 0 0,1 0 0 0 0,0 0 0 0 0,0 0 0 0 0,0 0 0 0 0,1 0 0 0 0,0 1 0 0 0,0-1 0 0 0,0 0 0 0 0,1 0 0 0 0,-1 0 0 0 0,1 0 0 0 0,3 9 0 0 0,-2-8 27 0 0,0 0 0 0 0,1-1 1 0 0,0 1-1 0 0,0-1 1 0 0,0 1-1 0 0,0-1 1 0 0,1 0-1 0 0,0 0 1 0 0,0-1-1 0 0,0 1 1 0 0,1-1-1 0 0,0 0 0 0 0,-1 0 1 0 0,1 0-1 0 0,1-1 1 0 0,-1 0-1 0 0,0 0 1 0 0,7 3-1 0 0,6-1-28 0 0,-1 0-1 0 0,1-1 1 0 0,0-1-1 0 0,1-1 0 0 0,-1-1 1 0 0,0 0-1 0 0,0-1 1 0 0,1-1-1 0 0,34-6 1 0 0,-25 1-1 0 0,-1-1 0 0 0,0-1 0 0 0,-1-1 0 0 0,0-1 0 0 0,42-23 0 0 0,-63 29-1 0 0,0 1 0 0 0,0-1-1 0 0,0 0 1 0 0,-1 0 0 0 0,0-1-1 0 0,1 1 1 0 0,-1-1 0 0 0,-1 0-1 0 0,1 0 1 0 0,-1 0 0 0 0,3-7-1 0 0,23-61-37 0 0,-16 34 42 0 0,-12 36-1 0 0,2-1 0 0 0,-1-1 1 0 0,0 0-1 0 0,0 0 1 0 0,0 0-1 0 0,-1 0 1 0 0,0 0 0 0 0,0 0-1 0 0,0 0 1 0 0,0-7-1 0 0,-1 11 1 0 0,-1 0-1 0 0,1 0 0 0 0,0 0 0 0 0,-1 0 1 0 0,1 0-1 0 0,0 0 0 0 0,-1 0 0 0 0,1 1 1 0 0,-1-1-1 0 0,1 0 0 0 0,-1 0 0 0 0,0 0 1 0 0,1 0-1 0 0,-1 1 0 0 0,0-1 0 0 0,0 0 1 0 0,0 1-1 0 0,1-1 0 0 0,-1 0 0 0 0,-2 0 0 0 0,0 0-1 0 0,0-1 0 0 0,-1 1 0 0 0,1 0 0 0 0,-1 1 0 0 0,1-1 0 0 0,-1 1 0 0 0,1-1 0 0 0,-8 1-1 0 0,-14 4-80 0 0,21 4 89 0 0,3-3-12 0 0,-3 2 11 0 0,0 1 0 0 0,0 1 0 0 0,1-1 0 0 0,0 0 0 0 0,0 1 0 0 0,1 0-1 0 0,0-1 1 0 0,1 1 0 0 0,0 0 0 0 0,0 0 0 0 0,1 0 0 0 0,0 0 0 0 0,1 0 0 0 0,0 0-1 0 0,0 0 1 0 0,1-1 0 0 0,0 1 0 0 0,0 0 0 0 0,1-1 0 0 0,0 1 0 0 0,1-1 0 0 0,0 0-1 0 0,0 0 1 0 0,7 9 0 0 0,116 194 657 0 0,-108-178-739 0 0,36 61 36 0 0,-51-83-227 0 0,10 16-24 0 0,-3-20-3473 0 0,-11-12-1892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31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19 1281 0 0,'-25'-11'2387'0'0,"-1"3"1116"0"0,25 9-3467 0 0,1-1 0 0 0,-1 0 0 0 0,1 0-1 0 0,-1 1 1 0 0,0-1 0 0 0,1 0 0 0 0,-1 1 0 0 0,1-1 0 0 0,0 1 0 0 0,-1-1 0 0 0,1 0-1 0 0,-1 1 1 0 0,1-1 0 0 0,0 1 0 0 0,-1-1 0 0 0,1 1 0 0 0,0 0 0 0 0,-1-1-1 0 0,1 1 1 0 0,0-1 0 0 0,0 1 0 0 0,0 0 0 0 0,-1-1 0 0 0,1 1 0 0 0,0-1 0 0 0,0 1-1 0 0,0 0 1 0 0,0-1 0 0 0,0 1 0 0 0,0-1 0 0 0,0 1 0 0 0,0 0 0 0 0,1 0 0 0 0,-6 1 124 0 0,2-1-143 0 0,-2-1 77 0 0,-1 1 1 0 0,1 1-1 0 0,0-1 0 0 0,-1 1 0 0 0,1 0 0 0 0,-7 3 0 0 0,11-4-80 0 0,1 0-1 0 0,-1-1 1 0 0,0 1-1 0 0,0-1 1 0 0,0 1-1 0 0,0 0 1 0 0,1 0-1 0 0,-1 0 1 0 0,0-1-1 0 0,1 1 0 0 0,-1 0 1 0 0,0 0-1 0 0,1 0 1 0 0,-1 0-1 0 0,1 0 1 0 0,0 0-1 0 0,-1 0 1 0 0,1 0-1 0 0,-1 1 1 0 0,1 0-20 0 0,1 0 0 0 0,-1 0 0 0 0,0-1 0 0 0,1 1 0 0 0,-1-1 0 0 0,1 1 0 0 0,-1 0 1 0 0,1-1-1 0 0,0 1 0 0 0,-1-1 0 0 0,1 1 0 0 0,0-1 0 0 0,0 0 0 0 0,0 1 1 0 0,0-1-1 0 0,1 0 0 0 0,1 2 0 0 0,55 52 119 0 0,110 82 1 0 0,-135-107-128 0 0,-29-24 14 0 0,1-2 0 0 0,0 1 0 0 0,0-1 0 0 0,0 1 0 0 0,8 4 0 0 0,17 3 1 0 0,-24-10-3 0 0,-1 0 0 0 0,1 0 1 0 0,0 0-1 0 0,-1 1 0 0 0,0 0 0 0 0,0 0 1 0 0,8 6-1 0 0,4 7-250 0 0,-14-13-856 0 0,-11-6-153 0 0,5 1 1041 0 0,3 2 108 0 0,-1 0 1 0 0,1 0-1 0 0,0-1 0 0 0,-1 1 1 0 0,1 0-1 0 0,0 0 1 0 0,-1-1-1 0 0,1 1 0 0 0,0 0 1 0 0,0-1-1 0 0,-1 1 0 0 0,1 0 1 0 0,0-1-1 0 0,0 1 1 0 0,0-1-1 0 0,0 1 0 0 0,-1 0 1 0 0,1-1-1 0 0,0 1 1 0 0,0 0-1 0 0,0-1 0 0 0,0 1 1 0 0,0-1-1 0 0,0 1 1 0 0,0-1-1 0 0,0 1 0 0 0,0 0 1 0 0,0-1-1 0 0,0 1 1 0 0,1-1-1 0 0,-1-2-724 0 0,0-8-1378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31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31 287 2241 0 0,'-31'0'4642'0'0,"31"-6"-3121"0"0,0 0-1121 0 0,31-1-80 0 0,-1-5-80 0 0,0-21-160 0 0,61-11-80 0 0,29-19-240 0 0,-5 11-560 0 0,-55 13-1041 0 0,-29 14-2481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31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18 1441 0 0,'0'-1'184'0'0,"0"0"1"0"0,0 0 0 0 0,0 1 0 0 0,1-1 0 0 0,-1 0 0 0 0,0 0-1 0 0,0 1 1 0 0,1-1 0 0 0,-1 0 0 0 0,0 0 0 0 0,1 1 0 0 0,-1-1-1 0 0,1 1 1 0 0,-1-1 0 0 0,1 0 0 0 0,-1 1 0 0 0,1-1 0 0 0,-1 1-1 0 0,1-1 1 0 0,0 1 0 0 0,-1-1 0 0 0,1 1 0 0 0,0 0 0 0 0,-1-1-1 0 0,1 1 1 0 0,0 0 0 0 0,0-1 0 0 0,-1 1 0 0 0,1 0 0 0 0,0 0-1 0 0,0 0 1 0 0,-1 0 0 0 0,2 0 0 0 0,41 2 1051 0 0,14 15-2082 0 0,-30-6 1282 0 0,-20-8-453 0 0,-1 0 0 0 0,0 1 0 0 0,1 0 0 0 0,-1 0 1 0 0,6 7-1 0 0,-11-10 16 0 0,0 0-1 0 0,1 1 1 0 0,-1-1 0 0 0,0 0 0 0 0,0 1 0 0 0,0 0-1 0 0,0-1 1 0 0,0 1 0 0 0,0 0 0 0 0,-1-1 0 0 0,1 1-1 0 0,0 0 1 0 0,-1 0 0 0 0,1-1 0 0 0,-1 1 0 0 0,0 0-1 0 0,0 0 1 0 0,0 0 0 0 0,0 0 0 0 0,0-1-1 0 0,0 1 1 0 0,0 0 0 0 0,0 0 0 0 0,-1 0 0 0 0,1 0-1 0 0,-2 2 1 0 0,0 2 16 0 0,-1 0 0 0 0,0-1-1 0 0,-1 1 1 0 0,1-1 0 0 0,-1 0-1 0 0,0 0 1 0 0,0 0 0 0 0,-1-1-1 0 0,0 1 1 0 0,1-1 0 0 0,-1 0-1 0 0,-1-1 1 0 0,1 1 0 0 0,0-1-1 0 0,-1 0 1 0 0,0 0 0 0 0,0-1 0 0 0,-10 4-1 0 0,4-3 38 0 0,-1 0 0 0 0,1-1 1 0 0,-1 0-1 0 0,1-1 0 0 0,-1-1 0 0 0,0 0 0 0 0,0 0 0 0 0,1-1 0 0 0,-14-4 1 0 0,15 5 2 0 0,9-2 5 0 0,15-3 118 0 0,5 3-143 0 0,1 1-1 0 0,0 0 1 0 0,0 1 0 0 0,31 5-1 0 0,45 19-47 0 0,-83-21 4 0 0,1 0-8 0 0,0 0 0 0 0,0 0 0 0 0,0 1 0 0 0,-1 1 0 0 0,0 0 0 0 0,0 1 0 0 0,0 0 0 0 0,-1 1 0 0 0,0 0 0 0 0,0 1 0 0 0,15 14 0 0 0,-24-21 19 0 0,-1 0 1 0 0,0 1-1 0 0,1-1 1 0 0,-1 1-1 0 0,0-1 1 0 0,0 1 0 0 0,0-1-1 0 0,0 1 1 0 0,0 0-1 0 0,0-1 1 0 0,-1 1-1 0 0,1 0 1 0 0,0 0 0 0 0,-1 0-1 0 0,1-1 1 0 0,-1 1-1 0 0,0 0 1 0 0,0 0-1 0 0,0 0 1 0 0,0 0-1 0 0,0 0 1 0 0,0 0 0 0 0,0 0-1 0 0,-1 0 1 0 0,1-1-1 0 0,-2 4 1 0 0,0-1 15 0 0,0 0 0 0 0,-1 0 1 0 0,0-1-1 0 0,0 1 0 0 0,0-1 1 0 0,0 0-1 0 0,-1 0 0 0 0,1 0 0 0 0,-1 0 1 0 0,0 0-1 0 0,0-1 0 0 0,-6 4 0 0 0,-7 4 49 0 0,-1-1 0 0 0,0-1 0 0 0,0 0-1 0 0,-1-1 1 0 0,0-1 0 0 0,-27 5-1 0 0,17-6-40 0 0,-17 3 68 0 0,0-3 0 0 0,-85 1-1 0 0,129-6-99 0 0,-1 1-1 0 0,0-1 1 0 0,1 0-1 0 0,-1-1 1 0 0,0 1-1 0 0,0 0 1 0 0,1-1 0 0 0,-1 0-1 0 0,0 1 1 0 0,1-1-1 0 0,-1 0 1 0 0,1 0-1 0 0,-1 0 1 0 0,1-1-1 0 0,0 1 1 0 0,-1-1 0 0 0,-1-2-1 0 0,3 3-28 0 0,1-1 0 0 0,-1 1 0 0 0,1-1 0 0 0,0 0 0 0 0,0 1 0 0 0,0-1 0 0 0,0 0 0 0 0,0 0 0 0 0,0 1 0 0 0,0-1 0 0 0,1 0 1 0 0,-1 1-1 0 0,1-1 0 0 0,-1 1 0 0 0,1-1 0 0 0,-1 1 0 0 0,2-3 0 0 0,0-1-432 0 0,0 0-1 0 0,0-1 1 0 0,-1 1 0 0 0,0 0 0 0 0,0 0 0 0 0,0-8 0 0 0,-1-28-4695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32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1361 0 0,'-26'5'2220'0'0,"25"-5"-2156"0"0,1 1 0 0 0,-1 0 0 0 0,1-1 0 0 0,-1 1 0 0 0,1 0 0 0 0,-1-1 0 0 0,1 1 0 0 0,-1 0 0 0 0,1 0 0 0 0,0-1 0 0 0,0 1 0 0 0,-1 0 0 0 0,1 0 0 0 0,0 0 0 0 0,0 0 0 0 0,0-1 0 0 0,0 1 0 0 0,0 0 0 0 0,0 0 0 0 0,0 0 0 0 0,0 0 0 0 0,0-1 0 0 0,0 1 0 0 0,1 0 0 0 0,-1 0 0 0 0,0 0 0 0 0,1-1 0 0 0,-1 1 0 0 0,0 0 0 0 0,1 0 0 0 0,-1-1 0 0 0,1 1 0 0 0,-1 0 0 0 0,1-1 0 0 0,-1 1 0 0 0,2 0 0 0 0,4 7 83 0 0,0 0 0 0 0,1 0 0 0 0,0-1 0 0 0,1 0-1 0 0,0-1 1 0 0,0 0 0 0 0,0 0 0 0 0,16 8 0 0 0,4 5-68 0 0,27 20-10 0 0,-34-22 3 0 0,1-1-1 0 0,1-1 1 0 0,0-1-1 0 0,38 17 1 0 0,-55-22-194 0 0,-6-6-351 0 0,0-8-66 0 0,-6 3-528 0 0,-18-3-614 0 0,-1-1-533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33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61 580 4002 0 0,'-61'0'3201'0'0,"61"-7"-1840"0"0,0-5-721 0 0,0-1-240 0 0,31-12 81 0 0,59-52 399 0 0,61-44 0 0 0,-30 25-479 0 0,-6 27-561 0 0,-25 11-801 0 0,1 0-1120 0 0,29 14-3441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34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211 291 1121 0 0,'-49'-2'3838'0'0,"48"2"-3738"0"0,-1 0-1 0 0,0 0 0 0 0,1 0 0 0 0,-1 0 0 0 0,0 0 0 0 0,1 0 0 0 0,-1-1 1 0 0,0 1-1 0 0,1-1 0 0 0,-1 1 0 0 0,1-1 0 0 0,-1 1 0 0 0,0-1 0 0 0,1 0 1 0 0,0 0-1 0 0,-1 0 0 0 0,1 0 0 0 0,-2-1 0 0 0,8-2 51 0 0,-4 4-137 0 0,0 0-1 0 0,-1 0 0 0 0,1 0 0 0 0,0 0 0 0 0,-1 0 0 0 0,1-1 0 0 0,0 1 1 0 0,-1 0-1 0 0,1 0 0 0 0,-1-1 0 0 0,1 1 0 0 0,0 0 0 0 0,-1-1 0 0 0,1 1 0 0 0,-1-1 1 0 0,1 1-1 0 0,-1-1 0 0 0,0 1 0 0 0,1-1 0 0 0,-1 1 0 0 0,1-1 0 0 0,-1 1 0 0 0,0-1 1 0 0,1 1-1 0 0,-1-1 0 0 0,0 0 0 0 0,0 1 0 0 0,0-1 0 0 0,1 1 0 0 0,-1-1 0 0 0,0 0 1 0 0,0 1-1 0 0,0-1 0 0 0,0 0 0 0 0,0 0 0 0 0,0-3 27 0 0,1 1 0 0 0,0-1 0 0 0,0 1 0 0 0,0 0-1 0 0,0-1 1 0 0,1 1 0 0 0,-1 0 0 0 0,1 0 0 0 0,0 0 0 0 0,0 0 0 0 0,0 0 0 0 0,0 0 0 0 0,0 1-1 0 0,1-1 1 0 0,-1 1 0 0 0,6-4 0 0 0,19-25 234 0 0,-8 4-29 0 0,1 0 1 0 0,27-26-1 0 0,-23 23-63 0 0,-23 28-171 0 0,0 0 0 0 0,0-1 0 0 0,1 1 0 0 0,-1 0 0 0 0,1 0 0 0 0,-1 0 0 0 0,1 0 0 0 0,0 0 0 0 0,0 0 0 0 0,0 0 0 0 0,0 1 0 0 0,0-1 0 0 0,0 1 0 0 0,0 0 0 0 0,1-1 0 0 0,-1 1 0 0 0,1 0 0 0 0,-1 0 0 0 0,0 0 0 0 0,1 1 0 0 0,3-2 0 0 0,-3 2-10 0 0,8 1-10 0 0,-15 4-16 0 0,-11 11-18 0 0,8-3 23 0 0,0 0-1 0 0,0 0 1 0 0,1 0 0 0 0,1 1 0 0 0,1 0 0 0 0,-6 25 0 0 0,-9 26-18 0 0,-7-5 120 0 0,-48 81-1 0 0,3-5 52 0 0,50-92-125 0 0,-49 77 0 0 0,64-111-12 0 0,1-1 1 0 0,0 1-1 0 0,0 0 1 0 0,-6 20-1 0 0,11-28-8 0 0,-1-1-1 0 0,1 1 1 0 0,-1 0 0 0 0,1 0-1 0 0,0-1 1 0 0,0 1 0 0 0,0 0-1 0 0,0 0 1 0 0,0-1 0 0 0,0 1-1 0 0,0 0 1 0 0,1 0 0 0 0,-1-1-1 0 0,1 1 1 0 0,0 2 0 0 0,0-3-14 0 0,0 0 1 0 0,0 0 0 0 0,0 0-1 0 0,0-1 1 0 0,0 1 0 0 0,0 0-1 0 0,0-1 1 0 0,0 1 0 0 0,0-1-1 0 0,0 1 1 0 0,0-1 0 0 0,0 0-1 0 0,0 1 1 0 0,1-1 0 0 0,-1 0-1 0 0,0 0 1 0 0,0 0 0 0 0,0 0-1 0 0,0 0 1 0 0,1 0 0 0 0,-1 0-1 0 0,0 0 1 0 0,0 0 0 0 0,0-1-1 0 0,0 1 1 0 0,2-1 0 0 0,5-1-286 0 0,-1 0 1 0 0,1-1 0 0 0,-1 0 0 0 0,0 0-1 0 0,12-8 1 0 0,41-37-3931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34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176 154 960 0 0,'-141'144'6003'0'0,"138"-140"-5958"0"0,-1 1 0 0 0,1-1-1 0 0,0 1 1 0 0,0-1 0 0 0,0 1 0 0 0,0 0-1 0 0,1 0 1 0 0,0 0 0 0 0,0 0 0 0 0,0 1-1 0 0,1-1 1 0 0,-1 0 0 0 0,2 1 0 0 0,-1-1-1 0 0,0 1 1 0 0,1-1 0 0 0,0 1 0 0 0,1 9-1 0 0,-1-6 0 0 0,0-6-23 0 0,0-1 0 0 0,0 1 0 0 0,1-1 0 0 0,-1 1 0 0 0,1 0 0 0 0,-1-1 0 0 0,1 1 1 0 0,0-1-1 0 0,0 1 0 0 0,0-1 0 0 0,0 0 0 0 0,0 1 0 0 0,0-1 0 0 0,1 0 0 0 0,-1 0 0 0 0,1 0 0 0 0,0 0 0 0 0,-1 0 0 0 0,1 0 0 0 0,3 2 0 0 0,-1-2 4 0 0,0 1 0 0 0,0-1 0 0 0,1 0 0 0 0,0 0 0 0 0,-1 0 0 0 0,1 0-1 0 0,0-1 1 0 0,0 0 0 0 0,-1 0 0 0 0,7 0 0 0 0,9 0 34 0 0,0-1 1 0 0,0-1 0 0 0,0 0-1 0 0,26-7 1 0 0,-18 2 20 0 0,-1-3 0 0 0,1 0 0 0 0,-1-1 0 0 0,-1-2 0 0 0,0-1 0 0 0,-1-1 0 0 0,0-1 0 0 0,-1-1 0 0 0,0-1 0 0 0,-2-1 0 0 0,23-23 0 0 0,-38 34-59 0 0,0 0 1 0 0,-1 0-1 0 0,0-1 0 0 0,0 0 1 0 0,0-1-1 0 0,-1 1 0 0 0,-1-1 1 0 0,6-12-1 0 0,-9 17-30 0 0,0 0 0 0 0,-1 0 0 0 0,1 1-1 0 0,-1-1 1 0 0,0 0 0 0 0,0 0 0 0 0,0 0 0 0 0,0 0 0 0 0,-1 0 0 0 0,1 0 0 0 0,-1 0 0 0 0,0 0 0 0 0,0 1-1 0 0,-1-1 1 0 0,1 0 0 0 0,-1 1 0 0 0,0-1 0 0 0,0 1 0 0 0,0-1 0 0 0,0 1 0 0 0,0 0 0 0 0,-1 0 0 0 0,-5-5-1 0 0,-9-8-683 0 0,-1 2-1 0 0,0 0 1 0 0,-1 1-1 0 0,-25-13 0 0 0,-16-7-4201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34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14 720 0 0,'-30'5'2241'0'0,"30"20"0"0"0,0 8-160 0 0,0-8-880 0 0,30-11-721 0 0,1-9-320 0 0,29 3-80 0 0,0-8-80 0 0,31-8 80 0 0,-37-3-160 0 0,37-8-320 0 0,-1-14-1761 0 0,1-25-3041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35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40 320 0 0,'0'-2'194'0'0,"0"1"-1"0"0,0-1 1 0 0,0 1-1 0 0,0-1 1 0 0,0 1 0 0 0,0-1-1 0 0,-1 1 1 0 0,1-1-1 0 0,0 1 1 0 0,-1-1-1 0 0,1 1 1 0 0,-1 0 0 0 0,0-1-1 0 0,1 1 1 0 0,-1 0-1 0 0,0-1 1 0 0,0 1-1 0 0,0 0 1 0 0,0 0 0 0 0,0 0-1 0 0,0 0 1 0 0,0 0-1 0 0,0 0 1 0 0,0 0-1 0 0,-2-1 1 0 0,0 1-54 0 0,0 0 1 0 0,0 0-1 0 0,0 1 0 0 0,0-1 0 0 0,0 1 1 0 0,-1 0-1 0 0,1 0 0 0 0,0 0 1 0 0,0 0-1 0 0,0 0 0 0 0,0 1 0 0 0,-4 0 1 0 0,-22 8 49 0 0,0 1 0 0 0,1 2 0 0 0,0 1 0 0 0,-47 28 0 0 0,63-34-167 0 0,-11 7 52 0 0,-36 28 0 0 0,46-31-51 0 0,5-6-12 0 0,1 1 1 0 0,0 0-1 0 0,0 1 1 0 0,1 0-1 0 0,0 0 0 0 0,0 0 1 0 0,0 0-1 0 0,1 1 1 0 0,1 0-1 0 0,-1 0 1 0 0,1 1-1 0 0,0-1 1 0 0,1 1-1 0 0,0 0 0 0 0,1 0 1 0 0,-1 0-1 0 0,2 0 1 0 0,-1 0-1 0 0,1 0 1 0 0,1 15-1 0 0,1-16-3 0 0,0-1 0 0 0,0 1 0 0 0,1-1 0 0 0,0 0 0 0 0,0 1 0 0 0,1-1 0 0 0,0 0 0 0 0,0 0-1 0 0,1-1 1 0 0,0 1 0 0 0,0-1 0 0 0,0 0 0 0 0,1 0 0 0 0,0 0 0 0 0,0 0 0 0 0,1-1 0 0 0,-1 0 0 0 0,1 0 0 0 0,0-1 0 0 0,0 1 0 0 0,1-1 0 0 0,0-1 0 0 0,-1 1-1 0 0,1-1 1 0 0,8 2 0 0 0,1 0-9 0 0,0 0-1 0 0,0-1 0 0 0,0-1 1 0 0,1-1-1 0 0,-1 0 0 0 0,1-1 1 0 0,0-1-1 0 0,-1-1 0 0 0,1 0 1 0 0,-1-1-1 0 0,1-1 0 0 0,-1 0 1 0 0,0-1-1 0 0,0-1 0 0 0,0-1 1 0 0,0 0-1 0 0,-1-1 0 0 0,0 0 1 0 0,25-18-1 0 0,-38 23 10 0 0,1 0 0 0 0,-1 1 0 0 0,1-1 0 0 0,-1 0 0 0 0,0-1 0 0 0,0 1 0 0 0,0 0 0 0 0,0-1 0 0 0,0 1 0 0 0,-1-1 0 0 0,1 1 0 0 0,-1-1 0 0 0,0 0 0 0 0,1 1 1 0 0,-1-1-1 0 0,0 0 0 0 0,-1 0 0 0 0,2-5 0 0 0,-2 5 2 0 0,-1 0 0 0 0,1 1 0 0 0,-1-1 0 0 0,0 0 0 0 0,1 1 0 0 0,-1-1 0 0 0,0 1 0 0 0,-1-1 0 0 0,1 1 0 0 0,0 0 0 0 0,-1-1 0 0 0,1 1 0 0 0,-1 0 0 0 0,0 0 0 0 0,0 0 0 0 0,1 0 0 0 0,-1 0 0 0 0,-1 1 0 0 0,1-1 0 0 0,0 0 0 0 0,-3-1 0 0 0,-10-5-112 0 0,1 0 1 0 0,-1 1-1 0 0,-1 0 1 0 0,1 1-1 0 0,-1 1 1 0 0,0 1-1 0 0,-1 0 1 0 0,1 1-1 0 0,-1 1 1 0 0,1 0-1 0 0,-1 1 1 0 0,0 1-1 0 0,1 1 1 0 0,-23 3-1 0 0,-82 17-3527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37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47 1040 0 0,'-55'10'5296'0'0,"54"-10"-5260"0"0,1 0 0 0 0,0 0 0 0 0,-1 0 0 0 0,1 1-1 0 0,0-1 1 0 0,0 0 0 0 0,-1 0 0 0 0,1 0 0 0 0,0 0 0 0 0,0 0 0 0 0,-1 1-1 0 0,1-1 1 0 0,0 0 0 0 0,0 0 0 0 0,-1 0 0 0 0,1 1 0 0 0,0-1 0 0 0,0 0-1 0 0,0 0 1 0 0,0 1 0 0 0,-1-1 0 0 0,1 0 0 0 0,0 0 0 0 0,0 1-1 0 0,0-1 1 0 0,0 0 0 0 0,0 1 0 0 0,0-1 0 0 0,0 0 0 0 0,0 0 0 0 0,0 1-1 0 0,0-1 1 0 0,0 0 0 0 0,0 1 0 0 0,0-1 0 0 0,0 0 0 0 0,0 0 0 0 0,0 1-1 0 0,0-1 1 0 0,0 0 0 0 0,0 1 0 0 0,0-1 0 0 0,1 0 0 0 0,-1 0-1 0 0,0 1 1 0 0,0-1 0 0 0,0 0 0 0 0,0 0 0 0 0,1 1 0 0 0,-1-1 0 0 0,0 0-1 0 0,0 0 1 0 0,0 0 0 0 0,1 1 0 0 0,-1-1 0 0 0,0 0 0 0 0,0 0 0 0 0,1 0-1 0 0,-1 0 1 0 0,0 0 0 0 0,1 0 0 0 0,-1 1 0 0 0,1-1 0 0 0,50 2 14 0 0,-42-2-41 0 0,0-1 1 0 0,0 2-1 0 0,0-1 0 0 0,0 1 1 0 0,10 3-1 0 0,117 15 183 0 0,-36-7-77 0 0,-4-1-5 0 0,123-2-1 0 0,-139-9-48 0 0,0 4-1 0 0,133 23 0 0 0,-165-19-60 0 0,90 3-1 0 0,-22-3 16 0 0,361 48 198 0 0,-295-42-6 0 0,304-16 0 0 0,-386-7 283 0 0,157-34 1 0 0,40-6 222 0 0,20 8-404 0 0,-6 0-71 0 0,-202 33-189 0 0,-1 6-1 0 0,132 13 1 0 0,-45 12-20 0 0,117 9 36 0 0,-287-31-57 0 0,15 2-26 0 0,0-2 1 0 0,1-1-1 0 0,-1-3 0 0 0,61-11 1 0 0,50-30 404 0 0,-110 26-188 0 0,-35 15-166 0 0,1-1-1 0 0,0 1 1 0 0,0 1-1 0 0,0-1 0 0 0,0 1 1 0 0,11-1-1 0 0,331-20 356 0 0,-130 15-322 0 0,48 12 76 0 0,-166 1-86 0 0,123-9-1 0 0,-103-4 185 0 0,130 9 0 0 0,122 24-32 0 0,-218-12-109 0 0,161-4 40 0 0,1 1 136 0 0,-119 8-202 0 0,192 10 334 0 0,-360-28-327 0 0,-30 0-83 0 0,-1 0-1 0 0,1 0 1 0 0,0 0-1 0 0,0 0 1 0 0,0 0-1 0 0,0 0 0 0 0,-1 0 1 0 0,1 0-1 0 0,0 0 1 0 0,0 0-1 0 0,0-1 1 0 0,0 1-1 0 0,-1 0 1 0 0,1 0-1 0 0,0 0 1 0 0,0 0-1 0 0,0 0 0 0 0,0 0 1 0 0,0-1-1 0 0,0 1 1 0 0,0 0-1 0 0,0 0 1 0 0,-1 0-1 0 0,1 0 1 0 0,0-1-1 0 0,0 1 1 0 0,0 0-1 0 0,0 0 0 0 0,0 0 1 0 0,0-1-1 0 0,0 1 1 0 0,0 0-1 0 0,0 0 1 0 0,0 0-1 0 0,0 0 1 0 0,0-1-1 0 0,0 1 1 0 0,0 0-1 0 0,0 0 1 0 0,0 0-1 0 0,1-1 0 0 0,-1 1 1 0 0,0 0-1 0 0,0 0 1 0 0,0 0-1 0 0,0 0 1 0 0,0 0-1 0 0,0-1 1 0 0,0 1-1 0 0,0 0 1 0 0,1 0-1 0 0,-1 0 0 0 0,0 0 1 0 0,0 0-1 0 0,0 0 1 0 0,0-1-1 0 0,0 1 1 0 0,1 0-1 0 0,-1 0 1 0 0,0 0-1 0 0,0 0 1 0 0,0 0-1 0 0,1 0 0 0 0,-40-22-2263 0 0,-62-44-4443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10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661 58 1841 0 0,'24'-10'2881'0'0,"-39"2"-338"0"0,11 6-2511 0 0,-6-12 1528 0 0,3 11-1508 0 0,0-1 0 0 0,-1 1 0 0 0,1 0 0 0 0,-1 1-1 0 0,1 0 1 0 0,-1 0 0 0 0,0 0 0 0 0,-15 0 0 0 0,18 1-66 0 0,0 1 1 0 0,0 0 0 0 0,0 0-1 0 0,0 1 1 0 0,0-1 0 0 0,0 1-1 0 0,0 0 1 0 0,1 0 0 0 0,-1 1 0 0 0,0 0-1 0 0,1 0 1 0 0,-1 0 0 0 0,1 0-1 0 0,-1 0 1 0 0,1 1 0 0 0,0 0-1 0 0,-4 3 1 0 0,-9 20 178 0 0,-6 6 84 0 0,13-26-231 0 0,9-5-15 0 0,0-1 0 0 0,0 0 0 0 0,0 1 0 0 0,1-1-1 0 0,-1 1 1 0 0,0-1 0 0 0,0 1 0 0 0,1-1 0 0 0,-1 1 0 0 0,0-1 0 0 0,0 1-1 0 0,1 0 1 0 0,-1-1 0 0 0,1 1 0 0 0,-1 0 0 0 0,1 0 0 0 0,-1-1-1 0 0,1 1 1 0 0,-1 0 0 0 0,1 0 0 0 0,0 0 0 0 0,-1 0 0 0 0,1 0-1 0 0,0-1 1 0 0,0 1 0 0 0,0 0 0 0 0,0 0 0 0 0,-1 0 0 0 0,1 0 0 0 0,1 1-1 0 0,-2 0-1 0 0,1 0 0 0 0,-1 0-1 0 0,0 0 1 0 0,0 0-1 0 0,0 0 1 0 0,0 0-1 0 0,0-1 1 0 0,0 1 0 0 0,0 0-1 0 0,0-1 1 0 0,-1 1-1 0 0,1 0 1 0 0,-1-1-1 0 0,1 0 1 0 0,-1 1-1 0 0,1-1 1 0 0,-1 0 0 0 0,0 0-1 0 0,0 0 1 0 0,0 0-1 0 0,-2 1 1 0 0,2-1 2 0 0,0 0 0 0 0,1-1 0 0 0,-1 1 0 0 0,0 1 0 0 0,0-1 0 0 0,1 0 0 0 0,-1 0 0 0 0,0 1 1 0 0,1-1-1 0 0,0 1 0 0 0,-1-1 0 0 0,1 1 0 0 0,0-1 0 0 0,0 1 0 0 0,-1 0 0 0 0,1 0 0 0 0,1 0 0 0 0,-1-1 0 0 0,0 1 0 0 0,0 0 0 0 0,0 3 0 0 0,1-3-3 0 0,0 0 0 0 0,0 0 0 0 0,0 0 0 0 0,0 0 0 0 0,-1 0 0 0 0,1 0 0 0 0,-1 0 0 0 0,0 0 0 0 0,1 0 0 0 0,-1 0 0 0 0,0 0 0 0 0,0 0 0 0 0,0 0 0 0 0,0 0 0 0 0,-1-1 0 0 0,1 1 0 0 0,-2 2 0 0 0,1-2 0 0 0,0-1 0 0 0,1 1 0 0 0,0 0 0 0 0,-1 0 0 0 0,1 0 0 0 0,0 0 0 0 0,0 0 0 0 0,0 0 0 0 0,0 0 0 0 0,0 0 0 0 0,1 0 0 0 0,-1 1 0 0 0,1-1 0 0 0,-1 0 0 0 0,1 0 0 0 0,0 1 0 0 0,0 2 0 0 0,-3 36-1 0 0,2-39 2 0 0,0 0 0 0 0,1-1 0 0 0,-1 1 0 0 0,0-1 0 0 0,0 1 0 0 0,-1-1 0 0 0,1 1 0 0 0,0-1-1 0 0,0 0 1 0 0,-1 0 0 0 0,1 0 0 0 0,-1 1 0 0 0,1-1 0 0 0,-1-1 0 0 0,-2 3 0 0 0,-2 8 54 0 0,2 4-44 0 0,-41 44-11 0 0,41-50 8 0 0,-2-2 51 0 0,-2-5-33 0 0,-5 7-75 0 0,9 25 5 0 0,6-27 44 0 0,-1 12 0 0 0,-2-17 0 0 0,0 0 0 0 0,0-1 0 0 0,-1 1 0 0 0,1-1 0 0 0,0 1 0 0 0,0-1 0 0 0,-1 1 0 0 0,1-1 0 0 0,-1 0 0 0 0,0 1 0 0 0,1-1 0 0 0,-1 0 0 0 0,0 0 0 0 0,0 0 0 0 0,1 0 0 0 0,-4 0 0 0 0,5-1 0 0 0,-1 1 0 0 0,1-1 0 0 0,-1 0 0 0 0,1 1 0 0 0,0-1 0 0 0,-1 1 0 0 0,1-1 0 0 0,-1 0 0 0 0,1 1 0 0 0,0-1 0 0 0,0 1 0 0 0,-1-1 0 0 0,1 1 0 0 0,0-1 0 0 0,0 1 0 0 0,-1-1 0 0 0,1 1 0 0 0,0-1 0 0 0,0 1 0 0 0,0-1 0 0 0,0 1 0 0 0,0-1 0 0 0,0 1 0 0 0,0-1 0 0 0,0 1 0 0 0,0 0 0 0 0,0 0 0 0 0,-4 11 0 0 0,-5-6 0 0 0,8-6 0 0 0,0 1 0 0 0,0-1 0 0 0,1 1 0 0 0,-1-1 0 0 0,0 1 0 0 0,0-1 0 0 0,0 1 0 0 0,0 0 0 0 0,0 0 0 0 0,1-1 0 0 0,-1 1 0 0 0,0 0 0 0 0,0 0 0 0 0,1 0 0 0 0,-1 0 0 0 0,1 0 0 0 0,-1 0 0 0 0,1 0 0 0 0,-1 0 0 0 0,1 0 0 0 0,0 0 0 0 0,-1 0 0 0 0,1 0 0 0 0,0 0 0 0 0,0 0 0 0 0,0 0 0 0 0,0 0 0 0 0,0 2 0 0 0,2 0 2 0 0,-29 1-17 0 0,26-5 19 0 0,0 0 1 0 0,0-1-1 0 0,0 1 0 0 0,1-1 1 0 0,-1 1-1 0 0,1-1 0 0 0,-1 1 1 0 0,1-1-1 0 0,-1 0 0 0 0,1 1 1 0 0,0-1-1 0 0,0 1 0 0 0,0-1 1 0 0,0 0-1 0 0,0 1 0 0 0,0-1 1 0 0,0 0-1 0 0,0 1 0 0 0,1-3 1 0 0,0-9 2 0 0,0 11-3 0 0,-2 0-10 0 0,-24 7 74 0 0,22-4-67 0 0,0 0 0 0 0,0 0 1 0 0,0 0-1 0 0,0 0 0 0 0,0 0 0 0 0,0 1 0 0 0,1-1 0 0 0,-1 1 0 0 0,1 0 0 0 0,-1 0 0 0 0,-2 2 1 0 0,5-4-2 0 0,0 1 0 0 0,0-1 0 0 0,0 1 0 0 0,0-1 0 0 0,0 1 0 0 0,-1-1 0 0 0,1 1 0 0 0,0-1 0 0 0,0 1 0 0 0,-1-1 0 0 0,1 1 0 0 0,0-1 0 0 0,-1 1 0 0 0,1-1 0 0 0,0 0 0 0 0,-1 1 0 0 0,1-1 0 0 0,-1 0 0 0 0,1 1 0 0 0,-1-1 0 0 0,1 0 0 0 0,-1 1 0 0 0,1-1 0 0 0,-1 0 0 0 0,1 0 0 0 0,-1 0 0 0 0,1 0 0 0 0,-1 1 0 0 0,1-1 0 0 0,-2 0 0 0 0,1 0 0 0 0,0 0 0 0 0,1 0 0 0 0,-1 0 0 0 0,0 1 0 0 0,0-1 0 0 0,0 0 0 0 0,0 1 0 0 0,1-1 0 0 0,-1 1 0 0 0,0-1 0 0 0,0 1 0 0 0,1-1 0 0 0,-1 1 0 0 0,0-1 0 0 0,1 1 0 0 0,-1-1 0 0 0,1 1 0 0 0,-1 0 0 0 0,1-1 0 0 0,-1 1 0 0 0,1 0 0 0 0,-1 0 0 0 0,1 0 0 0 0,0-1 0 0 0,-1 1 0 0 0,1 0 0 0 0,0 0 0 0 0,0 0 0 0 0,-1-1 0 0 0,1 1 0 0 0,0 0 0 0 0,0 0 0 0 0,0 1 0 0 0,-13 10 0 0 0,-4 2 0 0 0,17-14 0 0 0,-1 1 0 0 0,1-1 0 0 0,0 1 0 0 0,0-1 0 0 0,-1 1 0 0 0,1-1 0 0 0,0 1 0 0 0,0 0 0 0 0,0-1 0 0 0,0 1 0 0 0,0-1 0 0 0,0 1 0 0 0,0-1 0 0 0,0 1 0 0 0,0 0 0 0 0,0-1 0 0 0,0 1 0 0 0,1-1 0 0 0,-1 1 0 0 0,0-1 0 0 0,0 1 0 0 0,0-1 0 0 0,1 1 0 0 0,-1-1 0 0 0,0 1 0 0 0,1-1 0 0 0,-1 1 0 0 0,0-1 0 0 0,1 1 0 0 0,-1-1 0 0 0,1 1 0 0 0,-1-1 0 0 0,1 0 0 0 0,-1 1 0 0 0,1-1 0 0 0,7 7-9 0 0,-6-6 6 0 0,-1 0 1 0 0,0 0-1 0 0,0 0 0 0 0,1 0 0 0 0,-1 0 1 0 0,0 0-1 0 0,0 0 0 0 0,0 1 0 0 0,0-1 1 0 0,0 0-1 0 0,-1 1 0 0 0,1-1 0 0 0,0 0 1 0 0,-1 1-1 0 0,1 0 0 0 0,-1-1 0 0 0,1 1 1 0 0,-1-1-1 0 0,0 1 0 0 0,1-1 0 0 0,-1 1 1 0 0,0 0-1 0 0,0-1 0 0 0,0 1 0 0 0,-1 2 1 0 0,1-3 3 0 0,0 0 0 0 0,0-1 1 0 0,0 1-1 0 0,1 0 1 0 0,-1 0-1 0 0,0 0 1 0 0,0 0-1 0 0,1 0 1 0 0,-1-1-1 0 0,0 1 1 0 0,1 0-1 0 0,-1 0 1 0 0,1 0-1 0 0,-1-1 1 0 0,1 1-1 0 0,-1 0 1 0 0,1-1-1 0 0,-1 1 1 0 0,1 0-1 0 0,0-1 1 0 0,0 1-1 0 0,-1-1 1 0 0,1 1-1 0 0,0-1 1 0 0,0 1-1 0 0,-1-1 1 0 0,3 1-1 0 0,-2-1-2 0 0,-1 1 0 0 0,1-1 0 0 0,0 1 0 0 0,0-1 0 0 0,0 1 0 0 0,0-1 0 0 0,0 1 0 0 0,-1-1 0 0 0,1 1 0 0 0,0 0 0 0 0,0 0 0 0 0,-1-1 0 0 0,1 1 0 0 0,0 0 0 0 0,-1 0 0 0 0,1 0 0 0 0,-1 0 0 0 0,0 0 0 0 0,1 0 0 0 0,-1 0 0 0 0,1 0 0 0 0,-1 0 0 0 0,0 0 0 0 0,0 0 0 0 0,0 0 0 0 0,0 0 0 0 0,0 2 0 0 0,0 6-11 0 0,-1-7 16 0 0,1 0 0 0 0,0 0 0 0 0,-1 1 0 0 0,1-1 0 0 0,0 0 1 0 0,0 0-1 0 0,1 1 0 0 0,-1-1 0 0 0,0 0 0 0 0,1 0 0 0 0,0 0 0 0 0,-1 1 0 0 0,1-1 0 0 0,0 0 0 0 0,1 3 0 0 0,6 1 7 0 0,-7-5-10 0 0,1 0-1 0 0,-1 0 1 0 0,0 0 0 0 0,0-1 0 0 0,0 2-1 0 0,0-1 1 0 0,0 0 0 0 0,0 0 0 0 0,0 0-1 0 0,0 0 1 0 0,0 1 0 0 0,0-1-1 0 0,-1 0 1 0 0,1 1 0 0 0,-1-1 0 0 0,1 0-1 0 0,-1 1 1 0 0,1-1 0 0 0,-1 1-1 0 0,0-1 1 0 0,1 4 0 0 0,-1-4 1 0 0,0 1 0 0 0,1 0-1 0 0,0-1 1 0 0,-1 1 0 0 0,1-1 0 0 0,0 1 0 0 0,0-1-1 0 0,0 1 1 0 0,0-1 0 0 0,0 0 0 0 0,0 1 0 0 0,0-1 0 0 0,0 0-1 0 0,1 0 1 0 0,-1 0 0 0 0,0 0 0 0 0,1 0 0 0 0,-1 0 0 0 0,1 0-1 0 0,1 0 1 0 0,40 20-83 0 0,-24-13 44 0 0,-11-4 30 0 0,0-1 0 0 0,0-1 0 0 0,0 0-1 0 0,1 0 1 0 0,-1 0 0 0 0,0-1 0 0 0,1 0 0 0 0,-1-1 0 0 0,1 0 0 0 0,-1 0 0 0 0,1-1 0 0 0,-1 0 0 0 0,16-4 0 0 0,-11 3 12 0 0,-3 0 6 0 0,0 0-1 0 0,-1-1 0 0 0,1 0 1 0 0,-1 0-1 0 0,1-1 0 0 0,11-7 1 0 0,31-13-3 0 0,-30 16-8 0 0,63-24 0 0 0,-79 30 0 0 0,-1 0 0 0 0,0-1 0 0 0,0 1 0 0 0,0-1 0 0 0,0 0 0 0 0,-1-1 0 0 0,1 1 0 0 0,-1-1 0 0 0,0 0 0 0 0,0 0 0 0 0,-1-1 0 0 0,6-6 0 0 0,6-29 0 0 0,25-22 0 0 0,-29 14 0 0 0,-7 23 0 0 0,7-9 1 0 0,-9 30 4 0 0,0-1 0 0 0,0 0 0 0 0,0 0 1 0 0,-1 0-1 0 0,0 0 0 0 0,0 0 0 0 0,0 0 1 0 0,-1 0-1 0 0,1 0 0 0 0,-1-1 1 0 0,0 1-1 0 0,-1 0 0 0 0,1 0 0 0 0,-3-6 1 0 0,-13-28 34 0 0,-2 1 0 0 0,-2 0 0 0 0,-41-58 0 0 0,45 76-13 0 0,0 2 0 0 0,-1 0 0 0 0,-1 1 1 0 0,0 1-1 0 0,-31-21 0 0 0,32 24-30 0 0,12 9 0 0 0,-1 1 0 0 0,1 0 0 0 0,0 1 0 0 0,-1-1 1 0 0,0 1-1 0 0,1 0 0 0 0,-1 0 0 0 0,0 1 0 0 0,0 0 0 0 0,-11-1 1 0 0,15 2-5 0 0,1-1 1 0 0,-1 1 0 0 0,0 0 0 0 0,1 0-1 0 0,-1 0 1 0 0,0 0 0 0 0,0 0 0 0 0,1 1 0 0 0,-1-1-1 0 0,0 0 1 0 0,1 1 0 0 0,-1-1 0 0 0,0 1-1 0 0,1 0 1 0 0,-1-1 0 0 0,1 1 0 0 0,-1 0 0 0 0,1 0-1 0 0,0 0 1 0 0,-1 0 0 0 0,1 0 0 0 0,0 0-1 0 0,-1 1 1 0 0,1-1 0 0 0,0 0 0 0 0,0 1 0 0 0,0-1-1 0 0,0 1 1 0 0,1-1 0 0 0,-1 1 0 0 0,0-1-1 0 0,0 1 1 0 0,1-1 0 0 0,-1 1 0 0 0,1 0-1 0 0,0-1 1 0 0,-1 1 0 0 0,1 0 0 0 0,0 2 0 0 0,0 11-160 0 0,-1-8-231 0 0,1 1 0 0 0,0 0 0 0 0,1-1 0 0 0,0 1 0 0 0,3 14 0 0 0,21 22-4859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11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510 0 1601 0 0,'0'0'1867'0'0,"-10"0"-266"0"0,-80 1 600 0 0,68 0-1935 0 0,-97 7 786 0 0,113-7-1031 0 0,0-1 0 0 0,-1 1-1 0 0,1 0 1 0 0,0 1-1 0 0,0 0 1 0 0,-1 0 0 0 0,2 0-1 0 0,-1 0 1 0 0,0 1-1 0 0,0 0 1 0 0,1 1 0 0 0,-1-1-1 0 0,1 1 1 0 0,-8 7-1 0 0,-37 65 47 0 0,49-74-66 0 0,0 0 1 0 0,0 1-1 0 0,0-1 1 0 0,0 0-1 0 0,1 1 0 0 0,-1-1 1 0 0,1 0-1 0 0,0 1 0 0 0,0-1 1 0 0,0 1-1 0 0,0 2 1 0 0,-4 21-86 0 0,-5-9-47 0 0,7-14 119 0 0,0 1-1 0 0,0 0 1 0 0,0-1 0 0 0,0 1-1 0 0,1 0 1 0 0,0 0-1 0 0,0 0 1 0 0,0 0 0 0 0,0 0-1 0 0,0 0 1 0 0,1 7-1 0 0,-2 20 74 0 0,-1 1-1 0 0,-2-1 1 0 0,-1 0 0 0 0,-1-1-1 0 0,-21 56 1 0 0,-1 5 2 0 0,26-74-63 0 0,1 0 0 0 0,0 1 0 0 0,1-1 0 0 0,3 30 0 0 0,-1-5 13 0 0,1-26-10 0 0,0 1 0 0 0,1-1-1 0 0,1 0 1 0 0,0 0-1 0 0,2 0 1 0 0,-1 0-1 0 0,2-1 1 0 0,0 0-1 0 0,12 18 1 0 0,8 20-29 0 0,27 52-54 0 0,-48-83 68 0 0,-5-19 12 0 0,0 0 0 0 0,-1 0 0 0 0,1 0-1 0 0,1 0 1 0 0,-1 0 0 0 0,0 0 0 0 0,1 0 0 0 0,-1 0 0 0 0,1-1 0 0 0,0 1 0 0 0,0 0 0 0 0,0-1 0 0 0,0 0 0 0 0,0 1 0 0 0,1-1 0 0 0,-1 0 0 0 0,5 3 0 0 0,18 13 0 0 0,0-2 0 0 0,1 0 0 0 0,44 18 0 0 0,-21-17-50 0 0,0-2 0 0 0,61 11-1 0 0,-86-22 29 0 0,1-1 0 0 0,-1-1-1 0 0,1-2 1 0 0,-1 0 0 0 0,1-1 0 0 0,38-8-1 0 0,-59 8 12 0 0,0 0-1 0 0,1 0 1 0 0,-1-1-1 0 0,0 1 1 0 0,0-1-1 0 0,0 0 1 0 0,0 0-1 0 0,-1-1 1 0 0,5-2-1 0 0,12-8-33 0 0,-17 11 39 0 0,0 0 0 0 0,0 0 0 0 0,0 0 0 0 0,0 0 0 0 0,-1-1 0 0 0,1 1-1 0 0,-1-1 1 0 0,0 0 0 0 0,1 0 0 0 0,-1 0 0 0 0,-1 0 0 0 0,4-6 0 0 0,21-29-8 0 0,-12 17 15 0 0,0 0 1 0 0,0-1-1 0 0,-2 0 0 0 0,-1-1 1 0 0,-1-1-1 0 0,-1 0 0 0 0,-1 0 1 0 0,-1-1-1 0 0,4-28 0 0 0,-9 32 19 0 0,-2 0-1 0 0,0 0 0 0 0,-1 1 1 0 0,-1-1-1 0 0,-1 1 1 0 0,-1-1-1 0 0,-1 1 1 0 0,-15-39-1 0 0,-2-18 33 0 0,12 39-20 0 0,-2 0-1 0 0,-2 1 1 0 0,-1 1-1 0 0,-2 1 1 0 0,-1 0-1 0 0,-32-45 1 0 0,37 61-7 0 0,-1 1 0 0 0,0 0 0 0 0,-1 1 0 0 0,-1 1 0 0 0,-1 0 0 0 0,0 1 0 0 0,-1 1 0 0 0,-1 1 1 0 0,0 0-1 0 0,0 2 0 0 0,-1 0 0 0 0,-24-9 0 0 0,36 18-29 0 0,1 0 1 0 0,-1 0-1 0 0,0 1 0 0 0,0 0 1 0 0,1 0-1 0 0,-1 1 0 0 0,0 0 1 0 0,0 1-1 0 0,1-1 1 0 0,-1 1-1 0 0,0 1 0 0 0,1 0 1 0 0,-10 3-1 0 0,-2 2-330 0 0,1 1 0 0 0,0 1 0 0 0,-27 18 0 0 0,15-12-2588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29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1621 1 1681 0 0,'-5'0'1854'0'0,"-143"1"2544"0"0,56 1-3889 0 0,-170 28 0 0 0,214-23-393 0 0,36-6-86 0 0,1 0 0 0 0,-1 2 0 0 0,1-1 0 0 0,-21 9 1 0 0,23-9-18 0 0,0 0 1 0 0,0-1-1 0 0,0 0 1 0 0,-15 0 0 0 0,-31 5-16 0 0,3 5 2 0 0,15-4 0 0 0,0 2 0 0 0,1 1 0 0 0,-38 16 0 0 0,37-11 30 0 0,0-3-1 0 0,-1 0 1 0 0,-45 5-1 0 0,48-10 2 0 0,1 1-1 0 0,0 1 1 0 0,-55 24-1 0 0,82-29-32 0 0,1 0 1 0 0,0 0-1 0 0,0 1 0 0 0,1-1 0 0 0,-1 1 0 0 0,1 1 0 0 0,0-1 0 0 0,0 1 0 0 0,1 0 0 0 0,-5 8 0 0 0,-23 25 10 0 0,24-30-5 0 0,1 0 0 0 0,0 0 0 0 0,0 1 0 0 0,-10 20 0 0 0,8-13-5 0 0,7-13-1 0 0,1 0 0 0 0,0 0 0 0 0,0 0 0 0 0,0 0-1 0 0,0 0 1 0 0,0 0 0 0 0,1 1 0 0 0,0-1 0 0 0,0 0-1 0 0,0 0 1 0 0,1 1 0 0 0,0 3 0 0 0,0-3-1 0 0,0-1 1 0 0,-1 0-1 0 0,0 1 1 0 0,0-1-1 0 0,0 0 1 0 0,0 1-1 0 0,-1-1 1 0 0,0 0-1 0 0,0 0 1 0 0,-2 8-1 0 0,-48 78-62 0 0,44-76 55 0 0,3-8 5 0 0,0 1 0 0 0,1-1 0 0 0,0 1 1 0 0,0-1-1 0 0,1 1 0 0 0,0 0 0 0 0,0 0 1 0 0,0 1-1 0 0,1-1 0 0 0,0 0 0 0 0,0 13 1 0 0,0 1-1 0 0,0-15-2 0 0,1 0-1 0 0,-1-1 0 0 0,1 1 0 0 0,0 0 0 0 0,1 0 1 0 0,0 0-1 0 0,0 0 0 0 0,0 0 0 0 0,3 9 0 0 0,5-2 17 0 0,-7-11-5 0 0,-1 0 0 0 0,1 1 0 0 0,0-1 1 0 0,-1 1-1 0 0,1-1 0 0 0,-1 1 0 0 0,0 0 0 0 0,0-1 0 0 0,0 1 0 0 0,0 0 0 0 0,-1 0 0 0 0,1 0 0 0 0,-1 0 0 0 0,0 3 0 0 0,1-4-9 0 0,-1 1 0 0 0,0-1 0 0 0,1 1 1 0 0,-1-1-1 0 0,1 0 0 0 0,0 1 0 0 0,-1-1 1 0 0,1 0-1 0 0,0 1 0 0 0,1-1 0 0 0,-1 0 1 0 0,0 0-1 0 0,1 0 0 0 0,-1 0 1 0 0,1 0-1 0 0,0 0 0 0 0,2 2 0 0 0,11 14-24 0 0,-9-11 33 0 0,2 0-1 0 0,-1-1 1 0 0,1 0-1 0 0,-1 0 1 0 0,2-1-1 0 0,-1 0 1 0 0,0-1-1 0 0,15 6 1 0 0,3 3-39 0 0,125 74-58 0 0,-80-29 94 0 0,155 58-133 0 0,-156-73 133 0 0,-32-24-7 0 0,69 45 1 0 0,44 34 6 0 0,-129-84 2 0 0,-1-2-1 0 0,2 0 1 0 0,0-1 0 0 0,47 15 0 0 0,98 18 175 0 0,-127-37-97 0 0,1-2-1 0 0,74-1 0 0 0,-39-3-23 0 0,154 18 5 0 0,-138-8-55 0 0,0-4 1 0 0,143-9-1 0 0,-225 0-1 0 0,0 1 0 0 0,-1 0-1 0 0,1 1 1 0 0,0 0 0 0 0,0 1 0 0 0,20 3 0 0 0,-6 1 41 0 0,68 9-30 0 0,91 8-19 0 0,-88-15 2 0 0,617 10 202 0 0,-670-19-26 0 0,416-5 638 0 0,-252 40-360 0 0,-87-11 281 0 0,-88-19-820 0 0,0-1 1 0 0,1-2 0 0 0,-1-1-1 0 0,44-8 1 0 0,266-59 136 0 0,-50 8-195 0 0,-147 29 277 0 0,-92 19-169 0 0,171-27 165 0 0,580-11-209 0 0,-786 54-3 0 0,-10-1 89 0 0,31-5-22 0 0,314-56-1 0 0,-254 39 207 0 0,-57 10-121 0 0,1-2 0 0 0,-1-2 0 0 0,-1-1 0 0 0,-1-2 0 0 0,74-42 0 0 0,-108 54-27 0 0,0-1 1 0 0,0 1-1 0 0,-1-1 1 0 0,0 0-1 0 0,9-11 0 0 0,14-13 91 0 0,-16 19-94 0 0,-7 6-14 0 0,0 0 1 0 0,0 0-1 0 0,-1 0 1 0 0,0-1 0 0 0,0 0-1 0 0,0 0 1 0 0,0 0-1 0 0,-1 0 1 0 0,0 0-1 0 0,5-10 1 0 0,44-70 205 0 0,-25 44-209 0 0,28-36 112 0 0,-53 74-128 0 0,-1 0 1 0 0,1-1 0 0 0,0 1-1 0 0,0 0 1 0 0,0 0 0 0 0,0 0-1 0 0,1 1 1 0 0,-1-1-1 0 0,1 0 1 0 0,4-2 0 0 0,-4 2 0 0 0,0-6 6 0 0,-3 9-13 0 0,0-1 0 0 0,0 1 0 0 0,0-1 0 0 0,0 1 0 0 0,0-1 0 0 0,0 1 0 0 0,1-1 0 0 0,-1 1 0 0 0,0-1 0 0 0,0 1 0 0 0,0 0 0 0 0,0-1 0 0 0,1 1 0 0 0,-1-1 0 0 0,0 1 0 0 0,0-1 0 0 0,1 1 0 0 0,-1 0 0 0 0,0-1 0 0 0,1 1 0 0 0,-1 0 0 0 0,0-1 0 0 0,1 1 0 0 0,-1 0 0 0 0,0 0 0 0 0,2-1 0 0 0,4-3 0 0 0,-5 4 0 0 0,0-1 0 0 0,0 1 0 0 0,1-1 0 0 0,-1 0 0 0 0,0 0 0 0 0,0 1 0 0 0,0-1 0 0 0,0 0 0 0 0,0 0 0 0 0,0 0 0 0 0,0 0 0 0 0,-1 0 0 0 0,1 0 0 0 0,0-1 0 0 0,0 1 0 0 0,-1 0 0 0 0,1 0 0 0 0,-1-1 0 0 0,1 1 0 0 0,-1 0 0 0 0,0 0 0 0 0,1-1 0 0 0,-1 1 0 0 0,0 0 0 0 0,0-1 0 0 0,0 1 0 0 0,0-1 0 0 0,0-2 0 0 0,0 4 0 0 0,0-1 0 0 0,0 0 0 0 0,0 1 0 0 0,0-1 0 0 0,0 0 0 0 0,1 0 0 0 0,-1 1 0 0 0,0-1 0 0 0,0 0 0 0 0,1 1 0 0 0,-1-1 0 0 0,1 0 0 0 0,-1 1 0 0 0,0-1 0 0 0,1 1 0 0 0,-1-1 0 0 0,1 0 0 0 0,-1 1 0 0 0,1-1 0 0 0,0 1 0 0 0,-1 0 0 0 0,1-1 0 0 0,-1 1 0 0 0,1-1 0 0 0,0 1 0 0 0,-1 0 0 0 0,1 0 0 0 0,0-1 0 0 0,1 1 0 0 0,-2 0 0 0 0,1-1 0 0 0,0 1 0 0 0,0 0 0 0 0,0-1 0 0 0,0 1 0 0 0,0-1 0 0 0,-1 1 0 0 0,1-1 0 0 0,0 1 0 0 0,0-1 0 0 0,-1 1 0 0 0,1-1 0 0 0,0 0 0 0 0,-1 0 0 0 0,1 1 0 0 0,-1-1 0 0 0,1 0 0 0 0,-1 0 0 0 0,1 0 0 0 0,-1 1 0 0 0,1-1 0 0 0,-1 0 0 0 0,0 0 0 0 0,0 0 0 0 0,1 0 0 0 0,-1 0 0 0 0,0 0 0 0 0,0 0 0 0 0,0 0 0 0 0,0-1 0 0 0,0-136-67 0 0,0 135 72 0 0,0 0 0 0 0,-1 0-1 0 0,1 0 1 0 0,-1 1-1 0 0,1-1 1 0 0,-1 0-1 0 0,0 0 1 0 0,0 0 0 0 0,0 1-1 0 0,-1-1 1 0 0,1 0-1 0 0,-1 1 1 0 0,1-1-1 0 0,-3-2 1 0 0,-5-8 6 0 0,3 1 0 0 0,-1 1-1 0 0,0 0 0 0 0,-1 0 0 0 0,0 1 1 0 0,0 0-1 0 0,-1 0 0 0 0,-1 1 0 0 0,1 0 1 0 0,-1 0-1 0 0,-1 2 0 0 0,0-1 1 0 0,-15-7-1 0 0,-59-21-12 0 0,40 19 23 0 0,-82-46 0 0 0,109 52-4 0 0,0 2 0 0 0,-2 0 0 0 0,1 1 0 0 0,-1 1 0 0 0,0 1 0 0 0,0 0 0 0 0,-35-4 0 0 0,-147-2 174 0 0,138 11-171 0 0,29 0-16 0 0,0-1 1 0 0,0-2-1 0 0,0-1 0 0 0,1-2 1 0 0,-34-11-1 0 0,-99-40 114 0 0,85 27-57 0 0,-112-26 0 0 0,70 28-66 0 0,67 14 201 0 0,-93-11 0 0 0,15 8-91 0 0,70 9-197 0 0,-102-3-1 0 0,-365 6-54 0 0,345-8 219 0 0,-21-1 10 0 0,170 15-83 0 0,1 1-1 0 0,-1 1 0 0 0,-47 11 0 0 0,37-6 65 0 0,-1-2 0 0 0,0-1 0 0 0,-50-4 0 0 0,-84 6-48 0 0,3 23 292 0 0,34-17 26 0 0,117-11-304 0 0,26-3-3 0 0,0-1-14 0 0,-52 2-145 0 0,-144-2 160 0 0,-195 7 52 0 0,213 8-145 0 0,138-12-21 0 0,-196-7 200 0 0,53-1-299 0 0,-205 17 0 0 0,165 0 91 0 0,150-11 144 0 0,0-3-1 0 0,-78-15 0 0 0,13 0-19 0 0,125 19-106 0 0,1-1 0 0 0,0 2 1 0 0,-30 2-1 0 0,26 5-782 0 0,43-3-1137 0 0,36-9-752 0 0,26-8-827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33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1377 277 1681 0 0,'0'-3'230'0'0,"0"1"1"0"0,0-1-1 0 0,0 1 1 0 0,1-1-1 0 0,-1 1 1 0 0,1-1-1 0 0,-1 1 1 0 0,1-1-1 0 0,0 1 1 0 0,0-1 0 0 0,0 1-1 0 0,0 0 1 0 0,4-4-1 0 0,-5 5-197 0 0,0 1 0 0 0,1-1 0 0 0,-1 1 0 0 0,1-1 0 0 0,-1 0 1 0 0,0 1-1 0 0,1-1 0 0 0,-1 1 0 0 0,0-1 0 0 0,0 0 0 0 0,1 1 0 0 0,-1-1 0 0 0,0 0 0 0 0,0 1 0 0 0,0-1 0 0 0,0 1 0 0 0,0-1 0 0 0,0 0 1 0 0,0 1-1 0 0,0-1 0 0 0,0 0 0 0 0,0 1 0 0 0,-1-1 0 0 0,1 0 0 0 0,0 1 0 0 0,0-1 0 0 0,0 0 0 0 0,-1 1 0 0 0,1-1 0 0 0,0 1 0 0 0,-1-1 1 0 0,1 1-1 0 0,-1-1 0 0 0,1 1 0 0 0,0-1 0 0 0,-1 1 0 0 0,1-1 0 0 0,-1 1 0 0 0,1-1 0 0 0,-1 1 0 0 0,0 0 0 0 0,1-1 0 0 0,-1 1 0 0 0,1 0 1 0 0,-2-1-1 0 0,-2-8 211 0 0,4 9-234 0 0,0-1 0 0 0,0 1 1 0 0,0-1-1 0 0,0 1 0 0 0,0 0 1 0 0,0-1-1 0 0,0 1 0 0 0,0-1 1 0 0,0 1-1 0 0,0 0 0 0 0,-1-1 1 0 0,1 1-1 0 0,0-1 0 0 0,0 1 1 0 0,0 0-1 0 0,-1-1 0 0 0,1 1 1 0 0,0 0-1 0 0,-1-1 0 0 0,1 1 1 0 0,0 0-1 0 0,-1 0 0 0 0,1-1 1 0 0,0 1-1 0 0,-1 0 1 0 0,1 0-1 0 0,-1-1 0 0 0,-38-13 275 0 0,17 7-116 0 0,1-1 0 0 0,0-1 0 0 0,-27-15 0 0 0,38 19-117 0 0,0 1 1 0 0,0 0 0 0 0,0 0-1 0 0,0 1 1 0 0,-19-3 0 0 0,18 5-24 0 0,-1-2 1 0 0,1 0-1 0 0,0 0 1 0 0,0-1 0 0 0,-19-10-1 0 0,13 6 38 0 0,0 0 0 0 0,0 1-1 0 0,-1 1 1 0 0,0 0 0 0 0,0 1-1 0 0,-33-3 1 0 0,-35-6 92 0 0,64 9-125 0 0,0 1-1 0 0,-1 1 0 0 0,1 1 1 0 0,0 1-1 0 0,-1 1 1 0 0,1 1-1 0 0,0 1 1 0 0,0 1-1 0 0,-24 6 1 0 0,-23-1 69 0 0,-8-2 7 0 0,62-4-108 0 0,1 1 0 0 0,0 1 0 0 0,0 1 0 0 0,0 0 0 0 0,0 0-1 0 0,-16 10 1 0 0,26-2-2 0 0,4-12 0 0 0,0-1 0 0 0,1 1 0 0 0,-1 0 0 0 0,-1 0 0 0 0,1 0 0 0 0,0-1 0 0 0,0 1 0 0 0,0 0 0 0 0,0 0 0 0 0,0-1 0 0 0,-1 1 0 0 0,1 0 0 0 0,0-1 0 0 0,-1 1 0 0 0,1 0 0 0 0,0 0 0 0 0,-1-1 0 0 0,1 1 0 0 0,-1-1 0 0 0,1 1 0 0 0,-2 0 0 0 0,-8 6-16 0 0,0-1-1 0 0,-1-1 0 0 0,-19 8 0 0 0,11-5 4 0 0,18-8 15 0 0,1 1-1 0 0,-1-1 1 0 0,1 1-1 0 0,-1-1 1 0 0,1 1-1 0 0,-1-1 1 0 0,1 1-1 0 0,-1-1 1 0 0,1 1-1 0 0,0-1 1 0 0,-1 1-1 0 0,1 0 1 0 0,0-1-1 0 0,0 1 1 0 0,0 0-1 0 0,-1-1 1 0 0,1 1-1 0 0,0 0 1 0 0,0-1-1 0 0,0 1 1 0 0,0 0-1 0 0,0-1 1 0 0,0 1-1 0 0,0 0 1 0 0,0 0-1 0 0,0-1 1 0 0,1 2-1 0 0,-1-1 1 0 0,0 0 0 0 0,0 0 0 0 0,1 0 0 0 0,-1 0 0 0 0,0 0 0 0 0,0 0 0 0 0,0 0 0 0 0,-1 0-1 0 0,1 0 1 0 0,0 0 0 0 0,0 0 0 0 0,-1 0 0 0 0,1 0 0 0 0,0 0 0 0 0,-1 0 0 0 0,1-1 0 0 0,-1 1 0 0 0,1 0-1 0 0,-1 1 1 0 0,-23 18-7 0 0,9-8-3 0 0,0 1 1 0 0,1 0-1 0 0,1 1 0 0 0,0 1 1 0 0,0 0-1 0 0,2 0 0 0 0,-12 21 1 0 0,10-11-7 0 0,10-20 13 0 0,0 0-1 0 0,0 0 1 0 0,1 0 0 0 0,-1 0 0 0 0,1 0-1 0 0,1 1 1 0 0,-1-1 0 0 0,1 1-1 0 0,-1 10 1 0 0,2-14-3 0 0,-1 0 1 0 0,1 0-1 0 0,0 0 1 0 0,0 0-1 0 0,-1 0 0 0 0,1 1 1 0 0,-1-1-1 0 0,0 0 1 0 0,0 0-1 0 0,1 0 1 0 0,-1-1-1 0 0,0 1 0 0 0,-1 0 1 0 0,1 0-1 0 0,0 0 1 0 0,0-1-1 0 0,-4 3 0 0 0,4-2 4 0 0,0-1 0 0 0,0 0 0 0 0,-1 1 0 0 0,1-1 0 0 0,0 0 0 0 0,0 1 0 0 0,0 0-1 0 0,1-1 1 0 0,-1 1 0 0 0,0-1 0 0 0,1 1 0 0 0,-1 0 0 0 0,1 0 0 0 0,-1-1 0 0 0,1 1 0 0 0,0 0-1 0 0,-1 2 1 0 0,1-3-1 0 0,0 0 0 0 0,0-1 0 0 0,1 1-1 0 0,-1 0 1 0 0,0-1 0 0 0,0 1 0 0 0,0 0-1 0 0,0-1 1 0 0,1 1 0 0 0,-1 0 0 0 0,0-1-1 0 0,1 1 1 0 0,-1-1 0 0 0,0 1 0 0 0,1-1-1 0 0,-1 1 1 0 0,1-1 0 0 0,-1 1 0 0 0,1-1-1 0 0,-1 1 1 0 0,1-1 0 0 0,-1 1 0 0 0,1-1-1 0 0,0 0 1 0 0,-1 1 0 0 0,1-1 0 0 0,0 0-1 0 0,-1 0 1 0 0,1 1 0 0 0,-1-1 0 0 0,1 0-1 0 0,0 0 1 0 0,0 0 0 0 0,0 0 0 0 0,0 0 2 0 0,0 0-1 0 0,-1 0 1 0 0,1 0 0 0 0,-1 0 0 0 0,1 0 0 0 0,-1 1 0 0 0,1-1 0 0 0,0 0 0 0 0,-1 0 0 0 0,1 0-1 0 0,-1 1 1 0 0,1-1 0 0 0,-1 0 0 0 0,1 0 0 0 0,-1 1 0 0 0,1-1 0 0 0,-1 1 0 0 0,1-1 0 0 0,-1 0 0 0 0,0 1-1 0 0,1-1 1 0 0,-1 1 0 0 0,0-1 0 0 0,1 1 0 0 0,-1-1 0 0 0,0 1 0 0 0,0-1 0 0 0,1 1 0 0 0,-1-1-1 0 0,0 1 1 0 0,0 0 0 0 0,0-1 0 0 0,1 2 0 0 0,-1-2-2 0 0,0 1 0 0 0,0 0 0 0 0,0-1 0 0 0,0 1 0 0 0,0-1 0 0 0,1 1 0 0 0,-1 0 0 0 0,0-1 0 0 0,0 1 1 0 0,1-1-1 0 0,-1 1 0 0 0,0-1 0 0 0,1 1 0 0 0,-1-1 0 0 0,1 1 0 0 0,-1-1 0 0 0,1 0 0 0 0,-1 1 0 0 0,0-1 0 0 0,1 0 0 0 0,0 1 0 0 0,-1-1 0 0 0,1 0 0 0 0,-1 1 0 0 0,1-1 0 0 0,-1 0 0 0 0,1 0 1 0 0,0 0-1 0 0,-1 0 0 0 0,1 0 0 0 0,0 1 0 0 0,0-1-2 0 0,0 0 0 0 0,-1 0-1 0 0,1 0 1 0 0,0 0 0 0 0,0 1 0 0 0,-1-1 0 0 0,1 0 0 0 0,0 1 0 0 0,0-1 0 0 0,-1 0-1 0 0,1 1 1 0 0,-1-1 0 0 0,1 1 0 0 0,0-1 0 0 0,-1 1 0 0 0,1-1 0 0 0,-1 1-1 0 0,1 0 1 0 0,-1-1 0 0 0,1 1 0 0 0,-1-1 0 0 0,1 1 0 0 0,-1 0 0 0 0,0 0 0 0 0,1-1-1 0 0,-1 1 1 0 0,0 0 0 0 0,0 0 0 0 0,0-1 0 0 0,1 1 0 0 0,-1 0 0 0 0,0 1 0 0 0,0-1 2 0 0,0 0 0 0 0,0 1 1 0 0,0-1-1 0 0,0 0 1 0 0,1 0-1 0 0,-1 0 0 0 0,0 0 1 0 0,1 1-1 0 0,-1-1 1 0 0,1 0-1 0 0,-1 0 0 0 0,1 0 1 0 0,0 0-1 0 0,-1 0 1 0 0,1 0-1 0 0,0 0 0 0 0,0 0 1 0 0,0 0-1 0 0,-1-1 1 0 0,1 1-1 0 0,0 0 0 0 0,0 0 1 0 0,2 0-1 0 0,-2 0 1 0 0,0-1 0 0 0,0 1 0 0 0,0 0 0 0 0,0-1 0 0 0,0 1 0 0 0,0 0 0 0 0,0 0 0 0 0,-1 0 1 0 0,1 0-1 0 0,0 0 0 0 0,0 0 0 0 0,-1 0 0 0 0,1 0 0 0 0,-1 0 0 0 0,1 0 0 0 0,-1 0 0 0 0,1 1 0 0 0,-1-1 0 0 0,0 0 0 0 0,0 0 0 0 0,1 0 0 0 0,-1 1 0 0 0,0 1 0 0 0,0-1 0 0 0,0 0 0 0 0,0 0 0 0 0,0 0 0 0 0,1 0 0 0 0,-1 0 0 0 0,1 0 0 0 0,-1 0 0 0 0,1 0 0 0 0,0 0 0 0 0,-1 0 0 0 0,1 0 0 0 0,0-1 0 0 0,0 1 0 0 0,1 0 0 0 0,-1 0 0 0 0,0-1 0 0 0,1 1 0 0 0,-1-1 0 0 0,1 1 0 0 0,1 1 0 0 0,13 14 0 0 0,-8-10-4 0 0,1 0 1 0 0,-1 0-1 0 0,1-1 0 0 0,1 0 0 0 0,-1-1 1 0 0,1 1-1 0 0,0-2 0 0 0,0 0 0 0 0,0 0 1 0 0,21 4-1 0 0,21 11 32 0 0,9 2-50 0 0,1-2-1 0 0,76 12 1 0 0,-125-28 30 0 0,-1 1-1 0 0,1 0 1 0 0,-1 1-1 0 0,15 7 1 0 0,-16-7-1 0 0,0 1 0 0 0,0-2 0 0 0,1 0 0 0 0,0 0 0 0 0,15 2 0 0 0,-13-5-7 0 0,0 1 0 0 0,-1 1 0 0 0,1 1 0 0 0,-1 0 0 0 0,1 0 0 0 0,-1 1 0 0 0,13 8 0 0 0,11 1 1 0 0,-29-12-4 0 0,0 0 0 0 0,-1 1 1 0 0,1 0-1 0 0,14 7 0 0 0,-8-4-19 0 0,0-1-1 0 0,1-1 1 0 0,0-1-1 0 0,-1 0 1 0 0,1 0 0 0 0,30-1-1 0 0,-1 3-34 0 0,26 6 114 0 0,-45-5 0 0 0,0-2 0 0 0,30 1-1 0 0,-7-4 22 0 0,-27 0-79 0 0,-1 0-1 0 0,1-1 0 0 0,0-2 0 0 0,0 0 0 0 0,39-9 0 0 0,91-48 255 0 0,-51 16-153 0 0,-55 22-40 0 0,-29 14-25 0 0,-1-1-1 0 0,0-1 1 0 0,-1-1-1 0 0,17-14 1 0 0,29-18 99 0 0,-5 2-54 0 0,-50 27-47 0 0,0 0 28 0 0,3 4-13 0 0,0 0-1 0 0,-1 0 1 0 0,0-1 0 0 0,11-20 0 0 0,-16 26-32 0 0,0 0 0 0 0,0 0 0 0 0,-1 0 0 0 0,0-1 0 0 0,0 1 0 0 0,0 0 0 0 0,0-1 0 0 0,0 1 1 0 0,-1-1-1 0 0,0 1 0 0 0,0-1 0 0 0,0 1 0 0 0,-1-1 0 0 0,0 1 0 0 0,0-1 0 0 0,0 1 0 0 0,0 0 0 0 0,0-1 0 0 0,-3-3 0 0 0,-3-4 42 0 0,-1 1 0 0 0,0 0-1 0 0,-1 0 1 0 0,0 1 0 0 0,-1 0 0 0 0,0 1 0 0 0,-20-15 0 0 0,11 9 39 0 0,-7-7 80 0 0,-1 2 0 0 0,-2 0-1 0 0,-40-20 1 0 0,1 15-49 0 0,11 5-162 0 0,32 11 70 0 0,0 2 1 0 0,-1 1-1 0 0,-45-6 1 0 0,32 6 43 0 0,-281-27-107 0 0,277 32-73 0 0,1 1 0 0 0,-1 3 0 0 0,1 1 0 0 0,-1 2 0 0 0,-62 18 0 0 0,97-21 19 0 0,1 0 1 0 0,0 0-1 0 0,0 0 0 0 0,1 1 0 0 0,-1 0 0 0 0,1 0 0 0 0,0 1 0 0 0,0 0 0 0 0,0 0 0 0 0,0 0 0 0 0,1 1 0 0 0,0 0 0 0 0,0 0 0 0 0,-4 7 0 0 0,8-11 12 0 0,1 0 0 0 0,-1 0 0 0 0,1 0 0 0 0,0 0 0 0 0,0 1 0 0 0,0-1 0 0 0,0 0 0 0 0,0 0 0 0 0,0 0 0 0 0,0 0 0 0 0,0 0 0 0 0,1 0 0 0 0,0 0 0 0 0,-1 0 0 0 0,1 0 0 0 0,0 0 0 0 0,0 0 0 0 0,0 0 0 0 0,0 0-1 0 0,0 0 1 0 0,0 0 0 0 0,0-1 0 0 0,1 1 0 0 0,-1-1 0 0 0,1 1 0 0 0,-1-1 0 0 0,1 1 0 0 0,0-1 0 0 0,-1 0 0 0 0,1 0 0 0 0,0 0 0 0 0,0 0 0 0 0,3 2 0 0 0,51 18-3893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52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10 4722 0 0,'-18'-7'1705'0'0,"4"4"-389"0"0,21 31-1202 0 0,11 13 48 0 0,-12-29-146 0 0,0-1 0 0 0,-1 1 0 0 0,-1-1 0 0 0,0 2 0 0 0,0-1 0 0 0,-1 0 1 0 0,-1 1-1 0 0,1 21 0 0 0,-2-29-13 0 0,-1-1 0 0 0,0 1 1 0 0,1 0-1 0 0,0 0 0 0 0,0 0 1 0 0,1-1-1 0 0,-1 1 0 0 0,1 0 1 0 0,0-1-1 0 0,3 5 0 0 0,-3-5 2 0 0,0 0-1 0 0,0 1 0 0 0,0-1 1 0 0,-1 0-1 0 0,1 1 0 0 0,-1-1 1 0 0,0 1-1 0 0,0 0 0 0 0,0 9 1 0 0,-1-10-5 0 0,0 0 0 0 0,1-1-1 0 0,-1 1 1 0 0,1 0 0 0 0,0 0 0 0 0,1 0 0 0 0,-1 0 0 0 0,1-1 0 0 0,-1 1 0 0 0,5 6 0 0 0,-4-7 1 0 0,0 0 0 0 0,0 1 1 0 0,-1-1-1 0 0,1 1 0 0 0,-1 0 1 0 0,0-1-1 0 0,0 1 0 0 0,0 0 0 0 0,0 0 1 0 0,0 6-1 0 0,-1-6 8 0 0,1 1 1 0 0,0-1-1 0 0,0 0 0 0 0,0 1 1 0 0,0-1-1 0 0,1 0 0 0 0,0 0 0 0 0,0 0 1 0 0,0 0-1 0 0,0-1 0 0 0,0 1 1 0 0,1 0-1 0 0,0-1 0 0 0,4 5 0 0 0,-3-3 23 0 0,0-1 0 0 0,-1 1-1 0 0,0-1 1 0 0,0 1-1 0 0,0 0 1 0 0,2 6-1 0 0,4 14 81 0 0,-4-12-90 0 0,0 1 1 0 0,-1 0-1 0 0,0 0 0 0 0,-1 1 0 0 0,-1-1 0 0 0,1 18 0 0 0,-2-19-2 0 0,0 0 0 0 0,1-1 0 0 0,1 1 0 0 0,5 18 0 0 0,-4-19-8 0 0,0 1 0 0 0,-2-1 0 0 0,0 0 0 0 0,2 20 0 0 0,-6 10-4 0 0,1-31 0 0 0,0 1-1 0 0,0-1 0 0 0,2 0 1 0 0,-1 1-1 0 0,1-1 0 0 0,1 0 1 0 0,4 14-1 0 0,-4-17 5 0 0,1 0 1 0 0,0 0-1 0 0,1 0 0 0 0,0 0 1 0 0,1 0-1 0 0,-1-1 1 0 0,1 0-1 0 0,1 0 0 0 0,-1 0 1 0 0,1-1-1 0 0,0 0 0 0 0,1 0 1 0 0,13 10-1 0 0,-10-2-12 0 0,-8-13 2 0 0,0 0 1 0 0,-1 0-1 0 0,1 1 0 0 0,-1-1 0 0 0,1 0 0 0 0,-1 1 0 0 0,1-1 0 0 0,-1 1 0 0 0,0 0 1 0 0,0-1-1 0 0,0 1 0 0 0,0 0 0 0 0,0-1 0 0 0,0 1 0 0 0,0 0 0 0 0,0 3 0 0 0,2 41 41 0 0,-3-38-42 0 0,0-7 0 0 0,0 0 0 0 0,0-1 0 0 0,1 1-1 0 0,-1 0 1 0 0,0 0 0 0 0,0 0 0 0 0,0-1-1 0 0,1 1 1 0 0,-1 0 0 0 0,0 0 0 0 0,1 0 0 0 0,-1-1-1 0 0,1 1 1 0 0,-1 0 0 0 0,1-1 0 0 0,-1 1-1 0 0,1 0 1 0 0,-1-1 0 0 0,1 1 0 0 0,0-1 0 0 0,-1 1-1 0 0,1-1 1 0 0,0 1 0 0 0,0-1 0 0 0,-1 0-1 0 0,1 1 1 0 0,1 0 0 0 0,-1-1 1 0 0,0 0-1 0 0,0 1 1 0 0,0-1-1 0 0,0 0 1 0 0,0 1-1 0 0,0 0 1 0 0,-1-1-1 0 0,1 1 1 0 0,0-1-1 0 0,0 1 1 0 0,-1 0 0 0 0,1 0-1 0 0,0-1 1 0 0,-1 1-1 0 0,1 0 1 0 0,-1 0-1 0 0,1 0 1 0 0,-1 0-1 0 0,1-1 1 0 0,-1 1 0 0 0,0 0-1 0 0,1 0 1 0 0,-1 0-1 0 0,0 0 1 0 0,0 0-1 0 0,0 0 1 0 0,0 0-1 0 0,0 2 1 0 0,3-1-1 0 0,0 0 0 0 0,-1 0 0 0 0,1 0 0 0 0,0 0 0 0 0,0 0 0 0 0,0 0 0 0 0,0-1 0 0 0,0 0 0 0 0,1 1 0 0 0,-1-1 0 0 0,0 0 0 0 0,1-1 0 0 0,3 2 0 0 0,7 2 12 0 0,17 15 21 0 0,-26-15-31 0 0,0-1 1 0 0,-1 0-1 0 0,1 0 0 0 0,0 0 0 0 0,0-1 1 0 0,1 0-1 0 0,-1 0 0 0 0,0 0 0 0 0,8 2 0 0 0,-9-4-3 0 0,385 74 160 0 0,-241-57-167 0 0,-73-10 85 0 0,-1 2 0 0 0,76 22 0 0 0,-102-17-31 0 0,-3 0-54 0 0,-1-3 1 0 0,55 8-1 0 0,-55-12 69 0 0,-1 1 0 0 0,0 3 1 0 0,0 1-1 0 0,-1 3 0 0 0,45 21 0 0 0,-60-26-86 0 0,1-1-1 0 0,1-1 1 0 0,-1-2 0 0 0,1-1-1 0 0,35 2 1 0 0,82 17 104 0 0,-53-9 116 0 0,-57-9-128 0 0,-1-1 0 0 0,48 0 0 0 0,85-6 77 0 0,196 4 350 0 0,-176 20-222 0 0,-34-2 148 0 0,458 53 393 0 0,-416-47-708 0 0,61-2 41 0 0,-216-20-111 0 0,79-2 0 0 0,-60-4-15 0 0,33 3-7 0 0,-1 3-1 0 0,135 26 0 0 0,-177-23-19 0 0,1-2 0 0 0,1-3 0 0 0,71-5 1 0 0,-42 1-25 0 0,-6-6-10 0 0,-60 4 70 0 0,0 2 0 0 0,0-1 0 0 0,26 2 0 0 0,168 1 57 0 0,114-28-401 0 0,59-16 301 0 0,85-4 13 0 0,-277 25-73 0 0,304-75-1 0 0,-445 86 132 0 0,1 3 0 0 0,92-4 1 0 0,-71 7 7 0 0,99-17 0 0 0,-163 20-66 0 0,247-59-93 0 0,-213 49 66 0 0,-1-2 0 0 0,-1-2 1 0 0,0-1-1 0 0,-1-2 0 0 0,36-24 1 0 0,-40 21-12 0 0,-24 17 17 0 0,-1-1 0 0 0,0 0 0 0 0,0-1 0 0 0,0 0 0 0 0,0 0 0 0 0,-1-1 0 0 0,0 0 0 0 0,8-11 0 0 0,-13 15 16 0 0,0 1 0 0 0,1 0 0 0 0,0 0 0 0 0,-1 0 0 0 0,1 0 0 0 0,0 1 0 0 0,9-5 0 0 0,9-5 58 0 0,3 1 0 0 0,-19 10-45 0 0,-5 1-8 0 0,1 0 1 0 0,-1 0-1 0 0,0 0 0 0 0,0-1 0 0 0,1 1 1 0 0,-1 0-1 0 0,0-1 0 0 0,0 1 0 0 0,0-1 1 0 0,0 1-1 0 0,0-1 0 0 0,0 1 1 0 0,1-1-1 0 0,-1 0 0 0 0,-1 1 0 0 0,1-1 1 0 0,0 0-1 0 0,0 0 0 0 0,0 0 0 0 0,0 0 1 0 0,0-1-1 0 0,-1 2 0 0 0,-1-3 0 0 0,33-7 0 0 0,-7 5-14 0 0,-4 1-45 0 0,1-1 0 0 0,39-14 0 0 0,-54 16 22 0 0,-1 0-1 0 0,1-1 1 0 0,-1 0-1 0 0,0 0 1 0 0,0 0-1 0 0,0 0 1 0 0,-1-1-1 0 0,1 0 1 0 0,-1 0-1 0 0,0-1 1 0 0,7-10 0 0 0,-10 11 24 0 0,-1 0 0 0 0,1-1 0 0 0,-1 1 1 0 0,0 0-1 0 0,0-1 0 0 0,-1 1 0 0 0,1-1 1 0 0,-1 1-1 0 0,-1-1 0 0 0,1 0 0 0 0,-2-5 1 0 0,1-13 18 0 0,2 3 34 0 0,0 15-30 0 0,0 1 0 0 0,-1 0-1 0 0,0-1 1 0 0,0 1 0 0 0,0 0-1 0 0,-1-1 1 0 0,0 1 0 0 0,0 0-1 0 0,0-1 1 0 0,-3-7 0 0 0,-1 3 17 0 0,1 3-19 0 0,0 0 0 0 0,0 0-1 0 0,-1 1 1 0 0,-8-11 0 0 0,-49-27-90 0 0,18 15 31 0 0,15 6 49 0 0,3 3 74 0 0,0 1 0 0 0,-49-27-1 0 0,-34-2-127 0 0,-17-8-8 0 0,117 51 80 0 0,1 1 0 0 0,-1 1 0 0 0,0-1 0 0 0,0 1-1 0 0,0 1 1 0 0,-12-2 0 0 0,-31-8-7 0 0,-57-17-120 0 0,-2 5 0 0 0,-141-12 0 0 0,-75 31-155 0 0,75 5 318 0 0,118 2-29 0 0,-238 36 0 0 0,135-10 171 0 0,236-28-192 0 0,-53 6 2 0 0,0-2 0 0 0,-104-8 0 0 0,37-10 120 0 0,0 5 1 0 0,-144 8-1 0 0,106 5 24 0 0,-222-24-1 0 0,192 5 52 0 0,71 9-186 0 0,-140 10 1 0 0,223-2 103 0 0,0-1 0 0 0,-40-5 1 0 0,-32-1 36 0 0,-334 22 48 0 0,295-9-150 0 0,21-6-84 0 0,-27 3 11 0 0,-144 19 234 0 0,25-10-120 0 0,-198-21 219 0 0,164-4-157 0 0,62-6-345 0 0,63 2 233 0 0,-50 20 91 0 0,197-4-183 0 0,-1-1 0 0 0,-46-7 0 0 0,5 0-44 0 0,45 4 46 0 0,-1-2 0 0 0,-38-11 1 0 0,-11-2 106 0 0,-126-34-954 0 0,175 48 948 0 0,-84-18-1 0 0,50 3-49 0 0,0 3 1 0 0,-112-13-1 0 0,165 27 17 0 0,0-1 0 0 0,0 1 0 0 0,0-2 0 0 0,0 0 0 0 0,-14-7-1 0 0,-8-2 2 0 0,6-2-8 0 0,31 12-15 0 0,0 1-2 0 0,-31-3 73 0 0,23 1-137 0 0,5 3-13 0 0,5-7-1454 0 0,92-65-1613 0 0,-69 49 2106 0 0,42-26 0 0 0,-15 17-907 0 0,-54 32 1845 0 0,0 1 0 0 0,-1 0 0 0 0,1-1 1 0 0,0 1-1 0 0,-1 0 0 0 0,1-1 0 0 0,-1 1 0 0 0,1-1 0 0 0,-1 1 0 0 0,1-1 0 0 0,-1 1 0 0 0,1-1 0 0 0,-1 0 0 0 0,0 1 0 0 0,1-1 0 0 0,-1 0 0 0 0,0 1 0 0 0,1-1 0 0 0,-1 0 0 0 0,0 1 0 0 0,0-1 0 0 0,0 0 0 0 0,0 1 0 0 0,0-2 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4:22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1681 0 0,'0'8'2161'0'0,"0"-3"560"0"0,0 1-1600 0 0,0 2-321 0 0,-30-8-1040 0 0,30 11-1201 0 0,-30 16-4001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4:25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2 160 0 0,'-4'0'983'0'0,"3"-1"-812"0"0,0 1-1 0 0,0 0 1 0 0,0 0 0 0 0,0-1 0 0 0,-1 1 0 0 0,1 0 0 0 0,0 0 0 0 0,0 0 0 0 0,0 0 0 0 0,0 1 0 0 0,0-1 0 0 0,0 0 0 0 0,0 0 0 0 0,0 1 0 0 0,0-1-1 0 0,0 0 1 0 0,0 1 0 0 0,1-1 0 0 0,-1 1 0 0 0,-5 4 7087 0 0,6-3-7189 0 0,1-1 0 0 0,-1 0 1 0 0,0 0-1 0 0,0 0 1 0 0,1 0-1 0 0,-1 0 0 0 0,1 0 1 0 0,-1 0-1 0 0,1 0 0 0 0,0 0 1 0 0,-1 0-1 0 0,1-1 0 0 0,0 1 1 0 0,-1 0-1 0 0,1 0 0 0 0,0-1 1 0 0,0 1-1 0 0,0 0 0 0 0,0-1 1 0 0,0 1-1 0 0,0-1 1 0 0,0 1-1 0 0,0-1 0 0 0,0 1 1 0 0,0-1-1 0 0,1 1 0 0 0,40 9 16 0 0,-13-4 79 0 0,5 2-21 0 0,0-1 0 0 0,65 6 0 0 0,-55-9-39 0 0,376 9 850 0 0,-333-13-854 0 0,99-7 220 0 0,-132 2-228 0 0,1-1 251 0 0,0 3 0 0 0,72 4 0 0 0,-95 0-180 0 0,0-1 1 0 0,0-1-1 0 0,58-11 0 0 0,51-6 144 0 0,-95 12-197 0 0,-26 5-73 0 0,50-1-54 0 0,-50 3-19 0 0,-8 1 23 0 0,-3 1 10 0 0,36-2 72 0 0,-35-1-62 0 0,-8 0 9 0 0,-14 0 54 0 0,6 0 1024 0 0,6 21-1374 0 0,1 8 307 0 0,-4 49 126 0 0,3-72-144 0 0,-1-1-1 0 0,0 0 0 0 0,-1 1 1 0 0,0-1-1 0 0,1 0 0 0 0,-2 0 1 0 0,1 0-1 0 0,0 0 0 0 0,-1 0 1 0 0,0 0-1 0 0,-5 5 0 0 0,5-7-1 0 0,1 0 0 0 0,-1 0 0 0 0,0 0 0 0 0,1 0 0 0 0,0 0 0 0 0,-1 1 0 0 0,1-1 0 0 0,1 1 0 0 0,-1-1 0 0 0,0 1 0 0 0,1 0 0 0 0,0 0 0 0 0,0-1 0 0 0,0 1 0 0 0,0 0 0 0 0,1 0 0 0 0,0 0 0 0 0,-1 0 0 0 0,1 0 0 0 0,1 5 0 0 0,-1-7-11 0 0,0-1-1 0 0,0 1 1 0 0,0 0 0 0 0,-1 0-1 0 0,1 0 1 0 0,0-1 0 0 0,-1 1-1 0 0,0 0 1 0 0,1-1 0 0 0,-1 1-1 0 0,0 0 1 0 0,0-1 0 0 0,0 1 0 0 0,0-1-1 0 0,0 1 1 0 0,0-1 0 0 0,0 1-1 0 0,-2 1 1 0 0,1-2 3 0 0,1 1 1 0 0,-1-1-1 0 0,1 1 1 0 0,0-1-1 0 0,0 1 0 0 0,0 0 1 0 0,0-1-1 0 0,0 1 1 0 0,0 0-1 0 0,0 0 0 0 0,0 0 1 0 0,1 0-1 0 0,-1 0 1 0 0,1 0-1 0 0,-1 0 0 0 0,1 0 1 0 0,0 0-1 0 0,0 3 1 0 0,-1 4 46 0 0,1-5-42 0 0,-1-1-1 0 0,1 1 0 0 0,-1-1 1 0 0,1 1-1 0 0,0-1 0 0 0,0 1 1 0 0,1-1-1 0 0,-1 1 0 0 0,1-1 1 0 0,0 1-1 0 0,0-1 0 0 0,0 0 1 0 0,2 5-1 0 0,-3-8 0 0 0,1 0 0 0 0,0 0 0 0 0,-1 0-1 0 0,1 1 1 0 0,-1-1 0 0 0,1 0 0 0 0,-1 0 0 0 0,1 0 0 0 0,-1 1 0 0 0,1-1 0 0 0,-1 0 0 0 0,0 0-1 0 0,1 1 1 0 0,-1-1 0 0 0,1 0 0 0 0,-1 1 0 0 0,0-1 0 0 0,1 1 0 0 0,-1-1 0 0 0,0 0-1 0 0,1 1 1 0 0,-1-1 0 0 0,0 1 0 0 0,0-1 0 0 0,1 1 0 0 0,-1-1 0 0 0,0 1 0 0 0,0-1 0 0 0,0 1-1 0 0,0-1 1 0 0,0 1 0 0 0,0-1 0 0 0,0 1 0 0 0,0 0 0 0 0,0-1 0 0 0,0 1 0 0 0,0-1 0 0 0,0 1-1 0 0,0-1 1 0 0,0 1 0 0 0,0 0 0 0 0,-1 0 0 0 0,1-1 1 0 0,0 1-1 0 0,0 0 1 0 0,-1 0-1 0 0,1-1 0 0 0,0 1 1 0 0,0 0-1 0 0,0-1 1 0 0,0 1-1 0 0,0 0 0 0 0,0 0 1 0 0,0-1-1 0 0,1 1 1 0 0,-1 0-1 0 0,0-1 0 0 0,0 1 1 0 0,0 0-1 0 0,1-1 1 0 0,-1 1-1 0 0,0 0 0 0 0,1-1 1 0 0,-1 1-1 0 0,1 0 1 0 0,-1-1-1 0 0,1 1 0 0 0,-1-1 1 0 0,1 1-1 0 0,-1-1 1 0 0,1 1-1 0 0,-1-1 0 0 0,1 1 1 0 0,-1-1-1 0 0,1 0 1 0 0,1 1-1 0 0,-1 0-5 0 0,0 0 1 0 0,-1-1-1 0 0,1 1 0 0 0,0 0 0 0 0,-1 0 1 0 0,1 0-1 0 0,0 0 0 0 0,-1 0 0 0 0,1 0 1 0 0,-1 0-1 0 0,0 0 0 0 0,1 0 0 0 0,-1 0 1 0 0,0 0-1 0 0,1 0 0 0 0,-1 0 0 0 0,0 0 1 0 0,0 0-1 0 0,0 0 0 0 0,0 0 0 0 0,0 0 1 0 0,0 0-1 0 0,0 1 0 0 0,-1-1 0 0 0,1 0 1 0 0,0 0-1 0 0,0 0 0 0 0,-1 0 0 0 0,1 0 1 0 0,-1 0-1 0 0,0 1 0 0 0,-20 24 172 0 0,17-21-177 0 0,-6 33-47 0 0,2-29 46 0 0,6-7 11 0 0,1 0 0 0 0,-1 0 0 0 0,0 0 0 0 0,1 0 0 0 0,0 0 0 0 0,-1 0 0 0 0,1 1 0 0 0,0-1 1 0 0,0 0-1 0 0,0 1 0 0 0,1-1 0 0 0,-1 1 0 0 0,0-1 0 0 0,1 1 0 0 0,0-1 0 0 0,-1 1 0 0 0,1-1 1 0 0,0 1-1 0 0,1 2 0 0 0,-1-4 0 0 0,-1 0 1 0 0,1 1 0 0 0,0-1-1 0 0,0 1 1 0 0,-1-1 0 0 0,1 0-1 0 0,-1 1 1 0 0,1-1 0 0 0,-1 0-1 0 0,0 0 1 0 0,1 1-1 0 0,-1-1 1 0 0,0 0 0 0 0,0 0-1 0 0,0 0 1 0 0,0 0 0 0 0,0 0-1 0 0,0 0 1 0 0,-1 1 0 0 0,0-1-15 0 0,1 0 1 0 0,0 0 0 0 0,0 1-1 0 0,-1-1 1 0 0,1 0 0 0 0,0 0-1 0 0,0 1 1 0 0,0-1 0 0 0,0 1-1 0 0,1-1 1 0 0,-1 1 0 0 0,0-1 0 0 0,1 1-1 0 0,-1 0 1 0 0,1-1 0 0 0,-1 1-1 0 0,1 0 1 0 0,0-1 0 0 0,0 4-1 0 0,0-4 11 0 0,-1 0 0 0 0,1 0 0 0 0,0 0-1 0 0,0 0 1 0 0,0 0 0 0 0,0 0-1 0 0,-1 0 1 0 0,1 0 0 0 0,-1 0 0 0 0,1 0-1 0 0,0 0 1 0 0,-1 0 0 0 0,0-1 0 0 0,1 1-1 0 0,-1 0 1 0 0,1 0 0 0 0,-1 0 0 0 0,0-1-1 0 0,0 1 1 0 0,1 0 0 0 0,-1-1 0 0 0,0 1-1 0 0,0-1 1 0 0,-1 2 0 0 0,1-2 3 0 0,0 1-1 0 0,-1-1 1 0 0,1 1 0 0 0,0 0 0 0 0,0 0 0 0 0,0 0-1 0 0,0 0 1 0 0,1 0 0 0 0,-1 0 0 0 0,0 0 0 0 0,0 0 0 0 0,1 0-1 0 0,-1 0 1 0 0,0 0 0 0 0,1 0 0 0 0,-1 1 0 0 0,1-1-1 0 0,-1 0 1 0 0,1 0 0 0 0,0 1 0 0 0,0-1 0 0 0,-1 0 0 0 0,1 0-1 0 0,0 1 1 0 0,0 0 0 0 0,-1 12-38 0 0,1-10 33 0 0,-1 0 0 0 0,1-1-1 0 0,-1 1 1 0 0,1 0 0 0 0,0 0 0 0 0,0-1-1 0 0,1 1 1 0 0,-1 0 0 0 0,1 0-1 0 0,0-1 1 0 0,0 1 0 0 0,0-1 0 0 0,2 6-1 0 0,6-4 21 0 0,-8-4-26 0 0,0-1 0 0 0,0 1 1 0 0,0-1-1 0 0,0 1 0 0 0,0 0 0 0 0,0-1 0 0 0,-1 1 1 0 0,1 0-1 0 0,0 0 0 0 0,0-1 0 0 0,0 1 1 0 0,-1 0-1 0 0,1 0 0 0 0,0 0 0 0 0,-1 0 0 0 0,1 0 1 0 0,-1 0-1 0 0,1 0 0 0 0,-1 0 0 0 0,0 0 1 0 0,1 0-1 0 0,-1 1 0 0 0,0-1 0 0 0,0 0 1 0 0,1 0-1 0 0,-1 0 0 0 0,0 2 0 0 0,0-1-16 0 0,0 1 0 0 0,0-1-1 0 0,1 0 1 0 0,0 0 0 0 0,-1 1-1 0 0,1-1 1 0 0,0 0 0 0 0,0 0-1 0 0,0 0 1 0 0,0 0 0 0 0,0 0-1 0 0,1 0 1 0 0,-1-1 0 0 0,1 1-1 0 0,-1 0 1 0 0,1-1 0 0 0,-1 1-1 0 0,1-1 1 0 0,0 1 0 0 0,0-1-1 0 0,0 0 1 0 0,0 0 0 0 0,4 2-1 0 0,16 14-18 0 0,-12-9 56 0 0,0-1 0 0 0,1 0 0 0 0,0 0 0 0 0,0-1 0 0 0,0 0 0 0 0,1-1-1 0 0,19 6 1 0 0,-17-6-9 0 0,-14-5-1 0 0,0 0 0 0 0,1 0 0 0 0,-1 0 0 0 0,0 1-1 0 0,0-1 1 0 0,1 0 0 0 0,-1 0 0 0 0,0 0 0 0 0,1 0 0 0 0,-1 0 0 0 0,0 1 0 0 0,0-1 0 0 0,1 0 0 0 0,-1 0-1 0 0,0 0 1 0 0,0 1 0 0 0,0-1 0 0 0,1 0 0 0 0,-1 0 0 0 0,0 1 0 0 0,0-1 0 0 0,0 0 0 0 0,0 1 0 0 0,0-1-1 0 0,1 0 1 0 0,-1 1 0 0 0,0-1 0 0 0,0 0 0 0 0,0 0 0 0 0,0 1 0 0 0,0-1 0 0 0,0 0 0 0 0,0 1 0 0 0,0-1-1 0 0,0 0 1 0 0,0 1 0 0 0,0-1 0 0 0,0 0 0 0 0,-1 1 0 0 0,1-1 0 0 0,0 0 0 0 0,0 1 0 0 0,0-1-2 0 0,0 0-1 0 0,0 1 1 0 0,-1-1 0 0 0,1 0 0 0 0,0 1 0 0 0,0-1 0 0 0,0 0 0 0 0,0 1 0 0 0,0-1 0 0 0,0 0-1 0 0,0 1 1 0 0,0-1 0 0 0,0 0 0 0 0,0 1 0 0 0,0-1 0 0 0,0 0 0 0 0,0 0 0 0 0,0 1 0 0 0,1-1-1 0 0,-1 0 1 0 0,0 1 0 0 0,0-1 0 0 0,0 0 0 0 0,0 1 0 0 0,1-1 0 0 0,-1 0 0 0 0,0 0-1 0 0,0 1 1 0 0,0-1 0 0 0,1 0 0 0 0,-1 0 0 0 0,0 0 0 0 0,0 1 0 0 0,1-1 0 0 0,-1 0 0 0 0,0 0-1 0 0,1 0 1 0 0,-1 0 0 0 0,1 1 0 0 0,4 0 13 0 0,-4-1-12 0 0,0 0-1 0 0,-1 0 1 0 0,1 0 0 0 0,0 1-1 0 0,0-1 1 0 0,0 0 0 0 0,0 0-1 0 0,0 1 1 0 0,-1-1 0 0 0,1 0-1 0 0,0 1 1 0 0,0-1 0 0 0,-1 1-1 0 0,1-1 1 0 0,0 1-1 0 0,-1-1 1 0 0,1 1 0 0 0,0 0-1 0 0,-1-1 1 0 0,1 1 0 0 0,-1 0-1 0 0,1-1 1 0 0,-1 1 0 0 0,1 0-1 0 0,-1 0 1 0 0,0 0 0 0 0,1-1-1 0 0,-1 1 1 0 0,0 0 0 0 0,1 0-1 0 0,-1 1 1 0 0,0-1-1 0 0,0-1 0 0 0,0 1 0 0 0,0 0 0 0 0,0 0 1 0 0,0-1-1 0 0,0 1 0 0 0,1 0 0 0 0,-1-1 0 0 0,0 1 0 0 0,1 0 0 0 0,-1-1 1 0 0,0 1-1 0 0,1 0 0 0 0,-1-1 0 0 0,0 1 0 0 0,1-1 0 0 0,-1 1 1 0 0,1 0-1 0 0,0-1 0 0 0,-1 1 0 0 0,1-1 0 0 0,-1 0 0 0 0,1 1 0 0 0,0-1 1 0 0,-1 1-1 0 0,1-1 0 0 0,0 0 0 0 0,-1 0 0 0 0,2 1 0 0 0,-1-1 1 0 0,0 1-1 0 0,0-1 1 0 0,0 1-1 0 0,0-1 1 0 0,0 1-1 0 0,0-1 1 0 0,0 1-1 0 0,-1 0 1 0 0,1-1-1 0 0,0 1 1 0 0,0 0-1 0 0,-1 0 0 0 0,1 0 1 0 0,0-1-1 0 0,-1 1 1 0 0,1 0-1 0 0,-1 0 1 0 0,1 0-1 0 0,-1 0 1 0 0,1 0-1 0 0,-1 0 1 0 0,0 0-1 0 0,1 0 1 0 0,-1 0-1 0 0,0 0 0 0 0,0 1 1 0 0,0-1-1 0 0,0 0 1 0 0,0 0-1 0 0,0 1 1 0 0,-3 3 1 0 0,4-5-3 0 0,26 15-17 0 0,-26-14 15 0 0,-1-1 0 0 0,1 0 0 0 0,-1 1-1 0 0,0-1 1 0 0,1 0 0 0 0,-1 1-1 0 0,0-1 1 0 0,1 1 0 0 0,-1-1-1 0 0,0 1 1 0 0,1-1 0 0 0,-1 1 0 0 0,0-1-1 0 0,0 1 1 0 0,0-1 0 0 0,0 1-1 0 0,1 0 1 0 0,-1-1 0 0 0,0 1-1 0 0,0-1 1 0 0,0 1 0 0 0,0-1-1 0 0,0 1 1 0 0,0 0 0 0 0,0-1 0 0 0,-1 1-1 0 0,1 3-1 0 0,1-3 4 0 0,-1 0 0 0 0,1 0 0 0 0,-1 0 0 0 0,1 0 0 0 0,-1 0 0 0 0,1-1 0 0 0,-1 1 0 0 0,1 0 0 0 0,0 0 0 0 0,0-1 0 0 0,-1 1 0 0 0,1-1 0 0 0,0 1 0 0 0,0-1 0 0 0,0 1 0 0 0,0-1 0 0 0,0 1 0 0 0,-1-1 0 0 0,1 0 0 0 0,0 1 0 0 0,0-1 0 0 0,0 0 0 0 0,0 0 0 0 0,1 1 0 0 0,-1-1 2 0 0,0 0 1 0 0,-1 1-1 0 0,1-1 1 0 0,-1 1 0 0 0,1-1-1 0 0,-1 1 1 0 0,1 0-1 0 0,-1-1 1 0 0,1 1 0 0 0,-1-1-1 0 0,0 1 1 0 0,1 0-1 0 0,-1 0 1 0 0,0-1-1 0 0,1 1 1 0 0,-1 0 0 0 0,0-1-1 0 0,0 1 1 0 0,0 0-1 0 0,0 0 1 0 0,0-1-1 0 0,0 1 1 0 0,0 0 0 0 0,0 0-1 0 0,0-1 1 0 0,0 1-1 0 0,0 0 1 0 0,0 0-1 0 0,-1-1 1 0 0,1 1 0 0 0,0 0-1 0 0,-1 0 1 0 0,-15 23-11 0 0,6-8-69 0 0,10-15 74 0 0,0 0 0 0 0,0 0 1 0 0,0 1-1 0 0,0-1 0 0 0,0 0 0 0 0,0 0 1 0 0,0 0-1 0 0,0 0 0 0 0,0 1 0 0 0,1-1 1 0 0,-1 0-1 0 0,1 0 0 0 0,-1 0 0 0 0,0 0 1 0 0,1 0-1 0 0,0 0 0 0 0,-1 0 0 0 0,1 0 1 0 0,0 0-1 0 0,-1 0 0 0 0,1 0 0 0 0,0 0 1 0 0,0-1-1 0 0,0 1 0 0 0,0 0 0 0 0,0 0 1 0 0,0-1-1 0 0,0 1 0 0 0,0-1 0 0 0,0 1 1 0 0,0-1-1 0 0,0 1 0 0 0,1-1 0 0 0,2 2-63 0 0,-8-2-214 0 0,-5 0 279 0 0,7 0 26 0 0,13 0 57 0 0,-7 0-148 0 0,1 0-1 0 0,106 5 147 0 0,-75-3 10 0 0,0 1-1 0 0,55 13 1 0 0,-68-12-52 0 0,123 34 522 0 0,-50-24-307 0 0,-45-6-146 0 0,1-2 0 0 0,64-2-1 0 0,-39-1-52 0 0,-67-3-53 0 0,186 16-42 0 0,-194-16-70 0 0,1 1-1 0 0,-1-1 1 0 0,0 0 0 0 0,0 1-1 0 0,1-1 1 0 0,-1 1 0 0 0,0 0 0 0 0,0 0-1 0 0,0 0 1 0 0,0 0 0 0 0,0 0-1 0 0,3 2 1 0 0,-9-3-409 0 0,1 0 1 0 0,0-1-1 0 0,-1 1 0 0 0,1-1 0 0 0,0 0 1 0 0,0 0-1 0 0,0 0 0 0 0,0 0 1 0 0,0-1-1 0 0,0 1 0 0 0,-3-3 0 0 0,-100-50-8310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4:27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21 1201 0 0,'1'-1'150'0'0,"-1"1"1"0"0,0 0 0 0 0,0-1 0 0 0,0 1 0 0 0,0-1 0 0 0,1 1 0 0 0,-1 0 0 0 0,0-1 0 0 0,0 1 0 0 0,0-1 0 0 0,0 1 0 0 0,0-1 0 0 0,0 1 0 0 0,0-1 0 0 0,0 1 0 0 0,0 0 0 0 0,-1-1 0 0 0,1 1 0 0 0,0-1-1 0 0,0 1 1 0 0,0 0 0 0 0,0-1 0 0 0,-1 1 0 0 0,1-1 0 0 0,0 1 0 0 0,0 0 0 0 0,-1-1 0 0 0,1 1 0 0 0,0 0 0 0 0,0-1 0 0 0,-1 1 0 0 0,1 0 0 0 0,0 0 0 0 0,-1-1 0 0 0,1 1 0 0 0,-1 0 0 0 0,0-1 0 0 0,-9-1-48 0 0,-1 0 0 0 0,0 1 1 0 0,0 0-1 0 0,0 1 0 0 0,0 0 1 0 0,0 1-1 0 0,0 0 1 0 0,0 1-1 0 0,0 0 0 0 0,1 0 1 0 0,-11 5-1 0 0,14 2-11 0 0,3 1-37 0 0,1-7-43 0 0,1-2-5 0 0,0 1-1 0 0,1-1 0 0 0,-1 0 1 0 0,1 0-1 0 0,0 1 0 0 0,-1-1 0 0 0,1 0 1 0 0,0 1-1 0 0,0 0 0 0 0,0-1 1 0 0,0 1-1 0 0,0-1 0 0 0,0 1 1 0 0,0 0-1 0 0,0 0 0 0 0,1 0 0 0 0,-1-1 1 0 0,1 1-1 0 0,0 0 0 0 0,-1 0 1 0 0,1 0-1 0 0,0 0 0 0 0,0 0 1 0 0,0 0-1 0 0,0 0 0 0 0,0 0 0 0 0,1 0 1 0 0,-1 0-1 0 0,1-1 0 0 0,-1 1 1 0 0,1 0-1 0 0,0 0 0 0 0,0 1 1 0 0,60 81 259 0 0,-49-74-220 0 0,1-2 0 0 0,0 1 0 0 0,1-2 0 0 0,0 0 0 0 0,27 10 1 0 0,-33-13-30 0 0,58 17 143 0 0,-61-20-150 0 0,0 1 0 0 0,0-1 1 0 0,0 0-1 0 0,0 0 0 0 0,0-1 0 0 0,1 1 0 0 0,-1-1 1 0 0,0 0-1 0 0,0-1 0 0 0,0 1 0 0 0,1-1 0 0 0,-1 0 1 0 0,0 0-1 0 0,0-1 0 0 0,0 0 0 0 0,0 0 0 0 0,8-4 1 0 0,11-7 58 0 0,-1-1 1 0 0,29-23 0 0 0,-45 32-63 0 0,-5 4-3 0 0,1-1 0 0 0,-1 1 0 0 0,0-1 1 0 0,0 0-1 0 0,0 0 0 0 0,-1 0 0 0 0,1 0 0 0 0,0 0 0 0 0,-1 0 0 0 0,1 0 0 0 0,-1 0 1 0 0,0-1-1 0 0,1 1 0 0 0,-1 0 0 0 0,0-1 0 0 0,-1 1 0 0 0,1-1 0 0 0,0 1 0 0 0,-1-1 1 0 0,1 0-1 0 0,-1 1 0 0 0,0-1 0 0 0,0 0 0 0 0,0 1 0 0 0,0-1 0 0 0,-1 0 0 0 0,0-4 1 0 0,-1 3 3 0 0,0 0-1 0 0,0 1 1 0 0,0-1 0 0 0,0 1 0 0 0,0-1 0 0 0,-1 1 0 0 0,0 0 0 0 0,0 0 0 0 0,0 0 0 0 0,0 0 0 0 0,0 0 0 0 0,0 1 0 0 0,-1-1 0 0 0,1 1 0 0 0,-1 0 0 0 0,0 0 0 0 0,1 0 0 0 0,-9-2 0 0 0,-2-1 59 0 0,0 1-1 0 0,0 1 1 0 0,0 0 0 0 0,-26-2-1 0 0,6 1-306 0 0,0 2 0 0 0,0 2 0 0 0,0 1 0 0 0,-1 1 0 0 0,1 2 0 0 0,-53 13 0 0 0,62-11-2868 0 0,20-5-454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4:27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8 1281 0 0,'0'0'2001'0'0,"0"-7"-401"0"0,30 7 2722 0 0,-30 7-4082 0 0,0-1-80 0 0,0 19 0 0 0,0 14-79 0 0,0 11-1 0 0,-30-4 0 0 0,30-21-80 0 0,-30 0-561 0 0,30-6-959 0 0,-31-25-962 0 0,31-7-2400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4:28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534 24 400 0 0,'-86'-20'5576'0'0,"74"18"-5259"0"0,0 1 0 0 0,0 1 1 0 0,-1 0-1 0 0,1 0 0 0 0,0 1 0 0 0,0 1 0 0 0,-22 5 1 0 0,-89 34 724 0 0,59-18-473 0 0,28-12-557 0 0,23-8-134 0 0,1 0 1 0 0,0 1-1 0 0,0 0 0 0 0,0 1 0 0 0,1 1 0 0 0,-22 12 0 0 0,33-14-3553 0 0,7-3 2382 0 0,12-5-168 0 0,11-8-1314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4:29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6 1361 0 0,'-30'0'2001'0'0,"0"-6"480"0"0,-1 6-1361 0 0,62 0-800 0 0,-31 6-160 0 0,30-6-80 0 0,0 0 0 0 0,30 6-80 0 0,-30 1-160 0 0,1-7-240 0 0,-1 6-480 0 0,0 0-1281 0 0,0 7-720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4:29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13 1281 0 0,'0'0'91'0'0,"-1"0"0"0"0,1-1 1 0 0,0 1-1 0 0,0 0 1 0 0,0-1-1 0 0,0 1 0 0 0,0 0 1 0 0,0 0-1 0 0,-1-1 0 0 0,1 1 1 0 0,0 0-1 0 0,0-1 1 0 0,0 1-1 0 0,0 0 0 0 0,0-1 1 0 0,0 1-1 0 0,0 0 1 0 0,0-1-1 0 0,0 1 0 0 0,0 0 1 0 0,1-1-1 0 0,-1 1 1 0 0,0 0-1 0 0,0-1 0 0 0,0 1 1 0 0,0 0-1 0 0,0 0 0 0 0,1-1 1 0 0,-1 1-1 0 0,0 0 1 0 0,0-1-1 0 0,0 1 0 0 0,1 0 1 0 0,-1 0-1 0 0,0 0 1 0 0,0-1-1 0 0,1 1 0 0 0,-1 0 1 0 0,0 0-1 0 0,0 0 1 0 0,1 0-1 0 0,-1-1 0 0 0,0 1 1 0 0,1 0-1 0 0,-1 0 0 0 0,1 0 1 0 0,19 5-52 0 0,-15-4 40 0 0,0-1 67 0 0,15 0 26 0 0,-120 27 2228 0 0,79-22-2240 0 0,-1 0 20 0 0,0 1 0 0 0,1 1 1 0 0,0 1-1 0 0,-33 17 0 0 0,-66 49 6 0 0,115-71-265 0 0,4-3-19 0 0,-1 0-1 0 0,1 1 1 0 0,0-1 0 0 0,-1 1 0 0 0,1 0 0 0 0,0 0-1 0 0,-1-1 1 0 0,1 1 0 0 0,0 0 0 0 0,0 0 0 0 0,0 0 0 0 0,0 0-1 0 0,0 0 1 0 0,0 0 0 0 0,0 1 0 0 0,0-1 0 0 0,0 0 0 0 0,0 0-1 0 0,1 1 1 0 0,-1-1 0 0 0,1 0 0 0 0,-1 1 0 0 0,1-1-1 0 0,-1 3 1 0 0,1 0-3384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4:30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2001 0 0,'0'7'2241'0'0,"-30"-1"-880"0"0,-1 0-721 0 0,31 7-320 0 0,0-7-80 0 0,0 8 0 0 0,31 5-80 0 0,-31 6 0 0 0,30 0-80 0 0,0 7 0 0 0,0-12-320 0 0,0-15-320 0 0,0-5-2801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4:32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570 0 2561 0 0,'-116'0'2708'0'0,"81"11"-1654"0"0,33-10-1026 0 0,0 1-1 0 0,0-1 1 0 0,0 1 0 0 0,-1-1-1 0 0,1 0 1 0 0,0 0 0 0 0,-1 0-1 0 0,1 0 1 0 0,0 0 0 0 0,-1-1-1 0 0,1 1 1 0 0,-5 0 0 0 0,-14 5 105 0 0,9 2 44 0 0,0 0 0 0 0,0-1 0 0 0,-1 0 0 0 0,0-1 0 0 0,0 0 0 0 0,0-1-1 0 0,-17 4 1 0 0,28-9-164 0 0,-58 28 560 0 0,55-27-550 0 0,1 1 0 0 0,0-1-1 0 0,0 1 1 0 0,1 0 0 0 0,-1 0-1 0 0,0 1 1 0 0,1-1 0 0 0,-1 1-1 0 0,1 0 1 0 0,0 0 0 0 0,0 0-1 0 0,0 0 1 0 0,0 0 0 0 0,0 1 0 0 0,1 0-1 0 0,-1-1 1 0 0,1 1 0 0 0,0 0-1 0 0,-2 5 1 0 0,-20 17 68 0 0,21-25-86 0 0,1 1 0 0 0,0-1-1 0 0,0 1 1 0 0,0 0 0 0 0,0-1 0 0 0,0 1-1 0 0,0 0 1 0 0,1 1 0 0 0,-1-1 0 0 0,0 0 0 0 0,1 0-1 0 0,0 1 1 0 0,-1-1 0 0 0,1 0 0 0 0,0 1 0 0 0,0-1-1 0 0,1 1 1 0 0,-1 0 0 0 0,0 3 0 0 0,1-4 0 0 0,0-1 0 0 0,0 1 1 0 0,-1-1-1 0 0,1 1 0 0 0,0-1 1 0 0,-1 1-1 0 0,1-1 0 0 0,-1 1 1 0 0,1-1-1 0 0,-1 1 0 0 0,0-1 1 0 0,0 0-1 0 0,0 1 0 0 0,0-1 1 0 0,0 0-1 0 0,0 0 1 0 0,0 0-1 0 0,0 0 0 0 0,0 0 1 0 0,-2 2-1 0 0,-6 5 29 0 0,-5 9 48 0 0,12-15-69 0 0,0 0 0 0 0,0 0 0 0 0,0 0 1 0 0,1 0-1 0 0,-1 0 0 0 0,0 1 1 0 0,1-1-1 0 0,0 0 0 0 0,0 1 0 0 0,0-1 1 0 0,0 1-1 0 0,0 0 0 0 0,0-1 1 0 0,0 1-1 0 0,1 0 0 0 0,0 0 0 0 0,-1-1 1 0 0,1 1-1 0 0,1 4 0 0 0,-2 9 116 0 0,1-11-81 0 0,-1 0 0 0 0,1 0 0 0 0,0 0 1 0 0,0 0-1 0 0,0 0 0 0 0,1 0 1 0 0,-1 0-1 0 0,1 0 0 0 0,0-1 0 0 0,1 1 1 0 0,-1 0-1 0 0,1 0 0 0 0,0-1 0 0 0,0 1 1 0 0,1-1-1 0 0,-1 0 0 0 0,1 0 1 0 0,0 0-1 0 0,6 7 0 0 0,-1-2-1 0 0,-1 0 0 0 0,0 1-1 0 0,0 0 1 0 0,-1 0 0 0 0,0 1 0 0 0,-1 0-1 0 0,8 20 1 0 0,-7-13 2 0 0,2-1 0 0 0,14 24-1 0 0,-12-26 59 0 0,-4-8-70 0 0,-1 0 0 0 0,0 0 0 0 0,-1 0 0 0 0,0 1 0 0 0,0 0 0 0 0,-1 0 0 0 0,0 0 0 0 0,0 0-1 0 0,0 0 1 0 0,-1 1 0 0 0,-1-1 0 0 0,2 13 0 0 0,-3-19-42 0 0,1 1-1 0 0,-1 0 1 0 0,1-1-1 0 0,0 1 1 0 0,0-1-1 0 0,0 1 0 0 0,0-1 1 0 0,0 1-1 0 0,1-1 1 0 0,-1 0-1 0 0,1 1 1 0 0,0-1-1 0 0,-1 0 1 0 0,1 0-1 0 0,0 0 1 0 0,0-1-1 0 0,0 1 1 0 0,5 3-1 0 0,-6-4 13 0 0,1 0 0 0 0,-1 0 0 0 0,1 0 0 0 0,-1 0 0 0 0,1 0 0 0 0,-1 0 0 0 0,0 1 0 0 0,0-1 0 0 0,0 1 0 0 0,0-1 0 0 0,0 1 0 0 0,0-1 0 0 0,0 1 0 0 0,0-1 0 0 0,0 1 0 0 0,0 3 0 0 0,-5 8 93 0 0,2-3-79 0 0,18 6-49 0 0,26 19-30 0 0,-31-26 55 0 0,-1 0 0 0 0,1 0 1 0 0,1-1-1 0 0,-1 0 0 0 0,1-1 0 0 0,1 0 1 0 0,15 5-1 0 0,88 38 83 0 0,-105-46-78 0 0,0 1-1 0 0,0-2 1 0 0,0 1 0 0 0,1-1-1 0 0,-1-1 1 0 0,1 0 0 0 0,0-1 0 0 0,17 0-1 0 0,12-2-93 0 0,43-7 0 0 0,-58 5 88 0 0,25-6 44 0 0,0-2 0 0 0,-1-2 0 0 0,0-2 0 0 0,-1-3 0 0 0,88-45 0 0 0,-137 63-40 0 0,18-7 13 0 0,-1-2 0 0 0,0-1 1 0 0,0 0-1 0 0,-1-1 0 0 0,18-15 1 0 0,-24 19-2 0 0,0 0 0 0 0,0 1 0 0 0,1 0 0 0 0,0 0 0 0 0,0 1 0 0 0,0 1 0 0 0,0 0 0 0 0,13-3 0 0 0,23-8 26 0 0,-33 11-36 0 0,-2 0-22 0 0,0-1 1 0 0,0 0-1 0 0,18-10 0 0 0,-28 14 17 0 0,1-1 0 0 0,-1 1 0 0 0,1-1-1 0 0,-1 0 1 0 0,0 0 0 0 0,0 0 0 0 0,0 0 0 0 0,0 0 0 0 0,0 0 0 0 0,0-1-1 0 0,0 1 1 0 0,-1-1 0 0 0,1 1 0 0 0,-1-1 0 0 0,0 0 0 0 0,0 0-1 0 0,0 1 1 0 0,0-1 0 0 0,0 0 0 0 0,-1 0 0 0 0,1-6 0 0 0,-2-38 42 0 0,0 26 4 0 0,1-1 1 0 0,0 1 0 0 0,7-38-1 0 0,-4 46-43 0 0,-1 7-5 0 0,0 0 0 0 0,-1-1 0 0 0,1 1 1 0 0,-1 0-1 0 0,-1-1 0 0 0,1 1 1 0 0,-1-1-1 0 0,0 1 0 0 0,-1-1 1 0 0,1 1-1 0 0,-1 0 0 0 0,-1-1 1 0 0,1 1-1 0 0,-1 0 0 0 0,0 0 1 0 0,-6-12-1 0 0,-2 1 4 0 0,0 1-1 0 0,-1 1 0 0 0,-1-1 1 0 0,0 2-1 0 0,-1 0 1 0 0,-1 0-1 0 0,0 1 0 0 0,-1 1 1 0 0,0 0-1 0 0,-1 1 1 0 0,0 1-1 0 0,-21-9 1 0 0,10 5-4 0 0,-1 2 0 0 0,0 1 1 0 0,-1 1-1 0 0,0 2 0 0 0,0 1 0 0 0,-58-7 1 0 0,58 12-375 0 0,0 2 0 0 0,0 1 0 0 0,0 1 0 0 0,1 1 1 0 0,-1 2-1 0 0,1 1 0 0 0,0 1 0 0 0,0 1 0 0 0,-37 16 0 0 0,0 9-4236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4:34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31 640 0 0,'23'0'1522'0'0,"6"0"-172"0"0,1 0 1 0 0,-1-2-1 0 0,41-8 0 0 0,-31 3-1010 0 0,1 1-1 0 0,-1 2 0 0 0,1 2 0 0 0,46 4 1 0 0,160 24 1089 0 0,-78-5-286 0 0,-82-14 164 0 0,-88-7-1268 0 0,2-1-26 0 0,-1 1-1 0 0,0 0 1 0 0,0 0-1 0 0,0 0 1 0 0,0-1-1 0 0,0 1 0 0 0,0 0 1 0 0,0 0-1 0 0,1 0 1 0 0,-1 1-1 0 0,0-1 0 0 0,0 0 1 0 0,0 0-1 0 0,0 0 1 0 0,0 1-1 0 0,0-1 1 0 0,1 0-1 0 0,-1 1 0 0 0,0-1 1 0 0,0 1-1 0 0,0-1 1 0 0,1 1-1 0 0,-1-1 1 0 0,0 1-1 0 0,1 0 0 0 0,-1-1 1 0 0,0 2-1 0 0,0-1 7 0 0,1 1 1 0 0,-1-1-1 0 0,1 0 0 0 0,-1 0 1 0 0,1 0-1 0 0,-1 0 0 0 0,0 0 0 0 0,1 1 1 0 0,-1-1-1 0 0,0 0 0 0 0,0 0 0 0 0,0-1 1 0 0,0 1-1 0 0,0 0 0 0 0,0 0 1 0 0,0 0-1 0 0,-2 0 0 0 0,-7 8 101 0 0,10-7-107 0 0,-1 0 0 0 0,0 1 0 0 0,1-1 1 0 0,-1 1-1 0 0,1-1 0 0 0,0 1 0 0 0,0-1 0 0 0,0 1 0 0 0,0-1 0 0 0,0 1 0 0 0,0-1 0 0 0,1 1 0 0 0,-1-1 1 0 0,1 1-1 0 0,0-1 0 0 0,0 1 0 0 0,0-1 0 0 0,0 0 0 0 0,0 0 0 0 0,0 1 0 0 0,1-1 0 0 0,1 2 1 0 0,-1 0-18 0 0,0 0 0 0 0,0 0 0 0 0,0 1 0 0 0,0-1 0 0 0,-1 1 0 0 0,1-1 1 0 0,-1 1-1 0 0,1 8 0 0 0,-3 0-5 0 0,1-9 11 0 0,-1-1 0 0 0,1 1 0 0 0,0 0 0 0 0,0-1 0 0 0,0 1 0 0 0,1 0 0 0 0,0-1 0 0 0,-1 1 0 0 0,1-1 0 0 0,3 7 0 0 0,3 2 38 0 0,-5-8-27 0 0,0 0-1 0 0,1 0 0 0 0,-1 0 0 0 0,-1 0 1 0 0,1 0-1 0 0,-1 1 0 0 0,1-1 0 0 0,-1 0 0 0 0,-1 1 1 0 0,1-1-1 0 0,0 6 0 0 0,-1-7-13 0 0,0 0 1 0 0,0 0 0 0 0,1 0-1 0 0,-1 0 1 0 0,1 0-1 0 0,0 0 1 0 0,0 0-1 0 0,0 0 1 0 0,0-1-1 0 0,0 1 1 0 0,1 0-1 0 0,-1-1 1 0 0,4 5-1 0 0,-3-5 4 0 0,0 0-1 0 0,-1 1 0 0 0,1-1 1 0 0,-1 1-1 0 0,0-1 1 0 0,0 1-1 0 0,0-1 0 0 0,0 1 1 0 0,0-1-1 0 0,0 1 0 0 0,-1 0 1 0 0,1 0-1 0 0,-1 4 1 0 0,0 228 343 0 0,0-232-335 0 0,0 0-1 0 0,-1 0 0 0 0,1 0 1 0 0,-1 0-1 0 0,0 0 0 0 0,1 0 1 0 0,-1 0-1 0 0,-1 0 0 0 0,1 0 1 0 0,0-1-1 0 0,-1 1 0 0 0,-3 4 1 0 0,3-4-10 0 0,1 0 0 0 0,-1 0-1 0 0,0 0 1 0 0,1 0 0 0 0,-1 0 0 0 0,1 0 0 0 0,0 0 0 0 0,0 0 0 0 0,1 0 0 0 0,-1 0 0 0 0,0 1 0 0 0,1 5 0 0 0,-1 0-19 0 0,1 1-1 0 0,0-1 1 0 0,0 0-1 0 0,1 0 1 0 0,0 0-1 0 0,1 0 1 0 0,-1 0-1 0 0,2 0 1 0 0,0 0-1 0 0,0-1 1 0 0,0 1 0 0 0,6 9-1 0 0,-8-17 17 0 0,0 1 0 0 0,-1 0 0 0 0,1-1 0 0 0,0 1 0 0 0,-1 0 0 0 0,1 0 0 0 0,-1-1-1 0 0,0 1 1 0 0,1 0 0 0 0,-1 0 0 0 0,0 0 0 0 0,0 0 0 0 0,0-1 0 0 0,0 1 0 0 0,-1 0 0 0 0,1 0 0 0 0,0 0 0 0 0,-1 0 0 0 0,0-1-1 0 0,1 1 1 0 0,-1 0 0 0 0,0-1 0 0 0,0 1 0 0 0,0 0 0 0 0,0-1 0 0 0,0 1 0 0 0,0-1 0 0 0,0 1 0 0 0,0-1 0 0 0,-1 0 0 0 0,0 2-1 0 0,0-2 3 0 0,0 1 0 0 0,1 0 0 0 0,0 0 0 0 0,-1 0 0 0 0,1 0 0 0 0,0 0 0 0 0,0 0 0 0 0,0 0 0 0 0,0 0 0 0 0,1 0 0 0 0,-1 0 0 0 0,0 3 0 0 0,-3 33-50 0 0,4-37 51 0 0,-1 1 0 0 0,0-1-1 0 0,0 0 1 0 0,0 0-1 0 0,0 0 1 0 0,0 0-1 0 0,-1 0 1 0 0,1 0 0 0 0,0-1-1 0 0,0 1 1 0 0,-1 0-1 0 0,1-1 1 0 0,0 1 0 0 0,-1-1-1 0 0,1 1 1 0 0,-2 0-1 0 0,2-1 2 0 0,0 1-1 0 0,0 0 0 0 0,1 0 0 0 0,-1 0 0 0 0,0 0 1 0 0,1-1-1 0 0,-1 1 0 0 0,1 0 0 0 0,-1 0 0 0 0,1 0 1 0 0,0 0-1 0 0,-1 0 0 0 0,1 0 0 0 0,0 0 0 0 0,0 1 1 0 0,0-1-1 0 0,0 0 0 0 0,-1 0 0 0 0,1 0 0 0 0,1 0 0 0 0,-1 0 1 0 0,0 0-1 0 0,0 0 0 0 0,0 0 0 0 0,1 0 0 0 0,0 2 1 0 0,0 25-115 0 0,-1-27 207 0 0,-11 0-35 0 0,0 0 1 0 0,0 0 0 0 0,0 1-1 0 0,0 0 1 0 0,-12 5 0 0 0,-20 4-18 0 0,-184 23 158 0 0,187-29-173 0 0,22-2-387 0 0,0 1 1 0 0,0 1-1 0 0,1 1 1 0 0,0 1-1 0 0,0 0 1 0 0,-28 16 0 0 0,-5 2-3542 0 0,42-20 1809 0 0,11-4 9 0 0,22-5-1719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4:35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2 663 3602 0 0,'0'-8'2137'0'0,"-1"6"-1965"0"0,1-1 0 0 0,0 1 0 0 0,0 0 1 0 0,0 0-1 0 0,0-1 0 0 0,0 1 1 0 0,1 0-1 0 0,-1-1 0 0 0,0 1 0 0 0,1 0 1 0 0,0 0-1 0 0,0 0 0 0 0,1-4 0 0 0,5-1-133 0 0,-4 4-44 0 0,0-1 0 0 0,0 1 0 0 0,0 0 1 0 0,-1-1-1 0 0,0 1 0 0 0,0-1 0 0 0,3-7 0 0 0,31-37-75 0 0,135-186 561 0 0,-160 215-415 0 0,0-1 1 0 0,-1-1 0 0 0,13-42-1 0 0,-21 53-35 0 0,0 0 0 0 0,0-1 0 0 0,-1 1 0 0 0,0-1 0 0 0,-1 1 0 0 0,-2-16 0 0 0,1-4-8 0 0,1 28-18 0 0,0 1 0 0 0,0-1 0 0 0,0 1 0 0 0,0-1 0 0 0,-1 1 0 0 0,1-1 0 0 0,0 1-1 0 0,-1-1 1 0 0,1 1 0 0 0,-1 0 0 0 0,0-1 0 0 0,1 1 0 0 0,-1 0 0 0 0,0-1 0 0 0,0 1 0 0 0,0 0-1 0 0,0 0 1 0 0,0 0 0 0 0,0 0 0 0 0,0 0 0 0 0,0 0 0 0 0,0 0 0 0 0,-2-1 0 0 0,-5-5 24 0 0,7 6-22 0 0,0 0-1 0 0,1 0 1 0 0,-1 0-1 0 0,0 0 1 0 0,0 0-1 0 0,0 0 1 0 0,0 1-1 0 0,0-1 1 0 0,0 0-1 0 0,0 0 1 0 0,0 1-1 0 0,0-1 1 0 0,-1 1-1 0 0,1-1 0 0 0,0 1 1 0 0,0-1-1 0 0,0 1 1 0 0,-1 0-1 0 0,-1-1 1 0 0,-4 0 10 0 0,4 1-3 0 0,1 0 0 0 0,-1 0 0 0 0,0 0 0 0 0,1 0 0 0 0,-1 0 1 0 0,1 1-1 0 0,-1-1 0 0 0,1 1 0 0 0,-1 0 0 0 0,1 0 0 0 0,-1 0 0 0 0,1 0 0 0 0,0 0 0 0 0,0 0 0 0 0,-1 0 0 0 0,1 1 1 0 0,0-1-1 0 0,0 1 0 0 0,0 0 0 0 0,0 0 0 0 0,1-1 0 0 0,-1 1 0 0 0,0 0 0 0 0,1 1 0 0 0,-3 3 0 0 0,-3 5 58 0 0,1 1-1 0 0,1-1 1 0 0,-8 21-1 0 0,13-32-69 0 0,-1 2 4 0 0,1 1 1 0 0,-1-1 0 0 0,1 0 0 0 0,0 1 0 0 0,0-1-1 0 0,0 1 1 0 0,0-1 0 0 0,0 0 0 0 0,0 1 0 0 0,1-1-1 0 0,-1 0 1 0 0,1 1 0 0 0,-1-1 0 0 0,1 0 0 0 0,0 0-1 0 0,0 1 1 0 0,0-1 0 0 0,0 0 0 0 0,1 0-1 0 0,-1 0 1 0 0,2 2 0 0 0,-1-2-4 0 0,-1-1 1 0 0,0 1-1 0 0,0-1 0 0 0,0 1 0 0 0,0 0 0 0 0,0 0 1 0 0,0-1-1 0 0,0 1 0 0 0,-1 0 0 0 0,1 0 0 0 0,-1 0 1 0 0,1 0-1 0 0,-1 0 0 0 0,0 0 0 0 0,1 0 1 0 0,-1 0-1 0 0,0 0 0 0 0,-1 0 0 0 0,1 0 0 0 0,0 0 1 0 0,0 0-1 0 0,-1 0 0 0 0,-1 4 0 0 0,-5 8 7 0 0,5-9 6 0 0,-1 0 0 0 0,0 1-1 0 0,1-1 1 0 0,0 1 0 0 0,1 0 0 0 0,-1-1 0 0 0,1 1 0 0 0,0 0 0 0 0,0 0 0 0 0,1 0 0 0 0,0 8-1 0 0,2 21 194 0 0,-1-23-195 0 0,0-1 0 0 0,-1 1 0 0 0,0-1 0 0 0,-1 1 0 0 0,0-1 0 0 0,-1 1 0 0 0,-3 11 0 0 0,-5-5 2 0 0,8-15-6 0 0,0 0 0 0 0,1 0 0 0 0,-1 0 0 0 0,1 0 0 0 0,-1 1 0 0 0,1-1 0 0 0,0 0 0 0 0,0 0 0 0 0,0 1 0 0 0,1-1 0 0 0,-1 1 0 0 0,1 3 0 0 0,0-1-19 0 0,-1 0 0 0 0,0-1-1 0 0,0 1 1 0 0,0-1 0 0 0,-1 1-1 0 0,0-1 1 0 0,0 1 0 0 0,-5 8-1 0 0,-1 5-119 0 0,6-14 122 0 0,1 0-1 0 0,-1 0 1 0 0,0-1 0 0 0,0 1 0 0 0,0-1-1 0 0,-1 0 1 0 0,0 0 0 0 0,0 0-1 0 0,0 0 1 0 0,-4 5 0 0 0,2 1 47 0 0,12-9 100 0 0,11-5-107 0 0,-1-12-48 0 0,16-14 4 0 0,260-210 723 0 0,-279 227-664 0 0,-11 10-42 0 0,71-57-20 0 0,-69 57-31 0 0,0-1 0 0 0,0 2 0 0 0,0-1 1 0 0,0 1-1 0 0,1 0 0 0 0,-1 0 0 0 0,1 0 0 0 0,-1 1 0 0 0,1-1 0 0 0,-1 1 0 0 0,10 0 0 0 0,-14 1 47 0 0,1 0 0 0 0,-1 0-1 0 0,1 1 1 0 0,0-1 0 0 0,-1 0 0 0 0,1 1 0 0 0,-1-1-1 0 0,0 1 1 0 0,1-1 0 0 0,-1 1 0 0 0,1-1 0 0 0,-1 1-1 0 0,0 0 1 0 0,1 0 0 0 0,-1 0 0 0 0,0 0 0 0 0,0 0-1 0 0,0 0 1 0 0,0 0 0 0 0,0 0 0 0 0,0 0-1 0 0,0 1 1 0 0,0-1 0 0 0,0 0 0 0 0,-1 1 0 0 0,1-1-1 0 0,0 1 1 0 0,-1-1 0 0 0,1 0 0 0 0,-1 1 0 0 0,0-1-1 0 0,1 1 1 0 0,-1 0 0 0 0,0-1 0 0 0,0 3 0 0 0,1 6 70 0 0,-2 0 0 0 0,1 0 0 0 0,-1 0 0 0 0,-3 12 0 0 0,3-15-57 0 0,-24 93 365 0 0,18-81-454 0 0,1 1 0 0 0,1-1 0 0 0,1 1 0 0 0,0 1 0 0 0,2-1 0 0 0,0 0 0 0 0,1 1 0 0 0,1-1 0 0 0,6 40 0 0 0,4-28-222 0 0,-8-27 170 0 0,0 1 0 0 0,0-1 0 0 0,0 0 0 0 0,-1 1 0 0 0,0 0 0 0 0,0-1 0 0 0,0 1 0 0 0,-1 0 0 0 0,1 0 0 0 0,-1 0 0 0 0,-1-1 0 0 0,-1 12 0 0 0,-18 22-2342 0 0,15-17-2534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4:43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9 160 0 0,'-86'6'6216'0'0,"86"-6"-6181"0"0,1 0 0 0 0,-1 0 0 0 0,0 0 0 0 0,0 0 0 0 0,1 0 0 0 0,-1 1 0 0 0,0-1 0 0 0,0 0 0 0 0,1 0 0 0 0,-1 0 0 0 0,0 0 0 0 0,0 0 0 0 0,0 0 0 0 0,1 1 0 0 0,-1-1 0 0 0,0 0 0 0 0,0 0 0 0 0,0 0 0 0 0,0 0 0 0 0,1 1 0 0 0,-1-1 0 0 0,0 0 0 0 0,0 0 0 0 0,0 0 0 0 0,0 1 0 0 0,0-1 0 0 0,0 0 0 0 0,0 0 0 0 0,0 1 0 0 0,1-1 0 0 0,-1 0 0 0 0,0 0 0 0 0,0 1 0 0 0,0-1 0 0 0,0 0 0 0 0,0 0 0 0 0,0 0 0 0 0,0 1 0 0 0,-1-1 0 0 0,1 0 0 0 0,0 0 0 0 0,0 1 0 0 0,0-1 0 0 0,0 0 0 0 0,0 0 0 0 0,0 1 0 0 0,0-1 0 0 0,0 0 0 0 0,0 0 0 0 0,-1 0 0 0 0,1 1 0 0 0,0-1 0 0 0,0 0 0 0 0,0 0 0 0 0,-1 0 0 0 0,1 0 0 0 0,0 1 0 0 0,0-1 0 0 0,0 0 0 0 0,-1 0 0 0 0,1 0 0 0 0,0 0 0 0 0,0 0 0 0 0,0 0 0 0 0,-1 0 0 0 0,1 0 0 0 0,0 0 0 0 0,-1 0 0 0 0,21-5 138 0 0,-15 4 2695 0 0,0 1-2614 0 0,165 0 1026 0 0,-139 0-1213 0 0,-1 0-54 0 0,0 0-13 0 0,0 0 71 0 0,57 8-1 0 0,-23-2 43 0 0,-17-8 149 0 0,0-2 0 0 0,75-15 1 0 0,-61 12-183 0 0,-36 6-67 0 0,-12 1 23 0 0,-1 1-1 0 0,1 0 1 0 0,-1 1 0 0 0,21 6-1 0 0,54 12 94 0 0,-66-17-14 0 0,1-1 1 0 0,31-1 0 0 0,-94-9-5452 0 0,-39-3-80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46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307 205 320 0 0,'-44'-9'2139'0'0,"24"4"78"0"0,-1 1 1 0 0,-40-3-1 0 0,47 7-1588 0 0,0 0 0 0 0,1-2-1 0 0,-1 1 1 0 0,0-2 0 0 0,1 0 0 0 0,-26-8 0 0 0,9-21 91 0 0,29 30-697 0 0,0 1-1 0 0,0-1 0 0 0,0 0 1 0 0,0 0-1 0 0,0 0 1 0 0,0 0-1 0 0,0 0 1 0 0,1 0-1 0 0,-1 0 0 0 0,1 0 1 0 0,0 0-1 0 0,-1-1 1 0 0,1 1-1 0 0,0 0 1 0 0,0 0-1 0 0,0 0 0 0 0,1 0 1 0 0,-1 0-1 0 0,1 0 1 0 0,-1-1-1 0 0,1 1 1 0 0,-1 0-1 0 0,2-2 0 0 0,0 1-13 0 0,-1 0-1 0 0,1-1 1 0 0,0 1-1 0 0,0 0 1 0 0,0 0-1 0 0,0 0 1 0 0,1 0-1 0 0,-1 1 1 0 0,1-1-1 0 0,0 1 1 0 0,3-3-1 0 0,5-1-61 0 0,0 0 0 0 0,0 1 0 0 0,1 0 0 0 0,-1 1 0 0 0,1 1 0 0 0,0 0 0 0 0,0 0 0 0 0,1 1 0 0 0,-1 1 0 0 0,0 0 0 0 0,14 0 0 0 0,18 4-201 0 0,78 13-1 0 0,-107-13 227 0 0,53 9-128 0 0,-1 4 0 0 0,75 28 1 0 0,-131-40 133 0 0,0 0 1 0 0,-1 1 0 0 0,1 0-1 0 0,12 9 1 0 0,-23-14 20 0 0,0 1 0 0 0,1-1-1 0 0,-1 0 1 0 0,1 0 0 0 0,-1 1 0 0 0,1-1 0 0 0,-1 0-1 0 0,0 0 1 0 0,1 1 0 0 0,-1-1 0 0 0,0 1-1 0 0,1-1 1 0 0,-1 0 0 0 0,0 1 0 0 0,0-1 0 0 0,1 1-1 0 0,-1-1 1 0 0,0 0 0 0 0,0 1 0 0 0,1-1 0 0 0,-1 1-1 0 0,0-1 1 0 0,0 1 0 0 0,0-1 0 0 0,0 1-1 0 0,0-1 1 0 0,0 1 0 0 0,0-1 0 0 0,0 1 0 0 0,0-1-1 0 0,0 1 1 0 0,0-1 0 0 0,0 1 0 0 0,0-1 0 0 0,0 0-1 0 0,-1 1 1 0 0,1-1 0 0 0,0 1 0 0 0,0-1-1 0 0,-1 1 1 0 0,1-1 0 0 0,0 0 0 0 0,0 1 0 0 0,-1-1-1 0 0,1 1 1 0 0,0-1 0 0 0,-1 0 0 0 0,1 1 0 0 0,0-1-1 0 0,-1 0 1 0 0,1 0 0 0 0,-1 1 0 0 0,1-1 0 0 0,-1 0-1 0 0,-15 8 27 0 0,1-2-1 0 0,-1 0 1 0 0,0-1-1 0 0,-1 0 1 0 0,-24 3-1 0 0,-29 4 323 0 0,0-3 0 0 0,-1-3 0 0 0,0-3-1 0 0,-84-8 1 0 0,140 4-236 0 0,-1-1 0 0 0,1-1 0 0 0,-20-6 0 0 0,30 7-115 0 0,1 1 0 0 0,0-1-1 0 0,0 0 1 0 0,-1 0 0 0 0,1-1 0 0 0,0 1 0 0 0,1-1 0 0 0,-1 0 0 0 0,0 0 0 0 0,1 0-1 0 0,0 0 1 0 0,0 0 0 0 0,0-1 0 0 0,0 0 0 0 0,0 0 0 0 0,-3-6 0 0 0,5 8-1 0 0,1-1 1 0 0,-1 0 0 0 0,1 1-1 0 0,0-1 1 0 0,0 0 0 0 0,-1 1 0 0 0,2-1-1 0 0,-1 0 1 0 0,0 0 0 0 0,1 1-1 0 0,-1-1 1 0 0,1 0 0 0 0,0 1-1 0 0,-1-1 1 0 0,1 1 0 0 0,1-1 0 0 0,-1 1-1 0 0,0-1 1 0 0,1 1 0 0 0,-1 0-1 0 0,1 0 1 0 0,0-1 0 0 0,-1 1-1 0 0,1 1 1 0 0,4-4 0 0 0,0-2 3 0 0,1 1 0 0 0,0 0-1 0 0,0 1 1 0 0,0 0 0 0 0,1 0 0 0 0,14-6 0 0 0,-14 8-26 0 0,0 0 1 0 0,0 1-1 0 0,0 1 1 0 0,0-1-1 0 0,16 0 1 0 0,-3 0-42 0 0,9-1-51 0 0,-1 0 0 0 0,1 2 0 0 0,0 1 0 0 0,0 1 1 0 0,47 9-1 0 0,-60-7 84 0 0,-1 1 0 0 0,1 0 1 0 0,-1 1-1 0 0,0 1 1 0 0,-1 1-1 0 0,1 0 0 0 0,-1 1 1 0 0,-1 1-1 0 0,0 0 1 0 0,16 13-1 0 0,-28-21 37 0 0,0 1 0 0 0,0 0-1 0 0,0 0 1 0 0,0 0 0 0 0,0 0 0 0 0,0 0-1 0 0,0 0 1 0 0,-1 0 0 0 0,1 0 0 0 0,-1 1-1 0 0,0-1 1 0 0,0 0 0 0 0,0 1 0 0 0,0-1 0 0 0,0 1-1 0 0,0 0 1 0 0,0-1 0 0 0,-1 1 0 0 0,1 5-1 0 0,-2-6 6 0 0,1 0 0 0 0,-1 0 0 0 0,0 0 0 0 0,0 0 0 0 0,0-1 0 0 0,0 1 0 0 0,0 0 0 0 0,0 0 0 0 0,0 0 0 0 0,-1-1 0 0 0,1 1 0 0 0,-1-1 0 0 0,1 1 0 0 0,-1-1 0 0 0,1 0 0 0 0,-1 1 0 0 0,0-1 0 0 0,0 0 0 0 0,-3 1 0 0 0,-10 5 9 0 0,-1-1 0 0 0,-1 0-1 0 0,1-2 1 0 0,-34 6-1 0 0,15-4 122 0 0,-1-1-1 0 0,-59-1 0 0 0,82-4-94 0 0,0-1 0 0 0,1-1 0 0 0,0 0-1 0 0,-1-1 1 0 0,-11-4 0 0 0,18 5-34 0 0,1 0 1 0 0,0 0 0 0 0,0-1 0 0 0,0 0 0 0 0,1 0 0 0 0,-1 0-1 0 0,1 0 1 0 0,-1-1 0 0 0,1 1 0 0 0,0-1 0 0 0,0 0-1 0 0,-4-7 1 0 0,6 6 1 0 0,1-1-1 0 0,-1 0 1 0 0,1 0-1 0 0,0 0 1 0 0,1 0-1 0 0,-1 0 1 0 0,1 0-1 0 0,1 0 1 0 0,-1 0-1 0 0,1 0 1 0 0,0 0-1 0 0,0 0 1 0 0,3-8 0 0 0,0 9-10 0 0,0-1 1 0 0,0 1-1 0 0,1 0 1 0 0,-1 1 0 0 0,1-1-1 0 0,0 1 1 0 0,0 0 0 0 0,1 0-1 0 0,-1 0 1 0 0,1 1 0 0 0,6-3-1 0 0,4-4-21 0 0,-11 8-9 0 0,1 0 0 0 0,-1 0-1 0 0,1 0 1 0 0,0 1 0 0 0,0 0-1 0 0,0 0 1 0 0,0 1 0 0 0,0-1-1 0 0,0 1 1 0 0,0 0 0 0 0,6 2-1 0 0,67 10-152 0 0,-58-7 119 0 0,1 2 0 0 0,-1 1 0 0 0,0 0 0 0 0,0 2 0 0 0,-1 0 0 0 0,-1 1 0 0 0,0 1 0 0 0,0 1 0 0 0,24 22 0 0 0,-38-30 4 0 0,0 0 0 0 0,0 0 0 0 0,0 0 0 0 0,-1 0 0 0 0,7 11 0 0 0,-10-16 55 0 0,-1 1 0 0 0,0-1 0 0 0,1 1 0 0 0,-1-1 1 0 0,0 1-1 0 0,0-1 0 0 0,1 1 0 0 0,-1-1 0 0 0,0 1 0 0 0,0-1 0 0 0,0 1 1 0 0,1-1-1 0 0,-1 1 0 0 0,0-1 0 0 0,0 1 0 0 0,0 0 0 0 0,0-1 1 0 0,0 1-1 0 0,0-1 0 0 0,0 1 0 0 0,0-1 0 0 0,-1 1 0 0 0,1 0 0 0 0,0-1 1 0 0,0 1-1 0 0,0-1 0 0 0,-1 1 0 0 0,1-1 0 0 0,0 1 0 0 0,0-1 0 0 0,-1 1 1 0 0,1-1-1 0 0,0 0 0 0 0,-1 1 0 0 0,1-1 0 0 0,-1 1 0 0 0,1-1 1 0 0,-1 0-1 0 0,1 1 0 0 0,0-1 0 0 0,-1 0 0 0 0,1 0 0 0 0,-2 1 0 0 0,-10 3 39 0 0,-1 0 0 0 0,1-1 0 0 0,-1-1 0 0 0,0 0-1 0 0,0-1 1 0 0,-19 0 0 0 0,-4-1 254 0 0,-45-5 1 0 0,72 4-252 0 0,0 0-1 0 0,1-1 1 0 0,-1-1-1 0 0,1 1 1 0 0,0-1-1 0 0,0-1 1 0 0,0 1 0 0 0,0-2-1 0 0,0 1 1 0 0,1-1-1 0 0,0 0 1 0 0,0 0-1 0 0,-10-10 1 0 0,12 11-42 0 0,4 3 9 0 0,0 1-1 0 0,1-1 1 0 0,-1 1 0 0 0,0-1 0 0 0,0 1-1 0 0,1-1 1 0 0,-1 0 0 0 0,0 1 0 0 0,1-1-1 0 0,-1 0 1 0 0,1 1 0 0 0,-1-1-1 0 0,1 0 1 0 0,-1 0 0 0 0,1 0 0 0 0,0 1-1 0 0,-1-1 1 0 0,1 0 0 0 0,0 0 0 0 0,0 0-1 0 0,-1 0 1 0 0,1 0 0 0 0,0-1 0 0 0,2-2 3 0 0,-1 1 1 0 0,1 0 0 0 0,0 0 0 0 0,0 0 0 0 0,0 0 0 0 0,0 1-1 0 0,0-1 1 0 0,5-4 0 0 0,-1 3-2 0 0,-1 0 1 0 0,1 0-1 0 0,0 0 0 0 0,0 1 0 0 0,1-1 1 0 0,-1 1-1 0 0,1 1 0 0 0,-1-1 0 0 0,1 1 0 0 0,11-1 1 0 0,0-1-30 0 0,0 1 0 0 0,31-1 0 0 0,-30 4 5 0 0,-1-1 12 0 0,-1 0 0 0 0,0 2-1 0 0,0 0 1 0 0,0 0 0 0 0,0 2 0 0 0,0 0 0 0 0,-1 1-1 0 0,1 0 1 0 0,27 13 0 0 0,-42-16 10 0 0,0-1-1 0 0,0 1 1 0 0,-1 0 0 0 0,1 0 0 0 0,0 0-1 0 0,-1 0 1 0 0,1 0 0 0 0,-1 1 0 0 0,1-1-1 0 0,-1 0 1 0 0,1 1 0 0 0,-1-1-1 0 0,0 1 1 0 0,0-1 0 0 0,0 1 0 0 0,2 3-1 0 0,-4-4 2 0 0,1 1-1 0 0,-1-1 1 0 0,0 0-1 0 0,0 1 0 0 0,1-1 1 0 0,-1 0-1 0 0,0 0 1 0 0,0 0-1 0 0,0 0 0 0 0,-1 1 1 0 0,1-1-1 0 0,0-1 1 0 0,0 1-1 0 0,0 0 0 0 0,-1 0 1 0 0,1 0-1 0 0,0-1 1 0 0,-1 1-1 0 0,1 0 0 0 0,-1-1 1 0 0,1 0-1 0 0,-1 1 1 0 0,1-1-1 0 0,-4 0 0 0 0,-24 9 136 0 0,-1-2 0 0 0,0-1 0 0 0,0-2 0 0 0,-52 1-1 0 0,-118-13 1043 0 0,280-27-2195 0 0,-53 26 995 0 0,1 0 1 0 0,-1 2 0 0 0,2 1-1 0 0,-1 1 1 0 0,0 1-1 0 0,1 2 1 0 0,-1 1 0 0 0,1 1-1 0 0,39 5 1 0 0,-98 7 471 0 0,-34 0 383 0 0,-1-3 0 0 0,1-2 0 0 0,-114-5 0 0 0,143-5-997 0 0,35 3 125 0 0,0 0 1 0 0,0 0 0 0 0,0-1 0 0 0,1 1-1 0 0,-1 0 1 0 0,0 0 0 0 0,0 0-1 0 0,0 0 1 0 0,0 0 0 0 0,1 0-1 0 0,-1 0 1 0 0,0 0 0 0 0,0-1 0 0 0,0 1-1 0 0,0 0 1 0 0,0 0 0 0 0,0 0-1 0 0,1 0 1 0 0,-1 0 0 0 0,0-1-1 0 0,0 1 1 0 0,0 0 0 0 0,0 0 0 0 0,0 0-1 0 0,0 0 1 0 0,0-1 0 0 0,0 1-1 0 0,0 0 1 0 0,0 0 0 0 0,0 0-1 0 0,0 0 1 0 0,0-1 0 0 0,0 1 0 0 0,0 0-1 0 0,0 0 1 0 0,0 0 0 0 0,0-1-1 0 0,0 1 1 0 0,0 0 0 0 0,0 0-1 0 0,0 0 1 0 0,0 0 0 0 0,0-1 0 0 0,0 1-1 0 0,-1 0 1 0 0,1 0 0 0 0,0 0-1 0 0,0 0 1 0 0,0 0 0 0 0,0-1-1 0 0,0 1 1 0 0,0 0 0 0 0,-1 0-1 0 0,1 0 1 0 0,0 0 0 0 0,0 0 0 0 0,0 0-1 0 0,0 0 1 0 0,-1 0 0 0 0,1-1-1 0 0,0 1 1 0 0,0 0 0 0 0,7-2-823 0 0,0 1-1 0 0,1-1 1 0 0,-1 1 0 0 0,1 1-1 0 0,0-1 1 0 0,-1 1 0 0 0,1 1 0 0 0,-1-1-1 0 0,1 1 1 0 0,-1 1 0 0 0,1-1-1 0 0,-1 1 1 0 0,0 1 0 0 0,8 3 0 0 0,36 12-2572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47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98 800 0 0,'0'-1'91'0'0,"0"1"-1"0"0,0-1 0 0 0,0 0 1 0 0,0 1-1 0 0,0-1 0 0 0,0 0 1 0 0,0 1-1 0 0,0-1 1 0 0,0 0-1 0 0,0 1 0 0 0,0-1 1 0 0,0 0-1 0 0,0 1 0 0 0,1-1 1 0 0,-1 0-1 0 0,0 1 0 0 0,1-1 1 0 0,-1 1-1 0 0,0-1 0 0 0,1 0 1 0 0,-1 1-1 0 0,1-1 0 0 0,-1 1 1 0 0,1-1-1 0 0,-1 1 1 0 0,1 0-1 0 0,-1-1 0 0 0,1 1 1 0 0,-1-1-1 0 0,1 1 0 0 0,-1 0 1 0 0,1 0-1 0 0,0-1 0 0 0,-1 1 1 0 0,1 0-1 0 0,0 0 0 0 0,-1 0 1 0 0,1-1-1 0 0,0 1 0 0 0,-1 0 1 0 0,1 0-1 0 0,0 0 0 0 0,-1 0 1 0 0,2 1-1 0 0,5-2 140 0 0,3-10 677 0 0,11 9-761 0 0,-42-8 281 0 0,-13 3 116 0 0,22 4-252 0 0,1 0-1 0 0,-1 1 1 0 0,0 0 0 0 0,-1 1-1 0 0,1 1 1 0 0,0 0 0 0 0,-21 2-1 0 0,13 0 0 0 0,19-3-287 0 0,1 1 0 0 0,0 0-1 0 0,-1 0 1 0 0,1 0 0 0 0,-1 0-1 0 0,1 0 1 0 0,-1 0 0 0 0,1 0-1 0 0,-1 0 1 0 0,1 0 0 0 0,0 0-1 0 0,-1 0 1 0 0,1 0 0 0 0,-1 0 0 0 0,1 0-1 0 0,-1 0 1 0 0,1 0 0 0 0,-1 0-1 0 0,1 0 1 0 0,0 1 0 0 0,-1-1-1 0 0,1 0 1 0 0,-1 0 0 0 0,1 1-1 0 0,0-1 1 0 0,-1 0 0 0 0,1 0-1 0 0,0 1 1 0 0,-1-1 0 0 0,1 0-1 0 0,0 1 1 0 0,0-1 0 0 0,-1 1 0 0 0,1-1-1 0 0,0 0 1 0 0,0 1 0 0 0,0-1-1 0 0,-1 1 1 0 0,1-1 0 0 0,0 0-1 0 0,0 1 1 0 0,0-1 0 0 0,0 1-1 0 0,0-1 1 0 0,0 1 0 0 0,0-1-1 0 0,0 1 1 0 0,0-1 0 0 0,0 0 0 0 0,0 2-1 0 0,-5 0 132 0 0,1 0-82 0 0,0 0 1 0 0,-1 0-1 0 0,1 0 0 0 0,0 1 1 0 0,1 0-1 0 0,-1-1 1 0 0,0 2-1 0 0,1-1 1 0 0,-1 0-1 0 0,1 1 1 0 0,0-1-1 0 0,0 1 1 0 0,1 0-1 0 0,-3 4 1 0 0,6-6-45 0 0,-1 0 0 0 0,1 0 0 0 0,0 0 0 0 0,0-1 0 0 0,1 1 0 0 0,-1 0 0 0 0,0-1 0 0 0,0 1 0 0 0,1-1 0 0 0,-1 1 0 0 0,1-1 0 0 0,0 0 0 0 0,-1 1 0 0 0,1-1 0 0 0,0 0 0 0 0,-1 0 0 0 0,1 0 0 0 0,0-1 0 0 0,0 1 0 0 0,3 1-1 0 0,47 17 46 0 0,-47-18-33 0 0,14 4-24 0 0,1-1 1 0 0,-1-1 0 0 0,0-1-1 0 0,1-1 1 0 0,-1-1-1 0 0,1 0 1 0 0,24-4 0 0 0,4-3-11 0 0,76-21 1 0 0,-115 26 22 0 0,0-2 0 0 0,0 1 0 0 0,-1-1 0 0 0,1-1 0 0 0,-1 0 0 0 0,0 0 0 0 0,0 0 0 0 0,14-13-1 0 0,-21 18-5 0 0,-1-1 0 0 0,0 1 0 0 0,1 0 0 0 0,-1-1 0 0 0,0 1 0 0 0,1 0 0 0 0,-1 0 0 0 0,0-1 0 0 0,1 1 0 0 0,-1-1 0 0 0,0 1 0 0 0,0 0 0 0 0,0-1 0 0 0,1 1-1 0 0,-1-1 1 0 0,0 1 0 0 0,0 0 0 0 0,0-1 0 0 0,0 1 0 0 0,0-1 0 0 0,0 1 0 0 0,0-1 0 0 0,0 1 0 0 0,0 0 0 0 0,0-1 0 0 0,0 1 0 0 0,0-1 0 0 0,0 1 0 0 0,0-1 0 0 0,0 1-1 0 0,0-1 1 0 0,0 1 0 0 0,0 0 0 0 0,-1-1 0 0 0,1 1 0 0 0,0-1 0 0 0,0 1 0 0 0,-1 0 0 0 0,1-1 0 0 0,0 1 0 0 0,0 0 0 0 0,-1-1 0 0 0,1 1 0 0 0,0 0 0 0 0,-1 0 0 0 0,0-1-1 0 0,-22-11 113 0 0,16 9-61 0 0,-5 0 42 0 0,-1 0 0 0 0,0 1 0 0 0,0 0 0 0 0,-16 1 0 0 0,23 0-16 0 0,6-32-66 0 0,1 37 28 0 0,-1 0 0 0 0,0 0 1 0 0,1-1-1 0 0,0 1 0 0 0,0 0 1 0 0,0 0-1 0 0,1-1 1 0 0,-1 1-1 0 0,1 0 0 0 0,-1-1 1 0 0,5 7-1 0 0,8 14 290 0 0,-9-11-163 0 0,0 0-1 0 0,0 0 0 0 0,-1 1 1 0 0,-1 0-1 0 0,0 0 1 0 0,-1 0-1 0 0,1 26 0 0 0,-3-32-135 0 0,0 0 0 0 0,1 0-1 0 0,0 0 1 0 0,1 0-1 0 0,-1 0 1 0 0,2 0-1 0 0,-1 0 1 0 0,1-1-1 0 0,0 1 1 0 0,1-1-1 0 0,-1 1 1 0 0,6 6-1 0 0,4 2 64 0 0,0 0-1 0 0,1-1 1 0 0,20 17-1 0 0,11 12 8 0 0,-28-27-207 0 0,0 0 0 0 0,1-2 0 0 0,32 22 0 0 0,-41-32-527 0 0,0 0 0 0 0,0 0 0 0 0,0-1 0 0 0,0 0 0 0 0,20 5 0 0 0,6-6-6039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49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80 0 0,'0'6'560'0'0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51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484 1422 160 0 0,'-5'-5'2667'0'0,"-15"9"-2605"0"0,20-4 90 0 0,0 0-141 0 0,-1 0 0 0 0,1 0-1 0 0,0 0 1 0 0,0 0 0 0 0,0 0-1 0 0,-1 0 1 0 0,1 0 0 0 0,0 0-1 0 0,0 0 1 0 0,-1 0 0 0 0,1 0-1 0 0,0 0 1 0 0,0 0 0 0 0,0 0-1 0 0,-1 0 1 0 0,1 1 0 0 0,0-1-1 0 0,0 0 1 0 0,0 0 0 0 0,0 0-1 0 0,-1 0 1 0 0,1 1 0 0 0,0-1-1 0 0,0 0 1 0 0,0 0 0 0 0,0 0-1 0 0,0 0 1 0 0,0 1 0 0 0,0-1-1 0 0,-1 0 1 0 0,1 0 0 0 0,0 1-1 0 0,0-1 1 0 0,0 0 0 0 0,0 0-1 0 0,0 0 1 0 0,0 1 0 0 0,0-1-1 0 0,0 0 1 0 0,0 0 0 0 0,0 1-1 0 0,0-1 1 0 0,0 0 0 0 0,0 0-1 0 0,0 0 1 0 0,1 1 0 0 0,-1-1-1 0 0,0 0 1 0 0,0 1 12 0 0,0-1 1 0 0,0 0-1 0 0,0 0 0 0 0,0 0 1 0 0,0 1-1 0 0,0-1 1 0 0,0 0-1 0 0,0 0 0 0 0,0 0 1 0 0,1 1-1 0 0,-1-1 0 0 0,0 0 1 0 0,-1 0-1 0 0,1 1 0 0 0,0-1 1 0 0,0 0-1 0 0,0 0 1 0 0,0 0-1 0 0,0 1 0 0 0,0-1 1 0 0,0 0-1 0 0,0 0 0 0 0,0 0 1 0 0,0 1-1 0 0,0-1 0 0 0,-1 0 1 0 0,1 0-1 0 0,0 0 1 0 0,0 1-1 0 0,0-1 0 0 0,0 0 1 0 0,-1 0-1 0 0,1 0 0 0 0,0 0 1 0 0,0 0-1 0 0,0 0 0 0 0,-1 1 1 0 0,1-1-1 0 0,0 0 1 0 0,0 0-1 0 0,0 0 0 0 0,-1 0 1 0 0,1 0-1 0 0,0 0 0 0 0,0 0 1 0 0,0 0-1 0 0,-1 0 0 0 0,1 0 1 0 0,-25 5 483 0 0,0 1-120 0 0,24-6-381 0 0,1-1 0 0 0,0 1 0 0 0,0 0 0 0 0,0 0 0 0 0,-1 0 0 0 0,1 0 0 0 0,0 0 0 0 0,0 0 0 0 0,0 0 0 0 0,-1 0 0 0 0,1 0 0 0 0,0 1 1 0 0,0-1-1 0 0,0 0 0 0 0,0 0 0 0 0,-1 0 0 0 0,1 0 0 0 0,0 0 0 0 0,0 0 0 0 0,0 0 0 0 0,0 0 0 0 0,0 0 0 0 0,-1 0 0 0 0,1 1 0 0 0,0-1 1 0 0,0 0-1 0 0,0 0 0 0 0,0 0 0 0 0,0 0 0 0 0,0 0 0 0 0,-1 1 0 0 0,1-1 0 0 0,0 0 0 0 0,0 0 0 0 0,0 0 0 0 0,0 0 0 0 0,0 1 0 0 0,0-1 1 0 0,0 0-1 0 0,0 0 0 0 0,0 0 0 0 0,0 1 0 0 0,0-1 0 0 0,0 0 0 0 0,0 0 0 0 0,0 0 0 0 0,0 1 0 0 0,0-1 0 0 0,0 0 0 0 0,0 0 3 0 0,0 1-1 0 0,0-1 1 0 0,0 0 0 0 0,1 0-1 0 0,-1 0 1 0 0,0 1-1 0 0,0-1 1 0 0,0 0-1 0 0,0 0 1 0 0,-1 1-1 0 0,1-1 1 0 0,0 0-1 0 0,0 0 1 0 0,0 1-1 0 0,0-1 1 0 0,0 0-1 0 0,0 0 1 0 0,0 0-1 0 0,0 1 1 0 0,0-1 0 0 0,-1 0-1 0 0,1 0 1 0 0,0 0-1 0 0,0 0 1 0 0,0 1-1 0 0,0-1 1 0 0,0 0-1 0 0,-1 0 1 0 0,1 0-1 0 0,0 0 1 0 0,0 0-1 0 0,0 1 1 0 0,-1-1-1 0 0,1 0 1 0 0,0 0 0 0 0,0 0-1 0 0,-1 0 1 0 0,1 0-1 0 0,0 0 1 0 0,-1 0-1 0 0,-29 5 740 0 0,10-2-409 0 0,-1 1 0 0 0,0 0 0 0 0,1 2 0 0 0,0 0 0 0 0,0 1 0 0 0,-29 15 1 0 0,43-19-293 0 0,-1 0 0 0 0,1-1 0 0 0,-1 0 1 0 0,0-1-1 0 0,0 1 0 0 0,-11 0 0 0 0,-14 4 103 0 0,13 3 37 0 0,-22 10 182 0 0,39-18-329 0 0,0 0 0 0 0,0-1 1 0 0,0 1-1 0 0,0 0 0 0 0,0-1 0 0 0,0 0 1 0 0,0 1-1 0 0,0-1 0 0 0,-1 0 1 0 0,1 0-1 0 0,0 0 0 0 0,0 0 1 0 0,0-1-1 0 0,0 1 0 0 0,-3-1 0 0 0,5 0 254 0 0,0 0-286 0 0,0 0 0 0 0,0 0 0 0 0,0 0-1 0 0,0 1 1 0 0,0-1 0 0 0,0 0 0 0 0,0 0 0 0 0,0 0 0 0 0,0 1 0 0 0,0-1 0 0 0,1 0 0 0 0,-1 0 0 0 0,0 0 0 0 0,0 1-1 0 0,1-1 1 0 0,-1 0 0 0 0,1 0 0 0 0,-1 1 0 0 0,1-1 0 0 0,-1 0 0 0 0,1 1 0 0 0,-1-1 0 0 0,1 1 0 0 0,0-1-1 0 0,-1 1 1 0 0,1-1 0 0 0,0 1 0 0 0,-1-1 0 0 0,1 1 0 0 0,0 0 0 0 0,-1-1 0 0 0,1 1 0 0 0,0 0 0 0 0,0-1-1 0 0,0 1 1 0 0,1 0 0 0 0,6-4 33 0 0,4-7 34 0 0,11-7 10 0 0,128-57 249 0 0,-136 68-257 0 0,0 1 0 0 0,-1 1 0 0 0,19-4 0 0 0,6-3 82 0 0,-34 7-66 0 0,-5 5-77 0 0,0 1 0 0 0,0 0 1 0 0,0-1-1 0 0,0 1 0 0 0,0 0 0 0 0,-1-1 0 0 0,1 1 0 0 0,0-1 0 0 0,0 1 0 0 0,-1-1 0 0 0,1 1 1 0 0,0 0-1 0 0,-1-1 0 0 0,1 1 0 0 0,0-1 0 0 0,-1 1 0 0 0,1-1 0 0 0,-1 0 0 0 0,1 1 0 0 0,-1-1 1 0 0,1 1-1 0 0,-1-1 0 0 0,1 0 0 0 0,-1 1 0 0 0,1-1 0 0 0,-1 0 0 0 0,1 0 0 0 0,-1 1 0 0 0,0-1 1 0 0,1 0-1 0 0,-1 0 0 0 0,0 0 0 0 0,1 0 0 0 0,-1 0 0 0 0,1 0 0 0 0,-1 0 0 0 0,-1 0 0 0 0,2 0-13 0 0,-1 0-1 0 0,1 0 0 0 0,-1 0 0 0 0,1 0 1 0 0,-1 0-1 0 0,1 0 0 0 0,-1 0 1 0 0,1 0-1 0 0,-1 0 0 0 0,1 0 0 0 0,0 0 1 0 0,-1 1-1 0 0,1-1 0 0 0,-1 0 0 0 0,1 0 1 0 0,-1 1-1 0 0,1-1 0 0 0,-1 0 0 0 0,1 0 1 0 0,0 1-1 0 0,-1-1 0 0 0,1 0 0 0 0,0 1 1 0 0,-1-1-1 0 0,1 1 0 0 0,0-1 0 0 0,-1 0 1 0 0,1 1-1 0 0,0-1 0 0 0,0 1 1 0 0,0-1-1 0 0,-1 1 0 0 0,1-1 0 0 0,0 1 1 0 0,0 0-1 0 0,0-1-1 0 0,0 0 0 0 0,0 1 0 0 0,0-1 0 0 0,0 0 0 0 0,0 1 0 0 0,0-1-1 0 0,0 0 1 0 0,0 1 0 0 0,0-1 0 0 0,0 0 0 0 0,0 0 0 0 0,0 1 0 0 0,0-1 0 0 0,-1 0 0 0 0,1 1 0 0 0,0-1 0 0 0,0 0 0 0 0,0 0 0 0 0,0 1 0 0 0,-1-1 0 0 0,1 0 0 0 0,0 0 0 0 0,0 1 0 0 0,-1-1-1 0 0,1 0 1 0 0,0 0 0 0 0,0 0 0 0 0,-1 0 0 0 0,1 1 0 0 0,0-1 0 0 0,0 0 0 0 0,-1 0 0 0 0,1 0 0 0 0,0 0 0 0 0,-1 0 0 0 0,1 0 0 0 0,0 0 0 0 0,0 0 0 0 0,-1 0 0 0 0,1 0 0 0 0,0 0 0 0 0,-1 0 0 0 0,1 0-1 0 0,0 0 1 0 0,-1 0 0 0 0,1 0 0 0 0,0 0 0 0 0,0 0 0 0 0,-1 0 0 0 0,1-1 0 0 0,-14 4 22 0 0,13-2-23 0 0,1 1 1 0 0,-1-1 0 0 0,0 0-1 0 0,0 1 1 0 0,1-1-1 0 0,-1 1 1 0 0,1-1-1 0 0,-1 1 1 0 0,1-1-1 0 0,0 1 1 0 0,0 0 0 0 0,-1-1-1 0 0,1 1 1 0 0,0-1-1 0 0,1 4 1 0 0,4-5-55 0 0,48-13 120 0 0,-6 2 170 0 0,-1-1 0 0 0,64-28 0 0 0,-15-4-222 0 0,-40 11-16 0 0,11-5 17 0 0,-1 5 89 0 0,-46 22-59 0 0,1 1 1 0 0,32-12-1 0 0,105-40 60 0 0,47-16 17 0 0,-164 67-124 0 0,121-41 17 0 0,-43-2-31 0 0,36-14 32 0 0,-71 32 63 0 0,-55 23-42 0 0,0 0 0 0 0,1 2 0 0 0,44-11 0 0 0,-49 18-37 0 0,-13 3 0 0 0,1-1 0 0 0,-1 0 0 0 0,1-1 0 0 0,-1-1 0 0 0,0 1 0 0 0,17-10 0 0 0,-17 8 7 0 0,1-1 0 0 0,-1 2 0 0 0,1 0 0 0 0,0 0 0 0 0,17-2 0 0 0,-12 2 3 0 0,-1 0-1 0 0,0-1 0 0 0,24-11 1 0 0,1-2 15 0 0,73-23-1 0 0,3 0 7 0 0,-7 0 31 0 0,-67 27-17 0 0,-1-2-1 0 0,-1-2 1 0 0,49-28-1 0 0,-79 40-45 0 0,0-1 1 0 0,0 1-1 0 0,23-7 1 0 0,25-12-65 0 0,82-45 52 0 0,-16 1-147 0 0,-69 42 294 0 0,69-47-1 0 0,-70 41-80 0 0,-27 12-53 0 0,9-2 0 0 0,-9 11-2 0 0,55-26 17 0 0,-79 31 31 0 0,2 1-25 0 0,10 2 35 0 0,-52 16-2873 0 0,-40 10-3226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52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479 440 480 0 0,'0'-12'1007'0'0,"2"-21"2853"0"0,-1 32-3815 0 0,-1 0-1 0 0,0 0 1 0 0,1 0 0 0 0,-1 1-1 0 0,1-1 1 0 0,0 0 0 0 0,-1 1 0 0 0,1-1-1 0 0,-1 0 1 0 0,1 1 0 0 0,0-1-1 0 0,-1 1 1 0 0,1-1 0 0 0,0 1-1 0 0,0-1 1 0 0,0 1 0 0 0,-1-1-1 0 0,1 1 1 0 0,0 0 0 0 0,0-1 0 0 0,0 1-1 0 0,0 0 1 0 0,0 0 0 0 0,0 0-1 0 0,-1 0 1 0 0,1 0 0 0 0,0 0-1 0 0,2 0 1 0 0,-3 0 0 0 0,1-1 0 0 0,-1 1 0 0 0,1-1 1 0 0,-1 0-1 0 0,1 1 0 0 0,-1-1 0 0 0,0 1 0 0 0,1-1 0 0 0,-1 0 1 0 0,0 1-1 0 0,1-1 0 0 0,-1 0 0 0 0,0 1 0 0 0,0-1 0 0 0,0 0 0 0 0,1 1 1 0 0,-1-1-1 0 0,0 0 0 0 0,0 0 0 0 0,0 1 0 0 0,0-1 0 0 0,0 0 0 0 0,0 1 1 0 0,-1-1-1 0 0,1 0 0 0 0,0 1 0 0 0,0-1 0 0 0,0 0 0 0 0,-1 1 1 0 0,1-1-1 0 0,0 0 0 0 0,-1 1 0 0 0,1-1 0 0 0,-1 0 0 0 0,1 1 0 0 0,-1-1 1 0 0,1 1-1 0 0,-1-1 0 0 0,-11-3 115 0 0,0 2 0 0 0,0-1 0 0 0,0 1 0 0 0,0 1 0 0 0,0 1 0 0 0,0-1 0 0 0,0 2 1 0 0,0 0-1 0 0,0 0 0 0 0,0 1 0 0 0,-14 4 0 0 0,-134 40 653 0 0,156-45-786 0 0,-22 8 86 0 0,1 1 1 0 0,0 1-1 0 0,-45 26 1 0 0,67-35-106 0 0,1 0 0 0 0,-1-1 0 0 0,1 1 0 0 0,0 0 1 0 0,0 0-1 0 0,-1 0 0 0 0,1 0 0 0 0,1 0 0 0 0,-1 1 1 0 0,0-1-1 0 0,0 0 0 0 0,1 1 0 0 0,0 0 0 0 0,-1-1 0 0 0,1 1 1 0 0,0 0-1 0 0,0 0 0 0 0,0-1 0 0 0,1 1 0 0 0,-1 0 1 0 0,1 0-1 0 0,-1 0 0 0 0,1 0 0 0 0,0 0 0 0 0,0 0 1 0 0,1 0-1 0 0,0 4 0 0 0,-1-4-11 0 0,0-1 9 0 0,0 0-1 0 0,1 0 0 0 0,-1 0 1 0 0,1-1-1 0 0,0 1 0 0 0,0 0 0 0 0,-1-1 1 0 0,1 1-1 0 0,0-1 0 0 0,0 1 0 0 0,0-1 1 0 0,1 1-1 0 0,-1-1 0 0 0,0 0 1 0 0,0 1-1 0 0,1-1 0 0 0,-1 0 0 0 0,1 0 1 0 0,-1 0-1 0 0,1 0 0 0 0,0 0 0 0 0,-1 0 1 0 0,1-1-1 0 0,0 1 0 0 0,-1 0 1 0 0,1-1-1 0 0,0 0 0 0 0,0 1 0 0 0,0-1 1 0 0,2 0-1 0 0,10 5 45 0 0,13 4-51 0 0,-1-1 0 0 0,2-1 0 0 0,-1-2 0 0 0,1 0 0 0 0,-1-2-1 0 0,1-1 1 0 0,0-1 0 0 0,0-2 0 0 0,0-1 0 0 0,0 0 0 0 0,0-3 0 0 0,-1 0 0 0 0,1-1 0 0 0,-1-2 0 0 0,-1-1 0 0 0,0-1 0 0 0,0-1 0 0 0,-1-1 0 0 0,0-2 0 0 0,-1 0-1 0 0,-1-2 1 0 0,0 0 0 0 0,-1-2 0 0 0,37-38 0 0 0,-45 41 1 0 0,54-66-26 0 0,-64 75 14 0 0,0 0 1 0 0,0 0 0 0 0,-1 0 0 0 0,1-1 0 0 0,-1 1 0 0 0,-1-1 0 0 0,1 0 0 0 0,-1 0-1 0 0,-1 0 1 0 0,1 0 0 0 0,0-10 0 0 0,-2-7-94 0 0,1 19 109 0 0,0-1 0 0 0,-1 1 0 0 0,1 0 0 0 0,-1-1 0 0 0,-1 1 0 0 0,1 0 0 0 0,-1-1 0 0 0,0 1-1 0 0,0 0 1 0 0,-1 0 0 0 0,1 0 0 0 0,-1-1 0 0 0,0 2 0 0 0,-1-1 0 0 0,1 0 0 0 0,-1 0 0 0 0,0 1 0 0 0,0 0 0 0 0,-5-6-1 0 0,-17-25 27 0 0,22 30-110 0 0,-1-1-1 0 0,1 1 1 0 0,-1 0-1 0 0,0 0 0 0 0,-8-8 1 0 0,7 9 30 0 0,0 0 0 0 0,-1 0 0 0 0,1 0 0 0 0,-1 0 0 0 0,1 1 0 0 0,-1 0 0 0 0,-11-3 0 0 0,23 11 33 0 0,13 12 63 0 0,16 18 418 0 0,-23-19-88 0 0,0 0 0 0 0,-1 1-1 0 0,-1 0 1 0 0,0 1 0 0 0,10 26 0 0 0,-3 2 72 0 0,-14-39-486 0 0,0 0 0 0 0,0 0 1 0 0,-1 1-1 0 0,0-1 0 0 0,0 1 1 0 0,-1-1-1 0 0,1 15 0 0 0,-1-13-30 0 0,-1 0-1 0 0,2-1 1 0 0,-1 1-1 0 0,1 0 1 0 0,1-1-1 0 0,4 12 1 0 0,2 10-613 0 0,1 28-2321 0 0,16-1-1840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53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2 436 560 0 0,'0'0'3962'0'0,"-1"-1"-2440"0"0,7-7-1190 0 0,51-46 819 0 0,-3-1-1 0 0,90-120 1 0 0,-78 92-1228 0 0,-58 73 7 0 0,-6 8 77 0 0,0 0-1 0 0,0 0 1 0 0,0 0 0 0 0,0 0 0 0 0,-1-1 0 0 0,1 1 0 0 0,-1-1 0 0 0,1 0 0 0 0,-1 1 0 0 0,0-1 0 0 0,0 0 0 0 0,0 1-1 0 0,-1-1 1 0 0,1 0 0 0 0,0-5 0 0 0,-1 3 423 0 0,0 12-129 0 0,-5 16-18 0 0,-1-17-162 0 0,0 1 0 0 0,1 1-1 0 0,0-1 1 0 0,0 1 0 0 0,0 0 0 0 0,1 0 0 0 0,1 0-1 0 0,-1 0 1 0 0,1 1 0 0 0,1 0 0 0 0,-1-1-1 0 0,1 1 1 0 0,1 0 0 0 0,0 0 0 0 0,0 0 0 0 0,1 0-1 0 0,1 12 1 0 0,-2 6 278 0 0,0-20-355 0 0,0 0 1 0 0,1-1 0 0 0,0 1-1 0 0,0-1 1 0 0,1 1 0 0 0,0 0-1 0 0,0-1 1 0 0,4 12 0 0 0,5-1-26 0 0,-8-15-54 0 0,0 1 0 0 0,-1-1 0 0 0,1 0 0 0 0,-1 1 0 0 0,0-1 0 0 0,0 0-1 0 0,0 1 1 0 0,0 0 0 0 0,0-1 0 0 0,-1 1 0 0 0,1-1 0 0 0,-1 1 0 0 0,1 0 0 0 0,-1 4 0 0 0,0-3-209 0 0,0 0 1 0 0,1 0-1 0 0,-1 0 0 0 0,1 0 1 0 0,0 0-1 0 0,0 0 1 0 0,1 0-1 0 0,2 7 1 0 0,-3-11 55 0 0,0 1 0 0 0,-1 0 0 0 0,1 1 1 0 0,-1-1-1 0 0,1 0 0 0 0,-1 0 0 0 0,0 0 0 0 0,1 0 1 0 0,-1 0-1 0 0,0 0 0 0 0,0 1 0 0 0,1-1 1 0 0,-1 0-1 0 0,0 0 0 0 0,0 0 0 0 0,0 0 1 0 0,-1 1-1 0 0,1-1 0 0 0,0 0 0 0 0,0 0 0 0 0,-1 0 1 0 0,1 0-1 0 0,0 1 0 0 0,-1-1 0 0 0,1 0 1 0 0,-1 0-1 0 0,0 0 0 0 0,1 0 0 0 0,-1 0 1 0 0,0 0-1 0 0,0-1 0 0 0,1 1 0 0 0,-1 0 1 0 0,-1 1-1 0 0,-3 12-4241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53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91 800 0 0,'0'-19'2161'0'0,"0"-1"-240"0"0,30 1-320 0 0,0 6-160 0 0,0 1-401 0 0,24 4-240 0 0,37 8-639 0 0,0 0-1602 0 0,-1 0-1360 0 0,-29 8-161 0 0,-1-8 481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55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0 971 800 0 0,'0'8'4416'0'0,"5"-11"-4056"0"0,-4 3-296 0 0,1 0-41 0 0,-1 0 1 0 0,0-1-1 0 0,0 1 1 0 0,0 0 0 0 0,0-1-1 0 0,1 1 1 0 0,-1-1-1 0 0,0 1 1 0 0,0-1 0 0 0,0 1-1 0 0,0-1 1 0 0,0 0-1 0 0,0 1 1 0 0,0-1 0 0 0,0 0-1 0 0,0 0 1 0 0,-1 0-1 0 0,1 0 1 0 0,0 0 0 0 0,0 0-1 0 0,-1 0 1 0 0,1 0-1 0 0,-1 0 1 0 0,1-2 0 0 0,1-1 43 0 0,-1 1 1 0 0,1-1-1 0 0,0 0 1 0 0,-1 1-1 0 0,1 0 1 0 0,1-1-1 0 0,-1 1 1 0 0,0 0 0 0 0,1 0-1 0 0,0 0 1 0 0,0 1-1 0 0,0-1 1 0 0,0 0-1 0 0,6-3 1 0 0,11-12 319 0 0,5-9 203 0 0,-11 11-186 0 0,0 1 0 0 0,1 0 0 0 0,1 1 1 0 0,0 0-1 0 0,29-17 0 0 0,-28 23-139 0 0,1 0 0 0 0,1 1 0 0 0,-1 1 0 0 0,37-7 0 0 0,85-6 321 0 0,-50 9-349 0 0,7-3 95 0 0,87-18-11 0 0,71-4-90 0 0,-63 12-62 0 0,62-23 70 0 0,261-34 56 0 0,-326 69-215 0 0,-89 7 260 0 0,128-23 0 0 0,175-80 592 0 0,-333 86-703 0 0,-37 12-122 0 0,0 2-1 0 0,46-6 1 0 0,-58 11-131 0 0,-16 1 4 0 0,0 1 1 0 0,0 0-1 0 0,0-1 1 0 0,0 1-1 0 0,0 1 0 0 0,-1-1 1 0 0,1 1-1 0 0,6 1 1 0 0,18 0 4 0 0,-28-2 15 0 0,1 1 1 0 0,-1-1 0 0 0,0 0-1 0 0,0 0 1 0 0,0 0 0 0 0,1 0-1 0 0,-1 0 1 0 0,0 0 0 0 0,0-1 0 0 0,0 1-1 0 0,0 0 1 0 0,1 0 0 0 0,-1-1-1 0 0,0 1 1 0 0,0-1 0 0 0,0 1-1 0 0,0-1 1 0 0,0 1 0 0 0,0-1-1 0 0,0 0 1 0 0,1-1 0 0 0,3 1 52 0 0,232 9 41 0 0,-56 3-14 0 0,-127-5-32 0 0,-40-4-26 0 0,0 0-1 0 0,0 0 0 0 0,0-2 0 0 0,1 0 1 0 0,-1 0-1 0 0,0-2 0 0 0,0 1 0 0 0,24-8 1 0 0,126-16 421 0 0,-31 5-179 0 0,-114 15-229 0 0,0 0 0 0 0,0-1-1 0 0,30-14 1 0 0,36-13 12 0 0,-82 33-42 0 0,20-6 119 0 0,0-1 1 0 0,0-1-1 0 0,-1-1 1 0 0,35-19-1 0 0,-42 20 23 0 0,-1 1 0 0 0,2 0-1 0 0,-1 1 1 0 0,1 1 0 0 0,20-4-1 0 0,92-15 175 0 0,-107 21-268 0 0,44-10-20 0 0,-41 8-471 0 0,1 0 1 0 0,37-2-1 0 0,-60 9-856 0 0,-19 4-1201 0 0,-84 23-6656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56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322 462 1681 0 0,'33'-29'2072'0'0,"-25"20"-1459"0"0,2 0 0 0 0,-1 1 0 0 0,1 0 0 0 0,0 1 0 0 0,1 0 0 0 0,19-10 0 0 0,25-1 387 0 0,-50 17-840 0 0,-5-1-130 0 0,-1 1 1 0 0,1 0-1 0 0,-1 0 0 0 0,1 0 0 0 0,-1 0 1 0 0,0-1-1 0 0,0 1 0 0 0,0 0 0 0 0,0 0 0 0 0,1 1 1 0 0,-1-1-1 0 0,0 0 0 0 0,-1 0 0 0 0,1 0 1 0 0,0 1-1 0 0,0-1 0 0 0,0 0 0 0 0,0 1 1 0 0,-1-1-1 0 0,1 1 0 0 0,0 0 0 0 0,0-1 0 0 0,-1 1 1 0 0,1 0-1 0 0,0 0 0 0 0,-1-1 0 0 0,-1 2 1 0 0,-48-5 159 0 0,42 4-66 0 0,-38-3 472 0 0,-1 3 1 0 0,-57 8 0 0 0,87-6-415 0 0,0 1 0 0 0,0 1 0 0 0,1 1 0 0 0,-1 1 0 0 0,1 0 0 0 0,0 1 0 0 0,1 1 0 0 0,-23 14 0 0 0,37-21-162 0 0,0 0-1 0 0,-1 1 1 0 0,1 0-1 0 0,0-1 1 0 0,0 1-1 0 0,0 0 1 0 0,0 0-1 0 0,0 0 1 0 0,0 0-1 0 0,0 1 1 0 0,1-1-1 0 0,-1 0 1 0 0,1 1-1 0 0,-1-1 1 0 0,1 1 0 0 0,0-1-1 0 0,0 1 1 0 0,0 0-1 0 0,1 0 1 0 0,-1 3-1 0 0,1-2 6 0 0,0 1 0 0 0,1-1 1 0 0,0 1-1 0 0,0-1 0 0 0,0 0 0 0 0,1 1 0 0 0,-1-1 0 0 0,5 8 0 0 0,1 5 19 0 0,-3-12-32 0 0,-1 1 0 0 0,1 0 0 0 0,0-1 0 0 0,0 0-1 0 0,1 0 1 0 0,-1 0 0 0 0,1 0 0 0 0,0-1 0 0 0,1 1-1 0 0,-1-1 1 0 0,1-1 0 0 0,0 1 0 0 0,-1-1 0 0 0,2 0 0 0 0,-1 0-1 0 0,0-1 1 0 0,11 3 0 0 0,-1 0-54 0 0,-1-2 0 0 0,1 1 1 0 0,-1-2-1 0 0,1 0 0 0 0,0-1 0 0 0,29-2 0 0 0,-31 0-64 0 0,-5 1 39 0 0,0 0 1 0 0,0-1-1 0 0,0 0 0 0 0,0 0 1 0 0,0-1-1 0 0,0-1 0 0 0,0 1 0 0 0,0-1 1 0 0,-1-1-1 0 0,0 1 0 0 0,0-2 0 0 0,0 1 1 0 0,0-1-1 0 0,8-6 0 0 0,24-42-240 0 0,-10 11 193 0 0,-1-2 0 0 0,25-53 0 0 0,-44 77 35 0 0,-1-1 0 0 0,-1 0 0 0 0,-1-1 0 0 0,0 0 0 0 0,-2 0 0 0 0,0-1 0 0 0,-2 1 0 0 0,1-28-1 0 0,-3 46 92 0 0,-1 1 0 0 0,0-1-1 0 0,0 0 1 0 0,0 1 0 0 0,0-1-1 0 0,0 0 1 0 0,-1 1-1 0 0,0-1 1 0 0,0 0 0 0 0,0 1-1 0 0,0-1 1 0 0,0 1-1 0 0,-1-1 1 0 0,1 1 0 0 0,-1 0-1 0 0,0 0 1 0 0,0 0 0 0 0,0 0-1 0 0,-1 0 1 0 0,1 0-1 0 0,-1 0 1 0 0,0 1 0 0 0,1-1-1 0 0,-1 1 1 0 0,0 0 0 0 0,0 0-1 0 0,-1 0 1 0 0,1 0-1 0 0,0 1 1 0 0,-4-2 0 0 0,6 3-15 0 0,1 0 1 0 0,0 0-1 0 0,0 0 0 0 0,-1 0 1 0 0,1 0-1 0 0,0 0 1 0 0,-1 0-1 0 0,1 0 1 0 0,0 0-1 0 0,0 0 1 0 0,-1 0-1 0 0,1 0 0 0 0,0 1 1 0 0,-1-1-1 0 0,1 0 1 0 0,0 0-1 0 0,0 0 1 0 0,0 0-1 0 0,-1 1 1 0 0,1-1-1 0 0,0 0 0 0 0,0 0 1 0 0,0 1-1 0 0,-1-1 1 0 0,1 0-1 0 0,0 0 1 0 0,0 1-1 0 0,0-1 1 0 0,0 0-1 0 0,0 0 0 0 0,-1 1 1 0 0,1-1-1 0 0,0 0 1 0 0,0 1-1 0 0,-2 4-14 0 0,-1-3 35 0 0,1 0 0 0 0,0 1 1 0 0,0-1-1 0 0,0 1 0 0 0,0 0 1 0 0,1-1-1 0 0,-1 1 0 0 0,1 0 1 0 0,0 0-1 0 0,-1 0 0 0 0,1 0 0 0 0,0 4 1 0 0,-2 53 675 0 0,3-57-666 0 0,-1 33 282 0 0,0 0-13 0 0,2-1 0 0 0,5 37 0 0 0,-1-41-128 0 0,5 37 236 0 0,-18 4 75 0 0,5-57-374 0 0,1 0 0 0 0,0 0 0 0 0,1 0 0 0 0,3 30 0 0 0,-2-40-105 0 0,2 0 0 0 0,-1 0 0 0 0,0 0-1 0 0,1 0 1 0 0,0 0 0 0 0,0 0 0 0 0,1 0 0 0 0,-1-1 0 0 0,1 1 0 0 0,0-1 0 0 0,0 1-1 0 0,1-1 1 0 0,-1 0 0 0 0,1-1 0 0 0,0 1 0 0 0,0 0 0 0 0,0-1 0 0 0,8 5 0 0 0,-5-5-140 0 0,1 0 1 0 0,-1 0-1 0 0,1-1 1 0 0,0 0 0 0 0,0 0-1 0 0,0 0 1 0 0,0-1-1 0 0,0-1 1 0 0,0 1 0 0 0,0-1-1 0 0,0-1 1 0 0,0 1-1 0 0,0-1 1 0 0,0-1 0 0 0,15-4-1 0 0,12-9-3169 0 0,-5-15-2468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57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264 384 1201 0 0,'0'-2'205'0'0,"0"0"1"0"0,0 0 0 0 0,0 1 0 0 0,0-1 0 0 0,0 0 0 0 0,-1 1 0 0 0,1-1-1 0 0,-1 0 1 0 0,1 1 0 0 0,-1-1 0 0 0,0 1 0 0 0,1-1 0 0 0,-1 1-1 0 0,0-1 1 0 0,0 1 0 0 0,0 0 0 0 0,0-1 0 0 0,-3-1 0 0 0,-8-14 378 0 0,2-31 510 0 0,-40-117 1213 0 0,49 160-2259 0 0,0-3 15 0 0,-1 0 1 0 0,1 1-1 0 0,-1-1 0 0 0,0 1 0 0 0,-1-1 1 0 0,0 1-1 0 0,0 0 0 0 0,0 0 1 0 0,-7-8-1 0 0,5-15 644 0 0,5 25 68 0 0,0 24-376 0 0,1-12-294 0 0,0 0 1 0 0,-1 0 0 0 0,2 0-1 0 0,-1 0 1 0 0,1 0-1 0 0,6 13 1 0 0,3 14 235 0 0,-9 9-48 0 0,-2-37-312 0 0,-1-1 0 0 0,2 0-1 0 0,-1 1 1 0 0,0-1 0 0 0,1 0 0 0 0,0 0 0 0 0,0 0-1 0 0,4 10 1 0 0,6 0-65 0 0,-10-13 97 0 0,1-1 1 0 0,-1 0-1 0 0,0 1 1 0 0,0-1 0 0 0,0 1-1 0 0,0-1 1 0 0,0 1-1 0 0,0-1 1 0 0,0 1-1 0 0,-1 0 1 0 0,1-1 0 0 0,-1 1-1 0 0,1 0 1 0 0,-1 0-1 0 0,0 0 1 0 0,1-1-1 0 0,-1 1 1 0 0,0 2 0 0 0,0 116 533 0 0,0-119-534 0 0,0 1 0 0 0,0-1 0 0 0,-1 1 1 0 0,1 0-1 0 0,0-1 0 0 0,-1 1 0 0 0,1-1 1 0 0,-1 1-1 0 0,1-1 0 0 0,-1 0 1 0 0,0 1-1 0 0,1-1 0 0 0,-1 1 0 0 0,0-1 1 0 0,0 0-1 0 0,0 0 0 0 0,0 1 0 0 0,0-1 1 0 0,-1 0-1 0 0,1 0 0 0 0,0 0 0 0 0,-2 1 1 0 0,-4 4 161 0 0,2 5 172 0 0,0-10-387 0 0,0-2-26 0 0,5 1 39 0 0,-1 0 0 0 0,0 0 1 0 0,0 0-1 0 0,0 0 0 0 0,1 0 1 0 0,-1 0-1 0 0,0 0 0 0 0,0 0 1 0 0,1 0-1 0 0,-1-1 0 0 0,0 1 0 0 0,0 0 1 0 0,1-1-1 0 0,-1 1 0 0 0,0 0 1 0 0,1-1-1 0 0,-1 1 0 0 0,0-1 0 0 0,1 1 1 0 0,-1-1-1 0 0,1 1 0 0 0,-1-1 1 0 0,0 1-1 0 0,1-1 0 0 0,0 0 1 0 0,-1 1-1 0 0,1-1 0 0 0,-1 0 0 0 0,1 1 1 0 0,0-1-1 0 0,-1 0 0 0 0,1 0 1 0 0,0 1-1 0 0,0-1 0 0 0,0 0 0 0 0,-1-1 1 0 0,1 1 9 0 0,0 0 1 0 0,-1-1 0 0 0,1 1-1 0 0,-1 0 1 0 0,0 1 0 0 0,1-1-1 0 0,-1 0 1 0 0,0 0 0 0 0,0 0-1 0 0,1 0 1 0 0,-1 0 0 0 0,0 1-1 0 0,0-1 1 0 0,0 0 0 0 0,0 1-1 0 0,0-1 1 0 0,0 1 0 0 0,-2-1-1 0 0,-6-6-6 0 0,8 3 22 0 0,-1-1 0 0 0,1 0-1 0 0,0 1 1 0 0,0-1-1 0 0,0 0 1 0 0,1 0 0 0 0,0 0-1 0 0,-1 0 1 0 0,2 0 0 0 0,0-8-1 0 0,0-5 4 0 0,-1-2 10 0 0,1 13 6 0 0,0 0 0 0 0,-1 0 1 0 0,0 1-1 0 0,0-1 1 0 0,-1 0-1 0 0,0 0 1 0 0,0 1-1 0 0,0-1 1 0 0,-1 1-1 0 0,0-1 0 0 0,-1 1 1 0 0,1-1-1 0 0,-1 1 1 0 0,0 0-1 0 0,-5-6 1 0 0,3-2 21 0 0,6 11-22 0 0,-1 1 1 0 0,0 0-1 0 0,0-1 1 0 0,0 1-1 0 0,0-1 1 0 0,0 1-1 0 0,0 0 1 0 0,-1-1-1 0 0,1 1 1 0 0,-1 0 0 0 0,0-1-1 0 0,1 1 1 0 0,-1 0-1 0 0,0 0 1 0 0,0 0-1 0 0,-1 0 1 0 0,1 0-1 0 0,0 0 1 0 0,-1 0-1 0 0,1 0 1 0 0,-1 0-1 0 0,-3-3 1 0 0,-1-1-5 0 0,5 5-5 0 0,-6-12-11 0 0,8 11 6 0 0,0 1 0 0 0,0-1 0 0 0,0 1 0 0 0,0-1 0 0 0,0 1 0 0 0,1-1 1 0 0,-1 1-1 0 0,0 0 0 0 0,1 0 0 0 0,-1 0 0 0 0,1 0 0 0 0,-1 0 0 0 0,1 0 0 0 0,0 0 0 0 0,-1 0 0 0 0,1 0 0 0 0,3 0 0 0 0,0-5-84 0 0,0 5-40 0 0,50 1 107 0 0,-6-1-50 0 0,-1 3 1 0 0,67 10 0 0 0,-108-10 52 0 0,1 0 0 0 0,-1 1 0 0 0,0 0 0 0 0,0 0 0 0 0,10 7 0 0 0,-15-9 16 0 0,-1 1 34 0 0,0-1 0 0 0,0 1 1 0 0,0 0-1 0 0,-1-1 0 0 0,1 1 0 0 0,-1 0 0 0 0,1 0 0 0 0,-1 0 0 0 0,0 0 0 0 0,1 0 0 0 0,-1-1 0 0 0,0 1 0 0 0,0 0 0 0 0,0 0 0 0 0,-1 0 0 0 0,1 0 0 0 0,0 0 0 0 0,-1 0 0 0 0,1-1 0 0 0,-1 1 0 0 0,0 0 0 0 0,1 0 0 0 0,-3 2 0 0 0,-4 2 97 0 0,0-1-1 0 0,-1 0 1 0 0,0 0-1 0 0,0-1 1 0 0,-16 7 0 0 0,6-3 83 0 0,9-3-41 0 0,0 0-1 0 0,0-1 0 0 0,0 1 0 0 0,0-2 1 0 0,-1 1-1 0 0,1-2 0 0 0,-1 1 0 0 0,0-1 1 0 0,0 0-1 0 0,-17 0 0 0 0,26-2-188 0 0,1 0 1 0 0,0-1-1 0 0,-1 1 0 0 0,1 0 0 0 0,0 0 0 0 0,-1 0 1 0 0,1-1-1 0 0,0 1 0 0 0,0 0 0 0 0,-1-1 0 0 0,1 1 1 0 0,0 0-1 0 0,0 0 0 0 0,-1-1 0 0 0,1 1 0 0 0,0 0 1 0 0,0-1-1 0 0,0 1 0 0 0,-1-1 0 0 0,1 1 0 0 0,0 0 1 0 0,0-1-1 0 0,0 1 0 0 0,0 0 0 0 0,0-1 0 0 0,0 1 1 0 0,0-1-1 0 0,0 1 0 0 0,0 0 0 0 0,0-1 0 0 0,0 1 1 0 0,0-1-1 0 0,0 1 0 0 0,0 0 0 0 0,0-1 0 0 0,1 1 1 0 0,-1 0-1 0 0,0-1 0 0 0,0 1 0 0 0,0 0 0 0 0,1-1 0 0 0,-1 1 1 0 0,0 0-1 0 0,0-1 0 0 0,1 1 0 0 0,-1 0 0 0 0,0-1 1 0 0,0 1-1 0 0,1 0 0 0 0,-1 0 0 0 0,0 0 0 0 0,1-1 1 0 0,0 1-1 0 0,-1 0 19 0 0,5-1-97 0 0,-4 2 78 0 0,0-1 1 0 0,-1 0 0 0 0,1 0 0 0 0,0 0-1 0 0,0 0 1 0 0,-1 0 0 0 0,1 0-1 0 0,0 0 1 0 0,-1 0 0 0 0,1 0 0 0 0,0 0-1 0 0,-1-1 1 0 0,1 1 0 0 0,0 0-1 0 0,-1 0 1 0 0,1-1 0 0 0,-1 1-1 0 0,1 0 1 0 0,0-1 0 0 0,-1 1 0 0 0,1-1-1 0 0,-1 1 1 0 0,1 0 0 0 0,-1-1-1 0 0,1 1 1 0 0,-1-1 0 0 0,0 0 0 0 0,1 1-1 0 0,-1-1 1 0 0,1 1 0 0 0,-1-1-1 0 0,0 1 1 0 0,0-1 0 0 0,1-1 0 0 0,0 1-4 0 0,-1 0 1 0 0,1 0-1 0 0,0 0 1 0 0,-1 0 0 0 0,1 0-1 0 0,0 1 1 0 0,0-1 0 0 0,0 0-1 0 0,0 0 1 0 0,-1 1-1 0 0,1-1 1 0 0,0 0 0 0 0,0 1-1 0 0,1-1 1 0 0,-1 1 0 0 0,0-1-1 0 0,0 1 1 0 0,0 0-1 0 0,0-1 1 0 0,0 1 0 0 0,2 0-1 0 0,0-1-35 0 0,10-6-87 0 0,0 1 1 0 0,1 0-1 0 0,0 1 0 0 0,0 1 0 0 0,0 0 0 0 0,23-3 0 0 0,-5 2-266 0 0,54 0-1 0 0,-81 4 376 0 0,1 2 0 0 0,0-1 0 0 0,-1 0 1 0 0,1 1-1 0 0,-1 0 0 0 0,1 0 0 0 0,-1 1 0 0 0,1 0 0 0 0,-1 0 0 0 0,0 0 1 0 0,0 0-1 0 0,1 1 0 0 0,-2 0 0 0 0,1 0 0 0 0,5 5 0 0 0,-9-8 27 0 0,-1 1-1 0 0,0-1 1 0 0,1 1-1 0 0,-1-1 1 0 0,0 0-1 0 0,1 1 1 0 0,-1 0-1 0 0,0-1 1 0 0,0 1-1 0 0,1-1 0 0 0,-1 1 1 0 0,0-1-1 0 0,0 1 1 0 0,0-1-1 0 0,0 1 1 0 0,0 0-1 0 0,0-1 1 0 0,0 1-1 0 0,0-1 1 0 0,0 1-1 0 0,0 0 1 0 0,0-1-1 0 0,0 1 0 0 0,0-1 1 0 0,0 1-1 0 0,0-1 1 0 0,-1 1-1 0 0,1-1 1 0 0,0 1-1 0 0,0 0 1 0 0,-1-1-1 0 0,1 1 1 0 0,0-1-1 0 0,-1 0 1 0 0,0 2-1 0 0,-18 18 98 0 0,13-14-13 0 0,0-1 4 0 0,-1 1 0 0 0,0-2-1 0 0,0 1 1 0 0,0-1 0 0 0,0 0-1 0 0,-1 0 1 0 0,0-1 0 0 0,-15 5-1 0 0,-69 12 655 0 0,63-14-456 0 0,-172 24 2128 0 0,100-17-935 0 0,49-8-1452 0 0,47-5-1149 0 0,27-2-507 0 0,16-2-1885 0 0,0-2 0 0 0,62-18 1 0 0,-60 4 297 0 0,15-10 400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58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1 400 0 0,'0'11'400'0'0,"31"-3"-240"0"0,-1 11-160 0 0,0 6-320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09:59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183 151 1841 0 0,'-12'2'376'0'0,"2"0"-22"0"0,1-1 0 0 0,-1 0 0 0 0,1 0 0 0 0,-1-1 0 0 0,1 0 0 0 0,-1 0 0 0 0,1-1 0 0 0,-19-5-1 0 0,28 6-346 0 0,0 0 0 0 0,0 0 0 0 0,-1 0 0 0 0,1 0 0 0 0,0 0 0 0 0,0 0 0 0 0,-1 0 0 0 0,1-1 0 0 0,0 1 0 0 0,0 0 0 0 0,-1 0 0 0 0,1 0 0 0 0,0 0 0 0 0,0-1 0 0 0,0 1 0 0 0,-1 0 0 0 0,1 0 0 0 0,0-1 0 0 0,0 1 0 0 0,0 0 0 0 0,0 0 0 0 0,-1-1 0 0 0,1 1 0 0 0,0 0 0 0 0,0 0 0 0 0,0-1 0 0 0,0 1 0 0 0,0 0 0 0 0,0-1 0 0 0,0 1 0 0 0,0 0 0 0 0,0 0 0 0 0,0-1 0 0 0,0 1 0 0 0,0 0 0 0 0,0-1 0 0 0,0 1 0 0 0,0 0 0 0 0,0 0 0 0 0,0-1 0 0 0,0 1 0 0 0,1 0 0 0 0,-1 0 0 0 0,0-1 0 0 0,0 1 0 0 0,0 0 0 0 0,0 0 0 0 0,1-1 0 0 0,-1 1 0 0 0,0 0 0 0 0,0 0 0 0 0,0 0 0 0 0,1-1 0 0 0,-1 1 0 0 0,0 0 0 0 0,0 0 0 0 0,1 0 0 0 0,-1 0 0 0 0,0 0 0 0 0,0-1 0 0 0,1 1 0 0 0,-1 0 0 0 0,6-2 43 0 0,-5 2-43 0 0,0-1 1 0 0,0 1-1 0 0,0 0 0 0 0,0-1 0 0 0,0 1 1 0 0,0-1-1 0 0,0 1 0 0 0,0-1 0 0 0,-1 1 1 0 0,1-1-1 0 0,0 0 0 0 0,0 1 0 0 0,0-1 1 0 0,-1 0-1 0 0,1 0 0 0 0,0 0 0 0 0,-1 0 1 0 0,1 1-1 0 0,0-1 0 0 0,-1 0 0 0 0,1 0 1 0 0,-1 0-1 0 0,0 0 0 0 0,1 0 0 0 0,-1 0 1 0 0,0 0-1 0 0,1-2 0 0 0,-1 2 0 0 0,0 0-1 0 0,0 0 1 0 0,0 0 0 0 0,0 0-1 0 0,0 0 1 0 0,0 0 0 0 0,1 0-1 0 0,-1 0 1 0 0,0 0 0 0 0,1 0-1 0 0,-1 1 1 0 0,1-1 0 0 0,-1 0 0 0 0,1 0-1 0 0,-1 0 1 0 0,1 0 0 0 0,0 1-1 0 0,-1-1 1 0 0,1 0 0 0 0,0 1-1 0 0,0-1 1 0 0,-1 0 0 0 0,1 1-1 0 0,0-1 1 0 0,0 1 0 0 0,0-1-1 0 0,1 0 1 0 0,-1 1-2 0 0,0 0-1 0 0,-1-1 1 0 0,1 1 0 0 0,0-1 0 0 0,0 1-1 0 0,0-1 1 0 0,0 0 0 0 0,-1 1 0 0 0,1-1 0 0 0,0 0-1 0 0,-1 1 1 0 0,1-1 0 0 0,0 0 0 0 0,-1 0-1 0 0,1 0 1 0 0,-1 0 0 0 0,1 1 0 0 0,-1-1-1 0 0,0 0 1 0 0,1 0 0 0 0,-1 0 0 0 0,0 0-1 0 0,0 0 1 0 0,1 0 0 0 0,-1 0 0 0 0,0 0 0 0 0,0-1-1 0 0,0 1 1 0 0,0 0 0 0 0,0 1 0 0 0,0-1 0 0 0,0 0 0 0 0,0 0 0 0 0,0 1 0 0 0,0-1 0 0 0,0 0 0 0 0,1 1 0 0 0,-1-1 0 0 0,0 0 1 0 0,0 0-1 0 0,1 1 0 0 0,-1-1 0 0 0,1 1 0 0 0,-1-1 0 0 0,0 0 0 0 0,1 1 0 0 0,-1-1 0 0 0,1 1 0 0 0,-1-1 0 0 0,1 1 0 0 0,0-1 0 0 0,-1 1 0 0 0,1 0 0 0 0,-1-1 0 0 0,1 1 0 0 0,0 0 0 0 0,-1-1 0 0 0,1 1 0 0 0,0 0 0 0 0,0 0 0 0 0,1-1 0 0 0,-2 1 9 0 0,1 0 0 0 0,0 0 1 0 0,0 0-1 0 0,-1-1 0 0 0,1 1 0 0 0,0 0 0 0 0,-1-1 1 0 0,1 1-1 0 0,0 0 0 0 0,-1-1 0 0 0,1 1 0 0 0,0-1 1 0 0,-1 1-1 0 0,1-1 0 0 0,-1 1 0 0 0,1-1 0 0 0,-1 0 1 0 0,1 1-1 0 0,-1-1 0 0 0,1 0 0 0 0,-1 1 0 0 0,0-1 1 0 0,1 0-1 0 0,-1 1 0 0 0,0-1 0 0 0,1 0 0 0 0,-1 0 1 0 0,0 1-1 0 0,0-1 0 0 0,0 0 0 0 0,0 0 0 0 0,0 1 1 0 0,0-3-1 0 0,1 3 11 0 0,0-1 1 0 0,-1 0-1 0 0,1 1 1 0 0,0-1-1 0 0,0 0 1 0 0,0 1-1 0 0,0-1 0 0 0,0 1 1 0 0,0 0-1 0 0,0-1 1 0 0,0 1-1 0 0,0 0 1 0 0,0-1-1 0 0,1 1 1 0 0,-1 0-1 0 0,0 0 0 0 0,0 0 1 0 0,0 0-1 0 0,0 0 1 0 0,0 0-1 0 0,0 1 1 0 0,2-1-1 0 0,-3 0 17 0 0,10 6 825 0 0,11 8 76 0 0,-17 18 835 0 0,-6-31-1684 0 0,0 0 1 0 0,-1 0-1 0 0,1 0 0 0 0,-1 0 1 0 0,0 0-1 0 0,1-1 0 0 0,-1 1 1 0 0,1-1-1 0 0,-1 0 0 0 0,0 1 1 0 0,1-1-1 0 0,-1-1 0 0 0,-5 1 1 0 0,-36-2 345 0 0,41 1-440 0 0,-1 1-1 0 0,1-1 1 0 0,0 0-1 0 0,0 0 1 0 0,0 0-1 0 0,0 0 1 0 0,0-1-1 0 0,0 1 1 0 0,0-1-1 0 0,0 0 1 0 0,1 0-1 0 0,-1 0 1 0 0,1 0 0 0 0,-1 0-1 0 0,1-1 1 0 0,0 1-1 0 0,0-1 1 0 0,0 1-1 0 0,0-1 1 0 0,0 0-1 0 0,1 0 1 0 0,-1 0-1 0 0,1 0 1 0 0,0 0-1 0 0,0 0 1 0 0,0 0 0 0 0,0 0-1 0 0,-1-7 1 0 0,7 2-67 0 0,1 7 51 0 0,0 0 0 0 0,0 0 0 0 0,0 0 0 0 0,0 0 0 0 0,0 1 1 0 0,0 0-1 0 0,0 1 0 0 0,0-1 0 0 0,0 1 0 0 0,0 0 0 0 0,0 0 0 0 0,11 5 0 0 0,-2-1-26 0 0,1 1 1 0 0,-1 0-1 0 0,27 16 0 0 0,-40-21 65 0 0,0 1 0 0 0,0-1 0 0 0,0 1-1 0 0,0-1 1 0 0,-1 1 0 0 0,1 0 0 0 0,0 0-1 0 0,-1 0 1 0 0,1-1 0 0 0,-1 2 0 0 0,0-1-1 0 0,1 0 1 0 0,-1 0 0 0 0,0 0 0 0 0,0 0 0 0 0,1 5-1 0 0,-2-6-8 0 0,0 0 1 0 0,0 0-1 0 0,0-1 0 0 0,0 1 0 0 0,0 0 0 0 0,0 0 0 0 0,-1 0 0 0 0,1 0 0 0 0,0-1 1 0 0,0 1-1 0 0,-1 0 0 0 0,1 0 0 0 0,0 0 0 0 0,-1-1 0 0 0,1 1 0 0 0,-1 0 1 0 0,1-1-1 0 0,-1 1 0 0 0,1 0 0 0 0,-1-1 0 0 0,0 2 0 0 0,-1-1 8 0 0,-1 0-1 0 0,1 1 1 0 0,0-1-1 0 0,0 0 0 0 0,-1 0 1 0 0,1-1-1 0 0,0 1 1 0 0,-1 0-1 0 0,1-1 1 0 0,-5 1-1 0 0,-15 2 127 0 0,1-1 1 0 0,-1-1-1 0 0,1-1 0 0 0,-1-1 0 0 0,1-1 0 0 0,0-1 1 0 0,-1-1-1 0 0,-33-10 0 0 0,54 13-175 0 0,1 0 1 0 0,-1 1-1 0 0,1-1 0 0 0,-1 0 1 0 0,1 0-1 0 0,-1 0 0 0 0,1 0 1 0 0,-1 0-1 0 0,1 0 0 0 0,0 0 1 0 0,-1 0-1 0 0,1 0 0 0 0,0 0 1 0 0,0 0-1 0 0,0 0 0 0 0,0 0 1 0 0,0 0-1 0 0,0 0 0 0 0,0 0 1 0 0,0 0-1 0 0,0 0 0 0 0,1-1 1 0 0,-1 1-1 0 0,0 0 0 0 0,1 1 0 0 0,-1-1 1 0 0,1 0-1 0 0,-1 0 0 0 0,1 0 1 0 0,-1 0-1 0 0,2-1 0 0 0,15-4-53 0 0,0 2 1 0 0,1 0-1 0 0,0 1 0 0 0,-1 1 0 0 0,1 0 0 0 0,22 1 0 0 0,-6 3 26 0 0,-1 0 1 0 0,47 11-1 0 0,-79-14-2 0 0,1 1-1 0 0,-1 0 0 0 0,1 1 1 0 0,-1-1-1 0 0,1 0 1 0 0,-1 0-1 0 0,1 1 1 0 0,-1-1-1 0 0,0 1 1 0 0,1-1-1 0 0,-1 1 1 0 0,0-1-1 0 0,1 1 1 0 0,-1 0-1 0 0,0 0 1 0 0,0 0-1 0 0,1 0 0 0 0,-1 0 1 0 0,0 0-1 0 0,0 0 1 0 0,0 0-1 0 0,0 0 1 0 0,-1 0-1 0 0,1 0 1 0 0,0 1-1 0 0,0-1 1 0 0,-1 0-1 0 0,1 1 1 0 0,-1-1-1 0 0,1 1 1 0 0,-1-1-1 0 0,1 0 0 0 0,-1 1 1 0 0,0-1-1 0 0,0 1 1 0 0,0-1-1 0 0,0 1 1 0 0,0-1-1 0 0,0 1 1 0 0,0-1-1 0 0,-1 3 1 0 0,1-3-105 0 0,0 1 0 0 0,-1-1 0 0 0,1 0 0 0 0,0 0 1 0 0,-1 0-1 0 0,1 1 0 0 0,-1-1 0 0 0,0 0 1 0 0,1 0-1 0 0,-1 0 0 0 0,0 0 0 0 0,0 0 0 0 0,1 0 1 0 0,-1 0-1 0 0,0 0 0 0 0,0-1 0 0 0,0 1 0 0 0,0 0 1 0 0,0 0-1 0 0,0-1 0 0 0,0 1 0 0 0,-1-1 0 0 0,1 1 1 0 0,0-1-1 0 0,0 1 0 0 0,0-1 0 0 0,-1 0 0 0 0,1 1 1 0 0,0-1-1 0 0,0 0 0 0 0,-1 0 0 0 0,1 0 0 0 0,0 0 1 0 0,0 0-1 0 0,-1 0 0 0 0,0-1 0 0 0,-53 3-2880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0:00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4 182 480 0 0,'7'-8'3056'0'0,"10"5"-3004"0"0,-16 3 202 0 0,34-13 1186 0 0,-7 10-1096 0 0,-1-2-1 0 0,0 0 1 0 0,37-14-1 0 0,-63 19-321 0 0,-1 0-1 0 0,0 0 0 0 0,1-1 0 0 0,-1 1 1 0 0,0 0-1 0 0,1 0 0 0 0,-1 0 0 0 0,0 0 1 0 0,1 0-1 0 0,-1-1 0 0 0,0 1 1 0 0,1 0-1 0 0,-1 0 0 0 0,0-1 0 0 0,0 1 1 0 0,1 0-1 0 0,-1-1 0 0 0,0 1 0 0 0,0 0 1 0 0,1-1-1 0 0,-1 1 0 0 0,0 0 0 0 0,0-1 1 0 0,0 1-1 0 0,0 0 0 0 0,0-1 0 0 0,0 1 1 0 0,1 0-1 0 0,-1-1 0 0 0,0 1 0 0 0,0 0 1 0 0,0-1-1 0 0,0 1 0 0 0,0-1 1 0 0,0 1-1 0 0,-1 0 0 0 0,1-1 0 0 0,0 1 1 0 0,0 0-1 0 0,0-1 0 0 0,0 1 0 0 0,0-1 1 0 0,0 1-1 0 0,-1 0 0 0 0,1-1 0 0 0,0 1 1 0 0,0 0-1 0 0,0 0 0 0 0,-1-1 0 0 0,1 1 1 0 0,0 0-1 0 0,-1 0 0 0 0,1-1 0 0 0,0 1 1 0 0,-1 0-1 0 0,1 0 0 0 0,0 0 0 0 0,-1-1 1 0 0,1 1-1 0 0,0 0 0 0 0,-1 0 1 0 0,1 0-1 0 0,0 0 0 0 0,-1 0 0 0 0,1 0 1 0 0,0 0-1 0 0,-1 0 0 0 0,0 0 0 0 0,-22-9 420 0 0,2 5 26 0 0,1-1 0 0 0,0-1 0 0 0,0 0-1 0 0,0-2 1 0 0,-25-12 0 0 0,45 19-462 0 0,0 1 0 0 0,0-1 0 0 0,0 1-1 0 0,0 0 1 0 0,0-1 0 0 0,-1 1 0 0 0,1 0-1 0 0,0-1 1 0 0,0 1 0 0 0,0-1 0 0 0,0 1-1 0 0,1 0 1 0 0,-1-1 0 0 0,0 1 0 0 0,0 0 0 0 0,0-1-1 0 0,0 1 1 0 0,0-1 0 0 0,0 1 0 0 0,1 0-1 0 0,-1-1 1 0 0,0 1 0 0 0,0 0 0 0 0,0 0-1 0 0,1-1 1 0 0,-1 1 0 0 0,0 0 0 0 0,0-1 0 0 0,1 1-1 0 0,-1 0 1 0 0,0 0 0 0 0,1 0 0 0 0,-1-1-1 0 0,0 1 1 0 0,1 0 0 0 0,-1 0 0 0 0,0 0 0 0 0,1 0-1 0 0,-1 0 1 0 0,1-1 0 0 0,-1 1 0 0 0,13-7 21 0 0,-4 3-52 0 0,-1-1-1 0 0,1 1 1 0 0,-1 1 0 0 0,1 0-1 0 0,0 0 1 0 0,1 1 0 0 0,-1 0-1 0 0,0 0 1 0 0,1 1 0 0 0,13 0-1 0 0,-17 1 27 0 0,0 0 0 0 0,0 0 0 0 0,0 0-1 0 0,-1 1 1 0 0,1 0 0 0 0,0 1 0 0 0,0-1-1 0 0,-1 1 1 0 0,1 0 0 0 0,-1 0 0 0 0,0 1 0 0 0,1-1-1 0 0,-1 1 1 0 0,0 0 0 0 0,-1 1 0 0 0,7 4 0 0 0,-11-7 19 0 0,1-1 1 0 0,0 1 0 0 0,-1 0-1 0 0,1-1 1 0 0,-1 1 0 0 0,1 0-1 0 0,-1 0 1 0 0,1 0 0 0 0,-1-1-1 0 0,0 1 1 0 0,1 0 0 0 0,-1 0-1 0 0,0 0 1 0 0,1 0 0 0 0,-1 0-1 0 0,0 0 1 0 0,0 0 0 0 0,0 0-1 0 0,0 0 1 0 0,0 0 0 0 0,0-1 0 0 0,0 1-1 0 0,0 0 1 0 0,-1 0 0 0 0,1 0-1 0 0,0 0 1 0 0,0 0 0 0 0,-1 0-1 0 0,1 0 1 0 0,-1 0 0 0 0,1-1-1 0 0,-1 1 1 0 0,1 0 0 0 0,-1 0-1 0 0,1-1 1 0 0,-1 1 0 0 0,0 0-1 0 0,1-1 1 0 0,-1 1 0 0 0,-1 0-1 0 0,-37 23 645 0 0,25-17-334 0 0,0 0-122 0 0,-1 0 1 0 0,0-1-1 0 0,-1 0 0 0 0,1-1 0 0 0,-1-1 0 0 0,0-1 0 0 0,0 0 0 0 0,0-1 0 0 0,-21 0 0 0 0,37-2-213 0 0,0 0 0 0 0,0 1 0 0 0,-1-1 0 0 0,1 0-1 0 0,0 0 1 0 0,0 0 0 0 0,0 0 0 0 0,-1 0 0 0 0,1 0-1 0 0,0-1 1 0 0,0 1 0 0 0,0 0 0 0 0,0 0 0 0 0,-1 0-1 0 0,1 0 1 0 0,0 0 0 0 0,0 0 0 0 0,0 0 0 0 0,0 0-1 0 0,-1 0 1 0 0,1 0 0 0 0,0 0 0 0 0,0-1 0 0 0,0 1-1 0 0,0 0 1 0 0,0 0 0 0 0,-1 0 0 0 0,1 0 0 0 0,0 0-1 0 0,0-1 1 0 0,0 1 0 0 0,0 0 0 0 0,0 0 0 0 0,0 0 0 0 0,0 0-1 0 0,0-1 1 0 0,0 1 0 0 0,0 0 0 0 0,0 0 0 0 0,0 0-1 0 0,0-1 1 0 0,0 1 0 0 0,0 0 0 0 0,0 0 0 0 0,0 0-1 0 0,0-1 1 0 0,0 1 0 0 0,0 0 0 0 0,0 0-4 0 0,0-1 1 0 0,0 1-1 0 0,0 0 0 0 0,0 0 1 0 0,0-1-1 0 0,0 1 0 0 0,0 0 1 0 0,0 0-1 0 0,0 0 0 0 0,0-1 1 0 0,0 1-1 0 0,0 0 0 0 0,0 0 1 0 0,0-1-1 0 0,0 1 1 0 0,0 0-1 0 0,0 0 0 0 0,-1 0 1 0 0,1-1-1 0 0,0 1 0 0 0,0 0 1 0 0,0 0-1 0 0,0 0 0 0 0,0-1 1 0 0,-1 1-1 0 0,1 0 0 0 0,0 0 1 0 0,0 0-1 0 0,0 0 0 0 0,-1 0 1 0 0,1-1-1 0 0,0 1 1 0 0,0 0-1 0 0,0 0 0 0 0,-1 0 1 0 0,1 0-1 0 0,0 0 0 0 0,0 0 1 0 0,-1 0-1 0 0,0 0-1 0 0,0 0 0 0 0,1 0 1 0 0,-1 0-1 0 0,0 0 0 0 0,0 0 0 0 0,0 0 0 0 0,0 0 0 0 0,1-1 1 0 0,-1 1-1 0 0,0 0 0 0 0,0 0 0 0 0,0-1 0 0 0,1 1 1 0 0,-1 0-1 0 0,0-1 0 0 0,1 1 0 0 0,-1-1 0 0 0,0 1 1 0 0,1-1-1 0 0,-1 1 0 0 0,0-1 0 0 0,1 0 0 0 0,-2 0 0 0 0,17-13-181 0 0,-1 3 138 0 0,2 1-6 0 0,0 2 0 0 0,1 0 0 0 0,0 1-1 0 0,0 1 1 0 0,0 1 0 0 0,34-7 0 0 0,-32 8 11 0 0,0 1-1 0 0,1 1 1 0 0,-1 1-1 0 0,1 0 1 0 0,-1 2-1 0 0,1 0 1 0 0,-1 1-1 0 0,1 1 1 0 0,-1 1-1 0 0,24 7 1 0 0,-42-10 54 0 0,0-1-1 0 0,1 1 1 0 0,-1-1 0 0 0,1 1 0 0 0,-1-1 0 0 0,0 1 0 0 0,1 0 0 0 0,-1 0 0 0 0,0 0 0 0 0,0-1-1 0 0,1 1 1 0 0,-1 0 0 0 0,0 1 0 0 0,0-1 0 0 0,0 0 0 0 0,0 0 0 0 0,0 0 0 0 0,-1 1 0 0 0,1-1-1 0 0,0 0 1 0 0,-1 1 0 0 0,2 1 0 0 0,-3-2 14 0 0,1 0 1 0 0,0 0-1 0 0,0 1 0 0 0,-1-1 0 0 0,1 0 1 0 0,0 0-1 0 0,-1 1 0 0 0,0-1 1 0 0,1 0-1 0 0,-1 0 0 0 0,0 0 0 0 0,1 0 1 0 0,-1 0-1 0 0,0 0 0 0 0,0 0 0 0 0,0 0 1 0 0,0 0-1 0 0,0 0 0 0 0,0-1 1 0 0,-2 2-1 0 0,-6 4 123 0 0,0-1-1 0 0,-1 0 1 0 0,0 0 0 0 0,0-1 0 0 0,0-1 0 0 0,-13 4-1 0 0,-12 1 333 0 0,0-2-1 0 0,-64 3 1 0 0,81-8-453 0 0,0-2 0 0 0,0 1 0 0 0,1-2 0 0 0,-1-1 1 0 0,1 0-1 0 0,-1-1 0 0 0,-31-12 0 0 0,48 16-45 0 0,1 0 1 0 0,-1 0-1 0 0,0-1 0 0 0,1 1 1 0 0,-1 0-1 0 0,1 0 0 0 0,-1 0 1 0 0,0-1-1 0 0,1 1 0 0 0,-1 0 1 0 0,1-1-1 0 0,-1 1 0 0 0,1-1 1 0 0,-1 1-1 0 0,1 0 0 0 0,-1-1 1 0 0,1 1-1 0 0,0-1 0 0 0,-1 1 0 0 0,1-1 1 0 0,-1 0-1 0 0,1 1 0 0 0,0-1 1 0 0,0 1-1 0 0,-1-1 0 0 0,1 1 1 0 0,0-1-1 0 0,0 0 0 0 0,0 1 1 0 0,0-1-1 0 0,0 0 0 0 0,0 1 1 0 0,0-1-1 0 0,0 0 0 0 0,0 1 1 0 0,0-1-1 0 0,0 0 0 0 0,0 1 1 0 0,0-1-1 0 0,0 1 0 0 0,0-1 0 0 0,1 0 1 0 0,-1 1-1 0 0,0-1 0 0 0,1 1 1 0 0,-1-1-1 0 0,0 1 0 0 0,1-1 1 0 0,-1 1-1 0 0,0-1 0 0 0,1 1 1 0 0,-1-1-1 0 0,1 1 0 0 0,-1-1 1 0 0,2 0-1 0 0,24-16-1535 0 0,-21 15 1311 0 0,6-3-1086 0 0,1 0 0 0 0,0 1 0 0 0,1 0 0 0 0,-1 0 0 0 0,0 2 0 0 0,1-1 0 0 0,18 0 0 0 0,-1 3-1162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1:31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68 560 0 0,'0'-17'1121'0'0,"0"18"-1090"0"0,0 0 1 0 0,0 0 0 0 0,1 0-1 0 0,-1 0 1 0 0,0 0 0 0 0,0 0 0 0 0,0 0-1 0 0,0-1 1 0 0,0 1 0 0 0,0 0-1 0 0,0 0 1 0 0,0 0 0 0 0,-1 0-1 0 0,1 0 1 0 0,0 0 0 0 0,0 0-1 0 0,-1 0 1 0 0,1 0 0 0 0,-1-1-1 0 0,1 1 1 0 0,-1 0 0 0 0,1 0-1 0 0,-1 0 1 0 0,1-1 0 0 0,-1 1-1 0 0,0 0 1 0 0,1-1 0 0 0,-1 1 0 0 0,0-1-1 0 0,0 1 1 0 0,0-1 0 0 0,1 1-1 0 0,-1-1 1 0 0,0 1 0 0 0,0-1-1 0 0,0 0 1 0 0,0 1 0 0 0,0-1-1 0 0,0 0 1 0 0,0 0 0 0 0,1 0-1 0 0,-1 0 1 0 0,0 1 0 0 0,0-1-1 0 0,0-1 1 0 0,0 1 0 0 0,-2 0-1 0 0,-2 0 436 0 0,0 0-66 0 0,-15 0-95 0 0,15 0 121 0 0,0 0-333 0 0,-9-2 50 0 0,21-7-58 0 0,10-11-156 0 0,13-17-10 0 0,-9 26 80 0 0,-21 11 3 0 0,0 0 1 0 0,1 0-1 0 0,-1 0 1 0 0,0 0 0 0 0,1 1-1 0 0,-1-1 1 0 0,0 0 0 0 0,0 0-1 0 0,1 0 1 0 0,-1 1-1 0 0,0-1 1 0 0,1 0 0 0 0,-1 0-1 0 0,0 1 1 0 0,0-1-1 0 0,0 0 1 0 0,1 1 0 0 0,-1-1-1 0 0,0 0 1 0 0,0 1 0 0 0,0-1-1 0 0,0 0 1 0 0,0 0-1 0 0,0 1 1 0 0,1-1 0 0 0,-1 1-1 0 0,0-1 1 0 0,0 0 0 0 0,0 1-1 0 0,0-1 1 0 0,0 0-1 0 0,0 1 1 0 0,0-1 0 0 0,0 0-1 0 0,-1 1 1 0 0,1-1-1 0 0,0 0 1 0 0,0 1 0 0 0,0-1-1 0 0,0 0 1 0 0,0 1 0 0 0,-1-1-1 0 0,1 0 1 0 0,0 1-1 0 0,0-1 1 0 0,0 0 0 0 0,-1 0-1 0 0,1 1 1 0 0,0-1-1 0 0,0 0 1 0 0,-1 0 0 0 0,1 0-1 0 0,0 1 1 0 0,-1-1 0 0 0,1 0-1 0 0,0 0 1 0 0,-1 0-1 0 0,1 1 1 0 0,-15 3 68 0 0,37-10-100 0 0,10 4-15 0 0,-32 2 44 0 0,1 0 0 0 0,0 0-1 0 0,0 0 1 0 0,-1 1 0 0 0,1-1 0 0 0,0 0-1 0 0,-1 0 1 0 0,1 1 0 0 0,0-1 0 0 0,-1 0-1 0 0,1 1 1 0 0,0-1 0 0 0,-1 1 0 0 0,1-1-1 0 0,-1 1 1 0 0,1-1 0 0 0,0 1 0 0 0,-1-1-1 0 0,0 1 1 0 0,1 0 0 0 0,-1-1 0 0 0,1 1-1 0 0,-1-1 1 0 0,0 1 0 0 0,1 0 0 0 0,-1 0-1 0 0,0-1 1 0 0,0 1 0 0 0,1 0 0 0 0,-1-1-1 0 0,0 1 1 0 0,0 0 0 0 0,0 1 0 0 0,-1 0 8 0 0,-1 1 1 0 0,1-1-1 0 0,-1 0 0 0 0,0 0 1 0 0,0 0-1 0 0,0 0 1 0 0,0 0-1 0 0,0 0 1 0 0,0 0-1 0 0,-5 2 1 0 0,-10 11 29 0 0,19-11-54 0 0,13-6-33 0 0,5 2 72 0 0,-25 8 125 0 0,-3-4-58 0 0,0 1 0 0 0,0-1-1 0 0,0-1 1 0 0,-15 5 0 0 0,-80 17 379 0 0,92-22-446 0 0,0-1 1 0 0,0-1 0 0 0,0 0-1 0 0,0 0 1 0 0,0-1-1 0 0,-1-1 1 0 0,-14-2 0 0 0,26 3-26 0 0,1 0-1 0 0,-1 0 1 0 0,0 0 0 0 0,0 0 0 0 0,0 0 0 0 0,0 0-1 0 0,0 0 1 0 0,1 0 0 0 0,-1 0 0 0 0,0 0 0 0 0,0 0 0 0 0,0 0-1 0 0,0 0 1 0 0,0 0 0 0 0,1-1 0 0 0,-1 1 0 0 0,0 0 0 0 0,0 0-1 0 0,0 0 1 0 0,0 0 0 0 0,0 0 0 0 0,0 0 0 0 0,0 0 0 0 0,0-1-1 0 0,0 1 1 0 0,0 0 0 0 0,0 0 0 0 0,1 0 0 0 0,-1 0 0 0 0,0-1-1 0 0,0 1 1 0 0,0 0 0 0 0,0 0 0 0 0,0 0 0 0 0,0 0-1 0 0,0 0 1 0 0,0-1 0 0 0,0 1 0 0 0,0 0 0 0 0,0 0 0 0 0,-1 0-1 0 0,1 0 1 0 0,0-1 0 0 0,0 1 0 0 0,0 0 0 0 0,0 0 0 0 0,0 0-1 0 0,0 0 1 0 0,0 0 0 0 0,0 0 0 0 0,0-1 0 0 0,0 1 0 0 0,-1 0-1 0 0,1 0 1 0 0,0 0 0 0 0,0 0 0 0 0,0 0 0 0 0,0 0 0 0 0,0 0-1 0 0,0 0 1 0 0,-1 0 0 0 0,1 0 0 0 0,0-1 0 0 0,34-10-124 0 0,78-10-191 0 0,0 5 0 0 0,187-3 0 0 0,-268 17 218 0 0,1 2-1 0 0,0 2 0 0 0,0 1 1 0 0,58 12-1 0 0,-89-15 99 0 0,0 0 0 0 0,0 0 0 0 0,-1 1 0 0 0,1-1 0 0 0,0 0 0 0 0,0 0 0 0 0,0 0 0 0 0,0 1 0 0 0,-1-1 0 0 0,1 0 0 0 0,0 1 0 0 0,0-1 1 0 0,-1 1-1 0 0,1-1 0 0 0,0 1 0 0 0,-1-1 0 0 0,1 1 0 0 0,0-1 0 0 0,-1 1 0 0 0,1 0 0 0 0,-1-1 0 0 0,1 1 0 0 0,-1 0 0 0 0,1-1 0 0 0,-1 1 0 0 0,0 0 0 0 0,1 0 0 0 0,-1 0 0 0 0,0-1 0 0 0,1 1 0 0 0,-1 0 0 0 0,0 0 0 0 0,0 0 0 0 0,0 0 1 0 0,0-1-1 0 0,0 2 0 0 0,-2 1 12 0 0,1-1 0 0 0,-1 0 0 0 0,0-1 1 0 0,0 1-1 0 0,0 0 0 0 0,0 0 0 0 0,-1-1 1 0 0,1 0-1 0 0,0 1 0 0 0,-1-1 1 0 0,1 0-1 0 0,-1 0 0 0 0,-4 1 0 0 0,-27 8 150 0 0,-1-1 0 0 0,-1-2 0 0 0,-54 4 0 0 0,-118-4 284 0 0,186-7-574 0 0,0-2 0 0 0,0 0 0 0 0,0-1 0 0 0,-30-8 0 0 0,50 11 27 0 0,1-1 1 0 0,0 1 0 0 0,-1-1-1 0 0,1 1 1 0 0,0-1-1 0 0,0 1 1 0 0,-1-1-1 0 0,1 0 1 0 0,0 1 0 0 0,0-1-1 0 0,0 0 1 0 0,0 0-1 0 0,0 0 1 0 0,0 0-1 0 0,0 0 1 0 0,0 0-1 0 0,1 0 1 0 0,-1 0 0 0 0,0-1-1 0 0,0 1 1 0 0,1 0-1 0 0,-1 0 1 0 0,1 0-1 0 0,-1-1 1 0 0,1 1-1 0 0,0 0 1 0 0,0-1 0 0 0,-1 1-1 0 0,1 0 1 0 0,0-1-1 0 0,0 1 1 0 0,0-1-1 0 0,0 0 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1:33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121 228 800 0 0,'-16'-7'457'0'0,"13"6"-388"0"0,1 1 1 0 0,0-1-1 0 0,0 1 1 0 0,0-1 0 0 0,-1 0-1 0 0,1 0 1 0 0,0 0-1 0 0,0 0 1 0 0,0 0 0 0 0,1-1-1 0 0,-1 1 1 0 0,0-1-1 0 0,0 1 1 0 0,1-1-1 0 0,-1 0 1 0 0,1 1 0 0 0,-1-1-1 0 0,1 0 1 0 0,0 0-1 0 0,-1 0 1 0 0,1 0 0 0 0,0 0-1 0 0,1 0 1 0 0,-1 0-1 0 0,0-1 1 0 0,0 1-1 0 0,1 0 1 0 0,0 0 0 0 0,-1-1-1 0 0,1 1 1 0 0,0 0-1 0 0,0-1 1 0 0,0 1 0 0 0,0 0-1 0 0,1-4 1 0 0,0 4-34 0 0,-1-1 0 0 0,1 0 0 0 0,0 0 1 0 0,0 0-1 0 0,0 0 0 0 0,0 1 1 0 0,0-1-1 0 0,1 0 0 0 0,-1 1 0 0 0,1-1 1 0 0,0 1-1 0 0,-1 0 0 0 0,1-1 0 0 0,1 1 1 0 0,-1 0-1 0 0,0 0 0 0 0,0 0 0 0 0,1 1 1 0 0,-1-1-1 0 0,1 0 0 0 0,-1 1 0 0 0,4-1 1 0 0,1-2 6 0 0,0 1 0 0 0,0 0 1 0 0,1 0-1 0 0,-1 1 0 0 0,1 0 1 0 0,0 0-1 0 0,-1 1 0 0 0,1 0 1 0 0,9 0-1 0 0,3 4-27 0 0,-28 7-24 0 0,6-9 14 0 0,1 0-1 0 0,0 1 1 0 0,-1-1 0 0 0,1 0 0 0 0,0 0 0 0 0,0 1-1 0 0,0-1 1 0 0,0 0 0 0 0,0 1 0 0 0,0-1 0 0 0,0 1 0 0 0,1 0-1 0 0,-1-1 1 0 0,0 1 0 0 0,1 0 0 0 0,-1 1 0 0 0,1-1 2 0 0,0-1 0 0 0,-1 0 0 0 0,1 0 1 0 0,0 1-1 0 0,-1-1 0 0 0,1 0 1 0 0,0 0-1 0 0,-1 0 0 0 0,0 0 0 0 0,1 1 1 0 0,-1-1-1 0 0,0 0 0 0 0,1 0 0 0 0,-1 0 1 0 0,0 0-1 0 0,0 0 0 0 0,0 0 0 0 0,0-1 1 0 0,0 1-1 0 0,0 0 0 0 0,0 0 0 0 0,0-1 1 0 0,-1 1-1 0 0,-39 12 275 0 0,-43-7 741 0 0,80-6-889 0 0,2 0-123 0 0,0 0-1 0 0,1 0 0 0 0,-1 0 0 0 0,0-1 0 0 0,0 1 1 0 0,0 0-1 0 0,1-1 0 0 0,-1 1 0 0 0,0-1 0 0 0,1 1 1 0 0,-1-1-1 0 0,0 0 0 0 0,1 1 0 0 0,-1-1 0 0 0,-2-2 1 0 0,3 2-6 0 0,1 0 0 0 0,-1 0 1 0 0,1 1-1 0 0,-1-1 1 0 0,1 0-1 0 0,-1 0 0 0 0,1 0 1 0 0,0 0-1 0 0,-1 0 1 0 0,1 0-1 0 0,0 1 0 0 0,0-1 1 0 0,-1 0-1 0 0,1 0 1 0 0,0 0-1 0 0,0 0 0 0 0,0 0 1 0 0,0 0-1 0 0,0 0 1 0 0,1-2-1 0 0,0 0 1 0 0,0 0 1 0 0,0 0 0 0 0,0 0-1 0 0,0 1 1 0 0,1-1-1 0 0,0 0 1 0 0,-1 1-1 0 0,1-1 1 0 0,0 1 0 0 0,0 0-1 0 0,0-1 1 0 0,0 1-1 0 0,1 0 1 0 0,4-3-1 0 0,8-4 3 0 0,0 1-1 0 0,0 1 0 0 0,18-6 1 0 0,15-6 19 0 0,-31 11-44 0 0,1 2 0 0 0,0 0 1 0 0,0 1-1 0 0,1 1 0 0 0,-1 0 0 0 0,1 1 0 0 0,0 2 0 0 0,36 0 1 0 0,-55 1 16 0 0,1 1 0 0 0,-1-1 1 0 0,1 0-1 0 0,-1 1 0 0 0,0-1 1 0 0,1 1-1 0 0,-1-1 1 0 0,0 0-1 0 0,1 1 0 0 0,-1-1 1 0 0,0 1-1 0 0,0-1 0 0 0,1 1 1 0 0,-1-1-1 0 0,0 1 1 0 0,0-1-1 0 0,0 1 0 0 0,0-1 1 0 0,0 1-1 0 0,0-1 0 0 0,0 1 1 0 0,0-1-1 0 0,0 1 1 0 0,0-1-1 0 0,0 1 0 0 0,0-1 1 0 0,0 1-1 0 0,0-1 0 0 0,0 1 1 0 0,0-1-1 0 0,0 1 0 0 0,-1-1 1 0 0,1 1-1 0 0,0-1 1 0 0,0 1-1 0 0,-1-1 0 0 0,1 1 1 0 0,0-1-1 0 0,-1 0 0 0 0,1 1 1 0 0,0-1-1 0 0,-1 0 1 0 0,1 1-1 0 0,-1-1 0 0 0,-7 10 140 0 0,0-1-1 0 0,0-1 1 0 0,-1 0 0 0 0,0 0-1 0 0,0 0 1 0 0,-1-1-1 0 0,0-1 1 0 0,0 0-1 0 0,-1 0 1 0 0,1-1-1 0 0,-1 0 1 0 0,-1-1-1 0 0,1 0 1 0 0,0-1 0 0 0,-1 0-1 0 0,0-1 1 0 0,-23 2-1 0 0,29-3-169 0 0,0-1 1 0 0,0 0-1 0 0,0 0 0 0 0,0-1 0 0 0,0 0 0 0 0,0 0 1 0 0,-6-2-1 0 0,12 3 10 0 0,0-1 0 0 0,0 1 0 0 0,0-1 0 0 0,1 0 0 0 0,-1 1 0 0 0,0-1 1 0 0,0 1-1 0 0,1-1 0 0 0,-1 1 0 0 0,0-1 0 0 0,1 1 0 0 0,-1-1 0 0 0,0 1 0 0 0,1-1 0 0 0,-1 1 1 0 0,1-1-1 0 0,-1 1 0 0 0,0 0 0 0 0,1-1 0 0 0,-1 1 0 0 0,1 0 0 0 0,0-1 0 0 0,-1 1 0 0 0,1 0 1 0 0,-1 0-1 0 0,1-1 0 0 0,-1 1 0 0 0,1 0 0 0 0,0 0 0 0 0,0 0 0 0 0,15-10-259 0 0,-7 3 221 0 0,0 1-1 0 0,1 0 0 0 0,0 0 1 0 0,0 1-1 0 0,1 1 0 0 0,-1 0 1 0 0,1 0-1 0 0,18-3 0 0 0,-4 2-17 0 0,-1 2-1 0 0,49-1 1 0 0,-72 4 63 0 0,0 0 0 0 0,0 0 1 0 0,0 0-1 0 0,0 0 0 0 0,0 0 1 0 0,0 0-1 0 0,0 1 0 0 0,0-1 1 0 0,0 0-1 0 0,0 1 0 0 0,0-1 1 0 0,0 1-1 0 0,0-1 0 0 0,0 1 1 0 0,-1-1-1 0 0,1 1 0 0 0,0-1 1 0 0,0 1-1 0 0,0 0 0 0 0,-1 0 1 0 0,1-1-1 0 0,0 1 0 0 0,-1 0 1 0 0,1 0-1 0 0,-1 0 0 0 0,1 0 1 0 0,-1 0-1 0 0,1 0 0 0 0,-1 0 1 0 0,0 0-1 0 0,0 0 0 0 0,1 0 1 0 0,-1 0-1 0 0,0 1 0 0 0,-1 1-101 0 0,0 0 0 0 0,-1 1-1 0 0,1-1 1 0 0,-1 0 0 0 0,1 0 0 0 0,-1 0-1 0 0,0 0 1 0 0,-1 0 0 0 0,1-1-1 0 0,0 1 1 0 0,-4 2 0 0 0,-49 56-3450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4:49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955 25 1441 0 0,'55'-8'4282'0'0,"-51"6"-1518"0"0,-11 0-2024 0 0,-10 1-683 0 0,-49-11 2184 0 0,-134 30-720 0 0,190-12-1201 0 0,2-4-252 0 0,-12 3 189 0 0,0 0-1 0 0,-1-1 1 0 0,-21 0-1 0 0,27-1-227 0 0,0 1-1 0 0,0 0 1 0 0,0 0-1 0 0,0 2 1 0 0,1 0-1 0 0,-22 13 1 0 0,-50 29 118 0 0,85-47-147 0 0,0 0 0 0 0,0 0 0 0 0,-1 0 0 0 0,1-1 0 0 0,0 1 0 0 0,0 0 1 0 0,-1-1-1 0 0,1 1 0 0 0,-1-1 0 0 0,1 1 0 0 0,0-1 0 0 0,-1 0 0 0 0,1 0 0 0 0,-1 1 1 0 0,1-1-1 0 0,-3 0 0 0 0,-1-1 11 0 0,0 2 56 0 0,0 4 0 0 0,-15 0-41 0 0,15-4 188 0 0,0 0-148 0 0,-16 4-119 0 0,-9 7-94 0 0,20-4 281 0 0,-70 19-121 0 0,73-21 31 0 0,4-3-21 0 0,-53 12 57 0 0,26-9-146 0 0,27-3 62 0 0,1 2-6 0 0,-2-4-7 0 0,3 0 12 0 0,0-1 0 0 0,0 0 0 0 0,0 0 0 0 0,0 1 0 0 0,-1-1 0 0 0,1 1 0 0 0,0-1 0 0 0,0 1-1 0 0,0 0 1 0 0,0-1 0 0 0,0 1 0 0 0,0 0 0 0 0,1-1 0 0 0,-1 1 0 0 0,0 0 0 0 0,0 0 0 0 0,0 0 0 0 0,1 0 0 0 0,-1 0 0 0 0,1 0-1 0 0,-1 0 1 0 0,0 1 0 0 0,1-1 2 0 0,0-1 0 0 0,0 0 0 0 0,0 1 0 0 0,0-1 1 0 0,0 1-1 0 0,-1-1 0 0 0,1 0 0 0 0,0 1 0 0 0,0-1 0 0 0,0 0 0 0 0,0 1 0 0 0,-1-1 0 0 0,1 0 0 0 0,0 1 0 0 0,0-1 0 0 0,-1 0 0 0 0,1 1 0 0 0,0-1 0 0 0,-1 0 0 0 0,1 0 0 0 0,0 1 0 0 0,-1-1 0 0 0,1 0 1 0 0,0 0-1 0 0,-1 0 0 0 0,1 1 0 0 0,-1-1 0 0 0,1 0 0 0 0,0 0 0 0 0,-1 0 0 0 0,1 0 0 0 0,-1 0 0 0 0,1 0 0 0 0,0 0 0 0 0,-1 0 0 0 0,1 0 0 0 0,-1 0 0 0 0,0 0 10 0 0,1 0 0 0 0,-1 0 0 0 0,1 0 0 0 0,-1 0 0 0 0,1 0 0 0 0,-1 0 0 0 0,1 0 0 0 0,-1 0 0 0 0,1 0 0 0 0,-1 1 0 0 0,1-1 0 0 0,-1 0 0 0 0,1 0 0 0 0,0 1 0 0 0,-1-1 0 0 0,1 0 0 0 0,-1 0 0 0 0,1 1 0 0 0,0-1 0 0 0,-1 0 0 0 0,1 1 0 0 0,-1-1 0 0 0,1 1 0 0 0,0-1 0 0 0,0 0 0 0 0,-1 1 0 0 0,1-1 0 0 0,0 1 0 0 0,0-1 0 0 0,-1 1 0 0 0,1-1 0 0 0,0 1-1 0 0,0-1 1 0 0,0 1 0 0 0,0-1 0 0 0,0 1 0 0 0,0-1 0 0 0,0 1 0 0 0,0 1 60 0 0,-1-1-1 0 0,1 1 1 0 0,0-1-1 0 0,-1 1 0 0 0,1-1 1 0 0,-1 1-1 0 0,1-1 1 0 0,-1 0-1 0 0,0 1 1 0 0,1-1-1 0 0,-1 0 0 0 0,0 0 1 0 0,0 1-1 0 0,0-1 1 0 0,0 0-1 0 0,0 0 1 0 0,0 0-1 0 0,-1 0 0 0 0,1 0 1 0 0,-2 1-1 0 0,-4 4 113 0 0,2 7-19 0 0,5-5-160 0 0,5 0-53 0 0,1-4 32 0 0,-4-4 17 0 0,-1 1 0 0 0,0-1-1 0 0,0 1 1 0 0,0 0 0 0 0,0 0 0 0 0,0-1 0 0 0,0 1 0 0 0,0 0-1 0 0,0 0 1 0 0,0 0 0 0 0,0 0 0 0 0,0 0 0 0 0,0 0-1 0 0,-1 0 1 0 0,1 1 0 0 0,-1-1 0 0 0,1 0 0 0 0,0 0-1 0 0,-1 0 1 0 0,0 1 0 0 0,1-1 0 0 0,-1 0 0 0 0,0 1 0 0 0,0-1-1 0 0,0 0 1 0 0,0 1 0 0 0,0-1 0 0 0,0 0 0 0 0,0 3-1 0 0,3 2 18 0 0,0 1-1 0 0,1-1 0 0 0,0-1 0 0 0,0 1 0 0 0,0-1 0 0 0,0 1 0 0 0,1-1 0 0 0,0 0 1 0 0,0-1-1 0 0,8 6 0 0 0,-10-7-1 0 0,0 0 0 0 0,0 1 0 0 0,0-1 0 0 0,-1 1 1 0 0,1-1-1 0 0,-1 1 0 0 0,0 0 0 0 0,0 0 0 0 0,0 0 0 0 0,-1 0 1 0 0,1 0-1 0 0,-1 1 0 0 0,0-1 0 0 0,0 0 0 0 0,-1 1 0 0 0,1-1 1 0 0,-1 0-1 0 0,0 1 0 0 0,0-1 0 0 0,-2 8 0 0 0,2-7 8 0 0,0-3-13 0 0,0-1 0 0 0,0 0 0 0 0,0 0 0 0 0,1 1 0 0 0,-1-1 0 0 0,0 0 0 0 0,0 0 0 0 0,1 0-1 0 0,-1 1 1 0 0,0-1 0 0 0,1 0 0 0 0,0 0 0 0 0,-1 0 0 0 0,1 0 0 0 0,0 0 0 0 0,-1 0 0 0 0,1 0 0 0 0,0 0 0 0 0,0 0-1 0 0,0 0 1 0 0,0 0 0 0 0,0-1 0 0 0,0 1 0 0 0,2 1 0 0 0,-2-1-8 0 0,0-1 1 0 0,0 1-1 0 0,0-1 1 0 0,0 1-1 0 0,0 0 0 0 0,-1 0 1 0 0,1 0-1 0 0,0-1 0 0 0,0 1 1 0 0,-1 0-1 0 0,1 0 0 0 0,0 0 1 0 0,-1 0-1 0 0,1 0 0 0 0,-1 0 1 0 0,1 0-1 0 0,-1 1 0 0 0,1-1 1 0 0,-1 0-1 0 0,0 0 1 0 0,0 0-1 0 0,0 0 0 0 0,1 0 1 0 0,-1 3-1 0 0,3 29 113 0 0,-2-31-115 0 0,0-1 1 0 0,0 0 0 0 0,1 1-1 0 0,-1-1 1 0 0,0 0-1 0 0,0 0 1 0 0,1 0 0 0 0,-1 0-1 0 0,1 0 1 0 0,-1 0 0 0 0,1 0-1 0 0,-1 0 1 0 0,1-1-1 0 0,-1 1 1 0 0,1-1 0 0 0,3 1-1 0 0,23 14 21 0 0,4 1-34 0 0,22-9 96 0 0,0-3 1 0 0,57-2-1 0 0,63 5 137 0 0,-149-7-176 0 0,0 0 0 0 0,0-1 0 0 0,1-2 0 0 0,-1-1 0 0 0,25-7 0 0 0,69-34 53 0 0,-58 21-80 0 0,-44 16-13 0 0,0 1 0 0 0,0 1 0 0 0,22-5 1 0 0,-27 9 15 0 0,-1 0 0 0 0,0-1 1 0 0,0 0-1 0 0,-1 0 1 0 0,1-1-1 0 0,-1-1 1 0 0,1 0-1 0 0,-1 0 0 0 0,-1-1 1 0 0,1 0-1 0 0,-1-1 1 0 0,12-11-1 0 0,40-27 11 0 0,-1-38 39 0 0,-58 78-79 0 0,0-1 0 0 0,-1 1 0 0 0,0-1 0 0 0,0 1-1 0 0,0-1 1 0 0,0 0 0 0 0,-1 1 0 0 0,0-1-1 0 0,0 0 1 0 0,-1 1 0 0 0,-1-8 0 0 0,1-9-82 0 0,1 18 72 0 0,0 0 0 0 0,-1 0 0 0 0,1 0 0 0 0,-1 0 0 0 0,0 0 0 0 0,0 0 0 0 0,-1 0 0 0 0,1 0 0 0 0,-1 0 0 0 0,1 0 0 0 0,-1 1 0 0 0,-1-1 1 0 0,1 1-1 0 0,0-1 0 0 0,-4-3 0 0 0,-4-2-93 0 0,0 0 0 0 0,0 0 0 0 0,-17-10 0 0 0,-12-10 0 0 0,28 21 138 0 0,0 1-1 0 0,0-1 1 0 0,-1 2 0 0 0,0 0 0 0 0,-18-6-1 0 0,-29-16 76 0 0,51 22-128 0 0,-1 1 1 0 0,0 0-1 0 0,-1 1 1 0 0,1 0-1 0 0,-1 0 1 0 0,1 1-1 0 0,-1 1 1 0 0,0-1-1 0 0,-11 0 1 0 0,10 2-978 0 0,0 1 1 0 0,-1 1-1 0 0,1-1 1 0 0,0 2 0 0 0,-14 2-1 0 0,-14 1-3701 0 0,-37-4-947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4:56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92 2401 0 0,'0'0'3068'0'0,"0"0"-3028"0"0,0 0-1 0 0,0-1 0 0 0,0 1 1 0 0,0 0-1 0 0,0 0 1 0 0,0 0-1 0 0,0 0 0 0 0,-1-1 1 0 0,1 1-1 0 0,0 0 0 0 0,0 0 1 0 0,0 0-1 0 0,0 0 1 0 0,0-1-1 0 0,0 1 0 0 0,0 0 1 0 0,0 0-1 0 0,0 0 1 0 0,0-1-1 0 0,0 1 0 0 0,0 0 1 0 0,0 0-1 0 0,0 0 1 0 0,0 0-1 0 0,0-1 0 0 0,0 1 1 0 0,0 0-1 0 0,1 0 1 0 0,-1 0-1 0 0,0 0 0 0 0,0-1 1 0 0,0 1-1 0 0,0 0 1 0 0,0 0-1 0 0,0 0 0 0 0,0 0 1 0 0,1 0-1 0 0,-1-1 0 0 0,0 1 1 0 0,0 0-1 0 0,0 0 1 0 0,0 0-1 0 0,1 0 0 0 0,-1 0 1 0 0,0 0-1 0 0,0 0 1 0 0,0 0-1 0 0,0 0 0 0 0,1 0 1 0 0,-1 0-1 0 0,0 0 1 0 0,0 0-1 0 0,0 0 0 0 0,0 0 1 0 0,1 0-1 0 0,-1 0 1 0 0,0 0-1 0 0,0 0 0 0 0,0 0 1 0 0,1 0-1 0 0,-1 0 1 0 0,0 0-1 0 0,0 0 0 0 0,26-5 722 0 0,-27 4-140 0 0,2 0-587 0 0,-1 1 0 0 0,0 0 0 0 0,0 0 0 0 0,0 0 0 0 0,0 0 0 0 0,0-1 0 0 0,0 1 0 0 0,0 0 0 0 0,0 0 0 0 0,0 0 0 0 0,0-1 0 0 0,0 1 0 0 0,0 0 0 0 0,0 0 0 0 0,0 0 0 0 0,0-1 0 0 0,0 1 0 0 0,0 0 0 0 0,0 0 0 0 0,0 0 0 0 0,0-1 0 0 0,0 1 0 0 0,0 0-1 0 0,-1 0 1 0 0,1 0 0 0 0,0 0 0 0 0,0-1 0 0 0,0 1 0 0 0,0 0 0 0 0,0 0 0 0 0,0 0 0 0 0,-1 0 0 0 0,1-1 0 0 0,0 1 0 0 0,0 0 0 0 0,0 0 0 0 0,0 0 0 0 0,-1 0 0 0 0,1 0 0 0 0,0 0 0 0 0,0 0 0 0 0,0 0 0 0 0,-1 0 0 0 0,1 0 0 0 0,0 0 0 0 0,0 0 0 0 0,0 0 0 0 0,-1 0 0 0 0,1 0 0 0 0,0 0-1 0 0,0 0 1 0 0,-6-1 229 0 0,-12-1 441 0 0,1-1 0 0 0,-28-8 0 0 0,45 9 30 0 0,-1 1-650 0 0,7-2-88 0 0,12-2 4 0 0,50-6 13 0 0,-38 7 40 0 0,-24 4-49 0 0,33-3 4 0 0,6 5 60 0 0,16-2-54 0 0,47 8 158 0 0,-11 3-91 0 0,-87-12-51 0 0,40 9 7 0 0,11 5 43 0 0,25 2 127 0 0,160 8-1 0 0,45-36 1528 0 0,-276 13-1473 0 0,1 2 0 0 0,-1-1-1 0 0,17 5 1 0 0,-16-2-142 0 0,0-2 1 0 0,1 0 0 0 0,17 0-1 0 0,16-5 179 0 0,0-1 0 0 0,61-15 0 0 0,-86 15-231 0 0,-19 4-64 0 0,34-3 52 0 0,5 5-87 0 0,316 18 1780 0 0,-214-25-655 0 0,-123 3-914 0 0,0-1 0 0 0,0-1 0 0 0,-1-1 0 0 0,27-9-1 0 0,-39 10-135 0 0,1 0 0 0 0,0 1 0 0 0,1 0-1 0 0,-1 1 1 0 0,0 0 0 0 0,16 1 0 0 0,28-4-9 0 0,142 1 242 0 0,-15 0-5 0 0,154-27-98 0 0,-249 28-200 0 0,166 13-1 0 0,-28 2 16 0 0,130-12-81 0 0,-205-8 93 0 0,-31 16-80 0 0,92-3 80 0 0,24-5-80 0 0,5 0 80 0 0,-226 1-7 0 0,60-9-66 0 0,-74 8 73 0 0,32-4 21 0 0,0 2 0 0 0,39 2 0 0 0,-60 0-17 0 0,44 8 22 0 0,-51-8 1 0 0,-10 1-827 0 0,-121 22-9018 0 0,-15 16-2735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09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52 2081 0 0,'-4'-26'5397'0'0,"-11"19"-2642"0"0,9 6-2917 0 0,6 1 261 0 0,0 0-1 0 0,-1 0 0 0 0,1 0 0 0 0,0 0 1 0 0,-1 0-1 0 0,1-1 0 0 0,0 1 0 0 0,0 0 1 0 0,-1 0-1 0 0,1 0 0 0 0,0-1 0 0 0,0 1 1 0 0,-1 0-1 0 0,1 0 0 0 0,0-1 0 0 0,0 1 1 0 0,0 0-1 0 0,0-1 0 0 0,-1 1 0 0 0,1 0 1 0 0,0 0-1 0 0,0-1 0 0 0,0 1 0 0 0,0 0 1 0 0,0-1-1 0 0,0 1 0 0 0,0 0 0 0 0,0-1 1 0 0,0 1-1 0 0,0 0 0 0 0,0-1 1 0 0,0 1-1 0 0,0 0 0 0 0,0-1 0 0 0,0 1 1 0 0,0-1-1 0 0,0 1 47 0 0,1 0 0 0 0,-1 0 0 0 0,0 0 0 0 0,0-1 0 0 0,0 1 0 0 0,0 0 0 0 0,0 0 1 0 0,0-1-1 0 0,0 1 0 0 0,0 0 0 0 0,0-1 0 0 0,0 1 0 0 0,0 0 0 0 0,0 0 0 0 0,0-1 0 0 0,0 1 0 0 0,0 0 0 0 0,0 0 1 0 0,-1 0-1 0 0,1-1 0 0 0,0 1 0 0 0,0 0 0 0 0,0 0 0 0 0,0-1 0 0 0,0 1 0 0 0,-1 0 0 0 0,1 0 0 0 0,0 0 0 0 0,0-1 1 0 0,0 1-1 0 0,0 0 0 0 0,-1 0 0 0 0,1 0 0 0 0,0 0 0 0 0,0 0 0 0 0,-1 0 0 0 0,1-1 0 0 0,0 1 0 0 0,0 0 0 0 0,-1 0 1 0 0,1 0-1 0 0,0 0 0 0 0,0 0 0 0 0,-1 0 0 0 0,-19 0 28 0 0,15 1-26 0 0,5 0-147 0 0,0 0 1 0 0,0 0-1 0 0,1 0 0 0 0,-1 0 1 0 0,0 0-1 0 0,0-1 0 0 0,1 1 1 0 0,-1 0-1 0 0,1 0 0 0 0,-1 0 1 0 0,1-1-1 0 0,-1 1 0 0 0,1 0 0 0 0,-1-1 1 0 0,1 1-1 0 0,0 0 0 0 0,-1-1 1 0 0,1 1-1 0 0,0-1 0 0 0,-1 1 1 0 0,1-1-1 0 0,0 1 0 0 0,0-1 1 0 0,0 0-1 0 0,-1 1 0 0 0,1-1 1 0 0,0 0-1 0 0,0 0 0 0 0,0 1 0 0 0,0-1 1 0 0,0 0-1 0 0,0 0 0 0 0,1 0 1 0 0,1 1 1 0 0,37 32 12 0 0,-6-14 50 0 0,-2 1 1 0 0,0 2-1 0 0,-2 2 1 0 0,0 0-1 0 0,44 48 1 0 0,-39-41 30 0 0,-28-27-97 0 0,-1 1 0 0 0,0 0 0 0 0,-1 0 0 0 0,1 0 0 0 0,-1 1 1 0 0,0-1-1 0 0,4 8 0 0 0,2 9-47 0 0,14 20 98 0 0,-19-35-24 0 0,35 41 76 0 0,63 59-1 0 0,-95-100-83 0 0,1 0 1 0 0,0-1-1 0 0,0 1 0 0 0,1-2 0 0 0,-1 0 0 0 0,1 0 0 0 0,1-1 0 0 0,-1 0 0 0 0,23 3 0 0 0,-28-6 27 0 0,0 0 0 0 0,0-1 0 0 0,1 1 0 0 0,-1-2 1 0 0,0 1-1 0 0,0-1 0 0 0,0 1 0 0 0,10-4 0 0 0,-14 3-13 0 0,1 0 1 0 0,0 0-1 0 0,0 0 1 0 0,0-1-1 0 0,-1 1 1 0 0,1-1-1 0 0,-1 0 1 0 0,1 0-1 0 0,-1 1 1 0 0,0-2-1 0 0,0 1 0 0 0,1 0 1 0 0,-2 0-1 0 0,1-1 1 0 0,0 1-1 0 0,0-1 1 0 0,1-3-1 0 0,12-46 143 0 0,15-18-19 0 0,24-64 75 0 0,-48 115-179 0 0,0 0 1 0 0,-2 0-1 0 0,0-1 1 0 0,-1 0-1 0 0,1-24 0 0 0,-4-86 269 0 0,0 129-314 0 0,0-1 0 0 0,1 1 0 0 0,-1 0-1 0 0,1-1 1 0 0,-1 1 0 0 0,1 0-1 0 0,-1 0 1 0 0,1 0 0 0 0,0 0-1 0 0,0 0 1 0 0,-1 0 0 0 0,1 0 0 0 0,0 0-1 0 0,0 0 1 0 0,0 0 0 0 0,0 0-1 0 0,0 0 1 0 0,0 0 0 0 0,1 1-1 0 0,-1-1 1 0 0,0 0 0 0 0,2 0-1 0 0,-6 1 84 0 0,-9 3-122 0 0,11-2-176 0 0,0 1 0 0 0,0-1 0 0 0,0 1 0 0 0,1-1 0 0 0,-1 1 0 0 0,1 0 0 0 0,-1 0 0 0 0,1-1 0 0 0,-1 1 0 0 0,1 0 0 0 0,0 0 0 0 0,0-1 0 0 0,0 1 0 0 0,0 0 0 0 0,0 0 0 0 0,0-1 0 0 0,1 4 0 0 0,0 0-1151 0 0,-1 44-9578 0 0,0-24 6015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11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113 318 1361 0 0,'6'-19'4198'0'0,"7"11"-3308"0"0,-13 8-912 0 0,-14 0 892 0 0,9-13 3420 0 0,5-16-2810 0 0,0 28-1208 0 0,-1-20 649 0 0,1 16-771 0 0,-1 0 0 0 0,1 0 1 0 0,0 0-1 0 0,0 0 1 0 0,0 0-1 0 0,0 0 0 0 0,1 0 1 0 0,0 1-1 0 0,0-1 1 0 0,3-8-1 0 0,4 0 46 0 0,-5 10-117 0 0,-1 0-1 0 0,-1 0 1 0 0,1 0-1 0 0,0 0 1 0 0,-1 0-1 0 0,1-1 1 0 0,-1 1-1 0 0,0-1 1 0 0,0 1-1 0 0,0-1 1 0 0,-1 1-1 0 0,1-1 1 0 0,-1 0-1 0 0,0-6 1 0 0,0-61 1108 0 0,0 69-1189 0 0,1 1 0 0 0,-1-1-1 0 0,1 1 1 0 0,0 0 0 0 0,0 0-1 0 0,-1-1 1 0 0,1 1 0 0 0,0 0 0 0 0,0 0-1 0 0,0 0 1 0 0,1 0 0 0 0,-1 0-1 0 0,0 0 1 0 0,0 0 0 0 0,0 0 0 0 0,1 1-1 0 0,-1-1 1 0 0,0 0 0 0 0,1 1-1 0 0,-1-1 1 0 0,1 1 0 0 0,-1-1 0 0 0,0 1-1 0 0,1 0 1 0 0,-1 0 0 0 0,1 0-1 0 0,-1 0 1 0 0,1 0 0 0 0,1 0 0 0 0,51-1-237 0 0,-42 2 187 0 0,0 1 1 0 0,-1 1-1 0 0,1-1 0 0 0,-1 2 0 0 0,0-1 0 0 0,1 2 0 0 0,-2-1 0 0 0,15 9 0 0 0,-24-10 52 0 0,0 0-1 0 0,0 0 0 0 0,0-1 1 0 0,0 1-1 0 0,0 0 0 0 0,-1 0 1 0 0,1 0-1 0 0,-1 0 0 0 0,0 0 1 0 0,0 0-1 0 0,0 0 0 0 0,0 0 1 0 0,-1 0-1 0 0,1-1 0 0 0,-1 1 1 0 0,0 0-1 0 0,0 0 0 0 0,0 0 1 0 0,-1 2-1 0 0,-4 3 91 0 0,1-1 0 0 0,-2 0-1 0 0,1 0 1 0 0,-1-1 0 0 0,0 0 0 0 0,0 0-1 0 0,-1 0 1 0 0,0-1 0 0 0,0 0-1 0 0,-13 6 1 0 0,3-3 197 0 0,-1-1 0 0 0,0 0 0 0 0,-36 8-1 0 0,53-15-257 0 0,1 1-1 0 0,-1-1 1 0 0,1 0-1 0 0,-1 0 1 0 0,1 0-1 0 0,-1 0 0 0 0,0 0 1 0 0,1 0-1 0 0,-1 0 1 0 0,1-1-1 0 0,-1 1 0 0 0,1 0 1 0 0,-1-1-1 0 0,1 1 1 0 0,-1-1-1 0 0,1 0 1 0 0,0 1-1 0 0,-1-1 0 0 0,1 0 1 0 0,0 0-1 0 0,0 0 1 0 0,-3-2-1 0 0,9 1 52 0 0,5-1-79 0 0,-1 0 1 0 0,1 1-1 0 0,0 0 0 0 0,0 1 1 0 0,-1 0-1 0 0,1 1 0 0 0,11 0 1 0 0,1 1-13 0 0,7-2-80 0 0,-1 1 0 0 0,1 2 0 0 0,-1 1-1 0 0,0 1 1 0 0,41 12 0 0 0,-60-14 42 0 0,0 1 0 0 0,0 0 1 0 0,-1 0-1 0 0,1 1 0 0 0,-1 0 0 0 0,14 10 0 0 0,-20-12 46 0 0,0-1 0 0 0,0 0-1 0 0,-1 1 1 0 0,1-1 0 0 0,-1 1 0 0 0,1 0 0 0 0,-1-1 0 0 0,0 1 0 0 0,0 0-1 0 0,0 0 1 0 0,0 0 0 0 0,0 0 0 0 0,0 0 0 0 0,0 0 0 0 0,-1 0-1 0 0,1 0 1 0 0,-1 0 0 0 0,1 1 0 0 0,-1-1 0 0 0,0 0 0 0 0,0 0-1 0 0,0 0 1 0 0,0 0 0 0 0,0 1 0 0 0,0-1 0 0 0,-1 0 0 0 0,1 0-1 0 0,-1 0 1 0 0,0 0 0 0 0,-1 4 0 0 0,-1-1 39 0 0,0 0 0 0 0,0-1 0 0 0,0 1 0 0 0,-1-1-1 0 0,0 0 1 0 0,0 1 0 0 0,0-2 0 0 0,0 1 0 0 0,0 0 0 0 0,-1-1 0 0 0,0 0 0 0 0,0 0 0 0 0,0 0 0 0 0,-9 3-1 0 0,-8 3 131 0 0,-1-2-1 0 0,-23 6 1 0 0,36-11-121 0 0,-8 4-54 0 0,1-2-1 0 0,-1-1 0 0 0,0 0 0 0 0,0-1 1 0 0,-1-1-1 0 0,1 0 0 0 0,0-2 0 0 0,0 0 0 0 0,0-1 1 0 0,-1-1-1 0 0,2 0 0 0 0,-1-2 0 0 0,0 0 0 0 0,-32-14 1 0 0,44 16-258 0 0,0 0 1 0 0,1-1-1 0 0,-1 1 0 0 0,1-1 1 0 0,-10-8-1 0 0,13 10-23 0 0,1 1-1 0 0,0-1 1 0 0,-1 0 0 0 0,1 0 0 0 0,0 1-1 0 0,0-1 1 0 0,0 0 0 0 0,0 0-1 0 0,0 0 1 0 0,1 0 0 0 0,-1 0-1 0 0,1 0 1 0 0,-1-1 0 0 0,1 1-1 0 0,0 0 1 0 0,0 0 0 0 0,0 0 0 0 0,0 0-1 0 0,0 0 1 0 0,0-1 0 0 0,0 1-1 0 0,1 0 1 0 0,-1 0 0 0 0,2-2-1 0 0,23-47-9513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11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51 1921 0 0,'-23'-9'4700'0'0,"0"1"0"0"0,-45-11 4548 0 0,91 12-9194 0 0,219 1-1802 0 0,-177 4-4986 0 0,-40 3-671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12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 1441 0 0,'-30'0'6162'0'0,"0"5"1842"0"0,60-5-5683 0 0,0 0-2001 0 0,1 8-160 0 0,29-2-80 0 0,0 7 81 0 0,1-7 79 0 0,-1 0 80 0 0,31 7-240 0 0,-61-7-1121 0 0,0 0-2480 0 0,0 1-1602 0 0,-30-1 321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26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4368 426 560 0 0,'0'-1'110'0'0,"0"0"0"0"0,0 0 0 0 0,0 0 0 0 0,0 0 0 0 0,0 0 0 0 0,0 0 0 0 0,0 0 1 0 0,1 0-1 0 0,-1 0 0 0 0,0 0 0 0 0,1 0 0 0 0,-1 0 0 0 0,1 0 0 0 0,-1 0 0 0 0,1 1 0 0 0,-1-1 0 0 0,1 0 0 0 0,0 0 0 0 0,-1 1 0 0 0,1-1 0 0 0,0 0 0 0 0,0 1 0 0 0,-1-1 0 0 0,1 0 0 0 0,0 1 0 0 0,0-1 0 0 0,0 1 0 0 0,0 0 0 0 0,0-1 0 0 0,0 1 0 0 0,0 0 0 0 0,0-1 0 0 0,0 1 0 0 0,0 0 0 0 0,1 0 0 0 0,1-1-109 0 0,2 0 1947 0 0,-5 10-1339 0 0,1-20-492 0 0,-1 9-111 0 0,0-1 0 0 0,0 1 0 0 0,0 0 0 0 0,-1-1 1 0 0,1 1-1 0 0,0 0 0 0 0,-1-1 0 0 0,1 1 0 0 0,-1 0 1 0 0,0 0-1 0 0,-1-3 0 0 0,-18-5 21 0 0,-11-3 53 0 0,21 5-14 0 0,-10 3-52 0 0,-220-61 853 0 0,59 5-787 0 0,140 49-80 0 0,30 13 0 0 0,2 1 0 0 0,-3-1 5 0 0,0 0 1 0 0,0 0-1 0 0,0 1 1 0 0,0 1-1 0 0,0 0 1 0 0,1 0-1 0 0,-1 2 1 0 0,1-1-1 0 0,-14 8 1 0 0,-3 5 113 0 0,-49 38 0 0 0,47-29-92 0 0,25-14-14 0 0,4-13 0 0 0,0 0-1 0 0,1 0 0 0 0,-1 0 0 0 0,0 0 1 0 0,0 0-1 0 0,1 0 0 0 0,-1 0 1 0 0,0 0-1 0 0,0 1 0 0 0,0-1 0 0 0,0 0 1 0 0,0 1-1 0 0,0-1 0 0 0,0 1 1 0 0,-1-1-1 0 0,1 1 0 0 0,0-1 1 0 0,0 1-1 0 0,-2-1 0 0 0,-29-7 56 0 0,30 8-62 0 0,-65-13 100 0 0,30 6 1 0 0,-40-12 1 0 0,44 11-73 0 0,-1 0 1 0 0,-1 2-1 0 0,1 2 1 0 0,-1 1-1 0 0,-35 1 1 0 0,58 4-23 0 0,7-3-32 0 0,-44-19 265 0 0,-61-30-139 0 0,109 50-106 0 0,1 0-1 0 0,0 0 1 0 0,0-1 0 0 0,0 1-1 0 0,0 0 1 0 0,-1 0 0 0 0,1 0-1 0 0,0 0 1 0 0,0 0 0 0 0,0 0-1 0 0,0 0 1 0 0,-1 0 0 0 0,1 0-1 0 0,0 0 1 0 0,0 0 0 0 0,0-1-1 0 0,0 1 1 0 0,0 0 0 0 0,0 0-1 0 0,-1 0 1 0 0,1 0 0 0 0,0 0-1 0 0,0-1 1 0 0,0 1 0 0 0,0 0-1 0 0,0 0 1 0 0,0 0 0 0 0,0 0-1 0 0,0-1 1 0 0,0 1 0 0 0,0 0-1 0 0,0 0 1 0 0,0 0 0 0 0,0 0-1 0 0,0-1 1 0 0,0 1 0 0 0,0 0-1 0 0,0 0 1 0 0,0 0 0 0 0,0-1 0 0 0,0 1-1 0 0,0 0 1 0 0,0 0 0 0 0,0 0-1 0 0,0 0 1 0 0,0 0 0 0 0,0-1-1 0 0,0 1 1 0 0,1 0 0 0 0,-3-6 25 0 0,-29 1-19 0 0,-6 2-7 0 0,29 5-2 0 0,5 0 3 0 0,1-1 0 0 0,0 0 0 0 0,-1-1 0 0 0,1 1 0 0 0,0 0 0 0 0,-1-1 0 0 0,1 1 0 0 0,-1-1 0 0 0,1 0 0 0 0,-1 0 0 0 0,1 0 0 0 0,-1 0 0 0 0,1 0 0 0 0,-4-2 0 0 0,-207 19 247 0 0,90-4-163 0 0,-301 6-258 0 0,-227 23 253 0 0,97 4 61 0 0,448-46-116 0 0,1-4 0 0 0,-1-5-1 0 0,-124-27 1 0 0,-6-24 42 0 0,234 60-67 0 0,0-1 0 0 0,0 1 0 0 0,0 0 0 0 0,0-1 1 0 0,0 1-1 0 0,1-1 0 0 0,-1 1 0 0 0,0-1 0 0 0,0 0 0 0 0,1 0 1 0 0,-1 0-1 0 0,0 0 0 0 0,1 0 0 0 0,-1 0 0 0 0,1 0 0 0 0,-1 0 1 0 0,1-1-1 0 0,0 1 0 0 0,-1-1 0 0 0,-1-2 0 0 0,4 2-1 0 0,1 0 0 0 0,-1 1 0 0 0,0-1 0 0 0,1 1 0 0 0,-1-1 0 0 0,1 1 0 0 0,-1-1 0 0 0,1 1 0 0 0,0 0 0 0 0,0 0 0 0 0,-1 0 0 0 0,1 0 0 0 0,0 0 0 0 0,0 0 0 0 0,0 1 0 0 0,4-2 0 0 0,15-7-24 0 0,37-16-202 0 0,2 2 0 0 0,72-18 0 0 0,74-3-414 0 0,-197 42 605 0 0,-1 0-1 0 0,1 1 0 0 0,0 0 0 0 0,1 1 1 0 0,-1 0-1 0 0,9 1 0 0 0,-16-1 31 0 0,0 0-1 0 0,0 0 0 0 0,0 1 0 0 0,0-1 1 0 0,0 1-1 0 0,0 0 0 0 0,0-1 0 0 0,0 1 1 0 0,-1 0-1 0 0,1 0 0 0 0,0 0 0 0 0,-1 0 0 0 0,1 0 1 0 0,0 1-1 0 0,-1-1 0 0 0,0 0 0 0 0,1 1 1 0 0,-1-1-1 0 0,0 1 0 0 0,1-1 0 0 0,-1 1 1 0 0,0 0-1 0 0,0 0 0 0 0,-1-1 0 0 0,1 1 1 0 0,0 0-1 0 0,0 0 0 0 0,-1 0 0 0 0,1 0 0 0 0,-1 0 1 0 0,0 0-1 0 0,0 0 0 0 0,0 0 0 0 0,0 3 1 0 0,1 5-19 0 0,-2 1 1 0 0,1 0-1 0 0,-1-1 0 0 0,-1 1 1 0 0,0 0-1 0 0,0-1 1 0 0,-1 0-1 0 0,-1 0 1 0 0,0 0-1 0 0,0 0 0 0 0,-1 0 1 0 0,0-1-1 0 0,0 0 1 0 0,-1 0-1 0 0,0 0 0 0 0,-1-1 1 0 0,0 0-1 0 0,-15 14 1 0 0,4-8 56 0 0,-1 0 0 0 0,-1-1 0 0 0,0-1 0 0 0,-23 10 0 0 0,37-20 36 0 0,5-2-41 0 0,0 0 1 0 0,0 1-1 0 0,0-1 1 0 0,0 0-1 0 0,-1 1 1 0 0,1-1-1 0 0,0 1 1 0 0,0-1-1 0 0,0 1 1 0 0,0-1-1 0 0,0 1 1 0 0,0 0-1 0 0,0 0 1 0 0,0 0-1 0 0,1-1 0 0 0,-1 1 1 0 0,0 0-1 0 0,0 0 1 0 0,1 0-1 0 0,-1 0 1 0 0,0 0-1 0 0,1 0 1 0 0,-1 0-1 0 0,1 0 1 0 0,-1 1-1 0 0,1-1 1 0 0,0 0-1 0 0,-1 0 1 0 0,1 0-1 0 0,0 0 0 0 0,0 3 1 0 0,41-12-62 0 0,-22 5 68 0 0,24-5-26 0 0,47-2 0 0 0,-17 3-11 0 0,17 5 17 0 0,-70 1 38 0 0,-50 4 202 0 0,-27 4-112 0 0,1 2-1 0 0,0 3 1 0 0,0 2-1 0 0,-90 37 0 0 0,136-46-144 0 0,1-1-1 0 0,0 1 1 0 0,1 1-1 0 0,-1 0 1 0 0,1 0-1 0 0,0 0 1 0 0,0 1-1 0 0,1 0 0 0 0,0 1 1 0 0,0-1-1 0 0,1 2 1 0 0,0-1-1 0 0,0 0 1 0 0,-7 16-1 0 0,10-19 8 0 0,1-1 1 0 0,0 1-1 0 0,0-1 1 0 0,0 1-1 0 0,1 0 0 0 0,-1-1 1 0 0,1 1-1 0 0,0 0 1 0 0,1 0-1 0 0,-1 0 0 0 0,1 0 1 0 0,0 0-1 0 0,0 0 1 0 0,2 8-1 0 0,-2-11-7 0 0,1 0 1 0 0,0-1-1 0 0,0 1 1 0 0,0 0-1 0 0,0 0 1 0 0,0-1-1 0 0,1 1 1 0 0,-1 0-1 0 0,0-1 1 0 0,1 1-1 0 0,-1-1 1 0 0,1 0-1 0 0,0 1 1 0 0,3 1-1 0 0,-1-1-4 0 0,1 1 0 0 0,0-1 1 0 0,1 0-1 0 0,-1-1 0 0 0,0 1 0 0 0,1-1 0 0 0,6 1 0 0 0,179 8 21 0 0,-85-7-14 0 0,-57 4-14 0 0,-1 3 1 0 0,0 1 0 0 0,-1 2-1 0 0,82 35 1 0 0,153 61-80 0 0,-52-15 39 0 0,-229-94 54 0 0,1 0 2 0 0,-1 1-1 0 0,1-1 1 0 0,0 0-1 0 0,-1 1 1 0 0,1 0-1 0 0,0-1 1 0 0,-1 1 0 0 0,1 0-1 0 0,-1 0 1 0 0,1 0-1 0 0,-1 0 1 0 0,1 0-1 0 0,-1 0 1 0 0,0 0-1 0 0,1 0 1 0 0,-1 1-1 0 0,0-1 1 0 0,0 1 0 0 0,0-1-1 0 0,0 0 1 0 0,0 1-1 0 0,0 0 1 0 0,-1-1-1 0 0,1 1 1 0 0,1 3-1 0 0,-2-4-4 0 0,0 0 0 0 0,1-1 0 0 0,0 1 1 0 0,-1 0-1 0 0,1 0 0 0 0,-1 0 0 0 0,1-1 0 0 0,0 1 0 0 0,-1 0 0 0 0,1-1 0 0 0,0 1 0 0 0,0-1 0 0 0,0 1 0 0 0,-1-1 0 0 0,1 1 0 0 0,0-1 0 0 0,0 1 0 0 0,0-1 0 0 0,0 0 0 0 0,0 0 0 0 0,0 1 1 0 0,0-1-1 0 0,1 0 0 0 0,31 6 7 0 0,-25-5-18 0 0,83 12-52 0 0,-7-7 66 0 0,-50-4 0 0 0,64 11 0 0 0,-83-10-2 0 0,146 36-10 0 0,-138-34-21 0 0,0 0 0 0 0,1-2 0 0 0,36 1 0 0 0,-20-2 5 0 0,4 1 17 0 0,0-2 1 0 0,1-2-1 0 0,-1-2 0 0 0,51-10 1 0 0,7-4 247 0 0,141-6 0 0 0,-111 14-151 0 0,326-56 208 0 0,-401 55-251 0 0,0 2 0 0 0,1 3 1 0 0,96 3-1 0 0,-76 8-68 0 0,-61-4 16 0 0,0 0 0 0 0,0-1 0 0 0,0-1-1 0 0,0 0 1 0 0,31-5 0 0 0,4-6 21 0 0,-3 1 22 0 0,56-19 0 0 0,-104 28-33 0 0,-1 1 0 0 0,0 0 0 0 0,1 0 1 0 0,-1 0-1 0 0,0-1 0 0 0,1 1 0 0 0,-1 0 0 0 0,0 0 0 0 0,1-1 0 0 0,-1 1 1 0 0,0 0-1 0 0,1-1 0 0 0,-1 1 0 0 0,0 0 0 0 0,0-1 0 0 0,0 1 0 0 0,1-1 1 0 0,-1 1-1 0 0,0 0 0 0 0,0-1 0 0 0,0 1 0 0 0,0-1 0 0 0,0 1 0 0 0,1 0 1 0 0,-1-1-1 0 0,0 1 0 0 0,0-2 0 0 0,3-7 34 0 0,8 0-14 0 0,0 1 5 0 0,-1-1-1 0 0,-1 0 0 0 0,1-1 0 0 0,-2 1 1 0 0,14-19-1 0 0,-13 8 52 0 0,1 1-1 0 0,0 1 1 0 0,21-27 0 0 0,-30 42-72 0 0,0 1 0 0 0,0 0 1 0 0,0-1-1 0 0,0 0 0 0 0,0 1 0 0 0,0-1 1 0 0,-1 1-1 0 0,0-1 0 0 0,1 0 0 0 0,-1 1 1 0 0,0-1-1 0 0,0 0 0 0 0,-1 1 0 0 0,1-1 1 0 0,0 0-1 0 0,-1 1 0 0 0,0-1 0 0 0,1 0 1 0 0,-1 1-1 0 0,0-1 0 0 0,0 1 0 0 0,-1 0 1 0 0,1-1-1 0 0,0 1 0 0 0,-1 0 0 0 0,0 0 1 0 0,1 0-1 0 0,-1 0 0 0 0,0 0 1 0 0,0 0-1 0 0,0 0 0 0 0,-3-2 0 0 0,3 3-3 0 0,-10-6-28 0 0,1 0-1 0 0,0-1 1 0 0,0-1-1 0 0,-12-11 1 0 0,20 16-78 0 0,0 0-1 0 0,1 1 1 0 0,-1-1-1 0 0,1 0 1 0 0,0 0 0 0 0,0-1-1 0 0,0 1 1 0 0,1 0-1 0 0,-1-1 1 0 0,1 1-1 0 0,0-1 1 0 0,0 1 0 0 0,1-1-1 0 0,-1 1 1 0 0,1-8-1 0 0,0 11 21 0 0,0 1 0 0 0,0-1 0 0 0,0 0-1 0 0,0 0 1 0 0,0 0 0 0 0,0 1-1 0 0,-1-1 1 0 0,1 0 0 0 0,0 0-1 0 0,-1 1 1 0 0,1-1 0 0 0,0 0-1 0 0,-1 0 1 0 0,1 1 0 0 0,-1-1-1 0 0,1 0 1 0 0,-1 1 0 0 0,1-1-1 0 0,-1 1 1 0 0,0-1 0 0 0,1 1 0 0 0,-1-1-1 0 0,0 1 1 0 0,1-1 0 0 0,-1 1-1 0 0,0 0 1 0 0,0-1 0 0 0,1 1-1 0 0,-1 0 1 0 0,0 0 0 0 0,0-1-1 0 0,0 1 1 0 0,1 0 0 0 0,-2 0-1 0 0,-15-6-1472 0 0,-38-27-3579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59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34 3201 0 0,'0'0'2895'0'0,"0"0"-2842"0"0,0 0 0 0 0,1 1-1 0 0,-1-1 1 0 0,0 0 0 0 0,0 1-1 0 0,0-1 1 0 0,0 0 0 0 0,0 1-1 0 0,0-1 1 0 0,0 1 0 0 0,0-1 0 0 0,0 0-1 0 0,0 1 1 0 0,0-1 0 0 0,0 0-1 0 0,0 1 1 0 0,0-1 0 0 0,0 1 0 0 0,0-1-1 0 0,0 0 1 0 0,0 1 0 0 0,-1-1-1 0 0,1 0 1 0 0,0 1 0 0 0,0-1 0 0 0,0 0-1 0 0,0 1 1 0 0,-1-1 0 0 0,1 0-1 0 0,0 0 1 0 0,-1 1 0 0 0,1-1-1 0 0,0 0 1 0 0,0 0 0 0 0,-1 1 0 0 0,1-1-1 0 0,0 0 1 0 0,-1 0 0 0 0,1 0-1 0 0,-1 1 1 0 0,-18 7 954 0 0,38-4 200 0 0,-8-6 1207 0 0,13-4-1914 0 0,1-1-439 0 0,14-9 231 0 0,-23 8-264 0 0,-11 2-28 0 0,-5 2 14 0 0,0 3 52 0 0,0-2 47 0 0,0 3-109 0 0,0 0-1 0 0,0 0 1 0 0,0 0-1 0 0,0 0 1 0 0,0 0-1 0 0,0-1 0 0 0,0 1 1 0 0,0 0-1 0 0,0 0 1 0 0,0 0-1 0 0,0 0 1 0 0,0-1-1 0 0,0 1 1 0 0,0 0-1 0 0,0 0 1 0 0,0 0-1 0 0,0 0 0 0 0,0-1 1 0 0,0 1-1 0 0,0 0 1 0 0,0 0-1 0 0,0 0 1 0 0,0 0-1 0 0,0 0 1 0 0,0-1-1 0 0,0 1 0 0 0,0 0 1 0 0,-1 0-1 0 0,1 0 1 0 0,0 0-1 0 0,0 0 1 0 0,0 0-1 0 0,0-1 1 0 0,0 1-1 0 0,0 0 1 0 0,0 0-1 0 0,-1 0 0 0 0,1 0 1 0 0,0 0-1 0 0,0 0 1 0 0,0 0-1 0 0,0 0 1 0 0,-1 0-1 0 0,1 0 1 0 0,0 0-1 0 0,0 0 1 0 0,0 0-1 0 0,0 0 0 0 0,0 0 1 0 0,-1 0-1 0 0,1 0 1 0 0,0 0-1 0 0,0 0 1 0 0,0 0-1 0 0,0 0 1 0 0,-1 0-1 0 0,1 0 1 0 0,0 0-1 0 0,0 0 0 0 0,-15 0 109 0 0,-200 6 780 0 0,178-3-786 0 0,0 2 0 0 0,1 1 0 0 0,-61 20 0 0 0,93-26-108 0 0,1 2-1 0 0,-1-1 1 0 0,1 0 0 0 0,-1 1-1 0 0,1-1 1 0 0,-1 1 0 0 0,1 0-1 0 0,0 0 1 0 0,0 1 0 0 0,0-1-1 0 0,0 1 1 0 0,1-1 0 0 0,-1 1-1 0 0,1 0 1 0 0,-1 0 0 0 0,1 0 0 0 0,0 0-1 0 0,0 0 1 0 0,-2 5 0 0 0,2 0-11 0 0,0 1 0 0 0,1-1 0 0 0,0 0 0 0 0,0 1 0 0 0,1-1 0 0 0,1 16 0 0 0,0 6 3 0 0,-1-26 11 0 0,0 1-1 0 0,1-1 1 0 0,0 1-1 0 0,0-1 1 0 0,0 0-1 0 0,0 1 1 0 0,1-1-1 0 0,0 0 1 0 0,0 0-1 0 0,0 0 0 0 0,0 0 1 0 0,1 0-1 0 0,-1-1 1 0 0,1 1-1 0 0,0-1 1 0 0,0 0-1 0 0,0 1 1 0 0,0-1-1 0 0,1-1 1 0 0,0 1-1 0 0,5 3 1 0 0,29 28 135 0 0,-29-26-114 0 0,1 0 1 0 0,0 0-1 0 0,0-1 1 0 0,0 0-1 0 0,1-1 1 0 0,0 0-1 0 0,0-1 1 0 0,0 0-1 0 0,1-1 1 0 0,0 0-1 0 0,14 2 1 0 0,6 1 7 0 0,0-3 0 0 0,53 2 0 0 0,-56-6-48 0 0,0-1 0 0 0,0-2-1 0 0,0 0 1 0 0,-1-2 0 0 0,1-2 0 0 0,-1 0 0 0 0,-1-2 0 0 0,28-13-1 0 0,-32 14-4 0 0,-12 3-8 0 0,1 0 1 0 0,-1-1-1 0 0,-1 0 0 0 0,1-1 0 0 0,-1 0 0 0 0,0 0 1 0 0,14-16-1 0 0,-19 18 47 0 0,0 0 0 0 0,0 0 1 0 0,-1 0-1 0 0,0-1 0 0 0,0 1 0 0 0,0-1 0 0 0,-1 0 1 0 0,0 0-1 0 0,0-1 0 0 0,-1 1 0 0 0,1-1 1 0 0,-1 1-1 0 0,-1-1 0 0 0,1 0 0 0 0,0-9 1 0 0,-2 13-6 0 0,0 0 1 0 0,-1 0 0 0 0,1 0 0 0 0,0 0 0 0 0,-1 0 0 0 0,0 0 0 0 0,0 0 0 0 0,0 1 0 0 0,0-1 0 0 0,0 0 0 0 0,0 1-1 0 0,-1-1 1 0 0,1 0 0 0 0,-1 1 0 0 0,0 0 0 0 0,-3-4 0 0 0,0-1-1 0 0,-5-12 49 0 0,10 19-53 0 0,0-1 0 0 0,-1 0 0 0 0,1 0 0 0 0,-1 0-1 0 0,1 0 1 0 0,0 0 0 0 0,-1 0 0 0 0,0 0 0 0 0,1 1 0 0 0,-1-1-1 0 0,1 0 1 0 0,-1 0 0 0 0,0 1 0 0 0,0-1 0 0 0,1 0 0 0 0,-1 1 0 0 0,0-1-1 0 0,0 1 1 0 0,0-1 0 0 0,0 1 0 0 0,0 0 0 0 0,0-1 0 0 0,0 1-1 0 0,1 0 1 0 0,-1-1 0 0 0,0 1 0 0 0,0 0 0 0 0,0 0 0 0 0,0 0-1 0 0,0 0 1 0 0,0 0 0 0 0,0 0 0 0 0,0 0 0 0 0,0 0 0 0 0,0 1-1 0 0,0-1 1 0 0,-2 1 0 0 0,-19 4 38 0 0,18 6 41 0 0,15 12 63 0 0,7 0 68 0 0,-1 0 0 0 0,22 43 0 0 0,-33-54 19 0 0,0 1 0 0 0,-1 0 0 0 0,0 1 0 0 0,-1-1 0 0 0,-1 1 0 0 0,0 0 0 0 0,-1 0 0 0 0,1 24 0 0 0,-3-2 446 0 0,1-2 104 0 0,-7 60 0 0 0,-14 8 228 0 0,10 0-67 0 0,-1-46-431 0 0,6-37-322 0 0,2 0 1 0 0,0 0-1 0 0,0 22 1 0 0,3 69-555 0 0,0-147-11019 0 0,0-26 2402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31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91 324 1201 0 0,'11'2'598'0'0,"-1"0"184"0"0,0 0 2533 0 0,-19-5 250 0 0,-13-6-2141 0 0,17 7-544 0 0,-75 9 3189 0 0,75-6-2055 0 0,10-2-1867 0 0,0-1-138 0 0,1 0 0 0 0,-1-1 0 0 0,1 1 1 0 0,-1-1-1 0 0,0 0 0 0 0,0 0 0 0 0,-1-1 0 0 0,1 0 0 0 0,-1 1 0 0 0,7-8 1 0 0,42-55-22 0 0,-16 19 30 0 0,-15 22 6 0 0,-14 17-20 0 0,0 0 0 0 0,-1 0 0 0 0,0-1 0 0 0,0 0 1 0 0,-1 0-1 0 0,9-19 0 0 0,-12 20-11 0 0,-3 6 4 0 0,1 0 0 0 0,-1 0 0 0 0,1 0 1 0 0,-1 0-1 0 0,1 0 0 0 0,0 0 0 0 0,0-1 0 0 0,0 2 0 0 0,0-1 1 0 0,1 0-1 0 0,-1 0 0 0 0,0 0 0 0 0,1 1 0 0 0,-1-1 0 0 0,1 0 1 0 0,0 1-1 0 0,-1 0 0 0 0,1-1 0 0 0,0 1 0 0 0,2-2 0 0 0,-3 3-5 0 0,-1 0 0 0 0,1 0 1 0 0,-1 0-1 0 0,1 0 0 0 0,-1-1 0 0 0,1 1 0 0 0,-1 0 0 0 0,0-1 0 0 0,1 1 0 0 0,-1 0 0 0 0,1-1 0 0 0,-1 1 1 0 0,0 0-1 0 0,0-1 0 0 0,1 1 0 0 0,-1-1 0 0 0,0 1 0 0 0,1 0 0 0 0,-1-1 0 0 0,0 1 0 0 0,0-1 0 0 0,0 1 1 0 0,0-1-1 0 0,1 1 0 0 0,-1-1 0 0 0,0 1 0 0 0,0-1 0 0 0,0 1 0 0 0,0-1 0 0 0,0 1 0 0 0,0-1 0 0 0,0 1 1 0 0,0-1-1 0 0,-1 1 0 0 0,1-1 0 0 0,0 1 0 0 0,0-1 0 0 0,0 1 0 0 0,0 0 0 0 0,-1-1 0 0 0,1 1 0 0 0,0-1 0 0 0,0 1 1 0 0,-1-1-1 0 0,1 0 0 0 0,-4 2-259 0 0,12 13 110 0 0,0-2 167 0 0,-2 1 0 0 0,0 0 0 0 0,0 0-1 0 0,-2 1 1 0 0,1-1 0 0 0,-2 1 0 0 0,3 18 0 0 0,1-3 45 0 0,-6-23-45 0 0,0 0 0 0 0,-1 0 0 0 0,1 0 0 0 0,-1 0 0 0 0,-1 1 0 0 0,1-1 0 0 0,-1 0 0 0 0,0 0 0 0 0,0-1 0 0 0,-1 1 0 0 0,1 0 0 0 0,-5 8 0 0 0,-4 20 33 0 0,6-15-18 0 0,2 1 0 0 0,1 0 1 0 0,0-1-1 0 0,3 23 0 0 0,-1 3 22 0 0,-1 152 567 0 0,-1-190-573 0 0,1 1 0 0 0,0-1 0 0 0,0 0 0 0 0,0 1 0 0 0,1-1 0 0 0,0 0-1 0 0,1 0 1 0 0,0 1 0 0 0,0-1 0 0 0,0-1 0 0 0,1 1 0 0 0,0 0 0 0 0,1-1 0 0 0,7 12 0 0 0,14 13-15 0 0,-24-30-54 0 0,0 1-1 0 0,0-1 0 0 0,1 0 0 0 0,-1 0 1 0 0,0 0-1 0 0,1 0 0 0 0,-1 0 0 0 0,1 0 1 0 0,-1 0-1 0 0,1 0 0 0 0,0 0 0 0 0,-1-1 1 0 0,1 1-1 0 0,0-1 0 0 0,-1 1 0 0 0,1-1 1 0 0,0 0-1 0 0,0 1 0 0 0,-1-1 0 0 0,1 0 1 0 0,0 0-1 0 0,0 0 0 0 0,-1-1 0 0 0,1 1 1 0 0,0 0-1 0 0,3-2 0 0 0,45-18-1035 0 0,-29 7-384 0 0,-1-1 1 0 0,1-1 0 0 0,-2-1-1 0 0,0 0 1 0 0,32-38 0 0 0,39-56-6184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32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33 1040 0 0,'0'-1'110'0'0,"0"0"0"0"0,0 0 0 0 0,0 1-1 0 0,0-1 1 0 0,0 0 0 0 0,0 0-1 0 0,0 0 1 0 0,0 0 0 0 0,0 0 0 0 0,1 1-1 0 0,-1-1 1 0 0,0 0 0 0 0,1 0-1 0 0,-1 0 1 0 0,0 1 0 0 0,1-1 0 0 0,-1 0-1 0 0,1 0 1 0 0,0 1 0 0 0,-1-1-1 0 0,1 1 1 0 0,-1-1 0 0 0,1 0-1 0 0,0 1 1 0 0,-1-1 0 0 0,1 1 0 0 0,0-1-1 0 0,0 1 1 0 0,-1 0 0 0 0,1-1-1 0 0,0 1 1 0 0,0 0 0 0 0,0 0 0 0 0,0-1-1 0 0,-1 1 1 0 0,2 0 0 0 0,5-2 192 0 0,-1-4 856 0 0,-12 5 1686 0 0,-15 4-2996 0 0,12-4-7032 0 0,-16 0 5676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32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325 141 560 0 0,'-3'-6'9240'0'0,"2"5"-9203"0"0,0 0 0 0 0,0 0 0 0 0,-1 1 0 0 0,1-1 0 0 0,0 0 0 0 0,0 1 0 0 0,0-1 0 0 0,-1 1 0 0 0,1-1 0 0 0,0 1 0 0 0,-1 0 0 0 0,1 0 0 0 0,0 0 0 0 0,-1-1-1 0 0,-2 2 1 0 0,9-1-17 0 0,-4 0-10 0 0,-1 0 0 0 0,1 0-1 0 0,0 0 1 0 0,-1 1-1 0 0,1-1 1 0 0,0 0 0 0 0,-1 0-1 0 0,1 0 1 0 0,0 0-1 0 0,-1 0 1 0 0,1-1 0 0 0,0 1-1 0 0,-1 0 1 0 0,1 0-1 0 0,0 0 1 0 0,-1 0-1 0 0,1-1 1 0 0,-1 1 0 0 0,1 0-1 0 0,0-1 1 0 0,-1 1-1 0 0,1 0 1 0 0,-1-1 0 0 0,1 1-1 0 0,-1-1 1 0 0,1 1-1 0 0,-1-1 1 0 0,1 1-1 0 0,-1-1 1 0 0,0 1 0 0 0,1-1-1 0 0,-1 0 1 0 0,0 1-1 0 0,1-1 1 0 0,-1 1 0 0 0,0-1-1 0 0,0 0 1 0 0,1 1-1 0 0,-1-1 1 0 0,0 0 0 0 0,0 1-1 0 0,0-1 1 0 0,0 0-1 0 0,0 1 1 0 0,0-1-1 0 0,0 0 1 0 0,0 0 0 0 0,0 0-5 0 0,0 1-1 0 0,0 0 1 0 0,0-1 0 0 0,0 1 0 0 0,0 0 0 0 0,0-1 0 0 0,1 1 0 0 0,-1-1 0 0 0,0 1 0 0 0,0 0 0 0 0,0-1 0 0 0,1 1 0 0 0,-1 0 0 0 0,0-1-1 0 0,1 1 1 0 0,-1 0 0 0 0,0 0 0 0 0,1-1 0 0 0,-1 1 0 0 0,0 0 0 0 0,1 0 0 0 0,-1 0 0 0 0,0-1 0 0 0,1 1 0 0 0,-1 0 0 0 0,1 0 0 0 0,-1 0-1 0 0,0 0 1 0 0,1 0 0 0 0,-1 0 0 0 0,1 0 0 0 0,-1 0 0 0 0,0 0 0 0 0,1 0 0 0 0,-1 0 0 0 0,1 0 0 0 0,0 0 2 0 0,0 0 1 0 0,-1 0-1 0 0,1 0 1 0 0,0 0-1 0 0,0 0 0 0 0,-1 0 1 0 0,1 0-1 0 0,0 0 1 0 0,-1-1-1 0 0,1 1 1 0 0,0 0-1 0 0,-1 0 1 0 0,1-1-1 0 0,0 1 1 0 0,-1 0-1 0 0,1-1 0 0 0,-1 1 1 0 0,1-1-1 0 0,0 1 1 0 0,-1-1-1 0 0,1 1 1 0 0,-1-1-1 0 0,0 1 1 0 0,1-1-1 0 0,-1 0 1 0 0,1 1-1 0 0,-1-1 0 0 0,0 1 1 0 0,1-1-1 0 0,-1 0 1 0 0,0 1-1 0 0,0-1 1 0 0,0 0-1 0 0,1 0 1 0 0,-1 1-1 0 0,0-1 0 0 0,0 0 1 0 0,0 1-1 0 0,0-2 1 0 0,0 1 9 0 0,0 1 1 0 0,-1-1 0 0 0,1 1-1 0 0,0 0 1 0 0,0-1-1 0 0,0 1 1 0 0,0-1-1 0 0,0 1 1 0 0,-1 0 0 0 0,1-1-1 0 0,0 1 1 0 0,0 0-1 0 0,-1-1 1 0 0,1 1-1 0 0,0 0 1 0 0,-1 0 0 0 0,1-1-1 0 0,0 1 1 0 0,-1 0-1 0 0,1 0 1 0 0,0-1-1 0 0,-1 1 1 0 0,1 0 0 0 0,0 0-1 0 0,-1 0 1 0 0,1 0-1 0 0,-1 0 1 0 0,1-1-1 0 0,0 1 1 0 0,-1 0 0 0 0,1 0-1 0 0,-1 0 1 0 0,1 0-1 0 0,0 0 1 0 0,-1 0-1 0 0,1 0 1 0 0,-1 1 0 0 0,-27 4 203 0 0,-23 14-30 0 0,9 2 183 0 0,-56 36-1 0 0,92-51-331 0 0,0-1 0 0 0,0 0 0 0 0,0 1 0 0 0,0 0 0 0 0,1 1 0 0 0,0-1 0 0 0,-5 9 0 0 0,-5 7 49 0 0,5-7 12 0 0,2 0-1 0 0,0 1 0 0 0,0-1 1 0 0,-9 31-1 0 0,13-33-80 0 0,3-10-23 0 0,0 0 0 0 0,0 1 0 0 0,1-1 0 0 0,0 1 0 0 0,-1-1 0 0 0,1 0 0 0 0,0 1 0 0 0,1-1 0 0 0,-1 1 0 0 0,1-1 0 0 0,-1 0 0 0 0,1 1 0 0 0,0-1 0 0 0,1 0 0 0 0,-1 0 0 0 0,0 0 0 0 0,1 1 0 0 0,3 3 0 0 0,0 1 0 0 0,1 0-1 0 0,0 0 1 0 0,0-1 0 0 0,1 0-1 0 0,11 9 1 0 0,-5-6 26 0 0,0-2 0 0 0,1 1 0 0 0,0-2-1 0 0,0 0 1 0 0,1 0 0 0 0,0-2 0 0 0,20 6 0 0 0,116 20 189 0 0,-113-25-200 0 0,-14-2-39 0 0,0-2 0 0 0,0 0 1 0 0,0-1-1 0 0,1-2 0 0 0,-1 0 0 0 0,27-6 1 0 0,-41 5 13 0 0,1 0 1 0 0,-1-1 0 0 0,1 0 0 0 0,-1 0 0 0 0,0-1-1 0 0,-1-1 1 0 0,1 0 0 0 0,-1 0 0 0 0,0-1 0 0 0,0 0-1 0 0,0 0 1 0 0,-1-1 0 0 0,0-1 0 0 0,0 1 0 0 0,-1-1-1 0 0,11-15 1 0 0,-14 16 16 0 0,0 0 0 0 0,0 0 0 0 0,-1 0 0 0 0,0 0 1 0 0,-1 0-1 0 0,0-1 0 0 0,0 1 0 0 0,0-1 0 0 0,-1 0 0 0 0,0 0 0 0 0,-1 1 0 0 0,1-1 0 0 0,-1 0 0 0 0,-1 0 0 0 0,0 0 0 0 0,-2-10 1 0 0,-3-6 23 0 0,-2 1 1 0 0,0-1 0 0 0,-24-43 0 0 0,24 52-3 0 0,-2 1-1 0 0,1 1 1 0 0,-2-1-1 0 0,1 1 1 0 0,-2 1 0 0 0,0 0-1 0 0,0 1 1 0 0,-1 0 0 0 0,0 1-1 0 0,-30-16 1 0 0,15 6 28 0 0,17 14-118 0 0,1 0 0 0 0,-1 0-1 0 0,0 1 1 0 0,-1 0 0 0 0,0 0 0 0 0,1 2-1 0 0,-1-1 1 0 0,0 2 0 0 0,-1 0 0 0 0,1 0-1 0 0,0 1 1 0 0,-1 0 0 0 0,1 1 0 0 0,0 1-1 0 0,-1 0 1 0 0,1 0 0 0 0,-24 7 0 0 0,35-8-31 0 0,0 1 0 0 0,0-1 0 0 0,0 0 0 0 0,0 0 0 0 0,-1 1 0 0 0,1-1 0 0 0,0 1 0 0 0,0-1 0 0 0,0 1 0 0 0,0 0 0 0 0,0-1 0 0 0,0 1 0 0 0,0 0 0 0 0,0-1 1 0 0,0 1-1 0 0,1 0 0 0 0,-1 0 0 0 0,0 0 0 0 0,0 0 0 0 0,1 0 0 0 0,-1 0 0 0 0,1 0 0 0 0,-1 0 0 0 0,1 0 0 0 0,-2 3 0 0 0,14 18-4218 0 0,-10-20 3649 0 0,3 14-4487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33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1 295 80 0 0,'4'-2'306'0'0,"1"1"-1"0"0,-1 0 1 0 0,1-1-1 0 0,-1 0 1 0 0,1 0-1 0 0,-1 0 1 0 0,0-1-1 0 0,0 0 1 0 0,0 1-1 0 0,0-1 1 0 0,-1-1-1 0 0,1 1 1 0 0,-1 0-1 0 0,0-1 1 0 0,0 0-1 0 0,0 0 1 0 0,0 0-1 0 0,0 0 1 0 0,-1 0-1 0 0,0 0 1 0 0,0-1-1 0 0,0 1 1 0 0,2-10-1 0 0,-1 5 56 0 0,1 0 0 0 0,1 0 0 0 0,0 0 0 0 0,8-11 1 0 0,-3 8-86 0 0,-3 2-112 0 0,0 1-1 0 0,1 1 1 0 0,0-1-1 0 0,18-13 0 0 0,-8 10-66 0 0,-13 9-68 0 0,0-1 1 0 0,0 1 0 0 0,0-1-1 0 0,-1 0 1 0 0,1-1 0 0 0,-1 1-1 0 0,5-7 1 0 0,-4 7-21 0 0,-1 0 0 0 0,1 0 0 0 0,0 1-1 0 0,1 0 1 0 0,-1 0 0 0 0,1 0 0 0 0,-1 1 0 0 0,9-3 0 0 0,-12 4-8 0 0,-1 1 0 0 0,1-1 0 0 0,-1 1-1 0 0,1-1 1 0 0,-1 1 0 0 0,1 0 0 0 0,-1 0 0 0 0,1-1 0 0 0,-1 1 0 0 0,1 0 0 0 0,-1 1 0 0 0,1-1-1 0 0,0 0 1 0 0,2 1 0 0 0,-4 0 4 0 0,1 0-1 0 0,-1 0 0 0 0,1 0 0 0 0,-1 0 1 0 0,1 0-1 0 0,-1 0 0 0 0,0 1 0 0 0,0-1 1 0 0,1 0-1 0 0,-1 0 0 0 0,0 0 0 0 0,0 0 1 0 0,0 1-1 0 0,0-1 0 0 0,0 0 1 0 0,-1 0-1 0 0,1 0 0 0 0,0 0 0 0 0,0 1 1 0 0,-1-1-1 0 0,1 0 0 0 0,-1 0 0 0 0,1 0 1 0 0,-1 1-1 0 0,-9 46 456 0 0,3 0 0 0 0,1 1 1 0 0,3 94-1 0 0,4-136-393 0 0,-1 1 1 0 0,1-1 0 0 0,1 0-1 0 0,-1 0 1 0 0,1 0-1 0 0,0 0 1 0 0,1 0-1 0 0,5 12 1 0 0,-2-7-9 0 0,-5-9-51 0 0,0 0 0 0 0,0 0-1 0 0,1-1 1 0 0,-1 1 0 0 0,1 0 0 0 0,0-1 0 0 0,0 1 0 0 0,0-1 0 0 0,0 1 0 0 0,0-1-1 0 0,1 0 1 0 0,-1 0 0 0 0,1 0 0 0 0,-1 0 0 0 0,7 3 0 0 0,-6-4-162 0 0,1 0-1 0 0,0-1 1 0 0,0 1 0 0 0,-1 0 0 0 0,1-1-1 0 0,0 0 1 0 0,0 0 0 0 0,0 0 0 0 0,0-1-1 0 0,-1 1 1 0 0,1-1 0 0 0,0 0 0 0 0,-1 0-1 0 0,8-3 1 0 0,19-8-3254 0 0,51-29 0 0 0,-46 15 420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34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152 282 1601 0 0,'0'-2'224'0'0,"0"0"0"0"0,0 1-1 0 0,-1-1 1 0 0,1 1 0 0 0,-1-1 0 0 0,0 1 0 0 0,1 0 0 0 0,-1-1 0 0 0,0 1 0 0 0,0 0 0 0 0,1-1 0 0 0,-1 1-1 0 0,0 0 1 0 0,-1 0 0 0 0,1 0 0 0 0,0 0 0 0 0,0 0 0 0 0,0 0 0 0 0,-1 0 0 0 0,1 0 0 0 0,0 0 0 0 0,-1 0-1 0 0,1 1 1 0 0,-1-1 0 0 0,1 1 0 0 0,0-1 0 0 0,-1 1 0 0 0,0-1 0 0 0,1 1 0 0 0,-1 0 0 0 0,-2 0 0 0 0,1-1-90 0 0,0 1 1 0 0,0 0 0 0 0,0 0 0 0 0,-1 0 0 0 0,1 0 0 0 0,0 0 0 0 0,0 1 0 0 0,0-1-1 0 0,0 1 1 0 0,0 0 0 0 0,0 0 0 0 0,0 0 0 0 0,0 0 0 0 0,0 0 0 0 0,0 1 0 0 0,-2 1-1 0 0,-1 3-50 0 0,0 0 0 0 0,1 0 0 0 0,0 0 0 0 0,0 0 0 0 0,0 1 0 0 0,1 0 0 0 0,0 0 0 0 0,0 0 0 0 0,1 1 0 0 0,0-1 0 0 0,0 1 0 0 0,1-1 0 0 0,0 1 0 0 0,0 0 0 0 0,1 0 0 0 0,0 0 0 0 0,0 0 0 0 0,1 0 0 0 0,0 0 0 0 0,1 0-1 0 0,-1 1 1 0 0,3 8 0 0 0,-1-9-53 0 0,0 1 1 0 0,0-1-1 0 0,1 0 0 0 0,0 0 0 0 0,0-1 0 0 0,1 1 0 0 0,0-1 0 0 0,0 1 0 0 0,1-1 0 0 0,0-1 0 0 0,0 1 0 0 0,1-1 0 0 0,-1 1 0 0 0,1-1 0 0 0,1-1 1 0 0,-1 0-1 0 0,1 0 0 0 0,0 0 0 0 0,0 0 0 0 0,1-1 0 0 0,8 4 0 0 0,-4-4-23 0 0,-1 0 0 0 0,1 0 0 0 0,0-1 0 0 0,1 0 0 0 0,-1-1 0 0 0,0-1 0 0 0,1 0 0 0 0,-1-1 0 0 0,1 0 0 0 0,-1-1 0 0 0,13-2-1 0 0,-15 1-1 0 0,1-1 0 0 0,-1 0-1 0 0,0-1 1 0 0,-1-1-1 0 0,1 1 1 0 0,-1-1-1 0 0,0-1 1 0 0,0 0 0 0 0,0 0-1 0 0,-1-1 1 0 0,0 1-1 0 0,0-2 1 0 0,10-12-1 0 0,-7 6-1 0 0,-1-1-1 0 0,-1 0 1 0 0,0 0-1 0 0,-1-1 0 0 0,0 0 1 0 0,-1 0-1 0 0,-1-1 1 0 0,-1 0-1 0 0,-1 0 1 0 0,0-1-1 0 0,2-23 0 0 0,-4 28 13 0 0,-1-1 0 0 0,-1 1-1 0 0,0-1 1 0 0,-1 1 0 0 0,0-1-1 0 0,-1 1 1 0 0,0-1-1 0 0,-1 1 1 0 0,-1 0 0 0 0,0 0-1 0 0,-1 0 1 0 0,0 1 0 0 0,-1 0-1 0 0,-1 0 1 0 0,0 0 0 0 0,-11-14-1 0 0,12 19 12 0 0,-1 1 0 0 0,1 0 1 0 0,-1 0-1 0 0,-1 1 0 0 0,1 0 0 0 0,-1 0 0 0 0,0 1 1 0 0,0 0-1 0 0,0 0 0 0 0,-1 1 0 0 0,1 0 0 0 0,-1 1 0 0 0,0-1 1 0 0,0 2-1 0 0,0-1 0 0 0,0 1 0 0 0,-17 1 0 0 0,21 0-116 0 0,0 0 0 0 0,-1 0-1 0 0,1 1 1 0 0,-1 0-1 0 0,1 0 1 0 0,0 0 0 0 0,0 1-1 0 0,0 0 1 0 0,0 0 0 0 0,0 0-1 0 0,0 1 1 0 0,0-1 0 0 0,1 1-1 0 0,-1 0 1 0 0,1 1 0 0 0,0-1-1 0 0,0 1 1 0 0,0 0-1 0 0,0 0 1 0 0,1 0 0 0 0,-1 0-1 0 0,1 0 1 0 0,0 1 0 0 0,0 0-1 0 0,1-1 1 0 0,0 1 0 0 0,-1 0-1 0 0,2 0 1 0 0,-1 1-1 0 0,-2 9 1 0 0,3-10-281 0 0,1 0 0 0 0,-1 0 0 0 0,1 0-1 0 0,0 0 1 0 0,0 0 0 0 0,0 0 0 0 0,1 0 0 0 0,0 0 0 0 0,0 0-1 0 0,0 0 1 0 0,2 6 0 0 0,3-1-1004 0 0,-1 0 0 0 0,2 0 0 0 0,-1-1 0 0 0,16 16 0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41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60 1201 0 0,'-5'-3'404'0'0,"4"3"-260"0"0,-1 0 0 0 0,1-1-1 0 0,0 1 1 0 0,0 0 0 0 0,0-1-1 0 0,-1 0 1 0 0,1 1 0 0 0,0-1-1 0 0,0 1 1 0 0,0-1 0 0 0,0 0-1 0 0,0 0 1 0 0,0 0 0 0 0,0 0-1 0 0,0 0 1 0 0,1 0 0 0 0,-1 0-1 0 0,0 0 1 0 0,0 0 0 0 0,1 0-1 0 0,-1 0 1 0 0,1 0 0 0 0,-1 0-1 0 0,1 0 1 0 0,-1-1 0 0 0,1 1-1 0 0,0 0 1 0 0,-1 0 0 0 0,1-1-1 0 0,0 1 1 0 0,0-2 0 0 0,0 3-94 0 0,0-1-1 0 0,0 1 1 0 0,0-1 0 0 0,0 1 0 0 0,0 0 0 0 0,-1-1 0 0 0,1 1-1 0 0,0-1 1 0 0,0 1 0 0 0,0 0 0 0 0,-1-1 0 0 0,1 1 0 0 0,0 0-1 0 0,-1-1 1 0 0,1 1 0 0 0,0 0 0 0 0,0-1 0 0 0,-1 1 0 0 0,1 0-1 0 0,-1-1 1 0 0,1 1 0 0 0,0 0 0 0 0,-1 0 0 0 0,1 0-1 0 0,-1-1 1 0 0,1 1 0 0 0,0 0 0 0 0,-1 0 0 0 0,1 0 0 0 0,-1 0-1 0 0,1 0 1 0 0,-1 0 0 0 0,1 0 0 0 0,-1 0 0 0 0,1 0 0 0 0,0 0-1 0 0,-1 0 1 0 0,0 0 8 0 0,0 0-1 0 0,1 0 0 0 0,-1 0 1 0 0,0 0-1 0 0,1 0 1 0 0,-1 0-1 0 0,0 0 0 0 0,1 0 1 0 0,-1 0-1 0 0,0-1 0 0 0,1 1 1 0 0,-1 0-1 0 0,0-1 1 0 0,1 1-1 0 0,-1 0 0 0 0,1-1 1 0 0,-1 1-1 0 0,1 0 0 0 0,-1-1 1 0 0,1 1-1 0 0,-1-1 1 0 0,1 1-1 0 0,-1-1 0 0 0,1 1 1 0 0,-1-1-1 0 0,1 0 0 0 0,0 1 1 0 0,-1-1-1 0 0,1 1 1 0 0,0-1-1 0 0,0 0 0 0 0,-1 1 1 0 0,1-1-1 0 0,0 0 1 0 0,0 1-1 0 0,0-1 0 0 0,0 0 1 0 0,0 1-1 0 0,0-2 0 0 0,4 2 219 0 0,0 0-1 0 0,0 1 0 0 0,0-1 0 0 0,0 1 0 0 0,0 0 1 0 0,-1 0-1 0 0,1 0 0 0 0,5 2 0 0 0,10 3 130 0 0,298 76 835 0 0,-70 5-866 0 0,-222-77-321 0 0,1-2 0 0 0,26 5 1 0 0,-32-8-361 0 0,1 0 0 0 0,-1 1 0 0 0,27 13 1 0 0,-18-8-2403 0 0,-28-11 2540 0 0,-1 0 0 0 0,1 1 0 0 0,0-1-1 0 0,-1 0 1 0 0,1 1 0 0 0,0-1 0 0 0,0 0 0 0 0,-1 0 0 0 0,1 0 0 0 0,0 1 0 0 0,-1-1 0 0 0,1 0 0 0 0,0 0 0 0 0,0 0-1 0 0,-1 0 1 0 0,1 0 0 0 0,0-1 0 0 0,0 1 0 0 0,-1 0 0 0 0,1 0 0 0 0,0 0 0 0 0,-1-1 0 0 0,1 1 0 0 0,0 0 0 0 0,-1 0-1 0 0,1-1 1 0 0,0 0 0 0 0,-21-15-5487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41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61 287 1841 0 0,'0'-8'6243'0'0,"-60"-3"-2802"0"0,60-3-2640 0 0,30 3-641 0 0,0-3 80 0 0,0 1 80 0 0,-30-6-80 0 0,60-6 80 0 0,1-14-240 0 0,29 1-1360 0 0,1-12-3362 0 0,0 5-561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50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628 49 5282 0 0,'0'-1'155'0'0,"-1"0"-1"0"0,1 0 1 0 0,-1 0-1 0 0,0 0 0 0 0,1 0 1 0 0,-1 0-1 0 0,0 1 1 0 0,0-1-1 0 0,0 0 0 0 0,0 0 1 0 0,0 1-1 0 0,0-1 1 0 0,0 1-1 0 0,0-1 0 0 0,0 1 1 0 0,0-1-1 0 0,0 1 1 0 0,0 0-1 0 0,0-1 0 0 0,0 1 1 0 0,0 0-1 0 0,-2 0 1 0 0,-30-7-92 0 0,-56-15 578 0 0,67 19-490 0 0,1 2 1 0 0,-1 0-1 0 0,1 1 1 0 0,-1 1 0 0 0,1 1-1 0 0,0 2 1 0 0,0 0-1 0 0,0 0 1 0 0,0 2 0 0 0,-33 14-1 0 0,48-17-105 0 0,-95 49 550 0 0,93-48-562 0 0,1 1 1 0 0,0 0-1 0 0,0 1 1 0 0,0-1-1 0 0,1 1 1 0 0,0 1 0 0 0,0-1-1 0 0,0 1 1 0 0,-8 14-1 0 0,0 2 165 0 0,12-19-185 0 0,-1 1 1 0 0,0-1-1 0 0,1 1 1 0 0,0-1-1 0 0,0 1 1 0 0,0 0-1 0 0,1-1 1 0 0,0 1-1 0 0,0 0 1 0 0,0 0-1 0 0,0 0 1 0 0,1 7-1 0 0,0 239 453 0 0,0-243-450 0 0,1 0-1 0 0,0 0 1 0 0,0 0-1 0 0,1-1 1 0 0,0 1-1 0 0,6 14 1 0 0,2 7 27 0 0,-3 2 1 0 0,-5-22-19 0 0,0 1 0 0 0,1-1 0 0 0,0 0 0 0 0,1 0 0 0 0,-1 0 0 0 0,8 11 0 0 0,3 4 24 0 0,-5-10-39 0 0,-1 0 0 0 0,2 0-1 0 0,14 16 1 0 0,-6-12-10 0 0,-7-8 1 0 0,-1 1 0 0 0,0 0 0 0 0,-1 0 0 0 0,0 1 0 0 0,10 18 1 0 0,-6-10 4 0 0,0 0 0 0 0,2-1 1 0 0,0 0-1 0 0,1-1 1 0 0,1-1-1 0 0,1-1 0 0 0,26 20 1 0 0,46 45 146 0 0,-83-75-158 0 0,0-1 1 0 0,1 1-1 0 0,-1-1 1 0 0,1 0-1 0 0,0-1 0 0 0,0 0 1 0 0,0 0-1 0 0,1-1 0 0 0,-1 0 1 0 0,1 0-1 0 0,16 2 1 0 0,3 0-32 0 0,0-2 1 0 0,40-1-1 0 0,-39-3 37 0 0,56-8-1 0 0,-44 1 5 0 0,-1-2 0 0 0,49-19-1 0 0,-29 5 15 0 0,-2-3 0 0 0,82-51 0 0 0,-117 64-1 0 0,-1-2 0 0 0,0-1 0 0 0,-1 0 0 0 0,-1-2 1 0 0,-1 0-1 0 0,30-40 0 0 0,67-80-206 0 0,-112 134 192 0 0,0 0 1 0 0,0-1-1 0 0,0 0 0 0 0,-1 1 1 0 0,0-1-1 0 0,0-1 1 0 0,-1 1-1 0 0,0 0 0 0 0,0-1 1 0 0,0 1-1 0 0,-1-1 1 0 0,1 1-1 0 0,-2-1 0 0 0,1 0 1 0 0,-1 1-1 0 0,0-1 0 0 0,0 0 1 0 0,-3-10-1 0 0,0 6 6 0 0,0 0 0 0 0,-1 0 1 0 0,0 0-1 0 0,-1 0 0 0 0,0 1 0 0 0,-1 0 0 0 0,0 0 0 0 0,0 1 0 0 0,-11-13 0 0 0,-16-18 26 0 0,-87-97 259 0 0,101 118-256 0 0,-2 0 0 0 0,0 2 0 0 0,-2 0 1 0 0,-41-23-1 0 0,28 22-100 0 0,-2 1 1 0 0,0 2-1 0 0,0 2 0 0 0,-1 2 1 0 0,-1 1-1 0 0,0 2 0 0 0,0 1 1 0 0,-77-1-1 0 0,62 9-151 0 0,0 2 0 0 0,0 2 0 0 0,1 3 0 0 0,0 2 0 0 0,0 3 0 0 0,-57 21 0 0 0,25-1-2391 0 0,21 9-1479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53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1135 171 2721 0 0,'86'-46'5323'0'0,"-86"46"-5297"0"0,0-1-1 0 0,1 1 1 0 0,-1 0 0 0 0,1 0 0 0 0,-1 0 0 0 0,0-1 0 0 0,1 1 0 0 0,-1 0 0 0 0,0-1 0 0 0,0 1 0 0 0,1 0-1 0 0,-1-1 1 0 0,0 1 0 0 0,0-1 0 0 0,1 1 0 0 0,-1 0 0 0 0,0-1 0 0 0,0 1 0 0 0,0-1 0 0 0,0 1-1 0 0,0 0 1 0 0,0-1 0 0 0,0 1 0 0 0,1-1 0 0 0,-1 1 0 0 0,0-1 0 0 0,0 1 0 0 0,-1 0 0 0 0,1-1-1 0 0,0 1 1 0 0,0-1 0 0 0,0 1 0 0 0,0-1 0 0 0,0 1 0 0 0,0 0 0 0 0,-1-1 0 0 0,1 1 0 0 0,0-1 0 0 0,0 1-1 0 0,0 0 1 0 0,-1-1 0 0 0,1 1 0 0 0,0 0 0 0 0,-1-1 0 0 0,1 1 0 0 0,0 0 0 0 0,-1 0 0 0 0,1-1-1 0 0,0 1 1 0 0,-1 0 0 0 0,-19-2 228 0 0,14 0 135 0 0,1-2-71 0 0,5 4-286 0 0,-1 0-15 0 0,0 0-1 0 0,-1 0 1 0 0,1 0 0 0 0,0 0 0 0 0,0-1-1 0 0,0 1 1 0 0,0 0 0 0 0,-1 0 0 0 0,1-1-1 0 0,0 1 1 0 0,0-1 0 0 0,0 1-1 0 0,0-1 1 0 0,0 1 0 0 0,0-1 0 0 0,0 0-1 0 0,0 1 1 0 0,0-1 0 0 0,0 0-1 0 0,0 0 1 0 0,-1-1 0 0 0,-33-24 396 0 0,27 23-352 0 0,0 0 0 0 0,0 0 0 0 0,0 1 0 0 0,-1 0 0 0 0,-16-2 0 0 0,-25-6 280 0 0,-75-20 620 0 0,105 27-860 0 0,0 2 1 0 0,0 0-1 0 0,0 2 0 0 0,0 0 1 0 0,0 1-1 0 0,-23 5 0 0 0,0-1 57 0 0,-29 6-25 0 0,1 3 1 0 0,-83 28-1 0 0,9 13-200 0 0,140-54 66 0 0,1 1-1 0 0,0-1 0 0 0,0 1 0 0 0,0 0 1 0 0,1 0-1 0 0,-1 0 0 0 0,1 1 0 0 0,0-1 1 0 0,-1 1-1 0 0,-3 6 0 0 0,-14 15-32 0 0,6-8 77 0 0,1 0 1 0 0,1 1-1 0 0,0 1 0 0 0,1 0 1 0 0,1 0-1 0 0,1 1 1 0 0,-13 34-1 0 0,-5-4-60 0 0,23-44 14 0 0,1 0-1 0 0,0 0 1 0 0,1 0 0 0 0,-1 0-1 0 0,1 1 1 0 0,0-1 0 0 0,1 1-1 0 0,0 0 1 0 0,0-1 0 0 0,-2 15 0 0 0,4 112 83 0 0,0-127-90 0 0,1 0 1 0 0,0 0-1 0 0,0 1 1 0 0,0-1-1 0 0,1 0 1 0 0,-1-1-1 0 0,2 1 1 0 0,4 10 0 0 0,1 4-40 0 0,0 2 61 0 0,1 0 1 0 0,1 0-1 0 0,1-1 0 0 0,1 0 0 0 0,16 20 1 0 0,-20-30-3 0 0,0-2 0 0 0,1 1 0 0 0,1-1 1 0 0,0 0-1 0 0,0-1 0 0 0,0 0 1 0 0,1-1-1 0 0,0 0 0 0 0,1-1 1 0 0,22 9-1 0 0,18 2 26 0 0,2-3 1 0 0,0-2-1 0 0,0-3 0 0 0,87 5 1 0 0,-99-11-32 0 0,49 3 5 0 0,0-4 1 0 0,0-4-1 0 0,0-5 1 0 0,-1-3-1 0 0,132-32 1 0 0,-115 14 6 0 0,-3-5-1 0 0,0-5 1 0 0,-3-4 0 0 0,118-67-1 0 0,-172 84-6 0 0,91-56-7 0 0,-120 69-1 0 0,0-1 1 0 0,-1-1-1 0 0,-1-1 0 0 0,0 0 1 0 0,16-20-1 0 0,-29 32 5 0 0,-1 0 1 0 0,1-1-1 0 0,-1 1 1 0 0,0 0-1 0 0,0-1 0 0 0,0 1 1 0 0,-1-1-1 0 0,1 1 0 0 0,-1-1 1 0 0,1 0-1 0 0,-1 0 1 0 0,-1 1-1 0 0,1-1 0 0 0,0-7 1 0 0,-2 4 2 0 0,0 1 0 0 0,-1 0 1 0 0,1 0-1 0 0,-1 0 0 0 0,-1 0 0 0 0,1 1 1 0 0,-1-1-1 0 0,0 1 0 0 0,-4-6 1 0 0,-7-13-25 0 0,0 0 23 0 0,0 1 0 0 0,-25-30 0 0 0,30 44 8 0 0,1 0-1 0 0,-1 1 0 0 0,0 0 0 0 0,-1 1 1 0 0,0 0-1 0 0,0 0 0 0 0,0 1 0 0 0,-20-8 1 0 0,-4 2-14 0 0,0 1 0 0 0,-1 2 1 0 0,0 2-1 0 0,-63-6 0 0 0,-133 5-6 0 0,25 10-37 0 0,190-1-294 0 0,1 1 1 0 0,0 1-1 0 0,0 0 1 0 0,0 0-1 0 0,0 2 1 0 0,1 0 0 0 0,-1 1-1 0 0,-21 12 1 0 0,30-15-53 0 0,1 0 0 0 0,0 0 1 0 0,0 0-1 0 0,0 1 0 0 0,1 0 1 0 0,-1 0-1 0 0,1 0 0 0 0,0 1 1 0 0,0-1-1 0 0,-5 8 1 0 0,7-8-257 0 0,1 1 1 0 0,-1 0 0 0 0,1-1 0 0 0,0 1 0 0 0,0 0 0 0 0,0-1 0 0 0,0 1 0 0 0,1 0 0 0 0,0 9-1 0 0,0-13 571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42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 1521 0 0,'0'-2'228'0'0,"0"1"1"0"0,1-1 0 0 0,-1 0 0 0 0,0 0-1 0 0,1 1 1 0 0,-1-1 0 0 0,1 0-1 0 0,0 1 1 0 0,-1-1 0 0 0,1 1 0 0 0,0-1-1 0 0,0 1 1 0 0,0-1 0 0 0,0 1 0 0 0,0 0-1 0 0,0-1 1 0 0,0 1 0 0 0,1 0-1 0 0,1-1 1 0 0,1-2 215 0 0,1 2 0 0 0,-1-1 0 0 0,1 1 0 0 0,0-1 0 0 0,0 1-1 0 0,8-2 1 0 0,3 0-19 0 0,0 1-1 0 0,0 1 1 0 0,1 0 0 0 0,16 1-1 0 0,4 0-439 0 0,-1 2 0 0 0,1 1-1 0 0,-1 3 1 0 0,0 0 0 0 0,0 3 0 0 0,42 13-1 0 0,-72-19 10 0 0,0 1-1 0 0,0 0 0 0 0,0 0 0 0 0,0 0 0 0 0,-1 1 0 0 0,1-1 0 0 0,-1 2 0 0 0,0-1 0 0 0,0 0 0 0 0,-1 1 0 0 0,1 0 0 0 0,6 9 0 0 0,-9-11 13 0 0,-1 0-1 0 0,0 0 1 0 0,0 0 0 0 0,0 0 0 0 0,-1 0-1 0 0,1-1 1 0 0,-1 1 0 0 0,0 0 0 0 0,1 1-1 0 0,-1-1 1 0 0,0 0 0 0 0,-1 0 0 0 0,1 0-1 0 0,-1 0 1 0 0,1-1 0 0 0,-1 1 0 0 0,0 0-1 0 0,0 0 1 0 0,0 0 0 0 0,0 0 0 0 0,-1-1-1 0 0,1 1 1 0 0,-1 0 0 0 0,1-1 0 0 0,-1 0-1 0 0,0 1 1 0 0,0-1 0 0 0,0 0 0 0 0,-1 0-1 0 0,1 0 1 0 0,-5 3 0 0 0,0 1 39 0 0,0-1-1 0 0,0 0 1 0 0,-1 0 0 0 0,1-1-1 0 0,-1 0 1 0 0,0 0 0 0 0,-1-1-1 0 0,1 0 1 0 0,-16 3 0 0 0,-4-1 158 0 0,-47 3 1 0 0,67-7-170 0 0,0 0 0 0 0,0 0 0 0 0,0-1 1 0 0,0 0-1 0 0,0 0 0 0 0,1-1 1 0 0,-1 0-1 0 0,0 0 0 0 0,0-1 1 0 0,0 0-1 0 0,1 0 0 0 0,-1-1 0 0 0,-11-5 1 0 0,19 7-37 0 0,-1 0 0 0 0,0 0 0 0 0,1 0-1 0 0,-1 0 1 0 0,1 0 0 0 0,-1 0 0 0 0,1 1 0 0 0,-1-1 0 0 0,1 0 0 0 0,0 0 0 0 0,0 0 0 0 0,-1-1 0 0 0,1 1 0 0 0,0 0 0 0 0,0 0-1 0 0,0 0 1 0 0,0 0 0 0 0,0 0 0 0 0,0 0 0 0 0,1 0 0 0 0,-1 0 0 0 0,0 0 0 0 0,0 0 0 0 0,1 0 0 0 0,-1 0 0 0 0,0 0 0 0 0,1 0-1 0 0,-1 0 1 0 0,1 1 0 0 0,0-1 0 0 0,0-1 0 0 0,12-6-22 0 0,-1 2-1 0 0,1-1 1 0 0,0 2-1 0 0,1 0 0 0 0,-1 0 1 0 0,1 2-1 0 0,26-5 1 0 0,4-2-33 0 0,-17 4 35 0 0,0 1 1 0 0,0 1 0 0 0,37 0 0 0 0,-38 3 12 0 0,5-1 9 0 0,0 1 0 0 0,0 1 0 0 0,-1 2 0 0 0,1 2 0 0 0,-1 0 0 0 0,0 2 0 0 0,52 17 0 0 0,-49-4 123 0 0,-29-17-95 0 0,-1 1-1 0 0,0-1 0 0 0,0 1 0 0 0,-1 0 0 0 0,1 0 0 0 0,0 0 0 0 0,-1 0 0 0 0,0 0 0 0 0,0 1 0 0 0,3 4 0 0 0,-4-5 7 0 0,-1 0 0 0 0,1-1-1 0 0,-1 1 1 0 0,1 0 0 0 0,-1-1 0 0 0,0 1-1 0 0,0 0 1 0 0,0-1 0 0 0,0 1 0 0 0,-1 0-1 0 0,1-1 1 0 0,-1 1 0 0 0,0-1 0 0 0,1 1-1 0 0,-1-1 1 0 0,0 1 0 0 0,0-1 0 0 0,-1 1 0 0 0,1-1-1 0 0,0 0 1 0 0,-1 1 0 0 0,0-1 0 0 0,1 0-1 0 0,-1 0 1 0 0,0 0 0 0 0,0-1 0 0 0,0 1-1 0 0,0 0 1 0 0,0-1 0 0 0,-4 2 0 0 0,-7 6 91 0 0,-2-1 1 0 0,1 0 0 0 0,-1-1-1 0 0,-1 0 1 0 0,1-2 0 0 0,-1 0 0 0 0,0 0-1 0 0,0-2 1 0 0,-25 3 0 0 0,-160 5-17 0 0,142-10-61 0 0,-91-1-955 0 0,143 0 302 0 0,-15-4-391 0 0,16-7-4273 0 0,6-6-1268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43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20 160 0 0,'30'-14'2241'0'0,"1"8"-80"0"0,-1 31 160 0 0,91 71 961 0 0,-1 6-1762 0 0,-29-33-1440 0 0,-31-11-240 0 0,-5-14 240 0 0,5 1-80 0 0,-30-13-480 0 0,0-7-1361 0 0,-90-31-7363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43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91 420 1441 0 0,'-30'-20'6243'0'0,"-31"9"-2722"0"0,61-3-2320 0 0,0 3-961 0 0,0-8-240 0 0,61-20 0 0 0,60-38 80 0 0,29-19-720 0 0,-59 13-2882 0 0,-6 34-4002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45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29 412 4722 0 0,'-3'-3'390'0'0,"1"0"-1"0"0,-1-1 1 0 0,0 1-1 0 0,1 0 1 0 0,-1-1 0 0 0,1 0-1 0 0,0 1 1 0 0,1-1-1 0 0,-1 0 1 0 0,-2-8-1 0 0,4 9-334 0 0,-1 0 0 0 0,1 0 0 0 0,0 0 0 0 0,0 0 0 0 0,0 0 0 0 0,0 0 0 0 0,1 0 0 0 0,-1 1-1 0 0,1-1 1 0 0,0 0 0 0 0,0 0 0 0 0,0 0 0 0 0,0 0 0 0 0,0 1 0 0 0,1-1 0 0 0,-1 0 0 0 0,1 1-1 0 0,0-1 1 0 0,0 1 0 0 0,-1 0 0 0 0,2-1 0 0 0,-1 1 0 0 0,4-3 0 0 0,38-29 286 0 0,1 2 0 0 0,89-47 1 0 0,-120 72-326 0 0,172-99 64 0 0,-151 79-80 0 0,-15 16-13 0 0,-19 11 12 0 0,-1 0-1 0 0,0 0 1 0 0,0 0 0 0 0,0 0-1 0 0,1 0 1 0 0,-1 0 0 0 0,0 0 0 0 0,0 0-1 0 0,1 0 1 0 0,-1 0 0 0 0,0 0-1 0 0,0 0 1 0 0,0 0 0 0 0,0 0-1 0 0,1 0 1 0 0,-1 1 0 0 0,0-1 0 0 0,0 0-1 0 0,0 0 1 0 0,0 0 0 0 0,1 0-1 0 0,-1 0 1 0 0,0 1 0 0 0,0-1-1 0 0,0 0 1 0 0,0 0 0 0 0,0 0 0 0 0,0 0-1 0 0,1 1 1 0 0,-1-1 0 0 0,0 0-1 0 0,0 0 1 0 0,0 0 0 0 0,0 1-1 0 0,0-1 1 0 0,0 0 0 0 0,0 0 0 0 0,0 0-1 0 0,0 1 1 0 0,0-1 0 0 0,0 0-1 0 0,0 0 1 0 0,0 0 0 0 0,0 1 0 0 0,0-1-1 0 0,0 0 1 0 0,0 0 0 0 0,-1 0-1 0 0,1 1 1 0 0,0-1 0 0 0,0 0-1 0 0,0 0 1 0 0,0 0 0 0 0,0 1 0 0 0,-5 16-8 0 0,-6 13 4 0 0,-2-1 0 0 0,-19 30-1 0 0,13-25 94 0 0,-21 53 0 0 0,29-57-48 0 0,0-1 5 0 0,0-1-1 0 0,-22 38 0 0 0,-12 9 50 0 0,30-6 39 0 0,4-39-84 0 0,0 9-5 0 0,11-38-49 0 0,0 0-1 0 0,0 1 1 0 0,1-1-1 0 0,-1 0 1 0 0,0 0-1 0 0,1 0 1 0 0,-1 1-1 0 0,0-1 1 0 0,1 0-1 0 0,0 0 1 0 0,-1 0-1 0 0,1 0 1 0 0,-1 0-1 0 0,1 0 1 0 0,0 0-1 0 0,0 0 1 0 0,0 0-1 0 0,0-1 1 0 0,-1 1-1 0 0,1 0 1 0 0,0 0-1 0 0,0-1 1 0 0,1 1-1 0 0,-1 0 0 0 0,0-1 1 0 0,0 0-1 0 0,0 1 1 0 0,2 0-1 0 0,17-3-634 0 0,2-5-276 0 0,1 0 0 0 0,-2 0 0 0 0,1-2 0 0 0,-1-1 0 0 0,31-20 0 0 0,-38 18-960 0 0,0-1-1 0 0,23-29 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46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77 1441 0 0,'-1'2'209'0'0,"-1"0"0"0"0,1 0 0 0 0,0 1 0 0 0,-1-1 0 0 0,1 0 0 0 0,-1-1 0 0 0,1 1 1 0 0,-1 0-1 0 0,0 0 0 0 0,0-1 0 0 0,0 1 0 0 0,0-1 0 0 0,0 1 0 0 0,0-1 0 0 0,0 0 0 0 0,0 0 1 0 0,-1 0-1 0 0,-2 1 0 0 0,-19 12 1007 0 0,-7 12-240 0 0,24-22-910 0 0,1 0 1 0 0,1 1-1 0 0,-1 0 1 0 0,0 0-1 0 0,1 1 1 0 0,0-1-1 0 0,1 1 1 0 0,-1 0-1 0 0,1 0 1 0 0,0 1-1 0 0,-3 8 1 0 0,-3 1 13 0 0,8-14-54 0 0,0 1-1 0 0,1-1 1 0 0,-1 1 0 0 0,1-1-1 0 0,0 1 1 0 0,-1 0 0 0 0,1-1 0 0 0,0 1-1 0 0,1 0 1 0 0,-1 0 0 0 0,0 0 0 0 0,1 0-1 0 0,0 4 1 0 0,-1-4 22 0 0,1 0 0 0 0,-1 0-1 0 0,0 0 1 0 0,1 0 0 0 0,-1 0 0 0 0,0 0-1 0 0,-1 0 1 0 0,1 0 0 0 0,0-1-1 0 0,-1 1 1 0 0,0 0 0 0 0,-2 2 0 0 0,3-4-28 0 0,0 0 0 0 0,0 1 0 0 0,0-1 0 0 0,0 1 0 0 0,0-1 0 0 0,0 1 0 0 0,0-1 0 0 0,0 1 0 0 0,0 0 0 0 0,1-1 0 0 0,-1 1 0 0 0,1 0 0 0 0,-1 0 0 0 0,1-1 0 0 0,0 1 0 0 0,0 0 0 0 0,0 0 0 0 0,0 0 0 0 0,0 0 0 0 0,0-1 0 0 0,0 1 0 0 0,0 0 0 0 0,1 0 0 0 0,-1-1 0 0 0,1 1 0 0 0,0 2 0 0 0,2 0 26 0 0,0-1 0 0 0,0 1 1 0 0,0-1-1 0 0,0 1 0 0 0,1-1 1 0 0,-1 0-1 0 0,1-1 0 0 0,0 1 1 0 0,0 0-1 0 0,0-1 0 0 0,0 0 1 0 0,0 0-1 0 0,0 0 0 0 0,1-1 1 0 0,-1 1-1 0 0,0-1 0 0 0,1 0 1 0 0,0-1-1 0 0,-1 1 0 0 0,1-1 1 0 0,8 0-1 0 0,-4 0 6 0 0,0 0-1 0 0,0 0 1 0 0,0-2-1 0 0,0 1 1 0 0,0-1 0 0 0,0 0-1 0 0,-1-1 1 0 0,1 0 0 0 0,-1 0-1 0 0,16-9 1 0 0,-9 2-52 0 0,0-1 0 0 0,-1-1 0 0 0,-1 0 0 0 0,1-1 0 0 0,-2-1 0 0 0,0 0 0 0 0,-1 0 0 0 0,0-1 0 0 0,-1-1 0 0 0,14-27 0 0 0,-18 31-12 0 0,0 3 8 0 0,0-1-1 0 0,-1 0 0 0 0,-1 0 1 0 0,0 0-1 0 0,0 0 1 0 0,4-20-1 0 0,-8 26-1 0 0,0 0 0 0 0,0 0 0 0 0,0 1 0 0 0,0-1 0 0 0,-1 0 0 0 0,0 0 0 0 0,0 0 0 0 0,0 0 0 0 0,0 1 1 0 0,-1-1-1 0 0,1 0 0 0 0,-1 1 0 0 0,0-1 0 0 0,0 1 0 0 0,0 0 0 0 0,0-1 0 0 0,-1 1 0 0 0,0 0 0 0 0,1 1 0 0 0,-1-1 0 0 0,0 0 0 0 0,0 1 0 0 0,-5-4 0 0 0,3 3-139 0 0,0 0 0 0 0,0 0 0 0 0,0 0 0 0 0,-1 1 0 0 0,1-1 0 0 0,-1 1 0 0 0,1 1 0 0 0,-1-1 0 0 0,0 1 0 0 0,0 0 0 0 0,1 0 0 0 0,-1 0 0 0 0,0 1 0 0 0,-6 0 0 0 0,4 1-495 0 0,1 0 0 0 0,-1 0 0 0 0,1 1-1 0 0,0-1 1 0 0,-1 2 0 0 0,-9 3 0 0 0,-14 12-3149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46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61 172 1601 0 0,'0'5'2561'0'0,"-30"3"-240"0"0,0-2-400 0 0,30 0 560 0 0,0-1-1280 0 0,30-5-881 0 0,0 0 0 0 0,25-5-80 0 0,5 5-80 0 0,0-12-80 0 0,61-21-480 0 0,60-30-1361 0 0,-30-25-4082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47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478 1 1361 0 0,'25'0'1440'0'0,"-25"0"-1373"0"0,0 0 0 0 0,1 0-1 0 0,-1 0 1 0 0,0 1 0 0 0,1-1-1 0 0,-1 0 1 0 0,0 0 0 0 0,0 0 0 0 0,1 1-1 0 0,-1-1 1 0 0,0 0 0 0 0,0 0-1 0 0,1 1 1 0 0,-1-1 0 0 0,0 0-1 0 0,0 0 1 0 0,0 1 0 0 0,1-1 0 0 0,-1 0-1 0 0,0 1 1 0 0,0-1 0 0 0,0 0-1 0 0,0 1 1 0 0,0-1 0 0 0,0 0-1 0 0,0 1 1 0 0,0-1 0 0 0,0 1 0 0 0,0-1-1 0 0,0 0 1 0 0,0 1 0 0 0,0-1-1 0 0,0 0 1 0 0,0 1 0 0 0,0-1-1 0 0,0 0 1 0 0,0 1 0 0 0,0-1-1 0 0,-1 0 1 0 0,1 1 0 0 0,0-1 0 0 0,0 0-1 0 0,0 0 1 0 0,-1 1 0 0 0,1-1-1 0 0,0 0 1 0 0,0 0 0 0 0,-1 1-1 0 0,1-1 1 0 0,0 0 0 0 0,0 0 0 0 0,-1 0-1 0 0,1 1 1 0 0,0-1 0 0 0,-1 0-1 0 0,-8 7 240 0 0,0-1-1 0 0,-1 0 1 0 0,1-1-1 0 0,-1 0 1 0 0,-19 6 0 0 0,15-5-48 0 0,-1 0 1 0 0,1 1 0 0 0,-13 9-1 0 0,-11 8 214 0 0,23-16-343 0 0,1 1 0 0 0,0 1 0 0 0,-21 19 1 0 0,32-26-105 0 0,-1 1 0 0 0,1 0 0 0 0,0 0 0 0 0,0 0 0 0 0,1 0 0 0 0,-1 1 0 0 0,1-1 0 0 0,0 1 0 0 0,0-1 0 0 0,0 1 0 0 0,0 0 0 0 0,1 0 0 0 0,0 0 0 0 0,0 0 0 0 0,1 0 0 0 0,-1 8 0 0 0,1-6 30 0 0,-1 0 0 0 0,0-1-1 0 0,0 1 1 0 0,-1 0 0 0 0,-3 9 0 0 0,4-13-38 0 0,0-1 0 0 0,0 1 0 0 0,0-1 0 0 0,1 1 0 0 0,-1 0 0 0 0,0-1 0 0 0,1 1 1 0 0,0 0-1 0 0,0 0 0 0 0,0-1 0 0 0,0 1 0 0 0,0 0 0 0 0,0-1 0 0 0,1 1 1 0 0,-1 0-1 0 0,1-1 0 0 0,0 1 0 0 0,-1 0 0 0 0,1-1 0 0 0,1 1 0 0 0,-1-1 0 0 0,0 0 1 0 0,1 1-1 0 0,-1-1 0 0 0,4 4 0 0 0,0 0 15 0 0,3 4 10 0 0,0 0-1 0 0,1 0 0 0 0,0-1 0 0 0,18 15 0 0 0,-22-21-40 0 0,1 1 0 0 0,-1-2 0 0 0,1 1 0 0 0,0 0 1 0 0,0-1-1 0 0,0 0 0 0 0,0-1 0 0 0,0 1 0 0 0,0-1 0 0 0,0-1 0 0 0,1 1 0 0 0,-1-1 0 0 0,12 0 0 0 0,80-12 5 0 0,-89 10-12 0 0,-1 1 0 0 0,0-1 0 0 0,0-1 0 0 0,-1 1 0 0 0,1-1 0 0 0,0-1 0 0 0,-1 1 0 0 0,0-1 0 0 0,0-1 0 0 0,0 1 0 0 0,7-7 0 0 0,-13 10 5 0 0,0 0 1 0 0,0 0-1 0 0,0-1 0 0 0,-1 1 1 0 0,1 0-1 0 0,0 0 1 0 0,-1-1-1 0 0,1 1 1 0 0,-1-1-1 0 0,1 1 0 0 0,-1 0 1 0 0,0-1-1 0 0,1 1 1 0 0,-1-1-1 0 0,0 1 1 0 0,0-1-1 0 0,0 1 0 0 0,0-1 1 0 0,0 1-1 0 0,0-1 1 0 0,-1 1-1 0 0,1-1 0 0 0,-1 1 1 0 0,1 0-1 0 0,-1-1 1 0 0,1 1-1 0 0,-1 0 1 0 0,-1-3-1 0 0,0 1 1 0 0,0 0 1 0 0,0-1-1 0 0,-1 1 1 0 0,1 0-1 0 0,-1 1 0 0 0,0-1 1 0 0,0 0-1 0 0,-5-3 0 0 0,3 3-1 0 0,0 1-1 0 0,1 0 0 0 0,-1 0 1 0 0,-1 0-1 0 0,1 1 0 0 0,0-1 1 0 0,-10 0-1 0 0,-42-6-168 0 0,1 3 0 0 0,0 2 0 0 0,-76 6 0 0 0,116-2-32 0 0,1 1 1 0 0,0 1-1 0 0,-29 9 1 0 0,39-10-113 0 0,-1 1 0 0 0,0 0 0 0 0,1 0-1 0 0,-1 0 1 0 0,1 1 0 0 0,0 0 0 0 0,0 0 0 0 0,1 0 0 0 0,-1 0 0 0 0,1 1-1 0 0,-6 8 1 0 0,-20 27-5302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54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1075 22 1121 0 0,'-1'0'149'0'0,"1"-1"1"0"0,-1 1 0 0 0,1 0 0 0 0,-1-1 0 0 0,1 1 0 0 0,-1-1 0 0 0,1 1 0 0 0,-1 0 0 0 0,1 0 0 0 0,-1-1 0 0 0,1 1 0 0 0,-1 0 0 0 0,0 0 0 0 0,1 0 0 0 0,-1-1 0 0 0,1 1 0 0 0,-1 0 0 0 0,0 0 0 0 0,1 0 0 0 0,-1 0 0 0 0,1 0 0 0 0,-1 0 0 0 0,0 0 0 0 0,1 1-1 0 0,-1-1 1 0 0,1 0 0 0 0,-1 0 0 0 0,0 0 0 0 0,0 1 0 0 0,-31 5 145 0 0,21-3 247 0 0,-6 1-445 0 0,0-1 0 0 0,0-1 0 0 0,-1 0 0 0 0,1-1 0 0 0,-1-1 0 0 0,1-1 0 0 0,-1 0 0 0 0,1-2 0 0 0,0 0 0 0 0,-21-6 0 0 0,7 2 2 0 0,0 1-1 0 0,0 1 1 0 0,-1 2-1 0 0,1 1 0 0 0,-50 4 1 0 0,22-1 111 0 0,8-1 160 0 0,1 2 1 0 0,-84 15-1 0 0,112-12-253 0 0,0 0 0 0 0,0 2-1 0 0,0 1 1 0 0,1 0-1 0 0,0 2 1 0 0,0 0 0 0 0,1 2-1 0 0,-27 19 1 0 0,38-24-90 0 0,5-5-13 0 0,1-1-1 0 0,0 1 0 0 0,1 0 0 0 0,-1 0 1 0 0,0 1-1 0 0,1-1 0 0 0,-1 1 1 0 0,1-1-1 0 0,-1 1 0 0 0,1 0 1 0 0,0 0-1 0 0,0 0 0 0 0,1 0 1 0 0,-1 0-1 0 0,0 0 0 0 0,1 0 0 0 0,0 0 1 0 0,0 1-1 0 0,0-1 0 0 0,0 1 1 0 0,0 4-1 0 0,1 82 307 0 0,0-86-311 0 0,0-1 1 0 0,1 1-1 0 0,0 0 0 0 0,-1 0 0 0 0,1-1 0 0 0,0 1 1 0 0,1 0-1 0 0,-1-1 0 0 0,4 7 0 0 0,-3-7-3 0 0,0 1-1 0 0,-1-1 1 0 0,1 0-1 0 0,-1 1 1 0 0,0-1-1 0 0,0 0 0 0 0,0 1 1 0 0,-1-1-1 0 0,1 8 1 0 0,-1-7-5 0 0,1 0 0 0 0,-1-1 1 0 0,1 1-1 0 0,0 0 0 0 0,-1 0 0 0 0,2 0 0 0 0,-1-1 1 0 0,0 1-1 0 0,1 0 0 0 0,0-1 0 0 0,2 5 1 0 0,-2-5 4 0 0,0 0 1 0 0,0 1-1 0 0,0-1 1 0 0,-1 1-1 0 0,1-1 1 0 0,-1 1-1 0 0,0 0 1 0 0,0-1 0 0 0,-1 1-1 0 0,1 0 1 0 0,-1 5-1 0 0,0 5 30 0 0,-1-10-25 0 0,1 1 0 0 0,0-1 0 0 0,0 1 0 0 0,0-1 0 0 0,1 1 0 0 0,0-1 1 0 0,-1 1-1 0 0,1-1 0 0 0,2 5 0 0 0,48 74 176 0 0,-40-67 4 0 0,2 0 0 0 0,0-1 0 0 0,1 0 0 0 0,0-1 0 0 0,1-1 1 0 0,32 22-1 0 0,12 11 125 0 0,-50-39-299 0 0,-1-1-1 0 0,2-1 1 0 0,-1 0 0 0 0,1 0 0 0 0,-1 0 0 0 0,1-2-1 0 0,1 1 1 0 0,-1-1 0 0 0,15 2 0 0 0,15 6-12 0 0,12 3 22 0 0,2-1 0 0 0,-1-4-1 0 0,110 7 1 0 0,138 7-1641 0 0,-277-22 1628 0 0,111 4-46 0 0,1-6 1 0 0,171-23 0 0 0,-285 20 142 0 0,0-1 1 0 0,-1-1 0 0 0,24-11-1 0 0,-19 8 96 0 0,30-11-20 0 0,-2-2 0 0 0,-1-2 0 0 0,0-3-1 0 0,48-33 1 0 0,-42 23-271 0 0,-41 27 93 0 0,0-1 0 0 0,-1 0 0 0 0,0-2 0 0 0,-1 1-1 0 0,-1-2 1 0 0,0 0 0 0 0,15-20 0 0 0,-23 27-16 0 0,-1-1 0 0 0,0 0 0 0 0,0 0-1 0 0,-1-1 1 0 0,0 1 0 0 0,-1-1 0 0 0,0-1 0 0 0,0 1 0 0 0,-1 0 0 0 0,0-1 0 0 0,-1 1-1 0 0,0-1 1 0 0,0 0 0 0 0,0-12 0 0 0,-1-29 84 0 0,0 26-52 0 0,-1-1-1 0 0,0 1 0 0 0,-2-1 0 0 0,-9-44 0 0 0,8 62-16 0 0,1 1 1 0 0,-1-1-1 0 0,0 1 0 0 0,0 0 1 0 0,-1 0-1 0 0,0 0 0 0 0,0 1 1 0 0,-1 0-1 0 0,0-1 1 0 0,0 1-1 0 0,0 1 0 0 0,-1-1 1 0 0,0 1-1 0 0,0 0 0 0 0,0 0 1 0 0,-1 1-1 0 0,1 0 1 0 0,-1 0-1 0 0,0 0 0 0 0,-10-2 1 0 0,-6-3 41 0 0,-1 2 0 0 0,0 1 1 0 0,0 1-1 0 0,-44-3 0 0 0,-98 4 123 0 0,113 5-117 0 0,-64 2 68 0 0,0 6 0 0 0,1 5 0 0 0,-129 33 0 0 0,90-8-139 0 0,-251 101 1 0 0,405-140 6 0 0,-176 78-1029 0 0,109-39-6482 0 0,93-55 1756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07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7 2161 0 0,'-5'7'4262'0'0,"-8"-6"-4031"0"0,10-2 252 0 0,-1 1 677 0 0,-1-1-826 0 0,-24-3 60 0 0,12 2 290 0 0,38 2-482 0 0,159 7 145 0 0,-111-6-252 0 0,0 0 405 0 0,90-9-1 0 0,-73 2-19 0 0,-81 5-373 0 0,-5 8-4149 0 0,-5 5 774 0 0,-20 1 80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07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39 2161 0 0,'0'-8'3842'0'0,"-30"2"-1761"0"0,30 0-1041 0 0,0 1-720 0 0,30 5 0 0 0,31-8-159 0 0,-31 8-81 0 0,60-6 0 0 0,1 6-80 0 0,-1 6-321 0 0,1-6-1359 0 0,0 8-1602 0 0,-31-3 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18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45 1201 0 0,'0'0'4241'0'0,"-1"-1"-4168"0"0,1 1 0 0 0,0 0 0 0 0,0 0 0 0 0,0-1 0 0 0,0 1-1 0 0,0 0 1 0 0,0 0 0 0 0,-1-1 0 0 0,1 1 0 0 0,0 0-1 0 0,0-1 1 0 0,0 1 0 0 0,0 0 0 0 0,0 0 0 0 0,0-1-1 0 0,0 1 1 0 0,0 0 0 0 0,0-1 0 0 0,0 1 0 0 0,1 0 0 0 0,-1 0-1 0 0,0-1 1 0 0,0 1 0 0 0,0 0 0 0 0,0-1 0 0 0,0 1-1 0 0,0 0 1 0 0,1 0 0 0 0,-1-1 0 0 0,0 1 0 0 0,0 0-1 0 0,0 0 1 0 0,1 0 0 0 0,-1-1 0 0 0,0 1 0 0 0,0 0 0 0 0,1 0-1 0 0,-1 0 1 0 0,0 0 0 0 0,0 0 0 0 0,1-1 0 0 0,-1 1-1 0 0,0 0 1 0 0,0 0 0 0 0,1 0 0 0 0,-1 0 0 0 0,1 0-1 0 0,19-1 102 0 0,-15 1-107 0 0,0 0-107 0 0,80 0 26 0 0,-47 0 94 0 0,70-9 0 0 0,-107 9-70 0 0,-1 0 0 0 0,1-1 0 0 0,-1 1 0 0 0,1-1 0 0 0,-1 1 0 0 0,0-1 0 0 0,1 0 0 0 0,-1 1 0 0 0,0-1 0 0 0,1 1 0 0 0,-1-1 0 0 0,0 1 0 0 0,0-1 0 0 0,1 0 0 0 0,-1 1 0 0 0,0-1 0 0 0,0 0 0 0 0,0 1 0 0 0,0-1 0 0 0,0 0 0 0 0,0 1 0 0 0,0-1 0 0 0,0 0 0 0 0,0 1 0 0 0,0-1 0 0 0,0 0 0 0 0,-1 1 0 0 0,1-1 0 0 0,0 1 0 0 0,0-1 0 0 0,-1 0 0 0 0,1 1 0 0 0,0-1 0 0 0,-1 1 0 0 0,1-1 0 0 0,0 1 0 0 0,-1-1 0 0 0,1 1 0 0 0,-2-2 0 0 0,-17 2 78 0 0,-38 0 222 0 0,-113 14-1 0 0,34 6-229 0 0,132-19-78 0 0,0 0-1 0 0,-1 0 0 0 0,1 1 0 0 0,1 0 0 0 0,-1 0 0 0 0,0 0 0 0 0,0 0 0 0 0,1 1 1 0 0,-1-1-1 0 0,-4 6 0 0 0,-5 2-14 0 0,12-10 12 0 0,1 1 0 0 0,-1-1 0 0 0,1 0-1 0 0,-1 0 1 0 0,1 1 0 0 0,0-1 0 0 0,-1 0-1 0 0,1 1 1 0 0,0-1 0 0 0,-1 0 0 0 0,1 1-1 0 0,0-1 1 0 0,-1 0 0 0 0,1 1-1 0 0,0-1 1 0 0,0 1 0 0 0,0-1 0 0 0,-1 1-1 0 0,1-1 1 0 0,0 0 0 0 0,0 1 0 0 0,0-1-1 0 0,0 1 1 0 0,0-1 0 0 0,0 1 0 0 0,0-1-1 0 0,0 1 1 0 0,0-1 0 0 0,0 1 0 0 0,0-1-1 0 0,0 1 1 0 0,0-1 0 0 0,0 1-1 0 0,0-1 1 0 0,1 0 0 0 0,-1 1 0 0 0,0-1-1 0 0,0 1 1 0 0,0-1 0 0 0,1 1 0 0 0,-1-1-1 0 0,0 0 1 0 0,1 1 0 0 0,-1-1 0 0 0,0 0-1 0 0,1 1 1 0 0,-1-1 0 0 0,0 0-1 0 0,1 1 1 0 0,-1-1 0 0 0,1 0 0 0 0,-1 0-1 0 0,0 0 1 0 0,1 1 0 0 0,-1-1 0 0 0,2 0-1 0 0,21 10 8 0 0,28 14-78 0 0,-41-19 70 0 0,-1 0 1 0 0,0 0 0 0 0,1-1-1 0 0,0-1 1 0 0,11 4 0 0 0,10-2-20 0 0,1-1 1 0 0,-1-1 0 0 0,48-3 0 0 0,-40 0 21 0 0,33-6-66 0 0,-70 6 65 0 0,1 0-1 0 0,-1 0 1 0 0,0 0-1 0 0,0-1 0 0 0,0 1 1 0 0,0-1-1 0 0,0 1 1 0 0,0-1-1 0 0,0 0 1 0 0,0 1-1 0 0,0-1 1 0 0,0 0-1 0 0,-1 0 0 0 0,1-1 1 0 0,0 1-1 0 0,-1 0 1 0 0,1 0-1 0 0,0-1 1 0 0,-1 1-1 0 0,0-1 1 0 0,1 0-1 0 0,-1 1 0 0 0,0-1 1 0 0,0 0-1 0 0,0 0 1 0 0,0 0-1 0 0,1-3 1 0 0,-2-69 93 0 0,0 73-91 0 0,0 1 0 0 0,0-1 0 0 0,0 0 0 0 0,0 0 0 0 0,0 0 0 0 0,0 0-1 0 0,0 0 1 0 0,-1 1 0 0 0,1-1 0 0 0,0 0 0 0 0,-1 0 0 0 0,1 1 0 0 0,-1-1 0 0 0,1 0 0 0 0,0 0 0 0 0,-1 1 0 0 0,0-1-1 0 0,1 0 1 0 0,-1 1 0 0 0,1-1 0 0 0,-1 1 0 0 0,0-1 0 0 0,1 1 0 0 0,-1-1 0 0 0,0 1 0 0 0,0 0 0 0 0,1-1 0 0 0,-1 1 0 0 0,0 0-1 0 0,0-1 1 0 0,0 1 0 0 0,-1 0 0 0 0,2 0 0 0 0,-1 0 1 0 0,1 0-1 0 0,-1-1 0 0 0,0 1 1 0 0,1 0-1 0 0,-1 0 0 0 0,1 0 0 0 0,-1-1 1 0 0,1 1-1 0 0,-1 0 0 0 0,0-1 0 0 0,1 1 1 0 0,-1 0-1 0 0,1-1 0 0 0,0 1 0 0 0,-1-1 1 0 0,1 1-1 0 0,-1-1 0 0 0,1 1 1 0 0,0-1-1 0 0,-1 1 0 0 0,1-1 0 0 0,0 1 1 0 0,-1-1-1 0 0,1 1 0 0 0,0-1 0 0 0,0 1 1 0 0,0-1-1 0 0,-1 0 0 0 0,1 0 0 0 0,-5-4 25 0 0,5 4-25 0 0,-1 1 0 0 0,0 0 0 0 0,1 0-1 0 0,-1-1 1 0 0,0 1 0 0 0,0 0 0 0 0,1 0 0 0 0,-1 0-1 0 0,0 0 1 0 0,1 0 0 0 0,-1 0 0 0 0,0 0 0 0 0,0 0 0 0 0,1 0-1 0 0,-1 0 1 0 0,0 0 0 0 0,1 1 0 0 0,-1-1 0 0 0,0 0-1 0 0,1 0 1 0 0,-1 1 0 0 0,0-1 0 0 0,1 0 0 0 0,-1 1 0 0 0,0-1-1 0 0,1 1 1 0 0,-1-1 0 0 0,1 1 0 0 0,-1-1 0 0 0,1 1 0 0 0,-1 0-1 0 0,-3 41 8 0 0,4 163 71 0 0,0-195-74 0 0,-1 1 0 0 0,-1-1 1 0 0,0 0-1 0 0,0 1 0 0 0,-1-1 0 0 0,-4 10 1 0 0,-1 7 16 0 0,-32 125 203 0 0,37-146-224 0 0,0 0 1 0 0,0 1-1 0 0,0-1 0 0 0,0 0 0 0 0,-1 0 0 0 0,0-1 0 0 0,0 1 0 0 0,-1-1 0 0 0,0 0 0 0 0,0 0 0 0 0,0-1 1 0 0,-7 5-1 0 0,7-4-10 0 0,-1 0-1 0 0,0 0 1 0 0,1 0 0 0 0,0 0 0 0 0,0 1 0 0 0,1 0 0 0 0,0 0 0 0 0,0 0 0 0 0,-4 8 0 0 0,7-13-4 0 0,1 1 0 0 0,-1-1 0 0 0,1 0 1 0 0,-1 1-1 0 0,1-1 0 0 0,0 1 0 0 0,-1-1 0 0 0,1 1 0 0 0,0-1 1 0 0,0 1-1 0 0,0-1 0 0 0,0 0 0 0 0,0 1 0 0 0,1-1 0 0 0,-1 1 1 0 0,0-1-1 0 0,1 1 0 0 0,-1-1 0 0 0,1 0 0 0 0,-1 1 1 0 0,1-1-1 0 0,-1 0 0 0 0,1 1 0 0 0,0-1 0 0 0,0 0 0 0 0,0 0 1 0 0,0 0-1 0 0,0 0 0 0 0,0 0 0 0 0,1 2 0 0 0,2-1-100 0 0,-1 0-1 0 0,1 0 1 0 0,0-1 0 0 0,-1 1-1 0 0,1-1 1 0 0,0 0 0 0 0,0 0-1 0 0,0 0 1 0 0,0 0 0 0 0,0-1-1 0 0,0 0 1 0 0,6 0-1 0 0,66-7-2674 0 0,-11-10-3003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19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10 640 0 0,'-25'-6'2055'0'0,"20"4"1453"0"0,10 2-2935 0 0,-1 0-444 0 0,-3 0-106 0 0,-1 0-1 0 0,1-1 1 0 0,0 1 0 0 0,-1 0-1 0 0,1 0 1 0 0,0 0 0 0 0,-1 0-1 0 0,1 0 1 0 0,0 0 0 0 0,-1 0-1 0 0,1 0 1 0 0,0 0 0 0 0,-1 0-1 0 0,1 0 1 0 0,-1 0 0 0 0,1 1-1 0 0,0-1 1 0 0,-1 0 0 0 0,1 0-1 0 0,-1 1 1 0 0,1-1 0 0 0,0 0-1 0 0,-1 1 1 0 0,1-1 0 0 0,-1 1-1 0 0,1-1 1 0 0,-1 0 0 0 0,1 1-1 0 0,-1-1 1 0 0,0 1 0 0 0,1 0-1 0 0,-1-1 1 0 0,0 1 0 0 0,1-1-1 0 0,-1 1 1 0 0,0-1 0 0 0,1 1-1 0 0,-1 0 1 0 0,0-1 0 0 0,0 1-1 0 0,0 1 1 0 0,5 1 110 0 0,11 6-47 0 0,-1 1 0 0 0,0 1-1 0 0,0 0 1 0 0,22 24 0 0 0,5 4-21 0 0,1-2-16 0 0,-1 2 0 0 0,54 67 0 0 0,-10-5-196 0 0,-85-99 101 0 0,0 0 0 0 0,-1 0 0 0 0,1 0 0 0 0,0 0 0 0 0,-1 0 1 0 0,1 0-1 0 0,-1 0 0 0 0,0 0 0 0 0,1 0 0 0 0,-1 0 0 0 0,0 1 0 0 0,-1 2 0 0 0,1 0-451 0 0,0-2-1691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19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25 351 240 0 0,'-24'-14'2561'0'0,"24"1"-480"0"0,0-7-640 0 0,0-5-481 0 0,24-5-319 0 0,36-22-81 0 0,31-17-320 0 0,30 5-240 0 0,-1 26-1201 0 0,-29 13-4081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43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541 88 2081 0 0,'1'0'144'0'0,"1"0"1"0"0,-1 0-1 0 0,0-1 1 0 0,0 1-1 0 0,0 0 1 0 0,0 0-1 0 0,0-1 1 0 0,0 1-1 0 0,0-1 1 0 0,1 1-1 0 0,-1-1 0 0 0,0 0 1 0 0,-1 1-1 0 0,1-1 1 0 0,0 0-1 0 0,0 0 1 0 0,0 1-1 0 0,0-1 1 0 0,-1 0-1 0 0,1 0 1 0 0,0 0-1 0 0,-1 0 1 0 0,1 0-1 0 0,0 0 0 0 0,-1 0 1 0 0,0 0-1 0 0,1-1 1 0 0,-1 1-1 0 0,0 0 1 0 0,1 0-1 0 0,-1 0 1 0 0,0 0-1 0 0,0 0 1 0 0,0-1-1 0 0,0 1 1 0 0,0 0-1 0 0,0 0 0 0 0,0 0 1 0 0,0 0-1 0 0,-1-1 1 0 0,0 0-1 0 0,1 1-75 0 0,5-1 238 0 0,3 0-250 0 0,70-1-61 0 0,7 2 4 0 0,-145-3 547 0 0,-286 34 13 0 0,313-25-514 0 0,1 2 0 0 0,0 1 0 0 0,1 2-1 0 0,0 0 1 0 0,0 2 0 0 0,-46 26 0 0 0,37 1-33 0 0,38-39-12 0 0,1 1 1 0 0,-1 0-1 0 0,0 0 0 0 0,0 1 1 0 0,1-1-1 0 0,-1 0 0 0 0,1 0 1 0 0,0 1-1 0 0,-1-1 0 0 0,1 1 1 0 0,0-1-1 0 0,0 1 0 0 0,0-1 1 0 0,0 1-1 0 0,0 0 0 0 0,0 0 1 0 0,0 0-1 0 0,0-1 0 0 0,1 1 1 0 0,-1 0-1 0 0,1 0 0 0 0,-1 0 1 0 0,1 0-1 0 0,0 3 0 0 0,1-1-5 0 0,0 0-1 0 0,0 0 0 0 0,1-1 1 0 0,-1 1-1 0 0,1-1 1 0 0,0 1-1 0 0,0-1 0 0 0,0 0 1 0 0,0 0-1 0 0,1 0 0 0 0,-1 0 1 0 0,4 3-1 0 0,2 4-9 0 0,-1 0 0 0 0,-1 0-1 0 0,1 1 1 0 0,-2 0 0 0 0,0 0 0 0 0,0 1-1 0 0,5 16 1 0 0,2 7 62 0 0,-10-31-43 0 0,0-1 0 0 0,0 0 0 0 0,0 0 0 0 0,0 0 0 0 0,1 0 0 0 0,-1 0 0 0 0,1 0 0 0 0,0 0 0 0 0,0-1 0 0 0,0 1 0 0 0,0-1 1 0 0,0 0-1 0 0,4 2 0 0 0,46 19-40 0 0,-35-15 12 0 0,-8-4 18 0 0,-2 0 10 0 0,1 0 0 0 0,-1-1-1 0 0,1 0 1 0 0,-1 0 0 0 0,1-1 0 0 0,0 0 0 0 0,0-1 0 0 0,0 0 0 0 0,0 0 0 0 0,0-1-1 0 0,16-1 1 0 0,6 1-18 0 0,-9 1 5 0 0,0-1 1 0 0,-1-1-1 0 0,1-1 0 0 0,0-1 1 0 0,-1 0-1 0 0,33-11 1 0 0,9-7 4 0 0,29-8-18 0 0,-2-4-1 0 0,93-49 1 0 0,-171 75 14 0 0,0-1-1 0 0,0-1 1 0 0,0 0 0 0 0,-2 0 0 0 0,1-1 0 0 0,16-21-1 0 0,-23 28 14 0 0,-1-1 0 0 0,0-1-1 0 0,0 1 1 0 0,0 0-1 0 0,-1-1 1 0 0,1 1-1 0 0,-1-1 1 0 0,0 0 0 0 0,-1 0-1 0 0,1 1 1 0 0,-1-1-1 0 0,0 0 1 0 0,0-1-1 0 0,0 1 1 0 0,-1 0 0 0 0,0 0-1 0 0,0 0 1 0 0,0 0-1 0 0,0 0 1 0 0,-2-6 0 0 0,0 5-2 0 0,-1 1 1 0 0,1 0 0 0 0,-1-1-1 0 0,0 1 1 0 0,0 0 0 0 0,0 0 0 0 0,-1 1-1 0 0,0-1 1 0 0,0 1 0 0 0,0 0-1 0 0,0 0 1 0 0,-1 0 0 0 0,1 0 0 0 0,-1 1-1 0 0,0 0 1 0 0,0 0 0 0 0,-8-3-1 0 0,-6-2-4 0 0,0 2-1 0 0,0 0 1 0 0,-34-5-1 0 0,32 7 12 0 0,-45-8 22 0 0,0 2 1 0 0,-1 4-1 0 0,-116 3 0 0 0,129 10-153 0 0,53-7 111 0 0,1 0 0 0 0,0 0 0 0 0,-1 0 0 0 0,1 0 0 0 0,-1 0 0 0 0,1 0 0 0 0,0 0 0 0 0,-1 0-1 0 0,1 0 1 0 0,0 1 0 0 0,-1-1 0 0 0,1 0 0 0 0,0 0 0 0 0,-1 0 0 0 0,1 1 0 0 0,0-1 0 0 0,-1 0 0 0 0,1 1 0 0 0,0-1-1 0 0,0 0 1 0 0,-1 0 0 0 0,1 1 0 0 0,0-1 0 0 0,0 0 0 0 0,0 1 0 0 0,-1-1 0 0 0,1 1 0 0 0,0-1 0 0 0,0 0 0 0 0,0 1-1 0 0,0-1 1 0 0,0 0 0 0 0,0 1 0 0 0,0-1 0 0 0,0 1 0 0 0,0-1 0 0 0,0 0 0 0 0,0 1 0 0 0,0-1 0 0 0,0 1 0 0 0,0-1-1 0 0,0 0 1 0 0,0 1 0 0 0,0-1 0 0 0,1 0 0 0 0,-1 1 0 0 0,0-1 0 0 0,0 0 0 0 0,0 1 0 0 0,1-1 0 0 0,-1 0 0 0 0,0 1-1 0 0,0-1 1 0 0,1 0 0 0 0,-1 0 0 0 0,0 1 0 0 0,0-1 0 0 0,1 0 0 0 0,-1 0 0 0 0,0 1 0 0 0,1-1 0 0 0,-1 0 0 0 0,1 0-1 0 0,27 13-715 0 0,-2-8-356 0 0,0-2 1 0 0,0 0 0 0 0,1-2-1 0 0,38-2 1 0 0,-5-4-1442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44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1601 0 0,'0'19'3281'0'0,"-30"0"-1440"0"0,30 0-1121 0 0,-30 12-640 0 0,30 7-160 0 0,0 7 160 0 0,0-7 81 0 0,0 1-81 0 0,0 5-80 0 0,-31-12 0 0 0,31-1 0 0 0,31-12 0 0 0,-1-11-80 0 0,0-21-161 0 0,0-12-719 0 0,-30 5-801 0 0,30-18-1280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44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44 1761 0 0,'0'-2'296'0'0,"0"1"-1"0"0,-1-1 1 0 0,1 1 0 0 0,1-1 0 0 0,-1 1 0 0 0,0-1-1 0 0,0 1 1 0 0,0-1 0 0 0,1 1 0 0 0,-1-1-1 0 0,1 1 1 0 0,-1-1 0 0 0,1 1 0 0 0,-1 0 0 0 0,1-1-1 0 0,0 1 1 0 0,0 0 0 0 0,0 0 0 0 0,0-1 0 0 0,0 1-1 0 0,2-2 1 0 0,-1 2-296 0 0,1 0-1 0 0,0 0 1 0 0,-1 1-1 0 0,1-1 1 0 0,0 0-1 0 0,0 1 1 0 0,-1 0-1 0 0,1-1 1 0 0,4 2 0 0 0,10-3 207 0 0,13-1-274 0 0,-7 4-76 0 0,-19 8 115 0 0,-15 6 39 0 0,-90 33 69 0 0,91-42-57 0 0,0-1-1 0 0,0-1 1 0 0,-1 1 0 0 0,0-2-1 0 0,-11 3 1 0 0,10-3 1 0 0,11 0 46 0 0,7-1-56 0 0,10 0-18 0 0,7-2-14 0 0,1 1-1 0 0,0 0 1 0 0,41 10 0 0 0,-30-4 11 0 0,-9-3-9 0 0,1 1 0 0 0,-1 2 0 0 0,-1 1 0 0 0,31 13 0 0 0,-22-4 16 0 0,56 37 0 0 0,-73-43 0 0 0,-15-10 0 0 0,0 0 1 0 0,0 0-1 0 0,0 0 1 0 0,0 1-1 0 0,0-1 0 0 0,0 1 1 0 0,-1-1-1 0 0,1 1 1 0 0,0 0-1 0 0,-1-1 1 0 0,1 1-1 0 0,-1 0 0 0 0,0 0 1 0 0,0 0-1 0 0,1 0 1 0 0,-1 1-1 0 0,0-1 1 0 0,-1 0-1 0 0,1 0 0 0 0,0 1 1 0 0,0 2-1 0 0,-2-3 8 0 0,1 0 0 0 0,-1 1 0 0 0,0-1 0 0 0,0 0-1 0 0,0 0 1 0 0,0 1 0 0 0,0-1 0 0 0,0 0 0 0 0,-1 0-1 0 0,1 0 1 0 0,-1 0 0 0 0,1 0 0 0 0,-1-1 0 0 0,0 1-1 0 0,0 0 1 0 0,0-1 0 0 0,0 0 0 0 0,0 1 0 0 0,0-1-1 0 0,-2 1 1 0 0,-6 4 51 0 0,0-1 0 0 0,-1 0 0 0 0,1 0 1 0 0,-1-1-1 0 0,0-1 0 0 0,0 0 0 0 0,0 0 0 0 0,0-1 0 0 0,-17 1 0 0 0,-8-2 215 0 0,-60-6-1 0 0,72 2-409 0 0,0 1 0 0 0,0 1-1 0 0,0 1 1 0 0,0 2 0 0 0,-37 6-1 0 0,51-8-1450 0 0,-15-7-1321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2:46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39 1601 0 0,'5'1'1147'0'0,"1"-1"-924"0"0,1 0 0 0 0,-1-1 1 0 0,0 1-1 0 0,0-1 0 0 0,0-1 1 0 0,0 1-1 0 0,0-1 0 0 0,0 0 0 0 0,9-5 1 0 0,20-5 77 0 0,-25 1 246 0 0,10 10-360 0 0,-15 1 27 0 0,-5 0-208 0 0,0 1 0 0 0,0-1 0 0 0,0 0 0 0 0,-1 0 0 0 0,1 0 0 0 0,0 0 0 0 0,0 0 0 0 0,0 1 0 0 0,0-1 0 0 0,0 0 1 0 0,0 0-1 0 0,0 0 0 0 0,0 0 0 0 0,0 0 0 0 0,0 1 0 0 0,0-1 0 0 0,0 0 0 0 0,0 0 0 0 0,0 0 0 0 0,0 0 1 0 0,0 1-1 0 0,0-1 0 0 0,0 0 0 0 0,0 0 0 0 0,0 0 0 0 0,0 0 0 0 0,0 1 0 0 0,0-1 0 0 0,0 0 0 0 0,0 0 1 0 0,0 0-1 0 0,0 0 0 0 0,1 0 0 0 0,-1 1 0 0 0,0-1 0 0 0,0 0 0 0 0,0 0 0 0 0,0 0 0 0 0,0 0 0 0 0,0 0 1 0 0,1 0-1 0 0,-1 0 0 0 0,0 1 0 0 0,0-1 0 0 0,0 0 0 0 0,0 0 0 0 0,0 0 0 0 0,1 0 0 0 0,-1 0 0 0 0,0 0 1 0 0,0 0-1 0 0,0 0 0 0 0,0 0 0 0 0,1 0 0 0 0,-1 0 0 0 0,0 0 0 0 0,0 0 0 0 0,0 0 0 0 0,0 0 0 0 0,1 0 0 0 0,-1 0 1 0 0,0 0-1 0 0,0 0 0 0 0,0 0 0 0 0,0 0 0 0 0,1-1 0 0 0,-1 1 0 0 0,0 0 0 0 0,0 0 0 0 0,20 0 128 0 0,-15 0-41 0 0,-5 0-89 0 0,0 0 0 0 0,0 1-1 0 0,0-1 1 0 0,0 0 0 0 0,0 0 0 0 0,-1 0 0 0 0,1 0-1 0 0,0 1 1 0 0,0-1 0 0 0,0 0 0 0 0,0 0 0 0 0,0 0-1 0 0,0 1 1 0 0,0-1 0 0 0,0 0 0 0 0,0 0-1 0 0,0 0 1 0 0,0 1 0 0 0,0-1 0 0 0,0 0 0 0 0,0 0-1 0 0,0 0 1 0 0,0 1 0 0 0,0-1 0 0 0,0 0-1 0 0,0 0 1 0 0,0 0 0 0 0,1 1 0 0 0,-1-1 0 0 0,0 0-1 0 0,0 0 1 0 0,0 0 0 0 0,0 0 0 0 0,0 1-1 0 0,0-1 1 0 0,1 0 0 0 0,-1 0 0 0 0,0 0 0 0 0,0 0-1 0 0,0 0 1 0 0,0 0 0 0 0,1 1 0 0 0,-1-1-1 0 0,0 0 1 0 0,0 0 0 0 0,0 0 0 0 0,1 0 0 0 0,-1 0-1 0 0,0 0 1 0 0,0 0 0 0 0,0 0 0 0 0,1 0-1 0 0,-1 0 1 0 0,0 0 0 0 0,0 0 0 0 0,0 0 0 0 0,1 0-1 0 0,-1 0 1 0 0,0 0 0 0 0,31 5 64 0 0,-30-5-66 0 0,1 0 0 0 0,-1 0 0 0 0,0 0 0 0 0,1 1-1 0 0,-1-1 1 0 0,0 0 0 0 0,0 1 0 0 0,1-1 0 0 0,-1 1 0 0 0,0 0-1 0 0,0-1 1 0 0,0 1 0 0 0,0 0 0 0 0,0 0 0 0 0,0-1 0 0 0,0 1-1 0 0,0 0 1 0 0,0 0 0 0 0,0 0 0 0 0,1 2 0 0 0,-2-3 0 0 0,0 1 1 0 0,0 0-1 0 0,0-1 1 0 0,0 1 0 0 0,1 0-1 0 0,-1-1 1 0 0,0 1-1 0 0,1 0 1 0 0,-1-1 0 0 0,0 1-1 0 0,1 0 1 0 0,-1-1-1 0 0,1 1 1 0 0,-1-1 0 0 0,1 1-1 0 0,-1-1 1 0 0,1 1 0 0 0,-1-1-1 0 0,1 0 1 0 0,-1 1-1 0 0,1-1 1 0 0,0 1 0 0 0,-1-1-1 0 0,1 0 1 0 0,0 0-1 0 0,0 1 1 0 0,0-1-3 0 0,0 0 0 0 0,0 1 0 0 0,0-1-1 0 0,0 1 1 0 0,0-1 0 0 0,0 1 0 0 0,0-1 0 0 0,0 1 0 0 0,-1 0 0 0 0,1-1 0 0 0,0 1-1 0 0,0 0 1 0 0,-1-1 0 0 0,1 1 0 0 0,0 0 0 0 0,-1 0 0 0 0,1 0 0 0 0,-1 0 0 0 0,1 0-1 0 0,-1-1 1 0 0,0 1 0 0 0,1 0 0 0 0,-1 0 0 0 0,0 0 0 0 0,0 0 0 0 0,1 0 0 0 0,-1 0-1 0 0,0 2 1 0 0,0-1 1 0 0,0 0-1 0 0,1 0 0 0 0,-1 0 0 0 0,0-1 0 0 0,0 1 1 0 0,0 0-1 0 0,-1 0 0 0 0,1 0 0 0 0,0 0 1 0 0,-1 0-1 0 0,0 0 0 0 0,1 0 0 0 0,-1-1 0 0 0,0 1 1 0 0,0 0-1 0 0,0 0 0 0 0,0-1 0 0 0,0 1 1 0 0,0-1-1 0 0,0 1 0 0 0,0-1 0 0 0,-1 1 0 0 0,1-1 1 0 0,-4 3-1 0 0,-1 1 8 0 0,-5 7 83 0 0,10-11-84 0 0,0 1 1 0 0,0-1-1 0 0,0 0 1 0 0,-1 0-1 0 0,1 0 0 0 0,0 0 1 0 0,-1 0-1 0 0,1 0 1 0 0,0-1-1 0 0,-1 1 1 0 0,1 0-1 0 0,-1-1 1 0 0,1 1-1 0 0,-1-1 1 0 0,1 1-1 0 0,-1-1 0 0 0,0 0 1 0 0,1 1-1 0 0,-3-1 1 0 0,-25 6 80 0 0,15-1-26 0 0,0-2 0 0 0,0 0 1 0 0,0 0-1 0 0,0-1 0 0 0,0-1 1 0 0,0-1-1 0 0,-1 0 0 0 0,1-1 1 0 0,0 0-1 0 0,-16-4 0 0 0,14 1 0 0 0,14 4-54 0 0,0 1-1 0 0,0-2 1 0 0,1 1 0 0 0,-1 0 0 0 0,0 0 0 0 0,0-1-1 0 0,1 1 1 0 0,-1 0 0 0 0,0-1 0 0 0,1 0-1 0 0,-1 1 1 0 0,0-1 0 0 0,1 0 0 0 0,-1 0-1 0 0,1 0 1 0 0,-1 0 0 0 0,1 0 0 0 0,0 0 0 0 0,-1-1-1 0 0,1 1 1 0 0,0 0 0 0 0,0-1 0 0 0,0 1-1 0 0,0-1 1 0 0,0 1 0 0 0,0-1 0 0 0,0 1 0 0 0,1-1-1 0 0,-1 0 1 0 0,1 1 0 0 0,-1-1 0 0 0,1 0-1 0 0,-1 0 1 0 0,1-3 0 0 0,1 5-5 0 0,0-1 1 0 0,0 0-1 0 0,0 0 1 0 0,0 1 0 0 0,0-1-1 0 0,0 1 1 0 0,0-1-1 0 0,0 1 1 0 0,1-1-1 0 0,-1 1 1 0 0,0 0-1 0 0,0-1 1 0 0,0 1-1 0 0,1 0 1 0 0,-1 0-1 0 0,0 0 1 0 0,0 0-1 0 0,1 0 1 0 0,-1 0-1 0 0,2 1 1 0 0,31 1-65 0 0,-24-2 41 0 0,-1 1 0 0 0,0 1 0 0 0,0-1 0 0 0,1 2 0 0 0,-1-1 0 0 0,0 1 0 0 0,-1 1 0 0 0,1 0 0 0 0,-1 0 0 0 0,1 0 0 0 0,-1 1 0 0 0,0 0 0 0 0,-1 1 0 0 0,0 0 0 0 0,1 0 0 0 0,-2 0 0 0 0,1 1 0 0 0,-1 0 0 0 0,8 12 0 0 0,-13-17 20 0 0,-1 1-1 0 0,1-1 1 0 0,-1 1-1 0 0,0-1 0 0 0,0 1 1 0 0,0-1-1 0 0,0 1 1 0 0,0-1-1 0 0,-1 1 1 0 0,1-1-1 0 0,-1 1 1 0 0,1-1-1 0 0,-1 0 1 0 0,0 1-1 0 0,0-1 1 0 0,0 0-1 0 0,0 0 0 0 0,-1 0 1 0 0,1 1-1 0 0,0-1 1 0 0,-1-1-1 0 0,0 1 1 0 0,1 0-1 0 0,-1 0 1 0 0,0 0-1 0 0,-2 1 1 0 0,-1 2 0 0 0,0-1 0 0 0,0 1 0 0 0,-1-1 0 0 0,1 0 0 0 0,-1 0 0 0 0,0-1 0 0 0,0 1 1 0 0,-1-1-1 0 0,-9 3 0 0 0,-2-3 22 0 0,0-1 1 0 0,-1-1 0 0 0,1-1-1 0 0,0 0 1 0 0,0-2 0 0 0,0 0 0 0 0,0-1-1 0 0,0 0 1 0 0,-21-8 0 0 0,37 10-47 0 0,0 0 0 0 0,0 0 0 0 0,0 0 0 0 0,0 0 1 0 0,0 0-1 0 0,0 0 0 0 0,0-1 0 0 0,0 1 1 0 0,0-1-1 0 0,1 1 0 0 0,-1-1 0 0 0,1 0 1 0 0,-1 0-1 0 0,1 1 0 0 0,-1-1 0 0 0,1 0 1 0 0,0 0-1 0 0,-1-3 0 0 0,2 4-140 0 0,-1-1 0 0 0,1 1-1 0 0,0-1 1 0 0,0 1 0 0 0,0-1 0 0 0,0 1-1 0 0,0-1 1 0 0,0 1 0 0 0,0-1 0 0 0,0 1 0 0 0,1-1-1 0 0,-1 1 1 0 0,0 0 0 0 0,1-1 0 0 0,-1 1-1 0 0,1-1 1 0 0,0 1 0 0 0,-1 0 0 0 0,1-1 0 0 0,0 1-1 0 0,0 0 1 0 0,1-2 0 0 0,23-16-2237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20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84 337 2961 0 0,'0'0'2121'0'0,"5"0"-1227"0"0,15 0-694 0 0,-15 0 347 0 0,0-1-293 0 0,3-2-158 0 0,-1 0 0 0 0,0-1 0 0 0,0 0 0 0 0,0-1 0 0 0,-1 1 0 0 0,1-1 0 0 0,-1 0 0 0 0,0-1 0 0 0,-1 0 0 0 0,8-9 0 0 0,29-26 48 0 0,-16 17-68 0 0,-1-1-1 0 0,-2-2 1 0 0,0 0-1 0 0,-2-2 1 0 0,32-55 0 0 0,-48 68-50 0 0,-5 14 41 0 0,0 16 13 0 0,-10 5-67 0 0,-113 152 138 0 0,50-65-88 0 0,52-77-62 0 0,-91 136-39 0 0,99-141 20 0 0,0 1-1 0 0,1 0 1 0 0,2 1 0 0 0,1 0-1 0 0,-6 27 1 0 0,14-50 12 0 0,0 0 0 0 0,0 0 0 0 0,0 0 0 0 0,1 0 0 0 0,0 0 0 0 0,-1 0 0 0 0,1 1 0 0 0,0-1 1 0 0,1 0-1 0 0,-1 0 0 0 0,1 0 0 0 0,-1 0 0 0 0,1 0 0 0 0,0 0 0 0 0,0 0 0 0 0,0 0 0 0 0,0 0 0 0 0,1 0 0 0 0,-1-1 0 0 0,1 1 0 0 0,0 0 0 0 0,-1-1 0 0 0,1 1 0 0 0,1-1 0 0 0,-1 0 0 0 0,0 0 0 0 0,0 0 0 0 0,1 0 0 0 0,-1 0 1 0 0,1 0-1 0 0,0-1 0 0 0,-1 1 0 0 0,1-1 0 0 0,0 1 0 0 0,0-1 0 0 0,0 0 0 0 0,0 0 0 0 0,0-1 0 0 0,0 1 0 0 0,4 0 0 0 0,5 1-223 0 0,1-1-1 0 0,0 0 1 0 0,0-1 0 0 0,0-1 0 0 0,0 0-1 0 0,0 0 1 0 0,0-1 0 0 0,17-5-1 0 0,-20 3-653 0 0,0 0 0 0 0,0-1 0 0 0,0 0 0 0 0,15-10 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21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283 128 880 0 0,'-9'5'864'0'0,"1"0"0"0"0,0 0-1 0 0,-1 1 1 0 0,-13 14 0 0 0,-16 12 420 0 0,-133 111 157 0 0,155-126-1328 0 0,15-17-111 0 0,1 1 1 0 0,0-1 0 0 0,0 1 0 0 0,0-1 0 0 0,0 1 0 0 0,0-1-1 0 0,-1 0 1 0 0,1 1 0 0 0,0-1 0 0 0,0 1 0 0 0,0-1 0 0 0,0 1 0 0 0,1-1-1 0 0,-1 1 1 0 0,0-1 0 0 0,0 1 0 0 0,0-1 0 0 0,0 1 0 0 0,0-1 0 0 0,1 1-1 0 0,-1-1 1 0 0,0 1 0 0 0,0-1 0 0 0,1 1 0 0 0,-1-1 0 0 0,1 1-1 0 0,3 2 6 0 0,0 0-1 0 0,0-1 0 0 0,1 0 0 0 0,-1 1 0 0 0,1-1 0 0 0,-1-1 0 0 0,1 1 0 0 0,9 1 0 0 0,7 1 2 0 0,0-2 0 0 0,0 0 1 0 0,1-1-1 0 0,-1-1 0 0 0,0-1 0 0 0,1-1 0 0 0,-1-1 0 0 0,0-1 1 0 0,-1 0-1 0 0,1-2 0 0 0,-1-1 0 0 0,0 0 0 0 0,0-1 0 0 0,-1-1 1 0 0,21-14-1 0 0,-35 18-2 0 0,0 0 0 0 0,0-1 0 0 0,0 0 1 0 0,-1 0-1 0 0,0 0 0 0 0,0-1 0 0 0,-1 0 0 0 0,0 1 0 0 0,0-1 1 0 0,0 0-1 0 0,-1 0 0 0 0,2-11 0 0 0,-5 13 2 0 0,-1 1 0 0 0,0-1 0 0 0,0 1 0 0 0,0-1 0 0 0,-1 1 0 0 0,0 0 0 0 0,0 0 0 0 0,0 0 0 0 0,0 1 0 0 0,-5-6 0 0 0,-10-12 12 0 0,11 13-85 0 0,0 0-1 0 0,-1 0 1 0 0,0 1-1 0 0,-15-11 1 0 0,17 14-123 0 0,0 0 1 0 0,1 0-1 0 0,0 0 1 0 0,-1-1-1 0 0,2 0 0 0 0,-1 0 1 0 0,1 0-1 0 0,-1-1 1 0 0,1 1-1 0 0,1-1 1 0 0,-7-12-1 0 0,5-26-4028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21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60 640 0 0,'-109'-3'6203'0'0,"12"0"-3868"0"0,92 3-1829 0 0,5 0-500 0 0,0-1-1 0 0,0 1 1 0 0,-1 0-1 0 0,1-1 1 0 0,0 1-1 0 0,0 0 1 0 0,0-1-1 0 0,0 1 1 0 0,0-1-1 0 0,0 1 1 0 0,0 0-1 0 0,0-1 1 0 0,0 1-1 0 0,0-1 1 0 0,0 1-1 0 0,0 0 0 0 0,0-1 1 0 0,0 1-1 0 0,0-1 1 0 0,1 1-1 0 0,-1 0 1 0 0,0-1-1 0 0,0 1 1 0 0,0 0-1 0 0,0-1 1 0 0,1 1-1 0 0,-1 0 1 0 0,0-1-1 0 0,1 1 1 0 0,-1 0-1 0 0,0-1 1 0 0,0 1-1 0 0,1 0 1 0 0,-1 0-1 0 0,0 0 0 0 0,1-1 1 0 0,-1 1-1 0 0,1 0 1 0 0,23-9-126 0 0,0 1 0 0 0,1 2 0 0 0,0 0 0 0 0,48-4 0 0 0,-72 10 115 0 0,0 0 1 0 0,-1 0-1 0 0,1-1 1 0 0,0 1 0 0 0,0 0-1 0 0,0 0 1 0 0,-1 0 0 0 0,1 0-1 0 0,0 0 1 0 0,0 0-1 0 0,0 0 1 0 0,-1 0 0 0 0,1 0-1 0 0,0 1 1 0 0,0-1 0 0 0,-1 0-1 0 0,1 0 1 0 0,0 1-1 0 0,0-1 1 0 0,-1 0 0 0 0,1 1-1 0 0,0-1 1 0 0,-1 1 0 0 0,1-1-1 0 0,0 1 1 0 0,-1-1-1 0 0,1 1 1 0 0,-1-1 0 0 0,1 1-1 0 0,-1 0 1 0 0,1-1-1 0 0,-1 1 1 0 0,0 0 0 0 0,1-1-1 0 0,-1 1 1 0 0,0 0 0 0 0,1 0-1 0 0,-1-1 1 0 0,0 1-1 0 0,0 0 1 0 0,0 1 0 0 0,-14 30-33 0 0,8-23 17 0 0,-13 24 12 0 0,-2-2-1 0 0,-24 30 0 0 0,42-58 7 0 0,0 0 1 0 0,0 0 0 0 0,1 0-1 0 0,-1 1 1 0 0,1-1-1 0 0,0 1 1 0 0,0 0-1 0 0,0 0 1 0 0,1 0 0 0 0,-1-1-1 0 0,1 2 1 0 0,0-1-1 0 0,0 0 1 0 0,0 0 0 0 0,1 0-1 0 0,0 0 1 0 0,-1 5-1 0 0,2-7-33 0 0,0 1-1 0 0,0-1 0 0 0,0 1 1 0 0,0-1-1 0 0,1 0 1 0 0,-1 0-1 0 0,0 1 0 0 0,1-1 1 0 0,0 0-1 0 0,-1 0 1 0 0,1 0-1 0 0,0-1 0 0 0,0 1 1 0 0,0 0-1 0 0,0-1 0 0 0,0 1 1 0 0,1-1-1 0 0,-1 0 1 0 0,0 0-1 0 0,1 1 0 0 0,-1-2 1 0 0,1 1-1 0 0,-1 0 1 0 0,1 0-1 0 0,-1-1 0 0 0,5 1 1 0 0,28-2-2406 0 0,20-15-2202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22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122 179 3201 0 0,'-55'5'3255'0'0,"45"3"-2895"0"0,-2-3-324 0 0,10-4-10 0 0,-1-1 0 0 0,1 1 0 0 0,0-1 0 0 0,0 1 0 0 0,0 0 0 0 0,0 0 0 0 0,0 0 0 0 0,0 0 0 0 0,0 0 0 0 0,0 1 0 0 0,0-1 0 0 0,1 1 0 0 0,-1-1 0 0 0,0 1 0 0 0,1-1 0 0 0,0 1 0 0 0,-1 0 0 0 0,1 0 0 0 0,0 0 0 0 0,0 0 0 0 0,0 0 0 0 0,0 0 0 0 0,0 0 0 0 0,0 0 0 0 0,0 0 0 0 0,1 0 0 0 0,-1 0 0 0 0,1 1 0 0 0,0-1 0 0 0,-1 0 0 0 0,1 3 0 0 0,0-1 32 0 0,0 1 0 0 0,0-1 0 0 0,0 1 0 0 0,0-1 0 0 0,1 1 1 0 0,0-1-1 0 0,0 0 0 0 0,0 1 0 0 0,0-1 0 0 0,1 0 0 0 0,2 5 1 0 0,-2-7-53 0 0,0 0 0 0 0,0 1 1 0 0,1-1-1 0 0,0 0 1 0 0,-1 0-1 0 0,1 0 0 0 0,0-1 1 0 0,0 1-1 0 0,0-1 0 0 0,0 0 1 0 0,0 1-1 0 0,0-1 1 0 0,0 0-1 0 0,0-1 0 0 0,6 2 1 0 0,0-1-3 0 0,0 1 0 0 0,0-1 0 0 0,0-1-1 0 0,0 1 1 0 0,0-2 0 0 0,0 1 0 0 0,0-1 0 0 0,0 0 0 0 0,0-1 0 0 0,0 0 0 0 0,-1-1 0 0 0,1 0-1 0 0,-1 0 1 0 0,1-1 0 0 0,-1 0 0 0 0,0 0 0 0 0,0-1 0 0 0,-1 0 0 0 0,1 0 0 0 0,-1-1 0 0 0,0 0-1 0 0,-1 0 1 0 0,8-9 0 0 0,17-25 133 0 0,-25 34-114 0 0,0 0 1 0 0,0-1-1 0 0,-1 0 1 0 0,-1-1-1 0 0,1 1 1 0 0,5-13-1 0 0,-10 17-13 0 0,1 1 1 0 0,0-1-1 0 0,-1 0 0 0 0,0 0 0 0 0,0 0 1 0 0,0 0-1 0 0,0 0 0 0 0,0 0 0 0 0,0 0 1 0 0,-1 0-1 0 0,0 1 0 0 0,1-1 0 0 0,-1 0 1 0 0,0 0-1 0 0,0 1 0 0 0,-1-1 0 0 0,1 0 1 0 0,0 1-1 0 0,-1-1 0 0 0,0 1 0 0 0,0 0 1 0 0,1-1-1 0 0,-4-1 0 0 0,-5-6 4 0 0,-1 1-1 0 0,0 0 0 0 0,0 1 1 0 0,-1 0-1 0 0,0 1 0 0 0,0 0 1 0 0,-1 1-1 0 0,0 1 0 0 0,0 0 1 0 0,-1 0-1 0 0,1 1 0 0 0,-1 1 1 0 0,-22-2-1 0 0,32 4-171 0 0,0 0 1 0 0,1 1-1 0 0,-1 0 1 0 0,0 0-1 0 0,0 0 0 0 0,0 0 1 0 0,0 1-1 0 0,0 0 1 0 0,1-1-1 0 0,-1 1 1 0 0,0 1-1 0 0,0-1 0 0 0,1 0 1 0 0,-1 1-1 0 0,-4 3 1 0 0,-22 13-3992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23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1441 0 0,'0'0'5762'0'0,"0"6"-5041"0"0,0 7-321 0 0,30 6-320 0 0,0 12-80 0 0,31 52-160 0 0,29-12 160 0 0,-35-27 0 0 0,-25-19 0 0 0,30 0-160 0 0,-30-6 0 0 0,1 0-561 0 0,-31-5-1920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23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0 388 800 0 0,'31'-13'2401'0'0,"-31"-4"-640"0"0,30-16-560 0 0,60-44-81 0 0,92-17-319 0 0,-38 17-801 0 0,-23 33-721 0 0,-30 11-3120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24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180 100 640 0 0,'0'-4'299'0'0,"1"0"1"0"0,-1 0-1 0 0,1-1 0 0 0,0 1 0 0 0,0 0 0 0 0,0 0 0 0 0,1 0 1 0 0,-1 0-1 0 0,1 0 0 0 0,3-4 0 0 0,-3 4 42 0 0,0 0 0 0 0,0 0 0 0 0,0 0 1 0 0,-1 0-1 0 0,1 0 0 0 0,-1 0 0 0 0,0 0 0 0 0,0 0 0 0 0,-1 0 0 0 0,1-6 1 0 0,-2 32-330 0 0,-1 0 0 0 0,-1 0 0 0 0,0 0 0 0 0,-2 0 0 0 0,-12 34 0 0 0,-52 106 56 0 0,18-47-48 0 0,-4 14-114 0 0,54-127 83 0 0,1-1 1 0 0,-1 1-1 0 0,1 0 0 0 0,-1 0 0 0 0,1 0 0 0 0,0 0 0 0 0,-1 0 0 0 0,1 0 1 0 0,0 0-1 0 0,1 0 0 0 0,-1 0 0 0 0,0 2 0 0 0,1-4 1 0 0,-1 1-1 0 0,0 0 0 0 0,1-1 1 0 0,-1 1-1 0 0,0 0 1 0 0,1-1-1 0 0,-1 1 1 0 0,1-1-1 0 0,-1 1 1 0 0,1-1-1 0 0,-1 1 0 0 0,1-1 1 0 0,-1 1-1 0 0,1-1 1 0 0,-1 1-1 0 0,1-1 1 0 0,0 0-1 0 0,-1 1 1 0 0,1-1-1 0 0,0 0 0 0 0,-1 1 1 0 0,1-1-1 0 0,0 0 1 0 0,3 0-153 0 0,-1 0 1 0 0,1 0-1 0 0,-1 0 1 0 0,1-1-1 0 0,-1 1 0 0 0,1-1 1 0 0,-1 0-1 0 0,1 0 1 0 0,-1 0-1 0 0,0 0 1 0 0,0-1-1 0 0,6-3 0 0 0,47-28-3798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24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354 133 1601 0 0,'-18'1'648'0'0,"-1"-1"1"0"0,1 2-1 0 0,0 1 1 0 0,-1 0 0 0 0,1 1-1 0 0,-20 8 1 0 0,20-5-436 0 0,0 2 0 0 0,1 0 0 0 0,0 1-1 0 0,0 0 1 0 0,1 2 0 0 0,1 0 0 0 0,0 0 0 0 0,-25 28 0 0 0,37-37-206 0 0,0 1 1 0 0,0-1-1 0 0,0 1 1 0 0,1 0-1 0 0,-1-1 1 0 0,1 1-1 0 0,0 1 1 0 0,0-1-1 0 0,0 0 0 0 0,0 0 1 0 0,1 1-1 0 0,0-1 1 0 0,0 1-1 0 0,-1 7 1 0 0,2-8-1 0 0,0-1 1 0 0,1 1 0 0 0,-1-1 0 0 0,1 1-1 0 0,0-1 1 0 0,0 1 0 0 0,0-1 0 0 0,0 0-1 0 0,1 1 1 0 0,-1-1 0 0 0,1 0 0 0 0,0 0 0 0 0,0 0-1 0 0,0 0 1 0 0,0 0 0 0 0,0-1 0 0 0,1 1-1 0 0,0-1 1 0 0,2 3 0 0 0,7 4 14 0 0,1-1 1 0 0,-1 0 0 0 0,1-1-1 0 0,0 0 1 0 0,1-2 0 0 0,0 1-1 0 0,0-1 1 0 0,0-1 0 0 0,0-1-1 0 0,1 0 1 0 0,-1 0 0 0 0,1-2-1 0 0,26 0 1 0 0,-24-1-23 0 0,1-1 0 0 0,0 0 1 0 0,-1-2-1 0 0,0 0 0 0 0,1-1 0 0 0,-1 0 1 0 0,0-2-1 0 0,-1 0 0 0 0,0-1 0 0 0,0 0 1 0 0,21-14-1 0 0,-27 13-10 0 0,0-1 0 0 0,0 0 0 0 0,-1 0 1 0 0,0-1-1 0 0,-1-1 0 0 0,0 1 0 0 0,-1-1 0 0 0,0 0 0 0 0,-1-1 0 0 0,0 1 1 0 0,0-1-1 0 0,-2-1 0 0 0,1 1 0 0 0,-2-1 0 0 0,1 1 0 0 0,-2-1 0 0 0,0 0 0 0 0,0 0 1 0 0,-1-1-1 0 0,-1 1 0 0 0,0 0 0 0 0,-3-17 0 0 0,2 25-48 0 0,-1 1-1 0 0,1-1 1 0 0,-1 0-1 0 0,0 1 1 0 0,0 0-1 0 0,-1 0 1 0 0,1-1 0 0 0,-1 1-1 0 0,0 0 1 0 0,0 1-1 0 0,0-1 1 0 0,-1 1-1 0 0,1-1 1 0 0,-8-4-1 0 0,-1 0-301 0 0,0 1 0 0 0,0 0 0 0 0,-20-7 0 0 0,29 13 263 0 0,-87-32-3905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24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152 171 4402 0 0,'-60'6'3121'0'0,"29"-12"-2480"0"0,1 6-241 0 0,0 0 800 0 0,60-5-1039 0 0,31-3-1 0 0,-1 2 0 0 0,55-5-160 0 0,-25-9-80 0 0,61-7-561 0 0,-30 8-159 0 0,-61-6-641 0 0,-30 6-1360 0 0,-30-12-240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25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447 120 2001 0 0,'1'-6'321'0'0,"1"0"-1"0"0,-1 0 1 0 0,1 0 0 0 0,0 0-1 0 0,0 1 1 0 0,1-1 0 0 0,0 0-1 0 0,0 1 1 0 0,0 0 0 0 0,0 0 0 0 0,1 0-1 0 0,0 0 1 0 0,0 1 0 0 0,9-8-1 0 0,-7 5-114 0 0,-2-8 255 0 0,-3 15-443 0 0,-1 0-1 0 0,0-1 0 0 0,0 1 0 0 0,0 0 1 0 0,0 0-1 0 0,0 0 0 0 0,0-1 0 0 0,0 1 1 0 0,0 0-1 0 0,1 0 0 0 0,-1-1 0 0 0,0 1 1 0 0,0 0-1 0 0,0 0 0 0 0,0-1 0 0 0,0 1 1 0 0,0 0-1 0 0,-1 0 0 0 0,1-1 0 0 0,0 1 1 0 0,0 0-1 0 0,0 0 0 0 0,0-1 0 0 0,0 1 1 0 0,0 0-1 0 0,0 0 0 0 0,0-1 0 0 0,0 1 1 0 0,-1 0-1 0 0,1 0 0 0 0,0 0 0 0 0,0-1 1 0 0,0 1-1 0 0,-1 0 0 0 0,1 0 0 0 0,0 0 1 0 0,0 0-1 0 0,0 0 0 0 0,-1-1 0 0 0,1 1 1 0 0,0 0-1 0 0,0 0 0 0 0,-1 0 1 0 0,1 0-1 0 0,0 0 0 0 0,0 0 0 0 0,-1 0 1 0 0,1 0-1 0 0,-70 42 143 0 0,55-32-146 0 0,-7 3 13 0 0,0 1-1 0 0,1 0 1 0 0,1 2-1 0 0,-36 35 1 0 0,1 8 15 0 0,43-48-5 0 0,0 1 0 0 0,1 1 0 0 0,0 0-1 0 0,-13 22 1 0 0,6-5-19 0 0,8-17-1 0 0,2 0-1 0 0,0 1 1 0 0,0 0-1 0 0,1 0 1 0 0,1 1 0 0 0,0 0-1 0 0,1 0 1 0 0,1 1-1 0 0,0-1 1 0 0,-3 33-1 0 0,7-44-14 0 0,0 0 0 0 0,0 0 0 0 0,0 0-1 0 0,0 0 1 0 0,1 0 0 0 0,-1 0 0 0 0,1 0-1 0 0,0 0 1 0 0,1 0 0 0 0,-1 0-1 0 0,1-1 1 0 0,-1 1 0 0 0,1-1 0 0 0,0 1-1 0 0,0-1 1 0 0,1 1 0 0 0,-1-1-1 0 0,1 0 1 0 0,0 0 0 0 0,0 0 0 0 0,0-1-1 0 0,0 1 1 0 0,0-1 0 0 0,0 1 0 0 0,1-1-1 0 0,-1 0 1 0 0,1 0 0 0 0,-1-1-1 0 0,1 1 1 0 0,7 2 0 0 0,21 6-39 0 0,0 0 1 0 0,0-2-1 0 0,1-1 1 0 0,-1-2 0 0 0,1-1-1 0 0,1-2 1 0 0,-1-1-1 0 0,0-1 1 0 0,0-2-1 0 0,0-2 1 0 0,0-1-1 0 0,0-1 1 0 0,-1-2-1 0 0,38-13 1 0 0,-60 18 36 0 0,0-1 0 0 0,0 0 0 0 0,-1 0 0 0 0,1-1 0 0 0,-1 0 0 0 0,0-1 0 0 0,-1 0 0 0 0,1 0 0 0 0,-1-1 0 0 0,0 0 0 0 0,12-16 0 0 0,-18 21 1 0 0,0 0 0 0 0,0 0 1 0 0,0 0-1 0 0,-1 0 0 0 0,1-1 0 0 0,-1 1 0 0 0,0 0 1 0 0,0-1-1 0 0,1 0 0 0 0,-2 1 0 0 0,1-1 0 0 0,0 1 1 0 0,-1-1-1 0 0,1-3 0 0 0,-1 3 3 0 0,-1 0 1 0 0,0 0-1 0 0,0 1 1 0 0,0-1-1 0 0,-1 0 1 0 0,1 1-1 0 0,0-1 0 0 0,-1 0 1 0 0,0 1-1 0 0,0 0 1 0 0,0-1-1 0 0,0 1 1 0 0,-4-3-1 0 0,-6-8 4 0 0,-2 2 0 0 0,0 0 0 0 0,0 0 0 0 0,-1 2 0 0 0,0 0 0 0 0,0 0 0 0 0,-1 1 0 0 0,-1 1 0 0 0,1 1 0 0 0,-1 1 0 0 0,0 0 0 0 0,0 1 0 0 0,-32-4 0 0 0,18 5-62 0 0,-1 2 0 0 0,1 0 0 0 0,-1 3 0 0 0,1 0 0 0 0,-1 2 0 0 0,1 1 0 0 0,-33 11 0 0 0,-57 24-973 0 0,1-1-1628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36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1439 209 2401 0 0,'-55'-13'3949'0'0,"-191"-6"-1895"0"0,189 21-1937 0 0,0 3 0 0 0,-74 16 0 0 0,-16 3 12 0 0,1 14 178 0 0,125-34-317 0 0,0 2 0 0 0,0 0-1 0 0,-22 10 1 0 0,-2 1-16 0 0,23-8 26 0 0,0 0 0 0 0,-36 21 0 0 0,40-20 0 0 0,-38 13-33 0 0,46-20 28 0 0,1 1-1 0 0,0 0 0 0 0,0 0 1 0 0,0 1-1 0 0,-15 10 0 0 0,-7-1 43 0 0,27-12-34 0 0,0-1 0 0 0,0 1 0 0 0,0-1 0 0 0,0 1 0 0 0,0 0 0 0 0,0 1 0 0 0,0-1 0 0 0,1 1 0 0 0,-7 5 0 0 0,-7 9-24 0 0,16-16 19 0 0,0 0-1 0 0,-1 0 1 0 0,1 0-1 0 0,0 0 1 0 0,0 1 0 0 0,-1-1-1 0 0,1 1 1 0 0,0-1-1 0 0,0 0 1 0 0,1 1-1 0 0,-1 0 1 0 0,0-1-1 0 0,0 1 1 0 0,1-1-1 0 0,-1 1 1 0 0,1 0-1 0 0,-1 0 1 0 0,1-1-1 0 0,0 1 1 0 0,0 0 0 0 0,0 0-1 0 0,0-1 1 0 0,0 4-1 0 0,0-2-1 0 0,0 0-1 0 0,-1 0 1 0 0,1 0-1 0 0,-1-1 1 0 0,0 1-1 0 0,0 0 1 0 0,0 0-1 0 0,0 0 0 0 0,0-1 1 0 0,-1 1-1 0 0,1-1 1 0 0,-4 5-1 0 0,3-5-2 0 0,1 1-1 0 0,-1-1 0 0 0,0 1 0 0 0,1 0 0 0 0,0 0 1 0 0,0 0-1 0 0,-1-1 0 0 0,2 1 0 0 0,-1 0 0 0 0,0 0 1 0 0,1 1-1 0 0,-1 4 0 0 0,1-3 7 0 0,0 0 1 0 0,-1 1-1 0 0,0-1 0 0 0,0 0 1 0 0,0 0-1 0 0,0 0 0 0 0,-1 0 1 0 0,0 0-1 0 0,0 0 0 0 0,0 0 1 0 0,-1-1-1 0 0,1 1 0 0 0,-1-1 0 0 0,0 0 1 0 0,-1 1-1 0 0,1-1 0 0 0,-6 4 1 0 0,-6 11-55 0 0,13-16 60 0 0,1 1 0 0 0,0 0 0 0 0,0 0-1 0 0,0 0 1 0 0,0 0 0 0 0,1 0-1 0 0,0 0 1 0 0,-1 0 0 0 0,2 0 0 0 0,-1-1-1 0 0,1 6 1 0 0,-1 1 5 0 0,1-9-12 0 0,-1 0 0 0 0,1 0 0 0 0,-1 0 0 0 0,1 0 1 0 0,-1 0-1 0 0,1 0 0 0 0,-1 0 0 0 0,1 0 0 0 0,0 0 0 0 0,0 0 0 0 0,-1 0 0 0 0,1 0 0 0 0,0 0 1 0 0,0-1-1 0 0,0 1 0 0 0,0 0 0 0 0,0-1 0 0 0,0 1 0 0 0,0-1 0 0 0,0 1 0 0 0,0-1 0 0 0,2 1 1 0 0,3 2-23 0 0,29 41 11 0 0,-16-30 11 0 0,-16-13-5 0 0,0 1 1 0 0,-1-1-1 0 0,1 1 1 0 0,-1 0-1 0 0,1-1 1 0 0,-1 1-1 0 0,0 0 0 0 0,1 1 1 0 0,-1-1-1 0 0,0 0 1 0 0,0 1-1 0 0,-1-1 0 0 0,1 1 1 0 0,-1-1-1 0 0,1 1 1 0 0,-1 0-1 0 0,0 0 1 0 0,0 0-1 0 0,0 0 0 0 0,0-1 1 0 0,0 5-1 0 0,0-4 8 0 0,0-1 0 0 0,-1 1 0 0 0,1-1 0 0 0,0 1 0 0 0,0-1 0 0 0,1 1 0 0 0,-1-1 0 0 0,1 1 0 0 0,-1-1 0 0 0,1 0 0 0 0,0 0 0 0 0,-1 0 0 0 0,1 0 0 0 0,0 0 0 0 0,0 0 0 0 0,1-1 0 0 0,-1 1 0 0 0,0-1 0 0 0,1 1 0 0 0,-1-1 0 0 0,0 0 0 0 0,1 0 0 0 0,3 1 0 0 0,8 4 9 0 0,0-1 1 0 0,1-1 0 0 0,17 4 0 0 0,-14-5-18 0 0,0-2 1 0 0,0 0-1 0 0,1-1 0 0 0,-1 0 1 0 0,0-2-1 0 0,19-3 0 0 0,116-31-74 0 0,-29 5 49 0 0,-80 24 32 0 0,1 2 0 0 0,0 2 0 0 0,0 2 0 0 0,0 2 0 0 0,0 2 0 0 0,0 1 0 0 0,0 3 0 0 0,-1 2 0 0 0,45 14 0 0 0,11 21 0 0 0,-39-18 0 0 0,-34-19 0 0 0,-18-4 0 0 0,0 0 0 0 0,0-1 0 0 0,0-1 0 0 0,0 1 0 0 0,9-1 0 0 0,56 3 0 0 0,-50-1 0 0 0,0-2 0 0 0,39-3 0 0 0,325-42 240 0 0,-188 20-14 0 0,137-23-52 0 0,-257 30-147 0 0,0 4 0 0 0,148-6-1 0 0,-222 18-34 0 0,1 1 0 0 0,0 0 0 0 0,0 0 0 0 0,-1 0 0 0 0,1 1 0 0 0,0-1 0 0 0,0 2 0 0 0,-1-1 0 0 0,11 4 0 0 0,-9-1 8 0 0,2 10 0 0 0,-2-10 3 0 0,1 1 0 0 0,0-2 0 0 0,0 1 1 0 0,0-1-1 0 0,0-1 0 0 0,0 0 0 0 0,15 2 0 0 0,80 4 39 0 0,-33-4-29 0 0,186-2 4 0 0,-117-5-34 0 0,-57 2 27 0 0,-2-1 25 0 0,142 17 0 0 0,73 11 45 0 0,-117-15-80 0 0,-56-6 0 0 0,17-5 0 0 0,-131 0-10 0 0,0-1 0 0 0,0-1-1 0 0,0 0 1 0 0,14-5 0 0 0,19-5-19 0 0,-29 9 32 0 0,-1 0 0 0 0,1-1-1 0 0,-1 0 1 0 0,23-11 0 0 0,-23 8 6 0 0,1 2 0 0 0,-1 0 0 0 0,1 0 0 0 0,0 1 1 0 0,0 1-1 0 0,20-4 0 0 0,-16 4-7 0 0,-5 3 8 0 0,0 0-1 0 0,1 1 0 0 0,-1 0 0 0 0,0 1 0 0 0,0 0 0 0 0,0 1 1 0 0,-1 0-1 0 0,13 6 0 0 0,0-2 30 0 0,43 8-1 0 0,-10-9-68 0 0,87 14-86 0 0,-135-18 92 0 0,1 0 0 0 0,-1-1 0 0 0,1 0 0 0 0,0 0 0 0 0,-1-1 1 0 0,20-2-1 0 0,-24 1 19 0 0,-1 0-1 0 0,0 0 1 0 0,1-1 0 0 0,-1 1 0 0 0,0-1 0 0 0,0 0 0 0 0,0 0 0 0 0,0 0 0 0 0,0-1 0 0 0,-1 1 0 0 0,1-1 0 0 0,-1 0 0 0 0,1 0-1 0 0,-1 0 1 0 0,0 0 0 0 0,5-8 0 0 0,8-10 32 0 0,-12 16-13 0 0,0 1 1 0 0,0-1-1 0 0,-1 1 0 0 0,0-1 0 0 0,0 0 0 0 0,0 0 1 0 0,0 0-1 0 0,-1-1 0 0 0,0 1 0 0 0,0-1 0 0 0,0 1 1 0 0,-1-1-1 0 0,0 0 0 0 0,1-8 0 0 0,-2 12-1 0 0,0-1 0 0 0,0 0 0 0 0,-1 1 0 0 0,1-1 0 0 0,-1 0 0 0 0,0 1 0 0 0,1-1 0 0 0,-1 1-1 0 0,0-1 1 0 0,-1 1 0 0 0,1 0 0 0 0,0-1 0 0 0,-1 1 0 0 0,1 0 0 0 0,-1 0 0 0 0,0 0 0 0 0,1 0 0 0 0,-4-2 0 0 0,-8-12 61 0 0,-4-3-6 0 0,-1 1-1 0 0,-31-25 1 0 0,30 28-39 0 0,1-1 1 0 0,1-1-1 0 0,-16-19 1 0 0,12 9-10 0 0,0 1 0 0 0,-2 1 0 0 0,0 1 0 0 0,-2 1 0 0 0,-1 1 0 0 0,0 1 0 0 0,-50-28 0 0 0,-70-41 140 0 0,102 64-53 0 0,26 15-69 0 0,1 1-1 0 0,-1 1 1 0 0,-1 0 0 0 0,0 2 0 0 0,-32-10-1 0 0,-245-40 257 0 0,288 55-291 0 0,-431-67 434 0 0,124 44 334 0 0,-124-13 285 0 0,224 29-473 0 0,103 7-392 0 0,-288 22-139 0 0,168-3 70 0 0,65-8-229 0 0,-315 59 0 0 0,384-43-40 0 0,2 5 1 0 0,1 4-1 0 0,2 4 0 0 0,-133 75 0 0 0,223-112-123 0 0,-11 7 82 0 0,14-8 135 0 0,0 0-1 0 0,0 0 0 0 0,0 0 0 0 0,0 0 0 0 0,1 0 0 0 0,-1 0 0 0 0,0 0 0 0 0,0 0 1 0 0,0 0-1 0 0,0 0 0 0 0,0 0 0 0 0,0 0 0 0 0,0 0 0 0 0,0 1 0 0 0,0-1 0 0 0,1 0 1 0 0,-1 0-1 0 0,0 0 0 0 0,0 0 0 0 0,0 0 0 0 0,0 0 0 0 0,0 0 0 0 0,0 0 0 0 0,0 0 1 0 0,0 1-1 0 0,0-1 0 0 0,0 0 0 0 0,0 0 0 0 0,0 0 0 0 0,0 0 0 0 0,0 0 0 0 0,0 0 1 0 0,0 0-1 0 0,0 1 0 0 0,0-1 0 0 0,0 0 0 0 0,0 0 0 0 0,0 0 0 0 0,0 0 0 0 0,0 0 1 0 0,0 0-1 0 0,0 1 0 0 0,166-10-4428 0 0,-75 0 40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7:11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2186 610 2241 0 0,'7'-11'1251'0'0,"-4"7"-828"0"0,0 0-1 0 0,0 0 1 0 0,-1 0 0 0 0,0-1-1 0 0,0 1 1 0 0,0-1 0 0 0,-1 1-1 0 0,1-1 1 0 0,-1 1 0 0 0,0-1-1 0 0,1-8 1 0 0,-2 12-390 0 0,0 0 0 0 0,1 0 1 0 0,-1 0-1 0 0,0 0 0 0 0,1 0 0 0 0,-1 0 1 0 0,1 0-1 0 0,-1 1 0 0 0,1-1 1 0 0,0 0-1 0 0,-1 0 0 0 0,1 0 0 0 0,0 1 1 0 0,0-1-1 0 0,-1 0 0 0 0,1 1 0 0 0,0-1 1 0 0,0 1-1 0 0,0-1 0 0 0,0 1 0 0 0,0-1 1 0 0,1 1-1 0 0,-1 0-33 0 0,-1 0-1 0 0,1 0 1 0 0,-1 0 0 0 0,1 0-1 0 0,-1-1 1 0 0,0 1 0 0 0,1 0-1 0 0,-1 0 1 0 0,1 0 0 0 0,-1 0-1 0 0,1-1 1 0 0,-1 1-1 0 0,1 0 1 0 0,-1 0 0 0 0,0-1-1 0 0,1 1 1 0 0,-1 0 0 0 0,1-1-1 0 0,-1 1 1 0 0,0 0 0 0 0,1-1-1 0 0,-1 1 1 0 0,0-1 0 0 0,0 1-1 0 0,1-1 1 0 0,-1 1 0 0 0,0 0-1 0 0,0-1 1 0 0,0 1 0 0 0,1-1-1 0 0,-1 1 1 0 0,0-1 0 0 0,0 1-1 0 0,0-1 1 0 0,0 1 0 0 0,0-1-1 0 0,0 1 1 0 0,0-1 0 0 0,0 1-1 0 0,0-1 1 0 0,0 1 0 0 0,-1-1-1 0 0,1 1 1 0 0,0-1 0 0 0,0 1-1 0 0,0-1 1 0 0,0 1 0 0 0,-1-1-1 0 0,1 1 1 0 0,0 0 0 0 0,-1-1-1 0 0,1 0 1 0 0,-1 0 4 0 0,-11-16 127 0 0,25-1 41 0 0,-13 18-161 0 0,-1 0 0 0 0,1 0 0 0 0,0 0 0 0 0,0 0 0 0 0,-1 0 1 0 0,1 0-1 0 0,0 0 0 0 0,0 0 0 0 0,-1 0 0 0 0,1 0 0 0 0,0-1 0 0 0,0 1 0 0 0,0 0 1 0 0,-1 0-1 0 0,1 0 0 0 0,0 0 0 0 0,0-1 0 0 0,0 1 0 0 0,0 0 0 0 0,-1 0 0 0 0,1 0 1 0 0,0 0-1 0 0,0-1 0 0 0,0 1 0 0 0,0 0 0 0 0,0 0 0 0 0,0-1 0 0 0,0 1 1 0 0,0 0-1 0 0,0 0 0 0 0,-1 0 0 0 0,1-1 0 0 0,0 1 0 0 0,0 0 0 0 0,0 0 0 0 0,0-1 1 0 0,0 1-1 0 0,0 0 0 0 0,1 0 0 0 0,-1-1 0 0 0,0 1 0 0 0,0 0 0 0 0,0 0 1 0 0,0-1-1 0 0,0 1 0 0 0,0 0 0 0 0,0 0 0 0 0,0 0 0 0 0,0-1 0 0 0,1 1 0 0 0,-1 0 1 0 0,0 0-1 0 0,0 0 0 0 0,0 0 0 0 0,0-1 0 0 0,1 1 0 0 0,-1 0 0 0 0,0 0 0 0 0,0 0 1 0 0,1 0-1 0 0,-1 0 0 0 0,0 0 0 0 0,0-1 0 0 0,0 1 0 0 0,1 0 0 0 0,-1 0 1 0 0,0 0-1 0 0,1 0 0 0 0,-24 3 732 0 0,16-2-894 0 0,-194 30 1325 0 0,-312 90 0 0 0,80-33-623 0 0,389-81-502 0 0,13-1 65 0 0,-47 17 0 0 0,66-20-128 0 0,-14 4 22 0 0,-1-2 0 0 0,0-1 0 0 0,-37 1 0 0 0,2 1-14 0 0,19-1 60 0 0,-15 2-81 0 0,-72 18-1 0 0,115-22 18 0 0,-1 2-1 0 0,1 0 1 0 0,1 1-1 0 0,-1 1 1 0 0,1 0-1 0 0,0 1 0 0 0,1 0 1 0 0,0 1-1 0 0,-18 16 1 0 0,18-15 14 0 0,0 1 0 0 0,-28 15 0 0 0,-13 11 90 0 0,45-29-95 0 0,-37 25-78 0 0,38-23-5 0 0,6-3 75 0 0,-5 0-10 0 0,5-6 25 0 0,1 0 0 0 0,-1 1-1 0 0,1-1 1 0 0,-1 0-1 0 0,1 1 1 0 0,0-1 0 0 0,0 1-1 0 0,0-1 1 0 0,0 1-1 0 0,0 0 1 0 0,0-1 0 0 0,1 1-1 0 0,-1 0 1 0 0,0 0-1 0 0,1 0 1 0 0,-1-1 0 0 0,1 1-1 0 0,0 0 1 0 0,-1 3-1 0 0,1-2 5 0 0,-1 0-1 0 0,0 0 1 0 0,0-1-1 0 0,-1 1 1 0 0,1-1-1 0 0,0 1 1 0 0,-1-1-1 0 0,0 1 1 0 0,1-1-1 0 0,-1 0 1 0 0,0 0-1 0 0,0 0 1 0 0,0 0-1 0 0,-1 0 1 0 0,1 0-1 0 0,0-1 1 0 0,-1 1-1 0 0,1-1 0 0 0,-1 1 1 0 0,0-1-1 0 0,-3 1 1 0 0,3-1-15 0 0,0 0-1 0 0,0 0 1 0 0,1 1 0 0 0,-1-1 0 0 0,1 1 0 0 0,-1-1-1 0 0,1 1 1 0 0,-1 0 0 0 0,1 0 0 0 0,0 0-1 0 0,0 0 1 0 0,0 0 0 0 0,0 0 0 0 0,0 1-1 0 0,1-1 1 0 0,-1 0 0 0 0,1 1 0 0 0,0 0 0 0 0,-1-1-1 0 0,1 1 1 0 0,-1 5 0 0 0,2 133-1596 0 0,1-137 1609 0 0,1 0 0 0 0,-1 0 0 0 0,1 0 0 0 0,0 0 0 0 0,0 0 0 0 0,0 0 0 0 0,1-1-1 0 0,-1 1 1 0 0,1-1 0 0 0,0 1 0 0 0,0-1 0 0 0,0 0 0 0 0,0 0 0 0 0,1-1 0 0 0,5 5 0 0 0,-5-5-11 0 0,-1 0 0 0 0,1 1 0 0 0,-1 0 0 0 0,1 0 0 0 0,-1 0 0 0 0,0 0 0 0 0,-1 0 0 0 0,1 1 1 0 0,0-1-1 0 0,-1 1 0 0 0,0 0 0 0 0,0-1 0 0 0,0 1 0 0 0,0 0 0 0 0,1 7 0 0 0,-1-8 2 0 0,-1-1 1 0 0,0 1-1 0 0,1-1 0 0 0,-1 1 0 0 0,1-1 0 0 0,-1 0 1 0 0,1 0-1 0 0,0 0 0 0 0,0 0 0 0 0,0 0 0 0 0,1 0 1 0 0,-1 0-1 0 0,0-1 0 0 0,1 1 0 0 0,-1-1 0 0 0,4 2 1 0 0,19 15 13 0 0,-4 7 28 0 0,-16-19-37 0 0,0 1 0 0 0,0-1 0 0 0,1 0 0 0 0,0 0 0 0 0,0-1-1 0 0,1 0 1 0 0,-1 0 0 0 0,1 0 0 0 0,14 6 0 0 0,32 12 98 0 0,-3 0-135 0 0,101 29 0 0 0,-132-47 20 0 0,0-1 0 0 0,0-1 0 0 0,0-1 0 0 0,0-1 0 0 0,1 0 0 0 0,-1-2 0 0 0,0 0 1 0 0,0-1-1 0 0,28-7 0 0 0,-36 7 8 0 0,95-27-20 0 0,1 6 0 0 0,182-17 0 0 0,-240 39 38 0 0,1 3 0 0 0,-1 1 1 0 0,1 2-1 0 0,-1 3 0 0 0,90 26 1 0 0,-122-28-7 0 0,0-1 1 0 0,0 0-1 0 0,0-2 0 0 0,1 0 1 0 0,0 0-1 0 0,-1-2 1 0 0,1 0-1 0 0,29-3 0 0 0,-12 0-5 0 0,0 1 0 0 0,0 2-1 0 0,0 2 1 0 0,0 1 0 0 0,0 1-1 0 0,-1 2 1 0 0,38 13 0 0 0,-40-11 4 0 0,-1-1 0 0 0,2-2-1 0 0,-1-1 1 0 0,1-2 0 0 0,36 0 0 0 0,38 3 26 0 0,-58 0-23 0 0,149 7 75 0 0,85 9 89 0 0,-276-21-173 0 0,32 3 5 0 0,-1-2-1 0 0,0-2 1 0 0,0-1-1 0 0,0-2 1 0 0,0-1-1 0 0,0-2 0 0 0,0-2 1 0 0,-1-1-1 0 0,-1-2 1 0 0,1-2-1 0 0,62-31 1 0 0,-2-17-12 0 0,-62 37 9 0 0,2 1-1 0 0,0 2 1 0 0,52-21 0 0 0,-49 27-46 0 0,26-10-283 0 0,-26 13 151 0 0,-9 3 170 0 0,2-4 43 0 0,34-10 78 0 0,74-20-21 0 0,-73 27-70 0 0,-40 9 6 0 0,0 1 0 0 0,1 1 0 0 0,-1 2-1 0 0,57 0 1 0 0,-20 3 37 0 0,-35-1-67 0 0,17-4-41 0 0,-45 5 29 0 0,5 1-2 0 0,209 56 148 0 0,-202-56-153 0 0,0 0 1 0 0,0-1-1 0 0,0-1 1 0 0,0 0-1 0 0,0-1 0 0 0,0 0 1 0 0,-1-1-1 0 0,1-1 1 0 0,-1 0-1 0 0,0-1 1 0 0,14-6-1 0 0,36-11-52 0 0,49-22-23 0 0,-84 31 81 0 0,-23 12 30 0 0,0-1 0 0 0,0 0 0 0 0,0-1-1 0 0,0 1 1 0 0,-1-1 0 0 0,1 0-1 0 0,-1 0 1 0 0,0 0 0 0 0,0 0-1 0 0,0-1 1 0 0,0 0 0 0 0,-1 0-1 0 0,0 0 1 0 0,1 0 0 0 0,3-8-1 0 0,-3 8 45 0 0,0 0 0 0 0,1 0 0 0 0,-1 0 0 0 0,1 0 0 0 0,0 1 0 0 0,0 0 0 0 0,11-5 0 0 0,16-12 225 0 0,-31 19-278 0 0,0 1 1 0 0,-1-1-1 0 0,1 0 1 0 0,-1 1-1 0 0,1-1 0 0 0,-1 0 1 0 0,1 0-1 0 0,-1 1 0 0 0,0-1 1 0 0,1 0-1 0 0,-1 0 1 0 0,0 0-1 0 0,0 0 0 0 0,0 0 1 0 0,1 1-1 0 0,-1-1 1 0 0,0 0-1 0 0,0 0 0 0 0,0 0 1 0 0,0 0-1 0 0,0 0 0 0 0,-1 0 1 0 0,1 1-1 0 0,0-2 1 0 0,0 1-7 0 0,-1 0 0 0 0,1 0 1 0 0,0 1-1 0 0,0-1 1 0 0,0 0-1 0 0,0 0 0 0 0,0 0 1 0 0,0 1-1 0 0,0-1 0 0 0,0 0 1 0 0,0 0-1 0 0,0 0 1 0 0,1 1-1 0 0,-1-1 0 0 0,0 0 1 0 0,0 0-1 0 0,1 1 0 0 0,-1-1 1 0 0,0 0-1 0 0,1 1 1 0 0,-1-1-1 0 0,1 0 0 0 0,0 0 1 0 0,11-14 8 0 0,-2 1-1 0 0,0-2 1 0 0,-1 1 0 0 0,0-1 0 0 0,12-32-1 0 0,-6 14 6 0 0,10-11 28 0 0,-21 38-47 0 0,1 1-1 0 0,-1-2 0 0 0,-1 1 0 0 0,1 0 1 0 0,-1-1-1 0 0,0 0 0 0 0,-1 1 1 0 0,0-1-1 0 0,0 0 0 0 0,-1 0 0 0 0,1-14 1 0 0,-1 11 33 0 0,-1 7-32 0 0,1 1-1 0 0,-1 0 1 0 0,0-1-1 0 0,0 1 1 0 0,0-1-1 0 0,0 1 1 0 0,-1 0-1 0 0,0-1 0 0 0,1 1 1 0 0,-1 0-1 0 0,-3-7 1 0 0,0 3 12 0 0,-1 0 0 0 0,1-1 0 0 0,0 1 0 0 0,1-1 0 0 0,0 0 0 0 0,0 0 0 0 0,-1-10 0 0 0,-1 4-2 0 0,-1 1 1 0 0,0 0-1 0 0,0 0 0 0 0,-2 0 1 0 0,0 1-1 0 0,0 0 0 0 0,-14-15 1 0 0,-25-36-9 0 0,37 48-15 0 0,-2 0 0 0 0,0 1 0 0 0,0 1 0 0 0,-1 0 0 0 0,-1 1 0 0 0,-19-14 0 0 0,-42-38-27 0 0,66 55 81 0 0,0 1 0 0 0,-1 0 1 0 0,0 1-1 0 0,0 0 0 0 0,-1 1 0 0 0,0 0 0 0 0,0 0 1 0 0,0 1-1 0 0,-24-6 0 0 0,-5 1 247 0 0,-66-8-1 0 0,83 15-208 0 0,-70-9 270 0 0,24 4-174 0 0,1-4 1 0 0,-69-20-1 0 0,-269-74 308 0 0,308 87-431 0 0,0 4 1 0 0,-1 4 0 0 0,0 5-1 0 0,-140 9 1 0 0,119 7 30 0 0,0 6 0 0 0,-152 39 0 0 0,183-29-25 0 0,2 3 0 0 0,0 4 0 0 0,-129 70 0 0 0,116-45 84 0 0,-166 129 0 0 0,131-94-320 0 0,74-53-200 0 0,-1-3-693 0 0,60-36 961 0 0,1 0 0 0 0,-1 0 0 0 0,1 0 1 0 0,-1 0-1 0 0,0 0 0 0 0,0 0 0 0 0,0-1 0 0 0,0 1 0 0 0,1-1 1 0 0,-1 1-1 0 0,0-1 0 0 0,0 0 0 0 0,0 0 0 0 0,0 0 1 0 0,0 0-1 0 0,0 0 0 0 0,0 0 0 0 0,0 0 0 0 0,0-1 0 0 0,0 1 1 0 0,0-1-1 0 0,1 1 0 0 0,-1-1 0 0 0,-3-1 0 0 0,5 2 48 0 0,0-1 0 0 0,0 1 0 0 0,0-1-1 0 0,0 1 1 0 0,-1 0 0 0 0,1-1 0 0 0,0 1 0 0 0,0-1-1 0 0,0 1 1 0 0,0 0 0 0 0,0-1 0 0 0,0 1-1 0 0,0-1 1 0 0,0 1 0 0 0,0 0 0 0 0,1-1 0 0 0,-1 1-1 0 0,0 0 1 0 0,0-1 0 0 0,0 1 0 0 0,0-1-1 0 0,0 1 1 0 0,1 0 0 0 0,-1-1 0 0 0,0 1 0 0 0,0 0-1 0 0,1 0 1 0 0,-1-1 0 0 0,0 1 0 0 0,0 0-1 0 0,1-1 1 0 0,-1 1 0 0 0,22-18-2686 0 0,59-29-4319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7:15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2817 174 800 0 0,'1'1'2768'0'0,"-7"3"-2241"0"0,-4-1-110 0 0,0 0 0 0 0,0-1 0 0 0,-1-1 0 0 0,1 1 0 0 0,0-2 0 0 0,-18 0 0 0 0,-72-9 672 0 0,33 3-655 0 0,-176 10 243 0 0,59 2-140 0 0,-298-24-190 0 0,215 5-134 0 0,217 11-119 0 0,-85-15-1 0 0,86 11-66 0 0,-67 2-1 0 0,67 3 54 0 0,-54-7 1 0 0,36 0 226 0 0,47 6-404 0 0,0 0 1 0 0,1-1-1 0 0,-1 0 0 0 0,1-2 0 0 0,0 0 0 0 0,0-2 1 0 0,-25-11-1 0 0,26 9 146 0 0,16 9-46 0 0,0-1 1 0 0,-1 1-1 0 0,1-1 0 0 0,0 0 1 0 0,0 0-1 0 0,0 0 1 0 0,0 0-1 0 0,0 0 0 0 0,0-1 1 0 0,1 1-1 0 0,-1 0 0 0 0,0-1 1 0 0,1 0-1 0 0,-1 1 0 0 0,1-1 1 0 0,-1 0-1 0 0,1 0 0 0 0,0 1 1 0 0,-1-1-1 0 0,1 0 1 0 0,0 0-1 0 0,0-1 0 0 0,1 1 1 0 0,-1 0-1 0 0,0 0 0 0 0,1 0 1 0 0,-1 0-1 0 0,1-3 0 0 0,-5 0 11 0 0,-15 4 52 0 0,27 1-37 0 0,-22 1 4 0 0,-17 2-1 0 0,-23-2 48 0 0,18-1-16 0 0,18-1-47 0 0,1 1-1 0 0,-1 0 1 0 0,0 2-1 0 0,-20 4 1 0 0,14-5 9 0 0,20-1-15 0 0,4 1-8 0 0,0-1 0 0 0,0 0 0 0 0,0 0-1 0 0,0 0 1 0 0,0 0 0 0 0,0 1 0 0 0,0-1-1 0 0,0 0 1 0 0,0-1 0 0 0,0 1 0 0 0,0 0-1 0 0,0 0 1 0 0,0 0 0 0 0,0-1 0 0 0,0 1 0 0 0,0 0-1 0 0,0-1 1 0 0,0 1 0 0 0,0-1 0 0 0,1 1-1 0 0,-1-1 1 0 0,0 0 0 0 0,0 1 0 0 0,-1-2-1 0 0,-3 0 52 0 0,-45 2-134 0 0,45 0 13 0 0,5 2-13 0 0,0 3 0 0 0,0-2 74 0 0,0 0 0 0 0,0 0 0 0 0,0 0 0 0 0,-1 0 0 0 0,1 0 0 0 0,-1 0 0 0 0,1 0 0 0 0,-1 0 0 0 0,0 0 0 0 0,0 0 0 0 0,0 0 0 0 0,-1-1 0 0 0,1 1 0 0 0,-1 0 0 0 0,1-1-1 0 0,-5 5 1 0 0,-2 4 15 0 0,8-11-8 0 0,-1 1 0 0 0,0 0 0 0 0,1 0 0 0 0,-1 0 0 0 0,1 0 0 0 0,0 0 0 0 0,-1 0 0 0 0,1 0 0 0 0,0 0 0 0 0,-1 1-1 0 0,1-1 1 0 0,0 0 0 0 0,0 0 0 0 0,0 0 0 0 0,0 0 0 0 0,0 2 0 0 0,0 3 10 0 0,-5-1 43 0 0,-1-3 29 0 0,-1 0 1 0 0,1 0-1 0 0,-1 1 1 0 0,1 0-1 0 0,0 0 1 0 0,-8 5-1 0 0,11-6-45 0 0,1-1-1 0 0,0 1 1 0 0,0-1-1 0 0,-1 1 1 0 0,1 0-1 0 0,0 0 1 0 0,0 0-1 0 0,1 0 1 0 0,-1 0-1 0 0,0 0 0 0 0,1 1 1 0 0,-1-1-1 0 0,1 0 1 0 0,0 1-1 0 0,0-1 1 0 0,0 1-1 0 0,0 0 1 0 0,0-1-1 0 0,0 6 0 0 0,1-7-38 0 0,0 0-1 0 0,0 0 1 0 0,0 0-1 0 0,-1 0 1 0 0,1 0-1 0 0,0 0 1 0 0,0 0-1 0 0,-1 0 1 0 0,1 0-1 0 0,0-1 1 0 0,-1 1-1 0 0,1 0 1 0 0,-1 0-1 0 0,1 0 1 0 0,-1-1-1 0 0,1 1 1 0 0,-1 0-1 0 0,0 0 1 0 0,1-1-1 0 0,-1 1 1 0 0,0 0-1 0 0,0-1 0 0 0,0 1 1 0 0,1-1-1 0 0,-1 1 1 0 0,-2 0-1 0 0,2-1 3 0 0,0 1-1 0 0,0-1 1 0 0,0 1-1 0 0,0-1 1 0 0,1 1-1 0 0,-1-1 1 0 0,0 1-1 0 0,0 0 1 0 0,0-1 0 0 0,1 1-1 0 0,-1 0 1 0 0,0 0-1 0 0,1 0 1 0 0,-1-1-1 0 0,1 1 1 0 0,-1 0-1 0 0,1 0 1 0 0,-1 0-1 0 0,1 0 1 0 0,0 0-1 0 0,-1 0 1 0 0,1 0-1 0 0,0 0 1 0 0,0 0-1 0 0,0 0 1 0 0,0 0-1 0 0,0 2 1 0 0,0-2 3 0 0,0 0 1 0 0,-1 0-1 0 0,1 1 1 0 0,0-1-1 0 0,0 0 1 0 0,-1 0-1 0 0,1 1 1 0 0,0-1-1 0 0,-1 0 1 0 0,0 0-1 0 0,1 0 1 0 0,-1 0-1 0 0,1 1 1 0 0,-1-1-1 0 0,0 0 0 0 0,0 0 1 0 0,0 0-1 0 0,0-1 1 0 0,0 1-1 0 0,0 0 1 0 0,0 0-1 0 0,0 0 1 0 0,0-1-1 0 0,0 1 1 0 0,0 0-1 0 0,-2 0 1 0 0,-3 2 7 0 0,5-1-10 0 0,0 0-1 0 0,0 0 1 0 0,0 0-1 0 0,0 1 0 0 0,1-1 1 0 0,-1 0-1 0 0,1 0 1 0 0,-1 1-1 0 0,1-1 1 0 0,0 0-1 0 0,0 1 1 0 0,0-1-1 0 0,0 1 0 0 0,0-1 1 0 0,0 0-1 0 0,2 5 1 0 0,-2 1 53 0 0,0-7-61 0 0,0 0 0 0 0,0 0-1 0 0,0 0 1 0 0,0 0 0 0 0,0 0-1 0 0,0 1 1 0 0,0-1-1 0 0,0 0 1 0 0,0 0 0 0 0,0 0-1 0 0,0 0 1 0 0,1 0 0 0 0,-1 0-1 0 0,1 0 1 0 0,-1 0 0 0 0,0 0-1 0 0,1 0 1 0 0,-1-1 0 0 0,1 1-1 0 0,0 0 1 0 0,-1 0 0 0 0,1 0-1 0 0,0 0 1 0 0,0-1 0 0 0,-1 1-1 0 0,1 0 1 0 0,0-1 0 0 0,0 1-1 0 0,0-1 1 0 0,0 1 0 0 0,0-1-1 0 0,0 1 1 0 0,0-1-1 0 0,0 0 1 0 0,1 1 0 0 0,5 2 21 0 0,3 9-29 0 0,57 13 33 0 0,118 27-1 0 0,-46-15 12 0 0,-72-20 33 0 0,-45-13-36 0 0,-1 1 1 0 0,0 1-1 0 0,0 1 0 0 0,0 1 0 0 0,-1 1 0 0 0,24 13 1 0 0,132 78 118 0 0,-173-99-140 0 0,0 0 0 0 0,1 1-1 0 0,-1-1 1 0 0,0 1-1 0 0,1 0 1 0 0,-1-1-1 0 0,0 1 1 0 0,0 1 0 0 0,-1-1-1 0 0,1 0 1 0 0,0 1-1 0 0,-1-1 1 0 0,0 1 0 0 0,1 0-1 0 0,-1 0 1 0 0,0 0-1 0 0,0 0 1 0 0,-1 0 0 0 0,1 0-1 0 0,-1 1 1 0 0,1-1-1 0 0,-1 0 1 0 0,0 1 0 0 0,0-1-1 0 0,-1 1 1 0 0,1-1-1 0 0,-1 1 1 0 0,1 0 0 0 0,-1-1-1 0 0,-1 8 1 0 0,-4-7 60 0 0,-15-3-39 0 0,15-1 40 0 0,0 0 13 0 0,-6 0-109 0 0,0 0 1 0 0,0 0-1 0 0,0-1 0 0 0,-16-3 1 0 0,17 2-69 0 0,0-9-383 0 0,-10 9 226 0 0,20 2 248 0 0,0 0 0 0 0,0 0 0 0 0,0 0 0 0 0,0 0 0 0 0,-1 0-1 0 0,1 0 1 0 0,0 0 0 0 0,0 0 0 0 0,0 0 0 0 0,0 0 0 0 0,0 0 0 0 0,0 0 0 0 0,-1-1 0 0 0,1 1-1 0 0,0 0 1 0 0,0 0 0 0 0,0 0 0 0 0,0 0 0 0 0,0 0 0 0 0,-1 0 0 0 0,1 0 0 0 0,0 0 0 0 0,0 0 0 0 0,0 0-1 0 0,0 1 1 0 0,0-1 0 0 0,-1 0 0 0 0,1 0 0 0 0,0 0 0 0 0,0 0 0 0 0,0 0 0 0 0,0 0 0 0 0,0 0-1 0 0,0 0 1 0 0,-1 0 0 0 0,1 0 0 0 0,0 0 0 0 0,0 0 0 0 0,0 1 0 0 0,0-1 0 0 0,0 0 0 0 0,0 0 0 0 0,0 0-1 0 0,0 0 1 0 0,0 0 0 0 0,0 0 0 0 0,0 1 0 0 0,0-1 0 0 0,-1 0 0 0 0,1 0 0 0 0,0 0 0 0 0,0 0-1 0 0,0 0 1 0 0,0 1 0 0 0,0-1 0 0 0,0 0 0 0 0,0 0 0 0 0,0 0 0 0 0,0 0 0 0 0,0 0 0 0 0,1 1 0 0 0,-1 4 157 0 0,0-2-131 0 0,0-1-1 0 0,-1 1 1 0 0,1-1-1 0 0,0 0 0 0 0,-1 1 1 0 0,0-1-1 0 0,0 1 1 0 0,0-1-1 0 0,0 0 1 0 0,0 0-1 0 0,0 1 0 0 0,0-1 1 0 0,-1 0-1 0 0,1 0 1 0 0,-1 0-1 0 0,1-1 1 0 0,-4 3-1 0 0,-38 26 95 0 0,38-27-106 0 0,-1 0 1 0 0,1 0-1 0 0,0 1 0 0 0,0-1 1 0 0,0 1-1 0 0,0 0 0 0 0,1 0 1 0 0,0 1-1 0 0,-5 5 0 0 0,0 9 5 0 0,8-16-12 0 0,0 0 0 0 0,-1 0 0 0 0,1 0 0 0 0,-1-1 0 0 0,1 1 1 0 0,-1-1-1 0 0,0 1 0 0 0,0-1 0 0 0,0 0 0 0 0,0 1 0 0 0,0-1 0 0 0,-4 2 0 0 0,4-3-4 0 0,0 1-1 0 0,0-1 1 0 0,0 0 0 0 0,0 1-1 0 0,0-1 1 0 0,0 1 0 0 0,1-1-1 0 0,-1 1 1 0 0,1 0 0 0 0,-1 0-1 0 0,1 0 1 0 0,-1 0 0 0 0,1 0-1 0 0,0 0 1 0 0,0 0 0 0 0,0 0-1 0 0,0 0 1 0 0,1 1 0 0 0,-1-1-1 0 0,0 0 1 0 0,1 0 0 0 0,0 1-1 0 0,-1-1 1 0 0,1 1 0 0 0,0-1-1 0 0,0 0 1 0 0,1 4 0 0 0,-1-6-1 0 0,1 1 0 0 0,0 0 0 0 0,-1 0 0 0 0,1 0 0 0 0,0-1 0 0 0,-1 1 0 0 0,1 0 0 0 0,0-1 0 0 0,0 1 1 0 0,-1 0-1 0 0,1-1 0 0 0,0 1 0 0 0,0-1 0 0 0,0 1 0 0 0,0-1 0 0 0,0 0 0 0 0,0 1 0 0 0,0-1 1 0 0,0 0-1 0 0,0 0 0 0 0,1 0 0 0 0,30 7 15 0 0,-23-5-17 0 0,28 7 6 0 0,57 8-66 0 0,87 2 186 0 0,347 83 0 0 0,-468-78-133 0 0,-55-23 16 0 0,0 1 1 0 0,1-1 0 0 0,-1 1 0 0 0,0 0 0 0 0,0 1-1 0 0,7 3 1 0 0,-3 0 2 0 0,1-1 0 0 0,0-1 0 0 0,0 0 0 0 0,0-1 0 0 0,0 1 0 0 0,1-2 0 0 0,-1 0 0 0 0,18 2 0 0 0,98 2-6 0 0,158-2 216 0 0,-102-2-46 0 0,154-7 181 0 0,-39-1 192 0 0,-146-2-383 0 0,-66 7-160 0 0,77 1 0 0 0,-153 1 1 0 0,177 18 12 0 0,-7 3 57 0 0,14 2 6 0 0,73 21 4 0 0,-106-28-88 0 0,254 40 96 0 0,-162-19 56 0 0,-183-30-221 0 0,1 2 14 0 0,-43-6 89 0 0,0-2-1 0 0,35 0 0 0 0,57 2 28 0 0,66 8 0 0 0,139 5 482 0 0,394-55 412 0 0,-589 28-756 0 0,224 11 0 0 0,-6 1-66 0 0,106-21-72 0 0,-385 12-264 0 0,0-2-1 0 0,103-27 0 0 0,-147 30 153 0 0,272-87-362 0 0,-170 50 309 0 0,-85 30 140 0 0,2 3 0 0 0,-1 1 0 0 0,2 2 0 0 0,80-2 0 0 0,174 23-32 0 0,-166-4 68 0 0,-110-8-72 0 0,0-2 1 0 0,0 0-1 0 0,34-6 1 0 0,-49 5-11 0 0,0 0 1 0 0,0-1 0 0 0,0 0-1 0 0,0 0 1 0 0,0-1 0 0 0,0 0 0 0 0,-1 0-1 0 0,1-1 1 0 0,-1 1 0 0 0,0-1 0 0 0,0-1-1 0 0,-1 1 1 0 0,1-1 0 0 0,-1 0-1 0 0,8-9 1 0 0,-13 13 15 0 0,11-13-21 0 0,-2 0 0 0 0,0-1 0 0 0,9-17 1 0 0,-17 28 22 0 0,1 0 1 0 0,0 0 0 0 0,-1 0 0 0 0,1-1-1 0 0,-1 1 1 0 0,-1 0 0 0 0,1-1 0 0 0,0 1-1 0 0,-1-1 1 0 0,0 1 0 0 0,0-1 0 0 0,-1 1-1 0 0,1-1 1 0 0,-1 1 0 0 0,0-1 0 0 0,0 1-1 0 0,-3-8 1 0 0,-5-4-4 0 0,-1 1-1 0 0,0 1 1 0 0,-1 0-1 0 0,-1 0 1 0 0,0 1 0 0 0,-21-17-1 0 0,-88-67-132 0 0,118 95 136 0 0,-52-37 45 0 0,0 2-1 0 0,-111-54 0 0 0,136 79-61 0 0,0 1-1 0 0,-1 2 1 0 0,0 1-1 0 0,0 1 0 0 0,-1 1 1 0 0,-35-1-1 0 0,-184 4-85 0 0,144 6 223 0 0,-127 21 0 0 0,-133 24 149 0 0,265-40-484 0 0,-178-8 1 0 0,157-11 14 0 0,-131-29 0 0 0,239 37 187 0 0,-32-9-8 0 0,0 3 0 0 0,-1 1 0 0 0,1 3 0 0 0,-1 1 0 0 0,0 3 0 0 0,-59 5-1 0 0,-74 18-1208 0 0,2 8-1 0 0,1 8 1 0 0,-228 80-1 0 0,286-73-2010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38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34 2641 0 0,'0'-20'2561'0'0,"0"7"-1120"0"0,-30 21-1521 0 0,60-8-160 0 0,-30 5-721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38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20 1361 0 0,'0'-14'3601'0'0,"0"9"-2320"0"0,-25 5 480 0 0,50 5-1201 0 0,5-5-160 0 0,0 8-240 0 0,0-2 0 0 0,31-6-160 0 0,29 0-80 0 0,1 0-80 0 0,60 6-320 0 0,0 7-1121 0 0,-61 1-2641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38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38 800 0 0,'-30'6'6323'0'0,"0"-6"-5042"0"0,30 14-881 0 0,0-9-320 0 0,30-5-80 0 0,0 0 80 0 0,0 0-80 0 0,30-5-80 0 0,31-9-320 0 0,30-3-1521 0 0,0 3-1200 0 0,-31 1 159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39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736 34 80 0 0,'55'-20'4962'0'0,"-49"14"-3732"0"0,-15 2-819 0 0,-13 1-238 0 0,-86 7 48 0 0,-156 26-1 0 0,233-27-142 0 0,1 3 0 0 0,0 0 0 0 0,0 2 0 0 0,1 1 0 0 0,0 1 0 0 0,-43 22 1 0 0,33-1 82 0 0,8-4-69 0 0,12-16-42 0 0,13-7-34 0 0,0-1 1 0 0,1 1 0 0 0,-1 0-1 0 0,1 0 1 0 0,0 1 0 0 0,0-1-1 0 0,-6 8 1 0 0,10-10-15 0 0,1-1-1 0 0,-1 1 1 0 0,0 0-1 0 0,1-1 1 0 0,-1 1 0 0 0,1 0-1 0 0,0 0 1 0 0,-1-1-1 0 0,1 1 1 0 0,0 0 0 0 0,0-1-1 0 0,0 1 1 0 0,0 0-1 0 0,0 0 1 0 0,1-1-1 0 0,-1 1 1 0 0,1 0 0 0 0,-1 0-1 0 0,1-1 1 0 0,-1 1-1 0 0,1-1 1 0 0,0 1 0 0 0,0-1-1 0 0,0 1 1 0 0,0-1-1 0 0,0 1 1 0 0,0-1-1 0 0,0 0 1 0 0,0 1 0 0 0,0-1-1 0 0,1 0 1 0 0,-1 0-1 0 0,1 0 1 0 0,-1 0 0 0 0,2 1-1 0 0,14 11 19 0 0,0 0-1 0 0,0-1 0 0 0,1-1 1 0 0,0 0-1 0 0,1-2 1 0 0,1 0-1 0 0,-1-1 0 0 0,1-1 1 0 0,0-1-1 0 0,42 7 1 0 0,-22-10-38 0 0,0-1 0 0 0,0-2 0 0 0,63-9 0 0 0,-86 7 0 0 0,0 0 0 0 0,-1-2 0 0 0,1 0 0 0 0,-1-1 0 0 0,0-1 0 0 0,0 0-1 0 0,0-1 1 0 0,-1 0 0 0 0,0-2 0 0 0,-1 0 0 0 0,1 0 0 0 0,14-14 0 0 0,4-8-31 0 0,-15 15 16 0 0,0-2 1 0 0,18-22-1 0 0,-34 38 29 0 0,-1 0-1 0 0,1 0 1 0 0,-1 0-1 0 0,0-1 1 0 0,0 1-1 0 0,0 0 1 0 0,0 0-1 0 0,0 0 1 0 0,0-1-1 0 0,-1 1 1 0 0,1-1-1 0 0,-1 1 1 0 0,1 0-1 0 0,-1-1 1 0 0,0-4-1 0 0,-1 6 6 0 0,1-1-1 0 0,-1 1 0 0 0,1 0 1 0 0,-1-1-1 0 0,0 1 1 0 0,1 0-1 0 0,-1 0 1 0 0,0 0-1 0 0,0-1 1 0 0,0 1-1 0 0,0 0 1 0 0,0 0-1 0 0,0 0 0 0 0,0 0 1 0 0,0 1-1 0 0,0-1 1 0 0,-1 0-1 0 0,1 0 1 0 0,-3 0-1 0 0,-6-3 23 0 0,0 1 0 0 0,0 1-1 0 0,0 0 1 0 0,-1 0 0 0 0,-18 0-1 0 0,1 0 38 0 0,8 2-46 0 0,19 0-11 0 0,0 1-1 0 0,1 0 1 0 0,-1-1 0 0 0,1 1-1 0 0,-1-1 1 0 0,1 1 0 0 0,-1 0 0 0 0,1 0-1 0 0,0-1 1 0 0,-1 1 0 0 0,1 0 0 0 0,0 0-1 0 0,-1 0 1 0 0,1-1 0 0 0,0 1-1 0 0,0 0 1 0 0,0 0 0 0 0,0 0 0 0 0,0 0-1 0 0,0-1 1 0 0,0 1 0 0 0,0 0 0 0 0,0 0-1 0 0,0 0 1 0 0,0-1 0 0 0,1 3 0 0 0,-1-1 16 0 0,2 12 45 0 0,-1 1 0 0 0,1-1 0 0 0,8 24 0 0 0,1 8 67 0 0,-1 34 82 0 0,10-6-79 0 0,-8-11 50 0 0,16 71 220 0 0,-23-117-400 0 0,0-1 0 0 0,1 0 1 0 0,0 0-1 0 0,2-1 0 0 0,12 22 0 0 0,-18-35-13 0 0,0 1 0 0 0,0 0 0 0 0,0-1 0 0 0,1 1 0 0 0,-1-1 0 0 0,0 0 1 0 0,1 0-1 0 0,0 0 0 0 0,-1 0 0 0 0,1 0 0 0 0,0-1 0 0 0,0 1 0 0 0,6 1 0 0 0,2 0-196 0 0,-1-1 1 0 0,1 0 0 0 0,0-1 0 0 0,11 0-1 0 0,59 0-2089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40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9 1121 0 0,'-30'-8'2401'0'0,"30"16"-641"0"0,0 11-159 0 0,0 44-240 0 0,30 12-801 0 0,0-4-560 0 0,30-7-80 0 0,-29-7 80 0 0,29-1 0 0 0,0-4 80 0 0,-29-21-80 0 0,-1-4-160 0 0,24-8-720 0 0,-54 0-2002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40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1 369 400 0 0,'30'-19'2481'0'0,"0"-13"-160"0"0,61-26 0 0 0,59-17-880 0 0,1 11-1041 0 0,-6 18-560 0 0,-54 2-480 0 0,-1 19-1121 0 0,-59 19-4002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42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0 412 1761 0 0,'0'0'4509'0'0,"5"-7"-3282"0"0,0 5-1115 0 0,-4 2-101 0 0,0-1 0 0 0,0 1 1 0 0,0 0-1 0 0,0-1 0 0 0,0 1 0 0 0,0-1 1 0 0,0 1-1 0 0,0-1 0 0 0,0 1 0 0 0,0-1 1 0 0,0 0-1 0 0,0 1 0 0 0,-1-1 0 0 0,1 0 0 0 0,0 0 1 0 0,0 0-1 0 0,-1 0 0 0 0,1 1 0 0 0,-1-1 1 0 0,1 0-1 0 0,-1 0 0 0 0,1 0 0 0 0,-1 0 1 0 0,0 0-1 0 0,1 0 0 0 0,-1 0 0 0 0,0-2 1 0 0,0 2-7 0 0,1 0 1 0 0,-1-1-1 0 0,0 1 1 0 0,0 0 0 0 0,1 0-1 0 0,-1-1 1 0 0,1 1-1 0 0,-1 0 1 0 0,1 0 0 0 0,-1 0-1 0 0,1 0 1 0 0,0 0-1 0 0,-1 0 1 0 0,1 0 0 0 0,0 0-1 0 0,0 0 1 0 0,0 0-1 0 0,0 0 1 0 0,0 0 0 0 0,0 0-1 0 0,2 0 1 0 0,6-8 31 0 0,1-6 13 0 0,-8 11-43 0 0,0 1 0 0 0,1-1 0 0 0,-1 1 0 0 0,1 0 0 0 0,0-1 0 0 0,0 1 0 0 0,5-3 0 0 0,-3 1 12 0 0,0-1-1 0 0,0 1 1 0 0,0-1-1 0 0,-1 0 0 0 0,0 0 1 0 0,0 0-1 0 0,-1 0 0 0 0,1-1 1 0 0,2-9-1 0 0,9-16 25 0 0,45-61 95 0 0,-15 28-36 0 0,-33 40-18 0 0,-12 24-80 0 0,0 0 0 0 0,0 0 0 0 0,1 1-1 0 0,-1-1 1 0 0,0 0 0 0 0,1 0 0 0 0,-1 0 0 0 0,0 0-1 0 0,1 1 1 0 0,-1-1 0 0 0,1 0 0 0 0,0 0 0 0 0,-1 1-1 0 0,1-1 1 0 0,-1 0 0 0 0,1 1 0 0 0,0-1 0 0 0,-1 1 0 0 0,1-1-1 0 0,0 1 1 0 0,0-1 0 0 0,0 1 0 0 0,-1 0 0 0 0,1-1-1 0 0,0 1 1 0 0,0 0 0 0 0,0-1 0 0 0,0 1 0 0 0,0 0-1 0 0,0 0 1 0 0,-1 0 0 0 0,1 0 0 0 0,2 0 0 0 0,-3 0 11 0 0,7 3 36 0 0,-7-3-51 0 0,0 0 1 0 0,0 1 0 0 0,0-1 0 0 0,0 0-1 0 0,0 1 1 0 0,0-1 0 0 0,0 0-1 0 0,0 1 1 0 0,0-1 0 0 0,0 0-1 0 0,0 1 1 0 0,-1-1 0 0 0,1 0 0 0 0,0 1-1 0 0,0-1 1 0 0,0 0 0 0 0,0 0-1 0 0,0 1 1 0 0,-1-1 0 0 0,1 0 0 0 0,0 0-1 0 0,0 1 1 0 0,0-1 0 0 0,-1 0-1 0 0,1 0 1 0 0,0 1 0 0 0,0-1-1 0 0,-1 0 1 0 0,1 0 0 0 0,0 0 0 0 0,-1 0-1 0 0,1 1 1 0 0,0-1 0 0 0,0 0-1 0 0,-1 0 1 0 0,1 0 0 0 0,0 0-1 0 0,-1 0 1 0 0,-2 2-1 0 0,1-1 4 0 0,0 0 0 0 0,0 1-1 0 0,0-1 1 0 0,1 1-1 0 0,-1-1 1 0 0,1 1 0 0 0,-1-1-1 0 0,1 1 1 0 0,-1 0 0 0 0,1 0-1 0 0,0 0 1 0 0,0 0-1 0 0,0 0 1 0 0,0 0 0 0 0,-1 4-1 0 0,-6 9 19 0 0,-4 8 4 0 0,0-4-4 0 0,2 2 0 0 0,0-1 1 0 0,1 1-1 0 0,1 1 1 0 0,-7 30-1 0 0,5 38 58 0 0,4-61-52 0 0,-3 24 24 0 0,18 0-2 0 0,-3-28-33 0 0,1 13-11 0 0,-6-26-27 0 0,1 0 1 0 0,0-1-1 0 0,1 1 1 0 0,0-1-1 0 0,0 1 1 0 0,2-1-1 0 0,-1 0 1 0 0,1-1-1 0 0,1 1 1 0 0,0-1-1 0 0,13 17 1 0 0,-16-24-24 0 0,1 0 1 0 0,-1 0-1 0 0,1 0 1 0 0,0 0-1 0 0,0 0 1 0 0,0-1 0 0 0,1 1-1 0 0,-1-1 1 0 0,1 0-1 0 0,-1-1 1 0 0,1 1-1 0 0,-1-1 1 0 0,1 0-1 0 0,0 0 1 0 0,0 0-1 0 0,0-1 1 0 0,0 0-1 0 0,5 0 1 0 0,1 0-275 0 0,1-1 0 0 0,-1-1 0 0 0,0 0-1 0 0,0 0 1 0 0,16-6 0 0 0,-23 6-79 0 0,0 0-1 0 0,-1 0 1 0 0,1 0-1 0 0,0 0 1 0 0,0 0-1 0 0,-1-1 1 0 0,0 0-1 0 0,1 0 1 0 0,3-4-1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42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50 1121 0 0,'0'-30'3466'0'0,"0"10"-730"0"0,-5 21-2469 0 0,2 0-251 0 0,1 0 0 0 0,-1 0-1 0 0,1 0 1 0 0,0 0 0 0 0,-1 0 0 0 0,1 1-1 0 0,0-1 1 0 0,0 1 0 0 0,0 0 0 0 0,0-1-1 0 0,-4 5 1 0 0,-24 19 35 0 0,6-7 22 0 0,0 0-1 0 0,1 2 1 0 0,-22 25-1 0 0,-20 19 212 0 0,46-48-219 0 0,12-11-43 0 0,0 0-1 0 0,1 1 1 0 0,0 0-1 0 0,0 0 0 0 0,-9 13 1 0 0,14-17-17 0 0,0-1 1 0 0,0 1 0 0 0,0 0 0 0 0,1-1-1 0 0,-1 1 1 0 0,1 0 0 0 0,-1-1-1 0 0,1 1 1 0 0,0 0 0 0 0,-1 0-1 0 0,1-1 1 0 0,0 1 0 0 0,0 0-1 0 0,0 0 1 0 0,1 0 0 0 0,-1-1-1 0 0,0 1 1 0 0,1 0 0 0 0,-1 0-1 0 0,1-1 1 0 0,-1 1 0 0 0,1 0-1 0 0,0-1 1 0 0,0 1 0 0 0,0-1-1 0 0,0 1 1 0 0,0-1 0 0 0,0 1-1 0 0,0-1 1 0 0,0 0 0 0 0,0 0-1 0 0,1 1 1 0 0,1 0 0 0 0,6 5-2 0 0,-1 0 1 0 0,2-1 0 0 0,-1 0 0 0 0,1 0 0 0 0,0-1-1 0 0,0 0 1 0 0,1-1 0 0 0,-1 0 0 0 0,1-1 0 0 0,0 0-1 0 0,0 0 1 0 0,0-1 0 0 0,0-1 0 0 0,0 0 0 0 0,13-1-1 0 0,3-1 0 0 0,1-1-1 0 0,-1-1 0 0 0,0-2 1 0 0,44-13-1 0 0,-56 12 1 0 0,0 0 0 0 0,-1-1 1 0 0,0-1-1 0 0,0-1 0 0 0,-1 0 0 0 0,0 0 0 0 0,-1-2 0 0 0,0 1 1 0 0,0-2-1 0 0,-2 1 0 0 0,1-1 0 0 0,-1-1 0 0 0,-1 0 0 0 0,0-1 1 0 0,8-17-1 0 0,-15 29-4 0 0,-1-1 1 0 0,0 1-1 0 0,1 0 1 0 0,-1-1-1 0 0,0 0 0 0 0,-1 1 1 0 0,1-1-1 0 0,0 0 1 0 0,-1 1-1 0 0,1-1 1 0 0,-1 0-1 0 0,0 1 0 0 0,0-1 1 0 0,0 0-1 0 0,0 0 1 0 0,-1 1-1 0 0,1-1 1 0 0,-1 0-1 0 0,0 1 0 0 0,1-1 1 0 0,-1 0-1 0 0,0 1 1 0 0,-1-1-1 0 0,1 1 1 0 0,0 0-1 0 0,-1-1 0 0 0,1 1 1 0 0,-1 0-1 0 0,0 0 1 0 0,0 0-1 0 0,1 0 1 0 0,-2 0-1 0 0,1 0 1 0 0,0 0-1 0 0,0 1 0 0 0,0-1 1 0 0,-1 1-1 0 0,-3-2 1 0 0,-3 0-10 0 0,0 0 1 0 0,0 0 0 0 0,0 1-1 0 0,0 1 1 0 0,-1-1 0 0 0,1 1-1 0 0,0 1 1 0 0,-1 0-1 0 0,-14 2 1 0 0,-2 2-475 0 0,0 1-1 0 0,1 1 0 0 0,-48 19 1 0 0,12 4-2705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45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182 170 400 0 0,'0'1'224'0'0,"0"0"-1"0"0,0 0 1 0 0,0 0 0 0 0,-1 0-1 0 0,1-1 1 0 0,0 1 0 0 0,-1 0-1 0 0,1 0 1 0 0,0 0 0 0 0,-1-1-1 0 0,1 1 1 0 0,-1 0-1 0 0,1 0 1 0 0,-1-1 0 0 0,1 1-1 0 0,-1-1 1 0 0,0 1 0 0 0,1 0-1 0 0,-1-1 1 0 0,0 1 0 0 0,0-1-1 0 0,1 1 1 0 0,-1-1 0 0 0,0 0-1 0 0,0 1 1 0 0,1-1-1 0 0,-1 0 1 0 0,-1 1 0 0 0,-37 2 1225 0 0,34-3-1437 0 0,-1-1-1 0 0,0 0 0 0 0,0 0 0 0 0,1 0 1 0 0,-1 0-1 0 0,1-1 0 0 0,-1 0 0 0 0,1 0 1 0 0,0-1-1 0 0,-1 1 0 0 0,-4-4 1 0 0,8 3-4 0 0,-3-1 15 0 0,1 0-1 0 0,-1 0 1 0 0,1 0-1 0 0,0-1 1 0 0,1 0-1 0 0,-1 1 0 0 0,1-1 1 0 0,0-1-1 0 0,0 1 1 0 0,0 0-1 0 0,1-1 1 0 0,0 1-1 0 0,0-1 1 0 0,0 0-1 0 0,1 0 1 0 0,0 1-1 0 0,0-1 0 0 0,0 0 1 0 0,1 0-1 0 0,0-7 1 0 0,0-1-14 0 0,2-16-2 0 0,-1 29-7 0 0,-1 1 0 0 0,1-1 0 0 0,-1 1 0 0 0,1-1 0 0 0,-1 1 0 0 0,1 0 0 0 0,-1-1 0 0 0,1 1-1 0 0,0 0 1 0 0,-1-1 0 0 0,1 1 0 0 0,-1 0 0 0 0,1 0 0 0 0,0-1 0 0 0,-1 1 0 0 0,1 0 0 0 0,0 0 0 0 0,-1 0 0 0 0,1 0 0 0 0,0 0-1 0 0,-1 0 1 0 0,1 0 0 0 0,0 0 0 0 0,-1 0 0 0 0,1 0 0 0 0,0 0 0 0 0,-1 1 0 0 0,1-1 0 0 0,-1 0 0 0 0,1 0 0 0 0,0 1 0 0 0,-1-1-1 0 0,1 0 1 0 0,-1 1 0 0 0,1-1 0 0 0,0 1 0 0 0,0 0-1 0 0,-1-1 1 0 0,1 0-1 0 0,-1 1 1 0 0,1-1-1 0 0,-1 1 0 0 0,0-1 1 0 0,1 1-1 0 0,-1-1 0 0 0,0 1 1 0 0,1-1-1 0 0,-1 1 1 0 0,0-1-1 0 0,1 1 0 0 0,-1-1 1 0 0,0 1-1 0 0,0 0 0 0 0,0-1 1 0 0,0 1-1 0 0,1-1 1 0 0,-1 1-1 0 0,0 0 0 0 0,0-1 1 0 0,0 1-1 0 0,0 0 0 0 0,-1-1 1 0 0,1 1-1 0 0,0 0 1 0 0,4 16 4 0 0,3-11-5 0 0,-5-5 7 0 0,-1 0 1 0 0,1 0-1 0 0,-1 0 1 0 0,0 1-1 0 0,1-1 1 0 0,-1 0-1 0 0,0 1 0 0 0,0-1 1 0 0,0 1-1 0 0,0 0 1 0 0,0-1-1 0 0,0 1 1 0 0,-1 0-1 0 0,1-1 0 0 0,-1 1 1 0 0,1 0-1 0 0,-1 0 1 0 0,1 0-1 0 0,-1-1 1 0 0,0 1-1 0 0,0 0 1 0 0,0 0-1 0 0,0 0 0 0 0,-1 3 1 0 0,1 85 20 0 0,0-89-25 0 0,1 1 1 0 0,-2-1 0 0 0,1 1-1 0 0,0-1 1 0 0,0 0 0 0 0,0 1 0 0 0,-1-1-1 0 0,1 1 1 0 0,-1-1 0 0 0,1 0-1 0 0,-1 1 1 0 0,1-1 0 0 0,-1 0 0 0 0,0 0-1 0 0,0 0 1 0 0,1 1 0 0 0,-1-1-1 0 0,0 0 1 0 0,0 0 0 0 0,0 0 0 0 0,0 0-1 0 0,0-1 1 0 0,-2 2 0 0 0,2-1-5 0 0,0 0-1 0 0,0-1 1 0 0,0 1 0 0 0,0 0 0 0 0,0 0 0 0 0,0 0 0 0 0,0 0-1 0 0,0 0 1 0 0,0 0 0 0 0,1 0 0 0 0,-1 1 0 0 0,0-1 0 0 0,1 0-1 0 0,-1 0 1 0 0,1 1 0 0 0,-1-1 0 0 0,1 0 0 0 0,0 1 0 0 0,0-1 0 0 0,-1 0-1 0 0,1 1 1 0 0,0-1 0 0 0,0 2 0 0 0,0 2 0 0 0,-1-3 0 0 0,1 0 1 0 0,0 0-1 0 0,0 0 1 0 0,-1 1 0 0 0,1-1-1 0 0,0 0 1 0 0,1 0-1 0 0,-1 0 1 0 0,0 0-1 0 0,1 0 1 0 0,-1 1-1 0 0,1-1 1 0 0,-1 0 0 0 0,1 0-1 0 0,0 0 1 0 0,1 2-1 0 0,18-3-11 0 0,-10-1-41 0 0,1 1 43 0 0,0-1 0 0 0,0 0-1 0 0,0 0 1 0 0,0-1-1 0 0,0-1 1 0 0,0 0 0 0 0,17-5-1 0 0,-18 3 10 0 0,-7 3 2 0 0,0 0-1 0 0,0-1 1 0 0,0 1 0 0 0,0-1-1 0 0,0 0 1 0 0,0 0 0 0 0,-1 0-1 0 0,5-4 1 0 0,19-12 16 0 0,-19 14-3 0 0,1 0 0 0 0,-1 0 0 0 0,0-1 0 0 0,13-11 0 0 0,-14 11-11 0 0,-5 2 11 0 0,1 0-1 0 0,-1 0 0 0 0,0-1 1 0 0,0 1-1 0 0,-1 0 1 0 0,1 0-1 0 0,-1-1 1 0 0,1 1-1 0 0,-1 0 0 0 0,0-1 1 0 0,0 1-1 0 0,-1 0 1 0 0,1 0-1 0 0,-1-4 1 0 0,0-6 27 0 0,1 13-40 0 0,0-1 1 0 0,-1 0-1 0 0,1 1 0 0 0,0-1 1 0 0,0 1-1 0 0,-1-1 0 0 0,1 0 1 0 0,-1 1-1 0 0,1-1 0 0 0,0 1 1 0 0,-1-1-1 0 0,1 1 0 0 0,-1-1 1 0 0,1 1-1 0 0,-1-1 0 0 0,1 1 1 0 0,-1 0-1 0 0,1-1 0 0 0,-1 1 1 0 0,0 0-1 0 0,1-1 0 0 0,-1 1 1 0 0,0 0-1 0 0,1 0 1 0 0,-1 0-1 0 0,0-1 0 0 0,1 1 1 0 0,-1 0-1 0 0,0 0 0 0 0,1 0 1 0 0,-1 0-1 0 0,0 0 0 0 0,1 0 1 0 0,-1 0-1 0 0,-1 1 0 0 0,-3-2 1 0 0,0-5-1 0 0,5 243 854 0 0,0-232-841 0 0,0 0 0 0 0,-1 0 0 0 0,1 0 0 0 0,-1 0 0 0 0,0 0 0 0 0,-1 0 0 0 0,1 0 0 0 0,-1 0 0 0 0,0 0 0 0 0,0-1-1 0 0,-4 8 1 0 0,-1 2 19 0 0,6-13-28 0 0,1 0 0 0 0,-1 0 0 0 0,1 0 0 0 0,-1 0 1 0 0,1 0-1 0 0,0 0 0 0 0,0 0 0 0 0,-1 0 0 0 0,1 0 0 0 0,0 0 1 0 0,0 0-1 0 0,0 0 0 0 0,0 0 0 0 0,0 1 0 0 0,1-1 0 0 0,-1 0 1 0 0,0 0-1 0 0,0 0 0 0 0,1 0 0 0 0,-1 0 0 0 0,1 0 0 0 0,-1 0 1 0 0,1 0-1 0 0,-1 0 0 0 0,1 0 0 0 0,-1 0 0 0 0,1-1 0 0 0,0 1 1 0 0,0 0-1 0 0,-1 0 0 0 0,1-1 0 0 0,0 1 0 0 0,0 0 0 0 0,0-1 1 0 0,0 1-1 0 0,0-1 0 0 0,0 1 0 0 0,0-1 0 0 0,0 1 0 0 0,1 0 1 0 0,3 1-3 0 0,3-1-289 0 0,1 0 1 0 0,0-1-1 0 0,-1 0 0 0 0,1-1 0 0 0,0 0 0 0 0,-1 0 1 0 0,17-5-1 0 0,-10-6-847 0 0,-8 6 624 0 0,-5 5 344 0 0,-1-1 1 0 0,1 1 0 0 0,-1 0-1 0 0,0-1 1 0 0,0 1-1 0 0,1 0 1 0 0,-1-1 0 0 0,0 0-1 0 0,0 1 1 0 0,0-1 0 0 0,0 1-1 0 0,-1-1 1 0 0,1 0-1 0 0,0 0 1 0 0,-1 0 0 0 0,1 1-1 0 0,-1-1 1 0 0,0 0-1 0 0,0 0 1 0 0,1 0 0 0 0,-2-3-1 0 0,1-31-2435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3:48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79 1841 0 0,'-4'-16'3673'0'0,"-12"4"-3464"0"0,1 1 311 0 0,11 9-466 0 0,0-1-1 0 0,0 1 1 0 0,0 0 0 0 0,0 0-1 0 0,0 1 1 0 0,0-1 0 0 0,0 1-1 0 0,-1 0 1 0 0,-6-1 0 0 0,-32-11 516 0 0,37 11-533 0 0,1 0 1 0 0,-1 1-1 0 0,0 0 0 0 0,0 0 1 0 0,0 0-1 0 0,0 0 0 0 0,0 1 1 0 0,0 0-1 0 0,0 0 0 0 0,0 1 1 0 0,0 0-1 0 0,1 0 0 0 0,-1 0 1 0 0,0 1-1 0 0,0 0 0 0 0,1 0 0 0 0,-1 0 1 0 0,1 1-1 0 0,-1-1 0 0 0,1 2 1 0 0,0-1-1 0 0,0 0 0 0 0,1 1 1 0 0,-1 0-1 0 0,1 0 0 0 0,-7 8 1 0 0,6-7-25 0 0,0 1 0 0 0,0-1 0 0 0,1 1 0 0 0,-1 0 0 0 0,2 1 0 0 0,-1-1 0 0 0,1 1 0 0 0,0-1 0 0 0,0 1 0 0 0,0 0 0 0 0,1 0 0 0 0,0 0 0 0 0,1 1 0 0 0,0-1 0 0 0,0 0 0 0 0,0 1 0 0 0,1-1 0 0 0,0 0 0 0 0,0 1 0 0 0,1-1 0 0 0,3 13 0 0 0,21 27 2 0 0,-21-40-2 0 0,1 0 0 0 0,-1 0 0 0 0,0 1 0 0 0,4 13 0 0 0,1 13 34 0 0,-6-20-40 0 0,0-1-1 0 0,1 0 1 0 0,1 0-1 0 0,6 14 1 0 0,13 38 18 0 0,-21-54-8 0 0,0-1 0 0 0,0 0 1 0 0,1 0-1 0 0,0-1 1 0 0,1 1-1 0 0,10 14 1 0 0,3 0 1 0 0,1-1 0 0 0,37 32-1 0 0,-46-47-13 0 0,1 1-1 0 0,1-1 0 0 0,-1-1 0 0 0,2 0 0 0 0,-1 0 0 0 0,1-2 0 0 0,-1 1 0 0 0,17 3 0 0 0,-17-6-15 0 0,0 1 0 0 0,0 0 0 0 0,-1 1 0 0 0,1 0 0 0 0,20 13-1 0 0,-7-7-1 0 0,0-5 26 0 0,-20-7 60 0 0,0-2-146 0 0,0 2 77 0 0,-1 1-1 0 0,1-1 1 0 0,0 0 0 0 0,-1-1-1 0 0,1 1 1 0 0,-1-1-1 0 0,1 1 1 0 0,-1-1-1 0 0,0-1 1 0 0,1 1-1 0 0,-1-1 1 0 0,6-5-1 0 0,58-54 39 0 0,-49 43-36 0 0,71-74 108 0 0,-18 16 169 0 0,147-120 0 0 0,-204 186-338 0 0,1 2-1 0 0,0 0 1 0 0,0 0-1 0 0,1 2 1 0 0,0 0 0 0 0,0 1-1 0 0,0 0 1 0 0,1 2-1 0 0,0 0 1 0 0,0 1 0 0 0,0 0-1 0 0,26 1 1 0 0,56-10-3253 0 0,-99 12 3239 0 0,-1 0 0 0 0,0 0 1 0 0,1 0-1 0 0,-1 0 0 0 0,0 0 1 0 0,1 0-1 0 0,-1 0 0 0 0,0 0 1 0 0,1 0-1 0 0,-1 0 0 0 0,0 0 1 0 0,1 0-1 0 0,-1-1 1 0 0,0 1-1 0 0,1 0 0 0 0,-1 0 1 0 0,0 0-1 0 0,0 0 0 0 0,1-1 1 0 0,-1 1-1 0 0,0 0 0 0 0,0 0 1 0 0,1-1-1 0 0,-1 1 0 0 0,0 0 1 0 0,0 0-1 0 0,0-1 0 0 0,1 1 1 0 0,-1 0-1 0 0,0-1 0 0 0,0 1 1 0 0,0 0-1 0 0,0-1 1 0 0,0 1-1 0 0,0 0 0 0 0,0 0 1 0 0,0-1-1 0 0,0 1 0 0 0,0 0 1 0 0,0-1-1 0 0,0-16-2759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16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35 120 1121 0 0,'2'-9'4178'0'0,"7"-4"-1797"0"0,-7 11-2358 0 0,0 0 0 0 0,-1 0 0 0 0,1-1 0 0 0,0 1 0 0 0,-1 0 0 0 0,0-1 0 0 0,1 1 0 0 0,-1-1 0 0 0,0 0 0 0 0,0 1 0 0 0,0-1 0 0 0,-1 0 0 0 0,1 0 0 0 0,-1 1-1 0 0,0-1 1 0 0,1-5 0 0 0,-1-15 4 0 0,0 22 240 0 0,0-25 7963 0 0,0 27-8146 0 0,-1 0-1 0 0,1 0 1 0 0,0 0-1 0 0,-1 0 1 0 0,1 0-1 0 0,-1 0 1 0 0,1 0 0 0 0,-1 0-1 0 0,1 0 1 0 0,-1 0-1 0 0,1 0 1 0 0,-1 0-1 0 0,0-1 1 0 0,1 1-1 0 0,-1 0 1 0 0,0-1-1 0 0,0 1 1 0 0,0 0-1 0 0,0-1 1 0 0,0 1 0 0 0,-1 0-1 0 0,-19 20 214 0 0,16-11-263 0 0,1 0 0 0 0,0 1 0 0 0,0-1 0 0 0,1 1 0 0 0,0 0 1 0 0,1 0-1 0 0,0 1 0 0 0,1-1 0 0 0,0 0 0 0 0,1 1 1 0 0,0-1-1 0 0,1 0 0 0 0,0 1 0 0 0,1-1 0 0 0,3 12 0 0 0,3 2-22 0 0,-4-15 15 0 0,-1 1 0 0 0,0-1 0 0 0,0 1 0 0 0,-1-1 0 0 0,1 22 0 0 0,-5 10 82 0 0,1-26-89 0 0,0 0-1 0 0,1-1 1 0 0,1 1-1 0 0,0 0 1 0 0,6 21 0 0 0,3-12-7 0 0,-8-21-3 0 0,1 0-1 0 0,-2 1 0 0 0,1-1 1 0 0,0 1-1 0 0,-1-1 0 0 0,0 1 0 0 0,0-1 1 0 0,0 1-1 0 0,0 8 0 0 0,-1 74-326 0 0,0-69-3439 0 0,0 0-3643 0 0,0-27-31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16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1 255 1601 0 0,'2'-7'10082'0'0,"3"2"-4337"0"0,4-1-2890 0 0,8-2-3375 0 0,10-7 766 0 0,17-17-281 0 0,1 1 1 0 0,1 3-1 0 0,1 1 0 0 0,98-39 1 0 0,-70 41-2101 0 0,-70 23 1481 0 0,0 1 1 0 0,0 1-1 0 0,0-1 1 0 0,0 1-1 0 0,1 0 1 0 0,9 1-1 0 0,-15 0 280 0 0,1-1 0 0 0,0 1-1 0 0,-1 0 1 0 0,1-1 0 0 0,-1 1 0 0 0,1 0 0 0 0,-1-1-1 0 0,0 1 1 0 0,1 0 0 0 0,-1 0 0 0 0,0-1 0 0 0,1 1-1 0 0,-1 0 1 0 0,0 0 0 0 0,0 0 0 0 0,0 0-1 0 0,0-1 1 0 0,0 1 0 0 0,0 0 0 0 0,0 0 0 0 0,0 0-1 0 0,0 0 1 0 0,0-1 0 0 0,0 1 0 0 0,-1 1 0 0 0,1 2-395 0 0,0 14-1779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17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0 640 0 0,'0'0'2762'0'0,"-5"1"-121"0"0,-46 9 3015 0 0,52-10-5544 0 0,-1 0 1 0 0,0 0-1 0 0,0 0 1 0 0,0 1-1 0 0,0-1 1 0 0,1 0 0 0 0,-1 0-1 0 0,0 0 1 0 0,0 0-1 0 0,0 0 1 0 0,0 1-1 0 0,0-1 1 0 0,0 0-1 0 0,0 0 1 0 0,0 0 0 0 0,0 0-1 0 0,1 1 1 0 0,-1-1-1 0 0,0 0 1 0 0,0 0-1 0 0,0 0 1 0 0,0 0-1 0 0,0 1 1 0 0,0-1-1 0 0,0 0 1 0 0,0 0 0 0 0,0 0-1 0 0,0 0 1 0 0,0 1-1 0 0,0-1 1 0 0,0 0-1 0 0,-1 0 1 0 0,1 0-1 0 0,0 1 1 0 0,0-1 0 0 0,0 0-1 0 0,0 0 1 0 0,0 0-1 0 0,0 0 1 0 0,0 0-1 0 0,0 1 1 0 0,-1-1-1 0 0,1 0 1 0 0,0 0-1 0 0,0 0 1 0 0,0 0 0 0 0,-1 0-1 0 0,4 0-54 0 0,-1-1 0 0 0,0 1 1 0 0,1 0-1 0 0,-1 0 0 0 0,0 0 0 0 0,1 0 0 0 0,-1 0 0 0 0,1 0 1 0 0,-1 1-1 0 0,0-1 0 0 0,0 1 0 0 0,1-1 0 0 0,-1 1 0 0 0,0 0 1 0 0,0 0-1 0 0,0 0 0 0 0,0 0 0 0 0,0 0 0 0 0,0 1 0 0 0,0-1 1 0 0,0 1-1 0 0,0-1 0 0 0,-1 1 0 0 0,3 2 0 0 0,14 13 563 0 0,-6-5-166 0 0,1 0 0 0 0,0-1 0 0 0,21 13 0 0 0,207 116 546 0 0,-240-140-1104 0 0,0 1 1 0 0,-1-1-1 0 0,1 0 1 0 0,0 1-1 0 0,0-1 1 0 0,-1 0-1 0 0,1 1 1 0 0,0-1-1 0 0,0 1 1 0 0,-1-1-1 0 0,1 1 0 0 0,-1-1 1 0 0,1 1-1 0 0,0 0 1 0 0,-1-1-1 0 0,1 1 1 0 0,-1 0-1 0 0,1-1 1 0 0,-1 1-1 0 0,0 0 1 0 0,1 0-1 0 0,-1-1 1 0 0,1 3-1 0 0,-8-6-4044 0 0,-5-10-4185 0 0,-13-10 2235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18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10 800 0 0,'0'0'52'0'0,"0"-1"-1"0"0,-1 0 0 0 0,1 1 0 0 0,0-1 1 0 0,-1 1-1 0 0,1-1 0 0 0,-1 0 0 0 0,1 1 1 0 0,-1-1-1 0 0,0 1 0 0 0,1 0 0 0 0,-1-1 1 0 0,1 1-1 0 0,-1-1 0 0 0,0 1 0 0 0,1 0 1 0 0,-1 0-1 0 0,0-1 0 0 0,1 1 0 0 0,-1 0 1 0 0,0 0-1 0 0,1 0 0 0 0,-1 0 0 0 0,0 0 1 0 0,0 0-1 0 0,1 0 0 0 0,-1 0 0 0 0,0 0 0 0 0,1 0 1 0 0,-1 0-1 0 0,0 0 0 0 0,0 0 0 0 0,1 0 1 0 0,-1 1-1 0 0,0-1 0 0 0,1 0 0 0 0,-1 1 1 0 0,0-1-1 0 0,0 1 0 0 0,-39 17 954 0 0,24-6-521 0 0,1 0 0 0 0,1 0 0 0 0,0 2 0 0 0,1-1 0 0 0,-19 26 0 0 0,29-35-326 0 0,0 0-1 0 0,0 0 1 0 0,1 0 0 0 0,-1 0 0 0 0,1 1-1 0 0,0-1 1 0 0,0 1 0 0 0,0-1 0 0 0,1 1-1 0 0,0 0 1 0 0,0 0 0 0 0,0-1 0 0 0,0 1-1 0 0,1 0 1 0 0,-1 0 0 0 0,1 0 0 0 0,1 0 0 0 0,-1 0-1 0 0,1 0 1 0 0,0 0 0 0 0,0 0 0 0 0,0-1-1 0 0,1 1 1 0 0,-1 0 0 0 0,1-1 0 0 0,4 8-1 0 0,-2-7-43 0 0,0-1 1 0 0,0 1-1 0 0,0-1 0 0 0,0 0 0 0 0,1 0 0 0 0,0 0 0 0 0,-1-1 0 0 0,1 0 0 0 0,1 0 1 0 0,-1 0-1 0 0,0 0 0 0 0,1-1 0 0 0,-1 0 0 0 0,1 0 0 0 0,0-1 0 0 0,0 1 0 0 0,0-1 0 0 0,8 0 1 0 0,3 3 64 0 0,25 5 21 0 0,0-1 0 0 0,0-2 0 0 0,73 1 0 0 0,-103-7-177 0 0,1-1-1 0 0,-1 0 0 0 0,0-1 0 0 0,0-1 1 0 0,0 0-1 0 0,0 0 0 0 0,0-1 0 0 0,-1-1 1 0 0,1 0-1 0 0,-1 0 0 0 0,0-1 0 0 0,-1 0 1 0 0,1-1-1 0 0,-2 0 0 0 0,1-1 0 0 0,-1 0 0 0 0,12-13 1 0 0,-12 11-23 0 0,-4 5 0 0 0,-1 1 0 0 0,1-1 0 0 0,-1 0 0 0 0,0 0 0 0 0,0 0 0 0 0,-1-1 0 0 0,1 1 0 0 0,-1-1 0 0 0,-1 0 0 0 0,1 0 0 0 0,-1 0 0 0 0,0 0 0 0 0,0 0 0 0 0,-1-1 0 0 0,1 1 0 0 0,-1-9 0 0 0,-2 13 1 0 0,1 1 1 0 0,-1-1-1 0 0,0 1 1 0 0,0-1-1 0 0,0 1 1 0 0,0-1-1 0 0,0 1 1 0 0,0-1 0 0 0,-1 1-1 0 0,1 0 1 0 0,0 0-1 0 0,-1 0 1 0 0,1 0-1 0 0,-1 0 1 0 0,1 0-1 0 0,-1 0 1 0 0,0 0-1 0 0,1 0 1 0 0,-1 1-1 0 0,0-1 1 0 0,1 1 0 0 0,-1-1-1 0 0,0 1 1 0 0,0 0-1 0 0,-3-1 1 0 0,-46-5 38 0 0,49 6-28 0 0,0 0 1 0 0,0-1 0 0 0,0 1-1 0 0,0 0 1 0 0,0 0 0 0 0,0 0 0 0 0,0 1-1 0 0,0-1 1 0 0,0 0 0 0 0,0 1-1 0 0,0-1 1 0 0,0 1 0 0 0,0 0-1 0 0,1-1 1 0 0,-1 1 0 0 0,0 0-1 0 0,0 0 1 0 0,1 0 0 0 0,-1 0-1 0 0,1 1 1 0 0,-1-1 0 0 0,1 0 0 0 0,-1 1-1 0 0,1-1 1 0 0,0 1 0 0 0,-1-1-1 0 0,1 1 1 0 0,0 0 0 0 0,0-1-1 0 0,1 1 1 0 0,-1 0 0 0 0,0 0-1 0 0,0 0 1 0 0,1 0 0 0 0,-1 0-1 0 0,1 0 1 0 0,0-1 0 0 0,-1 1-1 0 0,1 0 1 0 0,0 0 0 0 0,0 0 0 0 0,1 4-1 0 0,1 9 196 0 0,2 0 0 0 0,-1-1-1 0 0,2 1 1 0 0,12 27 0 0 0,2 7 275 0 0,-13-21-155 0 0,-4-18-193 0 0,0 1-1 0 0,1-1 0 0 0,0 0 0 0 0,1 0 0 0 0,0 0 0 0 0,7 12 1 0 0,-6-13 10 0 0,-1 0 0 0 0,1 1 0 0 0,-2-1 0 0 0,1 1 0 0 0,-1 0 0 0 0,-1 0 0 0 0,0 0 0 0 0,0 0 0 0 0,-1 0 0 0 0,0 0 0 0 0,-1 0 0 0 0,0 1 0 0 0,0-1 0 0 0,-1 0 1 0 0,-5 19-1 0 0,-2 3 165 0 0,3-16-244 0 0,1 0 0 0 0,1 1 0 0 0,1-1 0 0 0,-1 21 0 0 0,3 60-1655 0 0,0-38-6840 0 0,0-35-1696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19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81 800 0 0,'-1'-2'254'0'0,"1"0"0"0"0,-1 1 0 0 0,0-1-1 0 0,0 1 1 0 0,0-1 0 0 0,0 1-1 0 0,0-1 1 0 0,0 1 0 0 0,0-1 0 0 0,0 1-1 0 0,-1 0 1 0 0,1 0 0 0 0,0 0 0 0 0,-1 0-1 0 0,1 0 1 0 0,-1 0 0 0 0,1 0 0 0 0,-1 0-1 0 0,0 0 1 0 0,1 1 0 0 0,-1-1-1 0 0,0 1 1 0 0,0-1 0 0 0,1 1 0 0 0,-1 0-1 0 0,0-1 1 0 0,-2 1 0 0 0,-63-8 4423 0 0,53 7-3306 0 0,-30 0 2792 0 0,37 1-1534 0 0,33 0-2244 0 0,276 6 735 0 0,386-37 2402 0 0,-484 19-2606 0 0,0 8 0 0 0,247 27 0 0 0,-180 21-609 0 0,-220-36-94 0 0,-51-8-237 0 0,1 0-1 0 0,-1 0 1 0 0,1 0 0 0 0,0 1-1 0 0,-1-1 1 0 0,1 0 0 0 0,-1 1-1 0 0,1-1 1 0 0,0 1 0 0 0,-1-1 0 0 0,1 0-1 0 0,-1 1 1 0 0,0-1 0 0 0,1 1-1 0 0,-1-1 1 0 0,1 1 0 0 0,-1 0-1 0 0,0-1 1 0 0,1 1 0 0 0,-1-1-1 0 0,0 1 1 0 0,0 0 0 0 0,1-1-1 0 0,-1 1 1 0 0,0 0 0 0 0,0-1 0 0 0,0 1-1 0 0,0 1 1 0 0,0-2-125 0 0,0 1 0 0 0,0-1 0 0 0,-1 1 0 0 0,1 0 0 0 0,0-1 0 0 0,-1 1 0 0 0,1-1 0 0 0,0 1 0 0 0,-1-1 0 0 0,1 1 1 0 0,0-1-1 0 0,-1 1 0 0 0,1-1 0 0 0,-1 0 0 0 0,1 1 0 0 0,-1-1 0 0 0,0 0 0 0 0,1 1 0 0 0,-1-1 0 0 0,1 0 0 0 0,-1 1 0 0 0,1-1 0 0 0,-1 0 0 0 0,0 0 0 0 0,-115 30-13404 0 0,30-17 3776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29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174 362 1441 0 0,'-9'6'899'0'0,"8"-5"-758"0"0,-1 0 0 0 0,1-1 0 0 0,0 1 0 0 0,-1 0 0 0 0,1 0 0 0 0,0 1 0 0 0,-1-1 0 0 0,1 0 0 0 0,0 0 0 0 0,0 1 0 0 0,0-1 0 0 0,0 0 0 0 0,0 1 0 0 0,1-1 0 0 0,-1 1 0 0 0,0 0 0 0 0,1-1 0 0 0,-1 1 0 0 0,1-1 0 0 0,-1 1 0 0 0,0 3 0 0 0,1-4-49 0 0,-1 1 1 0 0,1 0-1 0 0,-1-1 0 0 0,0 0 0 0 0,0 1 0 0 0,0-1 0 0 0,0 0 0 0 0,0 1 0 0 0,0-1 0 0 0,0 0 0 0 0,0 0 0 0 0,-1 0 0 0 0,1 0 0 0 0,0 0 0 0 0,-1 0 0 0 0,1 0 0 0 0,-1 0 0 0 0,1-1 0 0 0,-1 1 0 0 0,1 0 0 0 0,-1-1 0 0 0,1 1 0 0 0,-1-1 0 0 0,0 0 0 0 0,1 0 0 0 0,-4 1 0 0 0,-49 4 1159 0 0,7-1-417 0 0,41-2-111 0 0,29 0 121 0 0,-23-4-538 0 0,0 2-290 0 0,0 0-1 0 0,0 0 0 0 0,-1-1 0 0 0,1 1 0 0 0,0 0 0 0 0,0 0 0 0 0,0 0 1 0 0,0-1-1 0 0,0 1 0 0 0,0 0 0 0 0,0 0 0 0 0,0 0 0 0 0,0-1 0 0 0,0 1 0 0 0,0 0 1 0 0,0 0-1 0 0,0 0 0 0 0,0-1 0 0 0,0 1 0 0 0,0 0 0 0 0,1 0 0 0 0,-1 0 1 0 0,0-1-1 0 0,0 1 0 0 0,0 0 0 0 0,0 0 0 0 0,0 0 0 0 0,0 0 0 0 0,0-1 1 0 0,1 1-1 0 0,-1 0 0 0 0,0 0 0 0 0,0 0 0 0 0,0 0 0 0 0,0 0 0 0 0,1 0 0 0 0,-1-1 1 0 0,0 1-1 0 0,0 0 0 0 0,0 0 0 0 0,0 0 0 0 0,1 0 0 0 0,-1 0 0 0 0,0 0 1 0 0,0 0-1 0 0,0 0 0 0 0,1 0 0 0 0,-1 0 0 0 0,0 0 0 0 0,0 0 0 0 0,1 0 0 0 0,5-1 286 0 0,0 0-1 0 0,1-1 0 0 0,-1 1 0 0 0,0-1 0 0 0,0-1 0 0 0,0 1 0 0 0,6-5 1 0 0,-12 7-270 0 0,0-1 0 0 0,0 0 0 0 0,0 1 1 0 0,0-1-1 0 0,0 0 0 0 0,1 1 1 0 0,-1-1-1 0 0,0 1 0 0 0,0-1 0 0 0,1 1 1 0 0,-1-1-1 0 0,0 0 0 0 0,0 1 0 0 0,1-1 1 0 0,-1 1-1 0 0,1-1 0 0 0,-1 1 1 0 0,0 0-1 0 0,1-1 0 0 0,-1 1 0 0 0,1-1 1 0 0,-1 1-1 0 0,1 0 0 0 0,-1-1 1 0 0,1 1-1 0 0,0 0 0 0 0,-1 0 0 0 0,1-1 1 0 0,-1 1-1 0 0,1 0 0 0 0,-1 0 0 0 0,1 0 1 0 0,0 0-1 0 0,-1 0 0 0 0,2 0 1 0 0,-2 0-1 0 0,1 0 1 0 0,0-1 0 0 0,-1 1-1 0 0,1 0 1 0 0,0 0 0 0 0,-1 0 0 0 0,1 0-1 0 0,0 0 1 0 0,-1-1 0 0 0,1 1-1 0 0,-1 0 1 0 0,1-1 0 0 0,0 1 0 0 0,-1 0-1 0 0,1-1 1 0 0,-1 1 0 0 0,1-1-1 0 0,-1 1 1 0 0,1-1 0 0 0,-1 1 0 0 0,0-1-1 0 0,1 1 1 0 0,-1-1 0 0 0,0 1-1 0 0,1-1 1 0 0,-1 1 0 0 0,0-1 0 0 0,0 0-1 0 0,1 1 1 0 0,-1-1 0 0 0,0 0-1 0 0,0 1 1 0 0,0-1 0 0 0,0 0 0 0 0,0 0-1 0 0,0-1 26 0 0,0 1-1 0 0,1-1 0 0 0,-1 1 1 0 0,0-1-1 0 0,0 1 1 0 0,1-1-1 0 0,-1 1 0 0 0,1-1 1 0 0,-1 1-1 0 0,1-1 1 0 0,0 1-1 0 0,0 0 0 0 0,-1-1 1 0 0,1 1-1 0 0,0 0 1 0 0,0 0-1 0 0,0 0 0 0 0,3-2 1 0 0,-3 1-23 0 0,1 1 1 0 0,-1-1-1 0 0,1 1 1 0 0,-1-1-1 0 0,0 0 1 0 0,0 1-1 0 0,0-1 0 0 0,0 0 1 0 0,0 0-1 0 0,0 0 1 0 0,0 0-1 0 0,-1 0 1 0 0,1 0-1 0 0,-1 0 1 0 0,1 0-1 0 0,-1 0 1 0 0,0 0-1 0 0,1 0 1 0 0,-2-3-1 0 0,1-232 1273 0 0,0 236-987 0 0,6 0-239 0 0,144-22 399 0 0,-8 5-335 0 0,-57 10-144 0 0,186-17-2522 0 0,-247 28-4921 0 0,-48 8 2852 0 0,-32 6 108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30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93 287 1201 0 0,'0'0'118'0'0,"0"1"0"0"0,1 0 0 0 0,-1 0 0 0 0,0 0 0 0 0,0 0 0 0 0,0 0 0 0 0,0 0 0 0 0,0 0 0 0 0,0 0 0 0 0,-1-1 0 0 0,1 1 0 0 0,0 0 0 0 0,0 0 0 0 0,-1 0 0 0 0,1 0 0 0 0,0 0 0 0 0,-1-1 0 0 0,1 1 0 0 0,-1 0 0 0 0,1 0 0 0 0,-1-1 0 0 0,1 1 0 0 0,-1 0 0 0 0,1-1 0 0 0,-1 1 0 0 0,0 0 0 0 0,0-1 0 0 0,1 1 0 0 0,-1-1 0 0 0,0 1 0 0 0,0-1 0 0 0,1 1 0 0 0,-1-1 0 0 0,0 0 0 0 0,0 1 0 0 0,0-1 0 0 0,0 0 0 0 0,0 0 0 0 0,0 0 0 0 0,1 0 0 0 0,-1 0 0 0 0,0 0 0 0 0,0 0 0 0 0,0 0 0 0 0,0 0 0 0 0,0 0 0 0 0,0 0 1 0 0,0 0-1 0 0,0-1 0 0 0,-1 1 0 0 0,1 0-175 0 0,-55-5 4419 0 0,56 4-4281 0 0,-1 0 1 0 0,0 0-1 0 0,1 1 0 0 0,-1-1 0 0 0,1 0 0 0 0,-1 0 1 0 0,1 0-1 0 0,-1 0 0 0 0,1 0 0 0 0,0 0 0 0 0,-1 0 1 0 0,1 0-1 0 0,0 0 0 0 0,0 0 0 0 0,0 0 0 0 0,0 0 1 0 0,0 0-1 0 0,0 0 0 0 0,0 0 0 0 0,0 0 0 0 0,0 0 1 0 0,0 0-1 0 0,1-1 0 0 0,-1-1 225 0 0,1-12 273 0 0,1 1 0 0 0,0-1 1 0 0,0 1-1 0 0,7-20 1 0 0,-5 21-263 0 0,-1 0 0 0 0,0 0 0 0 0,-1 0 0 0 0,1-18 0 0 0,-4 10-26 0 0,3-29 129 0 0,-1 49-408 0 0,-1-1 0 0 0,0 0 0 0 0,1 0 0 0 0,-1 1 0 0 0,1-1-1 0 0,0 0 1 0 0,0 1 0 0 0,-1-1 0 0 0,1 1 0 0 0,0-1 0 0 0,0 1-1 0 0,1-1 1 0 0,-1 1 0 0 0,0 0 0 0 0,0-1 0 0 0,1 1 0 0 0,-1 0 0 0 0,1 0-1 0 0,-1 0 1 0 0,4-2 0 0 0,0 1 455 0 0,-5 20-547 0 0,0 144-93 0 0,0-155 141 0 0,0-1 1 0 0,1 0-1 0 0,0 0 1 0 0,0 0-1 0 0,1 0 1 0 0,0 0-1 0 0,0 0 1 0 0,5 10-1 0 0,-5-11-13 0 0,0-1-1 0 0,0 1 1 0 0,0 0-1 0 0,0 0 0 0 0,-1 0 1 0 0,0 1-1 0 0,0-1 1 0 0,0 9-1 0 0,-1 83-768 0 0,-2-95 818 0 0,0 0 0 0 0,0-1 1 0 0,0 1-1 0 0,0 0 0 0 0,0-1 0 0 0,0 1 0 0 0,-1-1 0 0 0,1 0 0 0 0,0 0 1 0 0,-1 0-1 0 0,1 0 0 0 0,-1 0 0 0 0,1 0 0 0 0,-1-1 0 0 0,-4 1 0 0 0,-7 4-3 0 0,9 0-41 0 0,3-25 213 0 0,2 14-82 0 0,-1 1 0 0 0,1 0 0 0 0,0 0 0 0 0,0 0 0 0 0,0 0 0 0 0,1 0 0 0 0,0-1 0 0 0,0 1 0 0 0,0 0 0 0 0,3-6 0 0 0,-1 4-47 0 0,0 2 5 0 0,0 0 1 0 0,0-1 0 0 0,-1 1-1 0 0,1-1 1 0 0,-2 0 0 0 0,1 0 0 0 0,0 0-1 0 0,-1 0 1 0 0,0 0 0 0 0,-1 0-1 0 0,1-7 1 0 0,-1 3 12 0 0,1 0 1 0 0,1 0-1 0 0,0 0 0 0 0,0 1 0 0 0,0-1 1 0 0,2 1-1 0 0,-1-1 0 0 0,6-9 0 0 0,-6-5 60 0 0,-4 23-112 0 0,1-1 1 0 0,0 0-1 0 0,0 1 0 0 0,0-1 0 0 0,0 0 1 0 0,0 1-1 0 0,1-1 0 0 0,-1 1 1 0 0,0-1-1 0 0,1 0 0 0 0,-1 1 0 0 0,1-1 1 0 0,0 1-1 0 0,-1-1 0 0 0,1 1 1 0 0,0-1-1 0 0,1-1 0 0 0,0 3-5 0 0,-1 0-6 0 0,1 0 1 0 0,-1-1 0 0 0,1 1 0 0 0,-1 0-1 0 0,0-1 1 0 0,1 1 0 0 0,-1-1 0 0 0,0 1-1 0 0,1-1 1 0 0,-1 0 0 0 0,0 0-1 0 0,0 0 1 0 0,1 1 0 0 0,-1-1 0 0 0,0 0-1 0 0,1-2 1 0 0,3 2-67 0 0,23 4-61 0 0,-26 0 110 0 0,44 12-43 0 0,-32-12 53 0 0,-1 1-1 0 0,1 1 1 0 0,15 7 0 0 0,-3 1 17 0 0,-19-10-1 0 0,0 0 1 0 0,-1 1 0 0 0,1 0-1 0 0,11 9 1 0 0,-16-12-7 0 0,0 1-1 0 0,0 0 1 0 0,-1 0-1 0 0,1 1 1 0 0,-1-1-1 0 0,1 0 1 0 0,-1 0-1 0 0,0 1 0 0 0,0-1 1 0 0,0 1-1 0 0,0-1 1 0 0,0 1-1 0 0,-1-1 1 0 0,1 1-1 0 0,-1 0 1 0 0,0-1-1 0 0,1 1 1 0 0,-1 2-1 0 0,-1-3 3 0 0,1-1-1 0 0,-1 0 0 0 0,1 0 0 0 0,-1 1 0 0 0,1-1 0 0 0,-1 0 0 0 0,1 0 1 0 0,-1 0-1 0 0,0 1 0 0 0,0-1 0 0 0,0 0 0 0 0,0 0 0 0 0,0 0 1 0 0,0 0-1 0 0,0-1 0 0 0,0 1 0 0 0,0 0 0 0 0,0 0 0 0 0,0-1 0 0 0,-1 1 1 0 0,-1 0-1 0 0,-36 15 142 0 0,33-14-120 0 0,-19 6 140 0 0,-52 10-1 0 0,69-16-79 0 0,-1-1 1 0 0,0 0-1 0 0,0-1 0 0 0,1 0 1 0 0,-1 0-1 0 0,0-1 0 0 0,0 0 1 0 0,1-1-1 0 0,-1 1 0 0 0,-13-6 1 0 0,7 1 60 0 0,35 1-132 0 0,28 1-76 0 0,0 3 1 0 0,0 2 0 0 0,0 1-1 0 0,62 13 1 0 0,-103-13 51 0 0,-1 0 0 0 0,1 0 0 0 0,-1 1 0 0 0,1 0 0 0 0,-1 0 0 0 0,0 1 0 0 0,0 0 0 0 0,0 0 0 0 0,-1 0 0 0 0,1 1 0 0 0,-1-1 0 0 0,0 1 0 0 0,5 8 0 0 0,-8-11 7 0 0,0 0 1 0 0,0 0-1 0 0,-1 0 0 0 0,0 0 1 0 0,1 0-1 0 0,-1 1 0 0 0,0-1 1 0 0,0 1-1 0 0,0-1 1 0 0,0 1-1 0 0,-1-1 0 0 0,1 1 1 0 0,-1-1-1 0 0,1 1 0 0 0,-1-1 1 0 0,0 1-1 0 0,0 0 1 0 0,0-1-1 0 0,0 1 0 0 0,-1 0 1 0 0,1-1-1 0 0,-1 1 0 0 0,1-1 1 0 0,-1 1-1 0 0,0-1 0 0 0,0 1 1 0 0,0-1-1 0 0,0 0 1 0 0,-1 1-1 0 0,1-1 0 0 0,0 0 1 0 0,-1 0-1 0 0,0 0 0 0 0,0 0 1 0 0,1 0-1 0 0,-1 0 0 0 0,-3 1 1 0 0,-5 4 27 0 0,-1 0-1 0 0,0 0 1 0 0,0-1 0 0 0,0-1-1 0 0,-1 0 1 0 0,0-1 0 0 0,0 0-1 0 0,0 0 1 0 0,-25 2 0 0 0,19-3 4 0 0,-1-2 1 0 0,0 0-1 0 0,0-1 1 0 0,1-1-1 0 0,-1 0 1 0 0,-22-6-1 0 0,31 4-183 0 0,-1 0 0 0 0,1-1 0 0 0,-1 0 0 0 0,1-1-1 0 0,0 0 1 0 0,1-1 0 0 0,-1 0 0 0 0,-14-12 0 0 0,18 13-294 0 0,1 0 0 0 0,-1 0 0 0 0,1 0 1 0 0,0-1-1 0 0,1 1 0 0 0,0-1 0 0 0,0 0 0 0 0,0-1 1 0 0,0 1-1 0 0,1-1 0 0 0,0 1 0 0 0,1-1 0 0 0,-4-10 1 0 0,6 9-415 0 0,0 0 0 0 0,0 0 0 0 0,0 0 1 0 0,1 0-1 0 0,1 0 0 0 0,-1 0 0 0 0,1 1 1 0 0,4-12-1 0 0,-2 8-186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30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11 1281 0 0,'-14'3'1472'0'0,"-1"-1"0"0"0,1-1 1 0 0,-1 0-1 0 0,1-1 0 0 0,-1 0 1 0 0,-20-3-1 0 0,-19-1 3202 0 0,54 4-4597 0 0,1 0 0 0 0,-1 0 0 0 0,0 0 1 0 0,0 0-1 0 0,0 0 0 0 0,1 0 0 0 0,-1-1 0 0 0,0 1 1 0 0,0 0-1 0 0,0 0 0 0 0,1 0 0 0 0,-1 0 0 0 0,0 0 1 0 0,0-1-1 0 0,0 1 0 0 0,1 0 0 0 0,-1 0 1 0 0,0 0-1 0 0,0 0 0 0 0,0-1 0 0 0,0 1 0 0 0,0 0 1 0 0,0 0-1 0 0,1 0 0 0 0,-1-1 0 0 0,0 1 0 0 0,0 0 1 0 0,0 0-1 0 0,0-1 0 0 0,0 1 0 0 0,0 0 0 0 0,0 0 1 0 0,0 0-1 0 0,0-1 0 0 0,0 1 0 0 0,0 0 0 0 0,0 0 1 0 0,0-1-1 0 0,0 1 0 0 0,0 0 0 0 0,0 0 0 0 0,-1 0 1 0 0,1-1-1 0 0,0 1 0 0 0,0 0 0 0 0,0 0 0 0 0,0 0 1 0 0,0-1-1 0 0,0 1 0 0 0,-1 0 0 0 0,1 0 1 0 0,0 0-1 0 0,0 0 0 0 0,0-1 0 0 0,0 1 0 0 0,-1 0 1 0 0,1 0-1 0 0,0 0 0 0 0,0 0 0 0 0,0 0 0 0 0,-1 0 1 0 0,1 0-1 0 0,0-1 0 0 0,0 1 0 0 0,-1 0 0 0 0,39 5 32 0 0,63-1-1 0 0,-34-3-538 0 0,2 0-1721 0 0,3 1-3025 0 0,-6 5-3464 0 0,-61-3 5225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31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1361 0 0,'0'-5'13686'0'0,"30"-3"-12085"0"0,0 16-561 0 0,0-8-320 0 0,31 11-319 0 0,-1 3-641 0 0,31 5-4243 0 0,-1 12-3600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48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59 1841 0 0,'25'0'2041'0'0,"-15"-8"1320"0"0,-8 8-3046 0 0,-1 0-238 0 0,0 0 1 0 0,0 0-1 0 0,0 0 1 0 0,0 0-1 0 0,0-1 1 0 0,1 1-1 0 0,-1 0 1 0 0,0 0-1 0 0,0-1 1 0 0,0 1-1 0 0,0-1 1 0 0,0 1-1 0 0,0-1 1 0 0,-1 1-1 0 0,1-1 1 0 0,0 0-1 0 0,0 0 1 0 0,0 1-1 0 0,0-1 1 0 0,-1 0-1 0 0,1 0 1 0 0,0 0-1 0 0,0-1 1 0 0,1 0 10 0 0,-1 0 1 0 0,1 0 0 0 0,0 0 0 0 0,0 1 0 0 0,0-1-1 0 0,0 1 1 0 0,0-1 0 0 0,1 1 0 0 0,-1-1 0 0 0,0 1 0 0 0,1 0-1 0 0,-1 0 1 0 0,0 0 0 0 0,1 1 0 0 0,5-2 0 0 0,43-11 344 0 0,39 12-193 0 0,-86 1-236 0 0,0 0 1 0 0,0 0-1 0 0,-1 0 1 0 0,1 1-1 0 0,0-1 1 0 0,0 1-1 0 0,-1 0 0 0 0,1 0 1 0 0,5 2-1 0 0,-8-2 2 0 0,1 1 0 0 0,-1-1 0 0 0,1 0 0 0 0,-1 0 0 0 0,0 1 0 0 0,0-1 0 0 0,0 0 0 0 0,0 1 0 0 0,0 0 0 0 0,0-1 0 0 0,0 1-1 0 0,0-1 1 0 0,-1 1 0 0 0,1 0 0 0 0,-1 0 0 0 0,1-1 0 0 0,-1 1 0 0 0,1 0 0 0 0,-1 0 0 0 0,0-1 0 0 0,0 1 0 0 0,0 0 0 0 0,0 3 0 0 0,-1 0 18 0 0,0 1-1 0 0,0 0 1 0 0,-1 0 0 0 0,0-1 0 0 0,0 1 0 0 0,0-1 0 0 0,0 0 0 0 0,-1 1-1 0 0,0-1 1 0 0,0 0 0 0 0,0 0 0 0 0,-1-1 0 0 0,-5 7 0 0 0,6-8 6 0 0,1 0-1 0 0,-1 0 1 0 0,0 0 0 0 0,0 0 0 0 0,0-1 0 0 0,0 0 0 0 0,0 1-1 0 0,0-1 1 0 0,-1 0 0 0 0,1 0 0 0 0,-1-1 0 0 0,0 1-1 0 0,1-1 1 0 0,-1 0 0 0 0,0 0 0 0 0,0 0 0 0 0,0 0 0 0 0,0-1-1 0 0,0 0 1 0 0,-6 0 0 0 0,-5-7 979 0 0,7 3-980 0 0,-30 3 294 0 0,84 0-391 0 0,81 4 38 0 0,-112-2 31 0 0,1 1-1 0 0,-1 1 1 0 0,0 1-1 0 0,0 0 1 0 0,0 1 0 0 0,17 8-1 0 0,-7-2 1 0 0,47 24 3 0 0,-69-34-1 0 0,0 1 0 0 0,-1 0 0 0 0,1-1 0 0 0,-1 1 0 0 0,1 0 0 0 0,-1 0 0 0 0,0 0 0 0 0,0 1 0 0 0,0-1 0 0 0,0 0 0 0 0,0 1 0 0 0,-1-1 0 0 0,1 1 0 0 0,-1 0-1 0 0,1 0 1 0 0,-1-1 0 0 0,0 1 0 0 0,0 0 0 0 0,0 0 0 0 0,0 5 0 0 0,-1-5 6 0 0,-1 1 0 0 0,1 0-1 0 0,-1 0 1 0 0,0 0 0 0 0,0 0-1 0 0,-1-1 1 0 0,1 1 0 0 0,-1-1 0 0 0,0 1-1 0 0,0-1 1 0 0,0 1 0 0 0,0-1 0 0 0,0 0-1 0 0,-1 0 1 0 0,1 0 0 0 0,-1 0 0 0 0,-4 3-1 0 0,-8 5 88 0 0,0 0-1 0 0,-24 14 1 0 0,6-4 34 0 0,13-8-22 0 0,-1-2 0 0 0,0 0 1 0 0,-1-1-1 0 0,0-1 1 0 0,-1-1-1 0 0,0-1 0 0 0,-35 6 1 0 0,39-9-91 0 0,0-2 1 0 0,-38 1 0 0 0,52-3-98 0 0,1 0-1 0 0,-1 0 1 0 0,0 0-1 0 0,0-1 1 0 0,0 0 0 0 0,0 0-1 0 0,0 0 1 0 0,1 0 0 0 0,-1-1-1 0 0,1 1 1 0 0,-1-1-1 0 0,1 0 1 0 0,-1-1 0 0 0,1 1-1 0 0,-7-7 1 0 0,10 7-182 0 0,-1 0 0 0 0,1-1 0 0 0,0 0-1 0 0,1 1 1 0 0,-1-1 0 0 0,0 1 0 0 0,1-1 0 0 0,-1 0 0 0 0,1 0 0 0 0,0 1 0 0 0,0-1 0 0 0,0 0-1 0 0,0 0 1 0 0,2-4 0 0 0,-1-14-1692 0 0,-1-54-4956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49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5362 0 0,'90'65'3042'0'0,"-30"-21"-2882"0"0,1 0-560 0 0,-1-5 320 0 0,1-8 160 0 0,-31-12 80 0 0,0-6-320 0 0,-30-7-401 0 0,0-12-559 0 0,0 1-1281 0 0,0-3-320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49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31 312 1681 0 0,'-30'-6'2721'0'0,"30"-2"-320"0"0,0-3-320 0 0,0-3-400 0 0,30-11-561 0 0,30-7-399 0 0,-5-5-241 0 0,5 4-240 0 0,61-11-400 0 0,-31 0-1041 0 0,-29 11-2640 0 0,-1 14-161 0 0,-60 13 1120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38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110 165 2801 0 0,'-5'-16'806'0'0,"0"0"-1"0"0,1 0 0 0 0,0 0 1 0 0,2 0-1 0 0,0-1 0 0 0,0 1 1 0 0,2-30-1 0 0,0 46-807 0 0,0 0-1 0 0,1 0 0 0 0,-1-1 0 0 0,0 1 1 0 0,0 0-1 0 0,0-1 0 0 0,0 1 1 0 0,0 0-1 0 0,0 0 0 0 0,1-1 0 0 0,-1 1 1 0 0,0 0-1 0 0,0 0 0 0 0,0-1 1 0 0,1 1-1 0 0,-1 0 0 0 0,0 0 0 0 0,0 0 1 0 0,1 0-1 0 0,-1-1 0 0 0,0 1 1 0 0,0 0-1 0 0,1 0 0 0 0,-1 0 0 0 0,0 0 1 0 0,1 0-1 0 0,-1 0 0 0 0,0 0 1 0 0,0 0-1 0 0,1 0 0 0 0,-1 0 0 0 0,0 0 1 0 0,1 0-1 0 0,-1 0 0 0 0,0 0 1 0 0,1 0-1 0 0,-1 0 0 0 0,0 0 0 0 0,0 0 1 0 0,1 0-1 0 0,-1 0 0 0 0,1 0 1 0 0,0 1-6 0 0,0 0 0 0 0,1-1 1 0 0,-1 1-1 0 0,0 0 1 0 0,0 0-1 0 0,0 0 0 0 0,0-1 1 0 0,0 1-1 0 0,0 0 1 0 0,0 1-1 0 0,0-1 0 0 0,0 0 1 0 0,0 0-1 0 0,0 0 1 0 0,0 0-1 0 0,-1 1 0 0 0,1 1 1 0 0,4 7 51 0 0,-2 0 0 0 0,1 1 0 0 0,-1-1 0 0 0,-1 1 0 0 0,0 0 0 0 0,-1 0 1 0 0,0 0-1 0 0,0 0 0 0 0,-1 0 0 0 0,-1-1 0 0 0,-2 15 0 0 0,-4 17 381 0 0,-23 69 0 0 0,17-68-41 0 0,-9 55 0 0 0,-8 94 670 0 0,26-163-1017 0 0,4-25-105 0 0,0 0 0 0 0,0 0 0 0 0,-1 0-1 0 0,1 0 1 0 0,-1 1 0 0 0,0-2 0 0 0,0 1 0 0 0,-1 0 0 0 0,1 0 0 0 0,-1 0 0 0 0,1 0 0 0 0,-1-1 0 0 0,-1 1 0 0 0,1-1 0 0 0,0 0 0 0 0,-5 6 0 0 0,37-29-2280 0 0,25-15-1494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38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32 1040 0 0,'0'2'674'0'0,"0"-1"-597"0"0,1-1 0 0 0,-1 1 0 0 0,0-1 0 0 0,0 1 0 0 0,0-1-1 0 0,0 1 1 0 0,0-1 0 0 0,0 1 0 0 0,0-1 0 0 0,-1 1 0 0 0,1-1 0 0 0,0 1-1 0 0,0-1 1 0 0,0 1 0 0 0,0-1 0 0 0,-1 1 0 0 0,1-1 0 0 0,0 0 0 0 0,0 1 0 0 0,-1-1-1 0 0,1 1 1 0 0,0-1 0 0 0,-1 0 0 0 0,1 1 0 0 0,0-1 0 0 0,-1 0 0 0 0,1 1-1 0 0,0-1 1 0 0,-1 0 0 0 0,1 0 0 0 0,-1 1 0 0 0,1-1 0 0 0,-1 0 0 0 0,1 0 0 0 0,-1 0-1 0 0,1 0 1 0 0,-1 1 0 0 0,1-1 0 0 0,-1 0 0 0 0,-60 28 2029 0 0,33-16-1336 0 0,0 2 0 0 0,-26 17-1 0 0,44-24-634 0 0,-1 1 0 0 0,2 1 0 0 0,-1-1 0 0 0,1 1 0 0 0,0 1 0 0 0,1 0-1 0 0,0 0 1 0 0,-9 15 0 0 0,12-15-53 0 0,0 1 0 0 0,1-1 0 0 0,0 1 0 0 0,0-1 0 0 0,1 1 0 0 0,1 0 0 0 0,0 0 0 0 0,0 0 0 0 0,1 13 0 0 0,0-20-48 0 0,1-1 0 0 0,0 1 0 0 0,0 0 0 0 0,1-1 0 0 0,-1 1 0 0 0,1 0 0 0 0,-1-1 0 0 0,1 1 0 0 0,0-1 0 0 0,1 1 0 0 0,-1-1 0 0 0,0 1 0 0 0,1-1-1 0 0,0 0 1 0 0,0 0 0 0 0,0 0 0 0 0,0 0 0 0 0,0 0 0 0 0,1 0 0 0 0,-1 0 0 0 0,1-1 0 0 0,0 0 0 0 0,0 1 0 0 0,0-1 0 0 0,0 0 0 0 0,0 0 0 0 0,0 0 0 0 0,0-1 0 0 0,1 1 0 0 0,-1-1 0 0 0,1 0-1 0 0,-1 0 1 0 0,7 1 0 0 0,4 0 0 0 0,-1-1-1 0 0,1-1 0 0 0,0 0 1 0 0,-1-1-1 0 0,1 0 0 0 0,-1-1 1 0 0,0-1-1 0 0,1 0 0 0 0,-1-1 1 0 0,0 0-1 0 0,-1-1 1 0 0,1 0-1 0 0,-1-1 0 0 0,0-1 1 0 0,-1 0-1 0 0,1 0 0 0 0,-1-1 1 0 0,-1-1-1 0 0,1 0 0 0 0,-1 0 1 0 0,10-13-1 0 0,-2-2-33 0 0,-1-1 0 0 0,-1-1 0 0 0,18-40 0 0 0,-32 61-2 0 0,0 0 0 0 0,0-1-1 0 0,0 1 1 0 0,-1 0 0 0 0,0-1 0 0 0,0 1-1 0 0,0-1 1 0 0,-1 1 0 0 0,1-1 0 0 0,-1 1 0 0 0,-1-1-1 0 0,1 1 1 0 0,-1-1 0 0 0,0 1 0 0 0,0-1-1 0 0,0 1 1 0 0,-1 0 0 0 0,0-1 0 0 0,0 1 0 0 0,-4-7-1 0 0,1 6 3 0 0,1 1 0 0 0,-1 0-1 0 0,0 0 1 0 0,0 0-1 0 0,-1 1 1 0 0,1-1 0 0 0,-1 1-1 0 0,0 1 1 0 0,0-1-1 0 0,0 1 1 0 0,-1 0 0 0 0,1 0-1 0 0,-1 1 1 0 0,0 0-1 0 0,0 0 1 0 0,-7-1 0 0 0,-16-1-557 0 0,1 1 1 0 0,-1 1-1 0 0,0 2 1 0 0,0 1-1 0 0,1 1 1 0 0,-49 9 0 0 0,75-10 153 0 0,0 0 0 0 0,0 0 0 0 0,0 0 0 0 0,0 0 0 0 0,-1 0 0 0 0,2 1 1 0 0,-1-1-1 0 0,0 1 0 0 0,-5 3 0 0 0,3 10-4186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39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1 400 0 0,'-176'29'11832'0'0,"196"-32"-11298"0"0,-15 2-94 0 0,0 1-373 0 0,131-7 77 0 0,35 1-779 0 0,-140 7-3455 0 0,53 10 0 0 0,-59-10 1169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40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78 320 0 0,'0'-1'69'0'0,"-1"0"-1"0"0,0 0 0 0 0,0 0 1 0 0,0 0-1 0 0,0 0 1 0 0,0 0-1 0 0,0 1 0 0 0,0-1 1 0 0,0 0-1 0 0,0 1 1 0 0,0-1-1 0 0,0 1 0 0 0,-1-1 1 0 0,1 1-1 0 0,0 0 1 0 0,0-1-1 0 0,0 1 0 0 0,-1 0 1 0 0,1 0-1 0 0,-2 0 1 0 0,2 0 15 0 0,1-1-77 0 0,-1 0 1 0 0,1 1 0 0 0,-1-1-1 0 0,1 1 1 0 0,-1-1-1 0 0,1 0 1 0 0,-1 1-1 0 0,1-1 1 0 0,0 0 0 0 0,-1 0-1 0 0,1 1 1 0 0,0-1-1 0 0,0 0 1 0 0,-1 0-1 0 0,1 1 1 0 0,0-1 0 0 0,0 0-1 0 0,0 0 1 0 0,0 0-1 0 0,0 1 1 0 0,0-1-1 0 0,0 0 1 0 0,0 0 0 0 0,1 1-1 0 0,-1-1 1 0 0,0 0-1 0 0,0 0 1 0 0,1 1-1 0 0,-1-1 1 0 0,0 0 0 0 0,1 0-1 0 0,-1 1 1 0 0,1-1-1 0 0,-1 1 1 0 0,1-1-1 0 0,0-1 1 0 0,13-8 859 0 0,-28 3 227 0 0,-7 5 2493 0 0,20 2-3557 0 0,1 0 1 0 0,-1 0-1 0 0,0 0 0 0 0,1 0 0 0 0,-1 0 1 0 0,1 0-1 0 0,-1 0 0 0 0,1 1 1 0 0,-1-1-1 0 0,1 0 0 0 0,-1 0 1 0 0,1 1-1 0 0,-1-1 0 0 0,1 0 1 0 0,-1 0-1 0 0,1 1 0 0 0,-1-1 1 0 0,1 1-1 0 0,-1-1 0 0 0,1 0 1 0 0,0 1-1 0 0,-1-1 0 0 0,1 1 1 0 0,0-1-1 0 0,-1 1 0 0 0,1-1 1 0 0,0 1-1 0 0,0-1 0 0 0,0 1 0 0 0,-1-1 1 0 0,1 1-1 0 0,0 0 0 0 0,0-1 1 0 0,0 1-1 0 0,0-1 0 0 0,0 2 1 0 0,0-2 62 0 0,5 0-26 0 0,34 4-52 0 0,-29-6-19 0 0,22-7-7 0 0,-26 1-33 0 0,-7 4 21 0 0,15-4 83 0 0,-7 3-7 0 0,-8 5-6 0 0,-51 20 448 0 0,-14 6 143 0 0,62-24-585 0 0,-1 0 1 0 0,0 1-1 0 0,1 0 1 0 0,0 0-1 0 0,-1 0 1 0 0,1 0-1 0 0,1 1 1 0 0,-1-1-1 0 0,-6 9 1 0 0,1 2 57 0 0,-12 13 31 0 0,19-25-130 0 0,1 1 0 0 0,0-1 0 0 0,0 0 0 0 0,0 1 0 0 0,1-1-1 0 0,-1 1 1 0 0,1-1 0 0 0,-1 1 0 0 0,1-1 0 0 0,0 1 0 0 0,0 0 0 0 0,0-1 0 0 0,0 1 0 0 0,0-1 0 0 0,2 5 0 0 0,-2 4 24 0 0,1-8-32 0 0,-1 0 1 0 0,0 0-1 0 0,1 0 1 0 0,0 0-1 0 0,0-1 0 0 0,0 1 1 0 0,0 0-1 0 0,0 0 1 0 0,0 0-1 0 0,1-1 1 0 0,-1 1-1 0 0,1-1 1 0 0,3 5-1 0 0,3 4 27 0 0,-5-6-28 0 0,1 0 1 0 0,1-1-1 0 0,-1 1 0 0 0,1-1 0 0 0,0 0 0 0 0,-1 0 1 0 0,2-1-1 0 0,-1 1 0 0 0,0-1 0 0 0,1 0 0 0 0,0-1 1 0 0,-1 1-1 0 0,1-1 0 0 0,0 0 0 0 0,0-1 1 0 0,0 1-1 0 0,9 0 0 0 0,14 2 4 0 0,-1-2 1 0 0,37 0-1 0 0,-54-2-7 0 0,-3 0-9 0 0,-1 1 0 0 0,0-1 0 0 0,1-1 0 0 0,-1 1-1 0 0,1-1 1 0 0,-1 0 0 0 0,0-1 0 0 0,1 0 0 0 0,-1 0-1 0 0,0-1 1 0 0,0 0 0 0 0,-1 0 0 0 0,1 0 0 0 0,-1-1 0 0 0,8-5-1 0 0,-14 9 10 0 0,1-1 0 0 0,0 0 0 0 0,-1 1 0 0 0,1-1 0 0 0,-1 0 0 0 0,0 0 0 0 0,1 1 0 0 0,-1-1 0 0 0,0 0 0 0 0,1 0 0 0 0,-1 0 0 0 0,0 0 0 0 0,0 1 0 0 0,1-1 0 0 0,-1 0 0 0 0,0 0 0 0 0,0 0 0 0 0,0 0 0 0 0,0 0 0 0 0,-1 0 0 0 0,1 1 0 0 0,0-1 0 0 0,0 0 0 0 0,0 0 0 0 0,-1 0 0 0 0,1 0 0 0 0,0 1 0 0 0,-1-1 0 0 0,1 0 0 0 0,-1 0 0 0 0,1 1 0 0 0,-1-1 0 0 0,1 0 0 0 0,-1 0 0 0 0,1 1 0 0 0,-1-1 0 0 0,0 1 0 0 0,1-1 0 0 0,-1 1 0 0 0,-1-2 0 0 0,-19-10 35 0 0,0 0 0 0 0,-1 1 0 0 0,0 1 0 0 0,-1 1 0 0 0,0 1 0 0 0,0 1 0 0 0,-1 1 0 0 0,0 2-1 0 0,0 0 1 0 0,0 1 0 0 0,0 1 0 0 0,-42 3 0 0 0,58-1-63 0 0,0 1 0 0 0,0 0 0 0 0,0 0 0 0 0,0 0 0 0 0,1 1 0 0 0,-1 1 0 0 0,1-1 0 0 0,-1 1 0 0 0,-13 7 0 0 0,21-9 9 0 0,0-1 1 0 0,-1 0-1 0 0,1 1 0 0 0,0-1 1 0 0,0 0-1 0 0,-1 1 0 0 0,1-1 1 0 0,0 0-1 0 0,0 1 0 0 0,0-1 1 0 0,0 0-1 0 0,-1 1 0 0 0,1-1 1 0 0,0 0-1 0 0,0 1 0 0 0,0-1 1 0 0,0 1-1 0 0,0-1 0 0 0,0 0 1 0 0,0 1-1 0 0,0-1 0 0 0,0 0 1 0 0,0 1-1 0 0,0-1 0 0 0,0 1 1 0 0,0-1-1 0 0,1 0 0 0 0,-1 1 1 0 0,0-1-1 0 0,0 0 1 0 0,0 1-1 0 0,0-1 0 0 0,1 0 1 0 0,-1 1-1 0 0,0-1 0 0 0,0 0 1 0 0,1 1-1 0 0,-1-1 0 0 0,0 0 1 0 0,1 0-1 0 0,-1 1 0 0 0,0-1 1 0 0,1 0-1 0 0,-1 0 0 0 0,0 0 1 0 0,1 0-1 0 0,-1 1 0 0 0,0-1 1 0 0,1 0-1 0 0,-1 0 0 0 0,1 0 1 0 0,19 8-890 0 0,-20-8 838 0 0,12 4-790 0 0,0-1 0 0 0,0-1-1 0 0,-1 0 1 0 0,1-1-1 0 0,15 0 1 0 0,8-6-2061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41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4882 0 0,'-35'3'3747'0'0,"33"-3"-3682"0"0,1 0-1 0 0,0 0 1 0 0,0 0 0 0 0,0 0 0 0 0,0 0 0 0 0,0 0-1 0 0,0 0 1 0 0,0 1 0 0 0,0-1 0 0 0,0 1-1 0 0,0-1 1 0 0,0 0 0 0 0,0 1 0 0 0,0 0 0 0 0,0-1-1 0 0,0 1 1 0 0,1-1 0 0 0,-1 1 0 0 0,0 0 0 0 0,0 0-1 0 0,1 0 1 0 0,-1-1 0 0 0,0 1 0 0 0,1 0 0 0 0,-1 0-1 0 0,0 2 1 0 0,6-1 202 0 0,-1-1-183 0 0,-3-1-59 0 0,0-1 0 0 0,0 1 0 0 0,-1 0-1 0 0,1 0 1 0 0,0 1 0 0 0,0-1 0 0 0,-1 0 0 0 0,1 0 0 0 0,0 0 0 0 0,0 0-1 0 0,-1 1 1 0 0,1-1 0 0 0,0 0 0 0 0,0 1 0 0 0,-1-1 0 0 0,1 0 0 0 0,0 1 0 0 0,-1-1-1 0 0,1 1 1 0 0,-1-1 0 0 0,1 1 0 0 0,-1-1 0 0 0,1 1 0 0 0,-1 0 0 0 0,1-1-1 0 0,-1 1 1 0 0,1 0 0 0 0,-1-1 0 0 0,0 1 0 0 0,1 0 0 0 0,-1-1 0 0 0,0 1-1 0 0,0 0 1 0 0,1 0 0 0 0,-1-1 0 0 0,0 1 0 0 0,0 0 0 0 0,0 1 0 0 0,1 2 61 0 0,1-1 0 0 0,-1 1 0 0 0,1-1 0 0 0,0 0 0 0 0,0 0 1 0 0,0 1-1 0 0,1-1 0 0 0,-1 0 0 0 0,1-1 0 0 0,-1 1 0 0 0,1 0 0 0 0,0-1 0 0 0,0 0 1 0 0,0 1-1 0 0,5 1 0 0 0,10 11 243 0 0,5 9-60 0 0,-17-16-235 0 0,1-1 0 0 0,0 0 1 0 0,1 0-1 0 0,12 9 0 0 0,1-2-10 0 0,-2-1 6 0 0,0 0 1 0 0,-1 2 0 0 0,21 19 0 0 0,-11-10-14 0 0,1-1 0 0 0,1-2 0 0 0,47 25 0 0 0,-16-9-672 0 0,4 18-3533 0 0,-34-40 653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42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121 631 640 0 0,'-30'0'5843'0'0,"-61"0"-2241"0"0,91-6-2242 0 0,0-7-880 0 0,0-12-159 0 0,61-39 399 0 0,29-37 0 0 0,31-7-480 0 0,-30 6-320 0 0,23 19-80 0 0,-23 20-480 0 0,-61 17-1601 0 0,31 27-3122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06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72 1761 0 0,'-1'-9'3995'0'0,"0"8"-3931"0"0,1-1-1 0 0,0 1 1 0 0,0 0 0 0 0,0 0 0 0 0,0 0-1 0 0,0 0 1 0 0,0 0 0 0 0,0 0-1 0 0,1 0 1 0 0,-1 0 0 0 0,0 0-1 0 0,1 0 1 0 0,-1-1 0 0 0,1 1-1 0 0,-1 0 1 0 0,1 1 0 0 0,-1-1 0 0 0,1 0-1 0 0,1-2 1 0 0,7-2 97 0 0,-8 5-124 0 0,0-1 1 0 0,0 1-1 0 0,0-1 1 0 0,0 1-1 0 0,0-1 1 0 0,0 0-1 0 0,0 0 1 0 0,0 0-1 0 0,0 1 1 0 0,-1-1-1 0 0,1 0 1 0 0,0 0-1 0 0,-1 0 1 0 0,1 0-1 0 0,0 0 1 0 0,-1 0-1 0 0,1 0 1 0 0,-1-1-1 0 0,1 1 1 0 0,-1 0-1 0 0,0 0 1 0 0,1 0-1 0 0,-1 0 1 0 0,0-1-1 0 0,0 1 1 0 0,0 0-1 0 0,0 0 1 0 0,0 0-1 0 0,0-1 1 0 0,0 1-1 0 0,-1-2 1 0 0,-24 15 615 0 0,75-6-26 0 0,-45-6-520 0 0,0-1 40 0 0,5 0-80 0 0,1 0 1 0 0,-1 0 0 0 0,0 1-1 0 0,13 2 1 0 0,19 0 314 0 0,-38-2-235 0 0,-4 1 8 0 0,0-1-148 0 0,0 0 0 0 0,0 0-1 0 0,-1 0 1 0 0,1 1 0 0 0,0-1 0 0 0,0 0 0 0 0,0 0 0 0 0,0 0 0 0 0,0 0 0 0 0,0 0 0 0 0,0 1 0 0 0,0-1 0 0 0,0 0 0 0 0,0 0 0 0 0,0 0 0 0 0,0 0 0 0 0,0 1 0 0 0,0-1 0 0 0,0 0 0 0 0,0 0 0 0 0,1 0 0 0 0,-1 0 0 0 0,0 0 0 0 0,0 1 0 0 0,0-1 0 0 0,0 0 0 0 0,0 0 0 0 0,0 0 0 0 0,0 0 0 0 0,0 0 0 0 0,0 0 0 0 0,1 1 0 0 0,-1-1 0 0 0,0 0 0 0 0,0 0 0 0 0,0 0 0 0 0,0 0 0 0 0,0 0 0 0 0,0 0 0 0 0,1 0 0 0 0,-1 0 0 0 0,0 0 0 0 0,0 0 0 0 0,0 0 0 0 0,0 0 0 0 0,1 0-1 0 0,-1 0 1 0 0,0 0 0 0 0,0 0 0 0 0,0 0 0 0 0,0 0 0 0 0,0 0 0 0 0,1 0 0 0 0,-1 0 0 0 0,0 0 0 0 0,0 0 0 0 0,0 0 0 0 0,0 0 0 0 0,1 0 0 0 0,15 1 218 0 0,-32-3-50 0 0,7-8 692 0 0,-33 4-466 0 0,-1 1-1 0 0,-68 2 0 0 0,97 3-371 0 0,1 1 1 0 0,1 0-1 0 0,-1 1 0 0 0,0 0 0 0 0,-22 8 1 0 0,32-9-30 0 0,0 0 0 0 0,0 0 0 0 0,0 0-1 0 0,0 0 1 0 0,0 1 0 0 0,0-1 0 0 0,1 1 0 0 0,-1-1 0 0 0,0 1 0 0 0,1 0 0 0 0,0 0 0 0 0,-1 0 0 0 0,1 1 0 0 0,0-1-1 0 0,0 1 1 0 0,0-1 0 0 0,1 1 0 0 0,-1-1 0 0 0,0 1 0 0 0,1 0 0 0 0,0 0 0 0 0,0 0 0 0 0,0 0 0 0 0,0 0 0 0 0,0 0-1 0 0,0 5 1 0 0,1 129 80 0 0,0-135-80 0 0,0 0 0 0 0,0 1 0 0 0,0-1 0 0 0,1 0 0 0 0,-1 1 0 0 0,1-1 0 0 0,-1 0 0 0 0,1 0 0 0 0,0 1 0 0 0,0-1 0 0 0,0 0 0 0 0,1 0 0 0 0,-1 0 0 0 0,0 0 0 0 0,1 0 0 0 0,-1-1 0 0 0,1 1 0 0 0,-1 0 0 0 0,1-1 0 0 0,0 1 0 0 0,0-1 0 0 0,0 1 0 0 0,0-1 0 0 0,2 1 0 0 0,21 20 0 0 0,-17-8-3 0 0,-8-13 0 0 0,1 1 0 0 0,0-1 0 0 0,-1 0 1 0 0,1 1-1 0 0,0-1 0 0 0,0 0 0 0 0,0 0 0 0 0,0 0 0 0 0,0 1 0 0 0,0-1 0 0 0,1 0 0 0 0,-1-1 0 0 0,0 1 0 0 0,0 0 0 0 0,1 0 0 0 0,-1 0 0 0 0,0-1 0 0 0,1 1 0 0 0,-1-1 0 0 0,1 1 0 0 0,-1-1 0 0 0,1 1 0 0 0,-1-1 0 0 0,1 0 0 0 0,1 0 0 0 0,22 5-26 0 0,-1-2 0 0 0,1 0-1 0 0,48-2 1 0 0,-61-2 38 0 0,0 0 1 0 0,0 0-1 0 0,0-1 1 0 0,-1-1-1 0 0,1 0 1 0 0,-1 0-1 0 0,0-1 1 0 0,0-1-1 0 0,0 0 1 0 0,18-11-1 0 0,39-27 68 0 0,-55 36-41 0 0,0 0 0 0 0,0-1 0 0 0,-1-1 0 0 0,0 0 0 0 0,0 0-1 0 0,-1-1 1 0 0,0-1 0 0 0,10-13 0 0 0,-15 16-7 0 0,0 1 0 0 0,1-1 0 0 0,0 1 0 0 0,0 0 0 0 0,10-7 0 0 0,-16 13 0 0 0,7-6 22 0 0,-10 6-34 0 0,0-1 0 0 0,-1 1 0 0 0,1-1 0 0 0,0 1 0 0 0,-1 0 1 0 0,1 0-1 0 0,-1 0 0 0 0,1 0 0 0 0,-1 0 0 0 0,1 1 0 0 0,-1-1 1 0 0,0 1-1 0 0,-4-1 0 0 0,6 1-16 0 0,0-1-1 0 0,-1 1 1 0 0,1 0 0 0 0,0 0 0 0 0,-1-1 0 0 0,1 1-1 0 0,0 0 1 0 0,-1 0 0 0 0,1 0 0 0 0,0 0-1 0 0,-1 0 1 0 0,1 1 0 0 0,0-1 0 0 0,-1 0 0 0 0,1 0-1 0 0,0 1 1 0 0,-1-1 0 0 0,0 2 0 0 0,2 11-15 0 0,1-5 26 0 0,1 15 54 0 0,1 0-1 0 0,9 37 1 0 0,-4-19 44 0 0,-3-13-24 0 0,-3-15-28 0 0,0 0 0 0 0,1 0 0 0 0,0 0 1 0 0,1 0-1 0 0,1-1 0 0 0,6 14 1 0 0,-4-9 200 0 0,-1 0 0 0 0,-1 0 0 0 0,-1 0 0 0 0,0 0 0 0 0,-1 1 0 0 0,-1 0 0 0 0,-1 0 1 0 0,0-1-1 0 0,-3 27 0 0 0,2-9 364 0 0,-1-20-371 0 0,-1-1-1 0 0,0 1 0 0 0,0-1 0 0 0,-9 27 0 0 0,3-15-26 0 0,5-15-124 0 0,1 1 36 0 0,-1-1 0 0 0,-1 1 0 0 0,0-1 1 0 0,-10 19-1 0 0,14-28-188 0 0,-1-1 1 0 0,0 1-1 0 0,0-1 1 0 0,0 0-1 0 0,0 0 1 0 0,0 1-1 0 0,0-1 0 0 0,0 0 1 0 0,0 0-1 0 0,-1 0 1 0 0,1 0-1 0 0,0 0 1 0 0,-1 0-1 0 0,1-1 1 0 0,0 1-1 0 0,-1 0 0 0 0,1-1 1 0 0,-1 1-1 0 0,1-1 1 0 0,-1 1-1 0 0,1-1 1 0 0,-1 0-1 0 0,0 0 0 0 0,1 0 1 0 0,-1 0-1 0 0,1 0 1 0 0,-1 0-1 0 0,1 0 1 0 0,-1 0-1 0 0,0 0 0 0 0,1-1 1 0 0,-1 1-1 0 0,1-1 1 0 0,-3-1-1 0 0,0 0-386 0 0,0 0-1 0 0,0-1 1 0 0,0 0-1 0 0,0 1 1 0 0,1-1-1 0 0,-1-1 1 0 0,1 1 0 0 0,0 0-1 0 0,0-1 1 0 0,0 0-1 0 0,0 0 1 0 0,-1-4-1 0 0,-27-61-6565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08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198 249 4002 0 0,'-27'1'1936'0'0,"15"0"-1471"0"0,0-1 0 0 0,0 0 0 0 0,0-1 0 0 0,0 0 0 0 0,0-1 0 0 0,0 0 0 0 0,-17-6 0 0 0,28 6-390 0 0,-1-1 1 0 0,1 0-1 0 0,0 0 1 0 0,1 0-1 0 0,-1 0 1 0 0,0 0-1 0 0,1 0 0 0 0,-1 0 1 0 0,1 0-1 0 0,0 0 1 0 0,0 0-1 0 0,1 0 1 0 0,-1 0-1 0 0,1-4 1 0 0,0-3 166 0 0,-1 4-169 0 0,0 1 0 0 0,0-1 0 0 0,1 0 0 0 0,0 1 1 0 0,0-1-1 0 0,1 1 0 0 0,-1-1 0 0 0,1 1 0 0 0,0-1 0 0 0,1 1 1 0 0,-1 0-1 0 0,1 0 0 0 0,3-5 0 0 0,2 1-15 0 0,0 1 1 0 0,0-1-1 0 0,1 1 0 0 0,0 1 0 0 0,14-10 1 0 0,8-15 21 0 0,-6 26-67 0 0,-24 6-13 0 0,0 0 5 0 0,0-1 1 0 0,1 1-1 0 0,-1 0 1 0 0,1 0-1 0 0,-1 0 1 0 0,0 0-1 0 0,1 0 1 0 0,-1 0-1 0 0,0 0 0 0 0,1 0 1 0 0,-1 0-1 0 0,0 1 1 0 0,1-1-1 0 0,-1 1 1 0 0,0-1-1 0 0,0 1 1 0 0,2 0-1 0 0,-2 1 10 0 0,0 0 1 0 0,-1 0-1 0 0,1 0 0 0 0,-1 0 1 0 0,1 0-1 0 0,-1 1 0 0 0,0-1 0 0 0,0 0 1 0 0,0 0-1 0 0,0 0 0 0 0,-1 0 1 0 0,1 0-1 0 0,0 0 0 0 0,-1 0 1 0 0,0 0-1 0 0,1 0 0 0 0,-2 2 1 0 0,-11 38 267 0 0,-2-2 0 0 0,-2 1 1 0 0,-44 74-1 0 0,16-22 39 0 0,36-71-198 0 0,-1 0 0 0 0,-20 33 0 0 0,27-52-113 0 0,1 0 0 0 0,0 0 1 0 0,0 0-1 0 0,0 0 0 0 0,0 0 0 0 0,0 0 0 0 0,1 0 0 0 0,-1 1 1 0 0,1-1-1 0 0,0 1 0 0 0,0-1 0 0 0,0 1 0 0 0,1-1 0 0 0,-1 7 1 0 0,1-10-12 0 0,1 1 1 0 0,-1 0 0 0 0,0-1-1 0 0,1 1 1 0 0,-1-1 0 0 0,1 1 0 0 0,-1 0-1 0 0,1-1 1 0 0,-1 1 0 0 0,1-1-1 0 0,0 1 1 0 0,-1-1 0 0 0,1 0 0 0 0,-1 1-1 0 0,1-1 1 0 0,0 0 0 0 0,-1 1-1 0 0,1-1 1 0 0,0 0 0 0 0,0 0 0 0 0,-1 1-1 0 0,1-1 1 0 0,0 0 0 0 0,0 0 0 0 0,0 0-1 0 0,41-4-106 0 0,-19-2-570 0 0,-1-2-1 0 0,1 0 1 0 0,-1-1 0 0 0,-1-2 0 0 0,0 0-1 0 0,-1-1 1 0 0,0-1 0 0 0,0-1-1 0 0,18-18 1 0 0,53-47-4620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09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423 133 2401 0 0,'-66'2'3588'0'0,"-99"15"1"0"0,154-14-3528 0 0,1 0 0 0 0,0 0 0 0 0,0 1 0 0 0,0 0 1 0 0,1 1-1 0 0,-1 0 0 0 0,1 1 0 0 0,0 0 0 0 0,1 0 0 0 0,-1 1 1 0 0,1 0-1 0 0,1 1 0 0 0,-1-1 0 0 0,1 1 0 0 0,0 1 1 0 0,1-1-1 0 0,0 1 0 0 0,1 1 0 0 0,0-1 0 0 0,0 1 0 0 0,1-1 1 0 0,0 1-1 0 0,0 1 0 0 0,2-1 0 0 0,-1 0 0 0 0,1 1 1 0 0,0-1-1 0 0,0 17 0 0 0,2-22-42 0 0,1 1 1 0 0,-1 0-1 0 0,1-1 0 0 0,0 1 1 0 0,0 0-1 0 0,1-1 1 0 0,-1 0-1 0 0,1 1 0 0 0,1-1 1 0 0,-1 0-1 0 0,1 0 1 0 0,-1 0-1 0 0,2 0 0 0 0,-1-1 1 0 0,7 9-1 0 0,0-4 36 0 0,0 0 0 0 0,1 0 0 0 0,0-1 0 0 0,1-1 0 0 0,14 8 0 0 0,-18-12-51 0 0,0 0 0 0 0,0 0-1 0 0,0-1 1 0 0,1 0 0 0 0,-1-1 0 0 0,1 1-1 0 0,-1-2 1 0 0,1 1 0 0 0,-1-1 0 0 0,1-1-1 0 0,-1 1 1 0 0,0-2 0 0 0,1 1-1 0 0,-1-1 1 0 0,0 0 0 0 0,1-1 0 0 0,-1 1-1 0 0,-1-2 1 0 0,1 1 0 0 0,0-1 0 0 0,-1 0-1 0 0,0-1 1 0 0,0 0 0 0 0,11-9 0 0 0,-12 7 2 0 0,0-1 0 0 0,0 0 0 0 0,0 0 0 0 0,-1 0 0 0 0,0-1 0 0 0,-1 1 0 0 0,0-1 0 0 0,0 0 0 0 0,-1-1 0 0 0,0 1 0 0 0,0-1 1 0 0,0-11-1 0 0,4-5-5 0 0,2-13-78 0 0,-1-1 0 0 0,-2 0 0 0 0,1-67 1 0 0,-7 101 7 0 0,0 0 1 0 0,0 0 0 0 0,0 0-1 0 0,-1 0 1 0 0,0 0-1 0 0,0 0 1 0 0,-1 0-1 0 0,0 0 1 0 0,0 0 0 0 0,0 1-1 0 0,0-1 1 0 0,-1 1-1 0 0,0-1 1 0 0,-7-7 0 0 0,7 10-105 0 0,0 0 1 0 0,0 0 0 0 0,-1 1 0 0 0,1-1 0 0 0,-1 1 0 0 0,0 0 0 0 0,0 0 0 0 0,0 0-1 0 0,0 0 1 0 0,0 1 0 0 0,0 0 0 0 0,0 0 0 0 0,-1 0 0 0 0,1 0 0 0 0,0 1 0 0 0,-1-1-1 0 0,1 1 1 0 0,0 0 0 0 0,-9 2 0 0 0,-22 8-4337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09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12 2161 0 0,'-91'25'4882'0'0,"61"-25"-2801"0"0,6 0-1441 0 0,24-6-319 0 0,-30 1-1 0 0,30-1 0 0 0,0-2-80 0 0,30 8 160 0 0,-6 0-320 0 0,6-6 80 0 0,31 6 0 0 0,-1-5-80 0 0,1 10-240 0 0,59-5-480 0 0,1 14-2001 0 0,30-8-2481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10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11 320 0 0,'4'0'1641'0'0,"71"-6"2681"0"0,-70 6-3829 0 0,-5 0-457 0 0,0 0-1 0 0,0-1 0 0 0,0 1 0 0 0,0 0 0 0 0,-1 0 0 0 0,1-1 0 0 0,0 1 0 0 0,0 0 1 0 0,0 0-1 0 0,-1-1 0 0 0,1 1 0 0 0,0 0 0 0 0,0 0 0 0 0,-1 0 0 0 0,1-1 0 0 0,0 1 1 0 0,0 0-1 0 0,-1 0 0 0 0,1 0 0 0 0,0 0 0 0 0,-1 0 0 0 0,1 0 0 0 0,0-1 0 0 0,-1 1 0 0 0,1 0 1 0 0,0 0-1 0 0,-1 0 0 0 0,1 0 0 0 0,0 0 0 0 0,-1 0 0 0 0,1 0 0 0 0,0 1 0 0 0,-1-1 1 0 0,1 0-1 0 0,0 0 0 0 0,0 0 0 0 0,-1 0 0 0 0,1 0 0 0 0,-20 5-54 0 0,16-3 162 0 0,-30 7 184 0 0,-1 3 0 0 0,2 1 0 0 0,0 1 0 0 0,1 2 0 0 0,-58 37-1 0 0,84-47-244 0 0,0 1-1 0 0,1-1 0 0 0,-1 1 0 0 0,1 0 1 0 0,1 1-1 0 0,-1-1 0 0 0,1 1 1 0 0,0 0-1 0 0,1 0 0 0 0,0 0 1 0 0,-3 11-1 0 0,3-9-56 0 0,1-6-18 0 0,1 1 0 0 0,-1-1 1 0 0,1 1-1 0 0,0 0 0 0 0,0-1 1 0 0,1 1-1 0 0,-1 0 0 0 0,1 0 1 0 0,0-1-1 0 0,0 1 0 0 0,1 0 1 0 0,-1 0-1 0 0,1-1 0 0 0,0 1 1 0 0,0-1-1 0 0,1 1 0 0 0,-1-1 1 0 0,1 1-1 0 0,0-1 0 0 0,1 0 1 0 0,-1 0-1 0 0,0 0 0 0 0,1 0 1 0 0,0 0-1 0 0,0 0 0 0 0,6 5 1 0 0,5 1 32 0 0,0 1 0 0 0,0-2 1 0 0,2 0-1 0 0,-1-1 0 0 0,29 11 0 0 0,-42-18-39 0 0,15 5-16 0 0,0 0 0 0 0,0-1-1 0 0,0-1 1 0 0,0-1 0 0 0,1-1 0 0 0,0 0-1 0 0,-1-1 1 0 0,1-1 0 0 0,0 0 0 0 0,0-2-1 0 0,-1 0 1 0 0,1-1 0 0 0,-1 0 0 0 0,1-2-1 0 0,-1 0 1 0 0,-1-1 0 0 0,1 0 0 0 0,-1-2-1 0 0,0 0 1 0 0,16-11 0 0 0,-30 16 15 0 0,0 0 0 0 0,-1 1 0 0 0,1-1 0 0 0,-1 0 0 0 0,0 0 0 0 0,0 0 0 0 0,0 0 0 0 0,-1 0 0 0 0,1 0 0 0 0,-1 0 0 0 0,1 0 0 0 0,-1-1 0 0 0,0 1 0 0 0,0 0 0 0 0,0 0 0 0 0,-1 0 0 0 0,1 0 0 0 0,-1 0 0 0 0,0 0 0 0 0,0-1 0 0 0,0 2 0 0 0,0-1 0 0 0,0 0 0 0 0,-1 0 0 0 0,-2-4 0 0 0,-3 4-4 0 0,-1 1 0 0 0,0 0 0 0 0,0 0 1 0 0,0 1-1 0 0,0 0 0 0 0,-15 0 0 0 0,-55 0-587 0 0,-1 3-1 0 0,-111 17 1 0 0,169-14-176 0 0,0 0 0 0 0,0 2 0 0 0,-26 11 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12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61 133 1121 0 0,'7'-2'972'0'0,"11"0"471"0"0,-13 13 2518 0 0,-8-8-3815 0 0,0 1 1 0 0,0-1 0 0 0,0 1-1 0 0,0-1 1 0 0,-1 0 0 0 0,0 0-1 0 0,1 0 1 0 0,-1-1 0 0 0,-7 4-1 0 0,-4 4 95 0 0,-20 14 480 0 0,35-22-481 0 0,19-5-1 0 0,0-1 1 0 0,0 0-1 0 0,0-1 0 0 0,-1-1 1 0 0,0-1-1 0 0,0-1 1 0 0,29-16-1 0 0,-12 6 7 0 0,-35 18-245 0 0,186-81 967 0 0,-158 72-846 0 0,1 1-1 0 0,29-5 1 0 0,22 7 64 0 0,-49 8-155 0 0,0 1-1 0 0,0 2 0 0 0,0 1 1 0 0,-1 1-1 0 0,0 2 0 0 0,57 25 1 0 0,14 3 76 0 0,40 3-13 0 0,-106-31-84 0 0,0-1 0 0 0,1-1 0 0 0,0-2 0 0 0,0-2 1 0 0,0-1-1 0 0,55-5 0 0 0,61 4-1 0 0,264 26 138 0 0,-295-19-126 0 0,121 3 38 0 0,587-30 181 0 0,-378 2-240 0 0,-174 9 0 0 0,-45 3-94 0 0,-148-2 94 0 0,88-17 0 0 0,29-4 14 0 0,30 0 66 0 0,25-15-80 0 0,-157 23 0 0 0,1 4 0 0 0,138-4 0 0 0,-98 27 53 0 0,-2 6 0 0 0,232 53 1 0 0,-286-46-57 0 0,-55-12 9 0 0,0-2-1 0 0,56 6 0 0 0,-66-11 26 0 0,0-1-11 0 0,0 2 1 0 0,-1 0-1 0 0,1 1 1 0 0,32 9 0 0 0,-27-6 3 0 0,0-1 0 0 0,0-2 1 0 0,45 2-1 0 0,-59-4-28 0 0,110 6 17 0 0,233 23 134 0 0,63 40-67 0 0,-205-32 0 0 0,201-14 1 0 0,-201-16-69 0 0,264 18 424 0 0,166 12 169 0 0,-512-29-427 0 0,129 12 111 0 0,-241-18-305 0 0,-8-1-33 0 0,0-1 0 0 0,0 0 0 0 0,0 0 0 0 0,0-1 0 0 0,1 0-1 0 0,-1 0 1 0 0,0-1 0 0 0,0 0 0 0 0,12-4 0 0 0,-21 5 19 0 0,1 0-1 0 0,-1 0 1 0 0,0-1 0 0 0,0 1 0 0 0,0 0-1 0 0,0 0 1 0 0,0-1 0 0 0,0 1-1 0 0,0 0 1 0 0,0 0 0 0 0,0-1 0 0 0,0 1-1 0 0,0 0 1 0 0,0 0 0 0 0,0 0 0 0 0,-1-1-1 0 0,1 1 1 0 0,0 0 0 0 0,0 0-1 0 0,0-1 1 0 0,0 1 0 0 0,0 0 0 0 0,0 0-1 0 0,-1 0 1 0 0,1-1 0 0 0,0 1 0 0 0,0 0-1 0 0,0 0 1 0 0,0 0 0 0 0,-1 0-1 0 0,1 0 1 0 0,0-1 0 0 0,0 1 0 0 0,0 0-1 0 0,-1 0 1 0 0,1 0 0 0 0,0 0 0 0 0,0 0-1 0 0,-1 0 1 0 0,1 0 0 0 0,0 0-1 0 0,0 0 1 0 0,-1 0 0 0 0,1 0 0 0 0,0 0-1 0 0,0 0 1 0 0,-1 0 0 0 0,1 0-1 0 0,0 0 1 0 0,0 0 0 0 0,0 0 0 0 0,-1 0-1 0 0,1 0 1 0 0,-22-7-856 0 0,21 7 819 0 0,-84-25-4055 0 0,-127-38-4909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18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422 183 1441 0 0,'25'-4'1351'0'0,"0"-2"1"0"0,0-1 0 0 0,-1-1 0 0 0,0-1-1 0 0,29-15 1 0 0,-33 13-996 0 0,1 1 0 0 0,0 0 0 0 0,29-8 0 0 0,-11 4-126 0 0,-39 13-196 0 0,1 1 0 0 0,0-1 0 0 0,-1 0 0 0 0,1 0 0 0 0,-1 0 0 0 0,1 0 0 0 0,-1 0 0 0 0,1 0 0 0 0,-1 1 0 0 0,0-1 0 0 0,0 0 0 0 0,1 0 0 0 0,-1 0 0 0 0,0 0-1 0 0,0 0 1 0 0,0 0 0 0 0,0-1 0 0 0,0 1 0 0 0,0 0 0 0 0,0 0 0 0 0,0 0 0 0 0,-1 0 0 0 0,1 0 0 0 0,0 1 0 0 0,-1-1 0 0 0,1 0 0 0 0,0 0 0 0 0,-1 0 0 0 0,1 0 0 0 0,-1 0 0 0 0,0 0 0 0 0,0-1 0 0 0,-7-2 107 0 0,0 0 0 0 0,0 1 1 0 0,0 0-1 0 0,-1 0 0 0 0,1 1 1 0 0,-1 0-1 0 0,-16-2 1 0 0,-78 0 661 0 0,62 4-608 0 0,0 3 0 0 0,1 1 0 0 0,0 2 0 0 0,-60 16 1 0 0,75-14-171 0 0,1 0 0 0 0,1 1 0 0 0,-1 2 0 0 0,2 0 0 0 0,0 2-1 0 0,0 0 1 0 0,1 1 0 0 0,-37 33 0 0 0,52-39-19 0 0,-1 0 0 0 0,2 0 0 0 0,-1 1 0 0 0,1 0 0 0 0,-7 16 0 0 0,3-7-55 0 0,7-15 49 0 0,1 1-1 0 0,0-1 0 0 0,-1 0 1 0 0,1 1-1 0 0,0-1 1 0 0,1 1-1 0 0,-1-1 1 0 0,1 1-1 0 0,-1 0 1 0 0,1-1-1 0 0,0 1 1 0 0,0 0-1 0 0,1-1 0 0 0,-1 1 1 0 0,1-1-1 0 0,0 1 1 0 0,0-1-1 0 0,0 1 1 0 0,0-1-1 0 0,1 1 1 0 0,1 2-1 0 0,3 5-2 0 0,1-1 0 0 0,0 0 0 0 0,1 0 0 0 0,13 13 0 0 0,-11-14-140 0 0,1-1-1 0 0,-1 0 0 0 0,1-1 0 0 0,1-1 0 0 0,-1 1 0 0 0,1-2 1 0 0,0 0-1 0 0,0 0 0 0 0,23 5 0 0 0,-21-6 88 0 0,7 2 22 0 0,0-1 0 0 0,0-1 0 0 0,1-2 0 0 0,-1 0-1 0 0,25-1 1 0 0,-22 0-14 0 0,9 0-20 0 0,-1-2 0 0 0,0-1 0 0 0,1-1 0 0 0,-1-2 0 0 0,0-1 0 0 0,-1-1 0 0 0,0-2 0 0 0,0-1 0 0 0,49-24 0 0 0,-75 32 127 0 0,1-1 0 0 0,-1 0 0 0 0,0 0 0 0 0,0 0 0 0 0,0-1 0 0 0,0 0 0 0 0,0 0 0 0 0,-1 0 0 0 0,0 0 0 0 0,0-1 0 0 0,0 0 1 0 0,0 1-1 0 0,-1-2 0 0 0,0 1 0 0 0,0 0 0 0 0,0-1 0 0 0,-1 1 0 0 0,1-1 0 0 0,-1 0 0 0 0,-1 1 0 0 0,1-1 0 0 0,-1 0 0 0 0,0 0 0 0 0,-1 0 0 0 0,1-1 1 0 0,-1 1-1 0 0,-1-9 0 0 0,1 9-32 0 0,0 0 1 0 0,-1 0 0 0 0,0 0-1 0 0,0 0 1 0 0,-1 0 0 0 0,1 0 0 0 0,-1 0-1 0 0,-1 0 1 0 0,1 0 0 0 0,-1 1-1 0 0,0-1 1 0 0,0 1 0 0 0,-1 0-1 0 0,-4-5 1 0 0,1 2 6 0 0,-1 0 0 0 0,0 0 0 0 0,0 1 0 0 0,-1 0 0 0 0,0 1 0 0 0,0 0 0 0 0,-16-8 0 0 0,4 5-21 0 0,1 1-1 0 0,-1 1 1 0 0,0 1-1 0 0,-1 0 0 0 0,0 2 1 0 0,1 0-1 0 0,-45 0 1 0 0,-5 8-130 0 0,66-3-135 0 0,-1 0 0 0 0,1 0 1 0 0,0 0-1 0 0,0 1 0 0 0,0 0 1 0 0,0 0-1 0 0,0 0 1 0 0,0 0-1 0 0,0 1 0 0 0,1 0 1 0 0,-1 0-1 0 0,-5 4 1 0 0,10-6 174 0 0,0-1 1 0 0,0 0-1 0 0,-1 0 1 0 0,1 0 0 0 0,0 1-1 0 0,0-1 1 0 0,0 0 0 0 0,0 0-1 0 0,-1 1 1 0 0,1-1 0 0 0,0 0-1 0 0,0 0 1 0 0,0 1-1 0 0,0-1 1 0 0,0 0 0 0 0,0 1-1 0 0,0-1 1 0 0,0 0 0 0 0,0 1-1 0 0,0-1 1 0 0,0 0 0 0 0,0 0-1 0 0,0 1 1 0 0,0-1 0 0 0,0 0-1 0 0,0 1 1 0 0,0-1-1 0 0,0 0 1 0 0,0 0 0 0 0,0 1-1 0 0,0-1 1 0 0,1 0 0 0 0,-1 1-1 0 0,0-1 1 0 0,0 0 0 0 0,0 0-1 0 0,0 0 1 0 0,1 1-1 0 0,-1-1 1 0 0,16 8-1881 0 0,27 1-1199 0 0,-41-9 2973 0 0,53 6-2231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18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0 560 0 0,'-30'12'2641'0'0,"30"-7"-79"0"0,0 9-1 0 0,0 18 640 0 0,0 24-1680 0 0,0 10-1601 0 0,0-3-160 0 0,0-19 320 0 0,-30 0 240 0 0,30-5-160 0 0,0-8-320 0 0,-30-18-720 0 0,30-7-1762 0 0,30-18-4881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19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415 39 1040 0 0,'-1'-2'265'0'0,"1"0"-1"0"0,-1 0 0 0 0,0 0 1 0 0,0 0-1 0 0,0 1 0 0 0,0-1 0 0 0,0 0 1 0 0,0 1-1 0 0,0-1 0 0 0,-1 1 0 0 0,1-1 1 0 0,0 1-1 0 0,-1 0 0 0 0,1-1 0 0 0,-1 1 1 0 0,0 0-1 0 0,1 0 0 0 0,-1 0 1 0 0,0 0-1 0 0,0 0 0 0 0,0 1 0 0 0,1-1 1 0 0,-1 1-1 0 0,0-1 0 0 0,0 1 0 0 0,0-1 1 0 0,0 1-1 0 0,-4 0 0 0 0,-8-2 441 0 0,0 0 1 0 0,-1 1-1 0 0,-22 2 0 0 0,12 1-137 0 0,0 1-1 0 0,0 2 0 0 0,0 0 1 0 0,-30 11-1 0 0,45-12-481 0 0,-1 0 1 0 0,1 0 0 0 0,1 0-1 0 0,-1 2 1 0 0,1-1-1 0 0,-1 1 1 0 0,2 0-1 0 0,-1 1 1 0 0,1 0-1 0 0,0 1 1 0 0,0-1 0 0 0,-9 13-1 0 0,17-19-85 0 0,-1 0 1 0 0,0 0-1 0 0,0 1 0 0 0,1-1 1 0 0,-1 0-1 0 0,1 0 0 0 0,-1 1 1 0 0,1-1-1 0 0,-1 0 0 0 0,1 0 1 0 0,0 1-1 0 0,0-1 0 0 0,-1 0 0 0 0,1 1 1 0 0,0-1-1 0 0,0 0 0 0 0,1 1 1 0 0,-1-1-1 0 0,0 1 0 0 0,0-1 1 0 0,1 0-1 0 0,-1 0 0 0 0,0 1 1 0 0,1-1-1 0 0,-1 0 0 0 0,1 0 1 0 0,0 1-1 0 0,-1-1 0 0 0,1 0 0 0 0,0 0 1 0 0,0 0-1 0 0,2 2 0 0 0,1 1-3 0 0,1 0-1 0 0,0-1 1 0 0,0 0-1 0 0,0 1 0 0 0,10 3 1 0 0,-11-6 1 0 0,12 8-11 0 0,1 0-1 0 0,0-2 1 0 0,0 0 0 0 0,1-1 0 0 0,0-1-1 0 0,0-1 1 0 0,0 0 0 0 0,0-1 0 0 0,1-1-1 0 0,-1-1 1 0 0,28-1 0 0 0,70-18-228 0 0,-110 15 230 0 0,1 0-1 0 0,-1 0 1 0 0,0-1-1 0 0,-1 1 1 0 0,1-1-1 0 0,0-1 1 0 0,-1 1 0 0 0,0-1-1 0 0,0 1 1 0 0,0-2-1 0 0,-1 1 1 0 0,0 0 0 0 0,0-1-1 0 0,6-11 1 0 0,-4 7 6 0 0,-4 8 6 0 0,-1 0-1 0 0,0 0 1 0 0,0 0 0 0 0,0 0-1 0 0,0-1 1 0 0,0 1 0 0 0,-1 0-1 0 0,1 0 1 0 0,-1-1 0 0 0,0 1-1 0 0,1-1 1 0 0,-1 1 0 0 0,0 0-1 0 0,0-1 1 0 0,-1 1 0 0 0,1 0-1 0 0,0-1 1 0 0,-1 1 0 0 0,1-1-1 0 0,-1 1 1 0 0,-1-3 0 0 0,0 0 6 0 0,-1 1 0 0 0,1-1 0 0 0,-1 1 0 0 0,0 0 0 0 0,0 0 0 0 0,-6-7 0 0 0,2-6 47 0 0,8 15-68 0 0,5 16-2 0 0,4 6 53 0 0,-1 0 1 0 0,-1 1 0 0 0,-1 0-1 0 0,-1 1 1 0 0,-1 0-1 0 0,-1-1 1 0 0,-1 2-1 0 0,1 35 1 0 0,-4 418-1040 0 0,0-474 931 0 0,0-1 0 0 0,0 1 0 0 0,-1-1 1 0 0,1 1-1 0 0,0-1 0 0 0,0 0 0 0 0,-1 1 0 0 0,1-1 0 0 0,-1 1 0 0 0,1-1 0 0 0,-1 0 0 0 0,0 0 0 0 0,0 1 0 0 0,1-1 0 0 0,-2 2 0 0 0,1-3 4 0 0,1 0 0 0 0,0 0 1 0 0,-1 1-1 0 0,1-1 0 0 0,-1 0 0 0 0,1 0 0 0 0,0 1 0 0 0,-1-1 1 0 0,1 0-1 0 0,-1 0 0 0 0,1 0 0 0 0,-1 0 0 0 0,1 0 0 0 0,-1 0 1 0 0,1 0-1 0 0,0 0 0 0 0,-1 0 0 0 0,1 0 0 0 0,-1 0 0 0 0,1 0 1 0 0,-1 0-1 0 0,1 0 0 0 0,-1 0 0 0 0,1 0 0 0 0,0 0 0 0 0,-1 0 1 0 0,1-1-1 0 0,-1 1 0 0 0,1 0 0 0 0,0 0 0 0 0,-1-1 0 0 0,1 1 0 0 0,-1 0 1 0 0,1-1-1 0 0,0 1 0 0 0,0 0 0 0 0,-1-1 0 0 0,1 1 0 0 0,0 0 1 0 0,-1-1-1 0 0,1 1 0 0 0,0 0 0 0 0,0-1 0 0 0,0 0 0 0 0,-2-2-553 0 0,1 0 0 0 0,0 0 1 0 0,1-1-1 0 0,-1 1 0 0 0,1 0 0 0 0,-1-1 0 0 0,1 1 0 0 0,0 0 0 0 0,0-5 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20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2641 0 0,'61'57'5603'0'0,"-31"-1"-3522"0"0,-30 2-1681 0 0,60 13 160 0 0,25 17 401 0 0,36 20-1 0 0,-31 7-240 0 0,31-13-319 0 0,-31-6-81 0 0,31-2-640 0 0,0-17-241 0 0,-6-19 321 0 0,-25-27 240 0 0,1-31-320 0 0,-31-31-480 0 0,-60-40-721 0 0,0-18-1841 0 0,-30-7-2880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34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89 1040 0 0,'95'-9'5420'0'0,"-80"7"-5224"0"0,-15 2-155 0 0,0 0-1 0 0,-1 0 1 0 0,1 0 0 0 0,0 0-1 0 0,0-1 1 0 0,0 1-1 0 0,0 0 1 0 0,-1 0-1 0 0,1 0 1 0 0,0 0-1 0 0,0 0 1 0 0,0-1-1 0 0,0 1 1 0 0,0 0-1 0 0,0 0 1 0 0,0 0-1 0 0,0 0 1 0 0,-1-1-1 0 0,1 1 1 0 0,0 0 0 0 0,0 0-1 0 0,0 0 1 0 0,0 0-1 0 0,0-1 1 0 0,0 1-1 0 0,0 0 1 0 0,0 0-1 0 0,0 0 1 0 0,0-1-1 0 0,0 1 1 0 0,0 0-1 0 0,0 0 1 0 0,0 0-1 0 0,0-1 1 0 0,1 1 0 0 0,-1 0-1 0 0,0 0 1 0 0,0 0-1 0 0,0 0 1 0 0,0-1-1 0 0,0 1 1 0 0,0 0-1 0 0,0 0 1 0 0,0 0-1 0 0,1 0 1 0 0,-1 0-1 0 0,0 0 1 0 0,0-1-1 0 0,0 1 1 0 0,0 0-1 0 0,1 0 1 0 0,-21-5 959 0 0,20 5-944 0 0,-1 0-1 0 0,1 0 1 0 0,0 0-1 0 0,0 0 0 0 0,-1 0 1 0 0,1 0-1 0 0,0 0 0 0 0,0 0 1 0 0,0 0-1 0 0,-1-1 0 0 0,1 1 1 0 0,0 0-1 0 0,0 0 0 0 0,-1 0 1 0 0,1 0-1 0 0,0 0 0 0 0,0 0 1 0 0,0 0-1 0 0,0-1 0 0 0,-1 1 1 0 0,1 0-1 0 0,0 0 0 0 0,0 0 1 0 0,0-1-1 0 0,0 1 0 0 0,0 0 1 0 0,0 0-1 0 0,-1 0 1 0 0,1-1-1 0 0,0 1 0 0 0,0 0 1 0 0,0 0-1 0 0,0 0 0 0 0,0-1 1 0 0,0 1-1 0 0,0 0 0 0 0,0 0 1 0 0,0-1-1 0 0,0 1 0 0 0,0 0 1 0 0,-4-7 863 0 0,-42-13 1962 0 0,42 17-2780 0 0,-1 0-1 0 0,1 0 1 0 0,-1 1 0 0 0,0 0 0 0 0,0 0-1 0 0,0 1 1 0 0,0-1 0 0 0,-1 1-1 0 0,1 0 1 0 0,0 0 0 0 0,0 1 0 0 0,-1-1-1 0 0,1 1 1 0 0,0 1 0 0 0,-1-1 0 0 0,1 1-1 0 0,0 0 1 0 0,0 0 0 0 0,-1 0 0 0 0,1 1-1 0 0,-6 2 1 0 0,5-2-84 0 0,-1 1-1 0 0,1 0 1 0 0,-1 0-1 0 0,1 0 1 0 0,0 1-1 0 0,1 0 1 0 0,-1 0 0 0 0,1 1-1 0 0,-1-1 1 0 0,1 1-1 0 0,1 1 1 0 0,-1-1-1 0 0,1 0 1 0 0,0 1 0 0 0,-6 10-1 0 0,9-14-16 0 0,1-1-1 0 0,0 1 1 0 0,-1 0 0 0 0,1 0 0 0 0,0 0-1 0 0,0 0 1 0 0,-1 0 0 0 0,2 0-1 0 0,-1 0 1 0 0,0 0 0 0 0,0 0-1 0 0,1 0 1 0 0,-1-1 0 0 0,1 1-1 0 0,-1 0 1 0 0,1 0 0 0 0,0 0 0 0 0,0-1-1 0 0,0 1 1 0 0,0 0 0 0 0,0-1-1 0 0,0 1 1 0 0,0-1 0 0 0,0 1-1 0 0,1-1 1 0 0,-1 1 0 0 0,0-1-1 0 0,1 0 1 0 0,0 0 0 0 0,-1 0 0 0 0,1 0-1 0 0,0 0 1 0 0,-1 0 0 0 0,1 0-1 0 0,2 0 1 0 0,8 5-3 0 0,1 0-1 0 0,0-2 1 0 0,21 6 0 0 0,-24-7 27 0 0,9 1-17 0 0,0 0 1 0 0,0 0-1 0 0,0-2 0 0 0,1-1 0 0 0,-1 0 1 0 0,1-1-1 0 0,-1-1 0 0 0,1-1 1 0 0,-1-1-1 0 0,28-7 0 0 0,-43 9-20 0 0,-1 0 0 0 0,1 0-1 0 0,-1-1 1 0 0,1 1 0 0 0,-1-1 0 0 0,0 1-1 0 0,0-1 1 0 0,5-4 0 0 0,18-8-28 0 0,-25 13 38 0 0,1 0 0 0 0,0 1 0 0 0,0-1 0 0 0,0 0 0 0 0,-1 0 0 0 0,1 0 0 0 0,-1 0 0 0 0,1 0 0 0 0,0 0 0 0 0,-1-1 0 0 0,0 1 0 0 0,1 0 0 0 0,-1-1 0 0 0,0 1-1 0 0,2-4 1 0 0,1-30 122 0 0,-4 33-109 0 0,-1 1-5 0 0,1 0-1 0 0,0 0 1 0 0,-1 1-1 0 0,0-1 1 0 0,1 0-1 0 0,-1 0 1 0 0,1 1 0 0 0,-1-1-1 0 0,0 1 1 0 0,1-1-1 0 0,-1 0 1 0 0,0 1 0 0 0,0-1-1 0 0,0 1 1 0 0,1-1-1 0 0,-1 1 1 0 0,0 0-1 0 0,0-1 1 0 0,0 1 0 0 0,0 0-1 0 0,0 0 1 0 0,0 0-1 0 0,0 0 1 0 0,0-1-1 0 0,1 1 1 0 0,-1 0 0 0 0,0 0-1 0 0,0 1 1 0 0,0-1-1 0 0,-1 0 1 0 0,-23 4 187 0 0,31-4-195 0 0,-17 1 86 0 0,11-2-80 0 0,0 1 1 0 0,0 0 0 0 0,0 0-1 0 0,0 0 1 0 0,0 0 0 0 0,0 0 0 0 0,0-1-1 0 0,0 1 1 0 0,0 0 0 0 0,0 0 0 0 0,0 0-1 0 0,0 0 1 0 0,0 0 0 0 0,0 0 0 0 0,0-1-1 0 0,0 1 1 0 0,0 0 0 0 0,0 0-1 0 0,0 0 1 0 0,-1 0 0 0 0,1 0 0 0 0,0 0-1 0 0,0-1 1 0 0,0 1 0 0 0,0 0 0 0 0,0 0-1 0 0,0 0 1 0 0,0 0 0 0 0,0 0-1 0 0,0 0 1 0 0,0 0 0 0 0,-1 0 0 0 0,1-1-1 0 0,0 1 1 0 0,0 0 0 0 0,0 0 0 0 0,0 0-1 0 0,0 0 1 0 0,0 0 0 0 0,-1 0-1 0 0,1 0 1 0 0,0 0 0 0 0,0 0 0 0 0,0 0-1 0 0,0 0 1 0 0,0 0 0 0 0,-1 0 0 0 0,1 0-1 0 0,0 0 1 0 0,0 0 0 0 0,0 0-1 0 0,0 0 1 0 0,0 0 0 0 0,0 0 0 0 0,-1 0-1 0 0,1 0 1 0 0,0 0 0 0 0,0 0 0 0 0,0 1-1 0 0,0-1 1 0 0,0-5 221 0 0,-26 2-117 0 0,21 2-41 0 0,5-3-41 0 0,0 3 94 0 0,0 0-160 0 0,0-4 14 0 0,0 4-41 0 0,0 0-340 0 0,-1 0 254 0 0,0 0 0 0 0,0 0 0 0 0,0 0 0 0 0,0 0 0 0 0,0 0 0 0 0,0 1 0 0 0,0-1 0 0 0,0 0 0 0 0,0 1 0 0 0,0-1 0 0 0,0 1 0 0 0,0-1 0 0 0,0 1 0 0 0,-1 0 0 0 0,1-1 0 0 0,0 1 0 0 0,-2 0 0 0 0,-1-1-781 0 0,-16-16-3975 0 0,-55-17-2174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36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453 1 1681 0 0,'0'0'70'0'0,"0"1"1"0"0,0-1-1 0 0,-1 1 0 0 0,1-1 1 0 0,0 1-1 0 0,0-1 0 0 0,-1 1 1 0 0,1 0-1 0 0,0-1 0 0 0,-1 0 1 0 0,1 1-1 0 0,-1-1 1 0 0,1 1-1 0 0,-1-1 0 0 0,1 1 1 0 0,0-1-1 0 0,-1 0 0 0 0,1 1 1 0 0,-1-1-1 0 0,0 0 0 0 0,1 0 1 0 0,-1 1-1 0 0,1-1 1 0 0,-1 0-1 0 0,1 0 0 0 0,-1 0 1 0 0,0 0-1 0 0,1 0 0 0 0,-1 1 1 0 0,1-1-1 0 0,-1 0 1 0 0,0 0-1 0 0,1-1 0 0 0,-2 1 1 0 0,2 0-23 0 0,-1 0 1 0 0,1 0 0 0 0,-1 0-1 0 0,1 0 1 0 0,-1 0 0 0 0,1 0-1 0 0,-1 0 1 0 0,1 0 0 0 0,-1 0-1 0 0,1 0 1 0 0,-1 0 0 0 0,1 1-1 0 0,0-1 1 0 0,-1 0-1 0 0,1 0 1 0 0,-1 0 0 0 0,1 1-1 0 0,-1-1 1 0 0,1 0 0 0 0,0 0-1 0 0,-1 1 1 0 0,1-1 0 0 0,-1 1-1 0 0,1-1 1 0 0,0 0 0 0 0,-1 1-1 0 0,1-1 1 0 0,0 1 0 0 0,0-1-1 0 0,-1 0 1 0 0,1 1 0 0 0,0 0-1 0 0,-10 1 846 0 0,-96 16 1080 0 0,106-18-1934 0 0,0 0-1 0 0,-1 0 1 0 0,1 0 0 0 0,0 0-1 0 0,0 0 1 0 0,-1 0 0 0 0,1-1-1 0 0,0 1 1 0 0,0 0-1 0 0,-1 0 1 0 0,1 0 0 0 0,0 0-1 0 0,0 0 1 0 0,0-1-1 0 0,-1 1 1 0 0,1 0 0 0 0,0 0-1 0 0,0 0 1 0 0,0-1-1 0 0,0 1 1 0 0,-1 0 0 0 0,1 0-1 0 0,0-1 1 0 0,0 1-1 0 0,0 0 1 0 0,0 0 0 0 0,0-1-1 0 0,0 1 1 0 0,0 0 0 0 0,0 0-1 0 0,0-1 1 0 0,0 1-1 0 0,0 0 1 0 0,0-1 0 0 0,0 1-1 0 0,0 0 1 0 0,0 0-1 0 0,0-1 1 0 0,0 1 0 0 0,0 0-1 0 0,0 0 1 0 0,0-1-1 0 0,0 1 1 0 0,0 0 0 0 0,1 0-1 0 0,-1-1 1 0 0,0 1-1 0 0,0 0 1 0 0,0 0 0 0 0,0 0-1 0 0,1-1 1 0 0,-1 1 0 0 0,0 0-1 0 0,0 0 1 0 0,0 0-1 0 0,1 0 1 0 0,-1 0 0 0 0,0-1-1 0 0,0 1 1 0 0,1 0-1 0 0,-1 0 1 0 0,0 0 0 0 0,0 0-1 0 0,1 0 1 0 0,19-1 227 0 0,-15 1 39 0 0,0 0 1 0 0,24-2 101 0 0,-11 1-233 0 0,0 0 0 0 0,-1 2 0 0 0,22 2-1 0 0,96 23 160 0 0,-73-10-320 0 0,37 13-1 0 0,-89-23 79 0 0,-11-1-68 0 0,-23 2 100 0 0,-292 5 2330 0 0,293-13-1995 0 0,30-1-190 0 0,44 1-330 0 0,5 4 32 0 0,95 8 117 0 0,-131-8-49 0 0,0 0 0 0 0,0 1 1 0 0,-1 1-1 0 0,0 1 0 0 0,22 10 0 0 0,-36-13-36 0 0,-1-1 0 0 0,0 0 0 0 0,0 1 1 0 0,0 0-1 0 0,0 0 0 0 0,0 0 0 0 0,0 0 1 0 0,-1 1-1 0 0,1-1 0 0 0,-1 1 0 0 0,0 0 1 0 0,0 0-1 0 0,-1 0 0 0 0,1 0 0 0 0,-1 1 1 0 0,3 6-1 0 0,-5-9 6 0 0,1 1 0 0 0,-1 0 0 0 0,1 0 0 0 0,-1-1 1 0 0,0 1-1 0 0,0 0 0 0 0,0 0 0 0 0,0-1 0 0 0,-1 1 0 0 0,1 0 0 0 0,-1 0 0 0 0,1-1 1 0 0,-1 1-1 0 0,0 0 0 0 0,0-1 0 0 0,-1 1 0 0 0,1-1 0 0 0,0 1 0 0 0,-1-1 1 0 0,1 0-1 0 0,-1 1 0 0 0,0-1 0 0 0,0 0 0 0 0,0 0 0 0 0,0 0 0 0 0,0 0 0 0 0,0-1 1 0 0,-5 3-1 0 0,-14 12 39 0 0,4-3 7 0 0,0-1 0 0 0,-23 12 0 0 0,-6-3 150 0 0,0-1-1 0 0,-1-3 1 0 0,-1-2-1 0 0,-1-2 1 0 0,0-2-1 0 0,-1-2 1 0 0,1-2-1 0 0,-2-3 1 0 0,1-1-1 0 0,0-3 1 0 0,-58-7 0 0 0,100 6-279 0 0,-1 0 1 0 0,1 0 0 0 0,0-1 0 0 0,0 0-1 0 0,1-1 1 0 0,-16-6 0 0 0,21 8-17 0 0,1 0 0 0 0,-1 0 0 0 0,1 0 0 0 0,-1 0 0 0 0,1-1-1 0 0,-1 1 1 0 0,1 0 0 0 0,-1-1 0 0 0,1 1 0 0 0,0-1 0 0 0,0 0 0 0 0,0 1 0 0 0,0-1 0 0 0,0 0 0 0 0,0 1 0 0 0,1-1 0 0 0,-1 0 0 0 0,0 0 0 0 0,1 0 0 0 0,0 0-1 0 0,-1 0 1 0 0,1 0 0 0 0,0 1 0 0 0,0-1 0 0 0,0 0 0 0 0,0 0 0 0 0,0 0 0 0 0,0 0 0 0 0,1 0 0 0 0,-1 0 0 0 0,1 0 0 0 0,-1 0 0 0 0,2-2 0 0 0,0-1-420 0 0,0 0 0 0 0,1 1 1 0 0,-1-1-1 0 0,1 1 1 0 0,0 0-1 0 0,0 0 1 0 0,0 0-1 0 0,0 0 1 0 0,8-6-1 0 0,70-47-7400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36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8 720 0 0,'-4'-2'417'0'0,"1"1"0"0"0,-1 0 0 0 0,1 0-1 0 0,-1 0 1 0 0,0 0 0 0 0,1 1 0 0 0,-1 0 0 0 0,0-1-1 0 0,0 1 1 0 0,1 0 0 0 0,-1 1 0 0 0,-4 0-1 0 0,-1-1 276 0 0,-1 0-218 0 0,0 1 154 0 0,0-2 2232 0 0,15 7-1433 0 0,7-1-1115 0 0,-8-4-222 0 0,0 0 0 0 0,0 1 0 0 0,1 0 1 0 0,-1 0-1 0 0,0 0 0 0 0,-1 1 0 0 0,1-1 0 0 0,0 1 1 0 0,4 4-1 0 0,99 89 832 0 0,-69-64-817 0 0,-17-15-294 0 0,32 32 676 0 0,-50-46-696 0 0,-1 0-1 0 0,0 1 1 0 0,0-1 0 0 0,0 1 0 0 0,0-1-1 0 0,0 1 1 0 0,-1 0 0 0 0,1 0-1 0 0,-1 0 1 0 0,0 0 0 0 0,0 0 0 0 0,-1 0-1 0 0,1 0 1 0 0,-1 4 0 0 0,0-6-599 0 0,0 2-110 0 0,-5-4-4186 0 0,-20-9 395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5:37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121 306 5523 0 0,'-91'0'3841'0'0,"61"0"-1520"0"0,30-7-480 0 0,30 1-800 0 0,-30-8-561 0 0,31-3-240 0 0,59-21-240 0 0,61-58 0 0 0,-6 19-320 0 0,-55 38-2962 0 0,-59 28-4561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21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58 4002 0 0,'-25'-11'2841'0'0,"24"10"-2803"0"0,1 0 0 0 0,-1 0 0 0 0,0 0 0 0 0,1 0 0 0 0,-1 0 0 0 0,1 0 0 0 0,-1 0 0 0 0,1 0 0 0 0,0 0-1 0 0,-1 0 1 0 0,1 0 0 0 0,0 0 0 0 0,0-1 0 0 0,0 1 0 0 0,0 0 0 0 0,0 0 0 0 0,0 0 0 0 0,0 0 0 0 0,0-2 0 0 0,1 2-17 0 0,-1 1 0 0 0,0-1 0 0 0,0 1 0 0 0,0-1 0 0 0,0 1 1 0 0,1-1-1 0 0,-1 1 0 0 0,0-1 0 0 0,0 1 0 0 0,0-1 0 0 0,0 1 0 0 0,0-1 1 0 0,0 1-1 0 0,-1-1 0 0 0,1 1 0 0 0,0-1 0 0 0,0 1 0 0 0,0-1 0 0 0,0 1 1 0 0,-1 0-1 0 0,1-1 0 0 0,0 1 0 0 0,0-1 0 0 0,-1 1 0 0 0,1-1 0 0 0,0 1 1 0 0,-1 0-1 0 0,1-1 0 0 0,0 1 0 0 0,-1-1 0 0 0,-15 5 273 0 0,12-3 266 0 0,4-1-550 0 0,0 0 1 0 0,0 0-1 0 0,0 0 1 0 0,0-1-1 0 0,0 1 1 0 0,0 0-1 0 0,1 0 1 0 0,-1 0-1 0 0,0 0 1 0 0,0 0-1 0 0,0-1 1 0 0,0 1-1 0 0,0 0 1 0 0,0 0-1 0 0,0 0 1 0 0,0 0-1 0 0,0-1 0 0 0,0 1 1 0 0,0 0-1 0 0,0 0 1 0 0,0 0-1 0 0,0 0 1 0 0,0-1-1 0 0,0 1 1 0 0,0 0-1 0 0,0 0 1 0 0,0 0-1 0 0,0 0 1 0 0,0 0-1 0 0,-1-1 1 0 0,1 1-1 0 0,0 0 1 0 0,0 0-1 0 0,0 0 1 0 0,0 0-1 0 0,0 0 1 0 0,0-1-1 0 0,0 1 1 0 0,0 0-1 0 0,-1 0 1 0 0,1 0-1 0 0,0 0 1 0 0,0 0-1 0 0,0 0 0 0 0,0 0 1 0 0,0 0-1 0 0,-1 0 1 0 0,1 0-1 0 0,0 0 1 0 0,0-1-1 0 0,0 1 1 0 0,0 0-1 0 0,-1 0 1 0 0,1 0-1 0 0,0 0 1 0 0,0 0-1 0 0,0 0 1 0 0,0 0-1 0 0,-1 1 1 0 0,1-1-1 0 0,0 0 1 0 0,0 0-1 0 0,0 0 1 0 0,0 0-1 0 0,-1 0 1 0 0,1 0-1 0 0,0 0 1 0 0,0 0-1 0 0,0 0 1 0 0,-2 0 20 0 0,1 1-19 0 0,0-1 0 0 0,0 0 0 0 0,0 0 0 0 0,0 0 0 0 0,0 0 0 0 0,0 0 0 0 0,0 0 0 0 0,0 0 0 0 0,0 0 0 0 0,0 0 0 0 0,0 0 0 0 0,1 0 0 0 0,-1-1 0 0 0,0 1 0 0 0,0 0 0 0 0,0-1 0 0 0,0 1 0 0 0,0-1 1 0 0,0 1-1 0 0,0-1 0 0 0,0 1 0 0 0,1-1 0 0 0,-2-1 0 0 0,2 1 228 0 0,1 1-223 0 0,1 0 0 0 0,0 0 0 0 0,0 0 0 0 0,0 0 1 0 0,0 1-1 0 0,0-1 0 0 0,0 1 0 0 0,0 0 0 0 0,-1-1 0 0 0,1 1 1 0 0,0 0-1 0 0,2 2 0 0 0,-1-2 27 0 0,28 23 302 0 0,162 141 880 0 0,0-1-824 0 0,-144-117-183 0 0,1-2 0 0 0,2-2 0 0 0,3-3 0 0 0,0-2 1 0 0,3-2-1 0 0,70 31 0 0 0,-66-42-298 0 0,28 12-178 0 0,-36-8-1141 0 0,-49-23-1497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36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45 480 0 0,'4'-16'5376'0'0,"12"12"-4249"0"0,-10 5-1080 0 0,-1-1 273 0 0,-5-1-227 0 0,0-3-13 0 0,0 3 694 0 0,-5 0-1121 0 0,-51-10-3708 0 0,26 4 1841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6:39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635 41 160 0 0,'0'-1'87'0'0,"0"0"-1"0"0,0 1 1 0 0,0-1-1 0 0,0 0 0 0 0,0 0 1 0 0,0 1-1 0 0,0-1 1 0 0,0 0-1 0 0,1 0 1 0 0,-1 1-1 0 0,0-1 1 0 0,0 0-1 0 0,1 1 1 0 0,-1-1-1 0 0,1 0 1 0 0,-1 1-1 0 0,1-1 1 0 0,-1 1-1 0 0,1-1 1 0 0,-1 0-1 0 0,1 1 1 0 0,-1-1-1 0 0,1 1 1 0 0,0 0-1 0 0,-1-1 1 0 0,1 1-1 0 0,0-1 0 0 0,1 1 1 0 0,-2-1 12 0 0,1 1 1 0 0,0 0-1 0 0,-1-1 0 0 0,1 1 1 0 0,0 0-1 0 0,-1-1 0 0 0,1 1 1 0 0,0-1-1 0 0,-1 1 0 0 0,1-1 1 0 0,-1 0-1 0 0,1 1 1 0 0,-1-1-1 0 0,1 1 0 0 0,-1-1 1 0 0,1 0-1 0 0,-1 1 0 0 0,0-1 1 0 0,1 0-1 0 0,-1 0 0 0 0,0 1 1 0 0,0-1-1 0 0,0 0 0 0 0,1 0 1 0 0,-1 1-1 0 0,0-1 1 0 0,0 0-1 0 0,0-1 0 0 0,0 1 555 0 0,-3 0-301 0 0,3 1-342 0 0,-1 0 1 0 0,1-1 0 0 0,-1 1 0 0 0,0 0 0 0 0,1 0 0 0 0,-1 0-1 0 0,0-1 1 0 0,1 1 0 0 0,-1 0 0 0 0,1 0 0 0 0,-1 0 0 0 0,0 0-1 0 0,1 0 1 0 0,-1 0 0 0 0,0 1 0 0 0,1-1 0 0 0,-1 0 0 0 0,1 0-1 0 0,-1 0 1 0 0,0 1 0 0 0,1-1 0 0 0,-1 0 0 0 0,1 0-1 0 0,-1 1 1 0 0,1-1 0 0 0,-1 0 0 0 0,1 1 0 0 0,-1-1 0 0 0,1 1-1 0 0,-1-1 1 0 0,1 1 0 0 0,-1-1 0 0 0,1 1 0 0 0,0-1 0 0 0,-1 1-1 0 0,1-1 1 0 0,0 1 0 0 0,0 0 0 0 0,-1-1 0 0 0,1 1-1 0 0,0-1 1 0 0,0 1 0 0 0,0 0 0 0 0,0-1 0 0 0,0 1 0 0 0,0-1-1 0 0,0 2 1 0 0,-1-1-8 0 0,0 0 0 0 0,0 0 0 0 0,0 0 1 0 0,0 0-1 0 0,0 0 0 0 0,0-1 0 0 0,0 1 0 0 0,0 0 0 0 0,0-1 0 0 0,0 1 0 0 0,0 0 0 0 0,0-1 0 0 0,0 0 0 0 0,-1 1 0 0 0,1-1 0 0 0,0 0 1 0 0,0 1-1 0 0,0-1 0 0 0,-1 0 0 0 0,-1 0 0 0 0,2 0 4 0 0,-4 2 58 0 0,5 2 14 0 0,0-3 0 0 0,0-1-58 0 0,0-1 0 0 0,0 1-1 0 0,0-1 1 0 0,0 1-1 0 0,-1-1 1 0 0,1 1 0 0 0,0-1-1 0 0,0 1 1 0 0,-1 0 0 0 0,1-1-1 0 0,0 1 1 0 0,-1-1-1 0 0,1 1 1 0 0,0 0 0 0 0,-1-1-1 0 0,1 1 1 0 0,-1 0-1 0 0,1 0 1 0 0,0-1 0 0 0,-1 1-1 0 0,1 0 1 0 0,-1 0 0 0 0,1-1-1 0 0,-1 1 1 0 0,1 0-1 0 0,-1 0 1 0 0,1 0 0 0 0,-1 0-1 0 0,1 0 1 0 0,-1 0-1 0 0,1 0 1 0 0,-1 0 0 0 0,1 0-1 0 0,-1 0 1 0 0,-33 3 462 0 0,-51 18 58 0 0,66-16-404 0 0,-9 4 29 0 0,1 0-1 0 0,-31 15 1 0 0,49-20-144 0 0,-1 1 0 0 0,1 0 1 0 0,0 1-1 0 0,1 0 1 0 0,-1 0-1 0 0,1 0 1 0 0,0 1-1 0 0,1 1 1 0 0,-9 9-1 0 0,15-14-13 0 0,-1 1 0 0 0,1-1 0 0 0,0 1 0 0 0,0-1 0 0 0,0 1 1 0 0,1 0-1 0 0,-1-1 0 0 0,1 1 0 0 0,0 0 0 0 0,0-1 0 0 0,0 1 0 0 0,1 0 0 0 0,0 3 0 0 0,0 12-4 0 0,-1-16-6 0 0,1 1 0 0 0,-1-1 0 0 0,1 1 0 0 0,0-1 0 0 0,-1 0 0 0 0,2 1 0 0 0,-1-1 0 0 0,0 0 0 0 0,1 0 0 0 0,-1 0 0 0 0,4 5 0 0 0,5 11 0 0 0,-2 3 2 0 0,-7-19 2 0 0,0 0 0 0 0,0 1 0 0 0,0-1 0 0 0,0 0 0 0 0,1 0 0 0 0,-1 0 0 0 0,1 0 0 0 0,0 0 0 0 0,0 0 0 0 0,0-1 0 0 0,1 1 0 0 0,-1-1 0 0 0,0 1 0 0 0,1-1 0 0 0,4 3 0 0 0,43 29 7 0 0,3-3 1 0 0,0-2-1 0 0,2-2 0 0 0,60 20 0 0 0,91 45 13 0 0,-188-82-46 0 0,90 41-89 0 0,-106-50 87 0 0,1-1 0 0 0,0 0 0 0 0,-1 0-1 0 0,1 0 1 0 0,0 0 0 0 0,0 0 0 0 0,-1 0 0 0 0,1-1 0 0 0,5-1-1 0 0,-7 2 11 0 0,0 0-1 0 0,0-1 0 0 0,0 1 0 0 0,0 0 0 0 0,1-1 1 0 0,-1 1-1 0 0,0-1 0 0 0,0 1 0 0 0,0-1 0 0 0,0 0 0 0 0,0 1 1 0 0,0-1-1 0 0,0 0 0 0 0,0 0 0 0 0,-1 0 0 0 0,1 1 0 0 0,0-1 1 0 0,0 0-1 0 0,-1 0 0 0 0,1 0 0 0 0,0 0 0 0 0,-1 0 1 0 0,1-1-1 0 0,-1 1 0 0 0,1-2 0 0 0,-1 2 16 0 0,0 0-1 0 0,0-1 0 0 0,0 1 1 0 0,1-1-1 0 0,-1 1 1 0 0,0 0-1 0 0,1-1 1 0 0,-1 1-1 0 0,1 0 0 0 0,-1-1 1 0 0,1 1-1 0 0,0 0 1 0 0,0 0-1 0 0,-1 0 1 0 0,1 0-1 0 0,0 0 0 0 0,0-1 1 0 0,2 0-1 0 0,10-17 45 0 0,-10 4-31 0 0,0-1 0 0 0,-2 1-1 0 0,0 0 1 0 0,0 0 0 0 0,-3-26-1 0 0,0 2-1 0 0,2 31-7 0 0,0 0-1 0 0,0 0 1 0 0,-1 0 0 0 0,0 0-1 0 0,-1 0 1 0 0,0 0 0 0 0,0 0 0 0 0,-1 0-1 0 0,0 1 1 0 0,0-1 0 0 0,0 1-1 0 0,-9-11 1 0 0,4 7-3 0 0,-1 1 1 0 0,-1 0-1 0 0,0 1 1 0 0,0 0-1 0 0,-1 0 0 0 0,0 1 1 0 0,-14-7-1 0 0,-6-3-8 0 0,-2 1 1 0 0,0 2-1 0 0,-1 1 1 0 0,0 2-1 0 0,-1 1 1 0 0,0 2-1 0 0,-1 1 1 0 0,0 2-1 0 0,0 1 1 0 0,0 2-1 0 0,-1 2 1 0 0,1 1-1 0 0,-1 1 1 0 0,1 3-1 0 0,0 1 1 0 0,-56 14-1 0 0,-114 55-1354 0 0,141-47-1121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7:02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0 480 0 0,'0'5'1378'0'0,"0"-4"-897"0"0,1 1 0 0 0,-1 0-1 0 0,0-1 1 0 0,0 1 0 0 0,0-1-1 0 0,0 1 1 0 0,0 0 0 0 0,0-1 0 0 0,0 1-1 0 0,0 0 1 0 0,-1-1 0 0 0,1 1-1 0 0,0-1 1 0 0,-1 1 0 0 0,0-1 0 0 0,1 1-1 0 0,-1-1 1 0 0,-1 3 0 0 0,-10 5 962 0 0,36-7-85 0 0,9 1-824 0 0,103 1-361 0 0,-87-5-113 0 0,-40 1-78 0 0,0 0 0 0 0,-1-1 0 0 0,1 1 0 0 0,-1-2 0 0 0,1 1-1 0 0,16-6 1 0 0,15-16-1593 0 0,-25 14 7 0 0,-15 9 1546 0 0,-1 0-1 0 0,1 0 0 0 0,0 0 1 0 0,0 0-1 0 0,0 0 0 0 0,-1 0 0 0 0,1 0 1 0 0,0 0-1 0 0,0 0 0 0 0,0 0 1 0 0,-1 0-1 0 0,1 0 0 0 0,0 0 0 0 0,0 0 1 0 0,0-1-1 0 0,-1 1 0 0 0,1 0 1 0 0,0 0-1 0 0,0 0 0 0 0,0 0 0 0 0,0 0 1 0 0,-1 0-1 0 0,1 0 0 0 0,0-1 1 0 0,0 1-1 0 0,0 0 0 0 0,0 0 0 0 0,0 0 1 0 0,0 0-1 0 0,-1-1 0 0 0,1 1 0 0 0,0 0 1 0 0,0 0-1 0 0,0 0 0 0 0,0 0 1 0 0,0-1-1 0 0,0 1 0 0 0,0 0 0 0 0,0 0 1 0 0,0 0-1 0 0,0-1 0 0 0,0 1 1 0 0,0 0-1 0 0,0 0 0 0 0,0 0 0 0 0,0-1 1 0 0,0 1-1 0 0,0 0 0 0 0,0 0 1 0 0,0 0-1 0 0,0-1 0 0 0,0 1 0 0 0,0 0 1 0 0,0 0-1 0 0,1 0 0 0 0,-1-1 1 0 0,0 1-1 0 0,0 0 0 0 0,0 0 0 0 0,0 0 1 0 0,-20-1-1976 0 0,-10 11-1328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7:02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47 2241 0 0,'0'-8'3121'0'0,"-30"3"-1200"0"0,30-9-560 0 0,-30 3 480 0 0,30 3-881 0 0,30 8-640 0 0,31 0 1 0 0,59 13-81 0 0,122 12-240 0 0,-7 8-2001 0 0,-114-2-4082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7:03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1 160 0 0,'0'0'4829'0'0,"-5"0"-2855"0"0,-15 0-453 0 0,15 0-441 0 0,10 0-266 0 0,164 17 924 0 0,-142-14-1688 0 0,10 2 46 0 0,-1 1 0 0 0,0 1 0 0 0,0 3 0 0 0,34 13 0 0 0,-68-23-91 0 0,-1 0 0 0 0,1 1 0 0 0,-1-1 0 0 0,1 1 1 0 0,-1 0-1 0 0,1 0 0 0 0,-1-1 0 0 0,0 1 0 0 0,1 0 0 0 0,-1 0 1 0 0,0 0-1 0 0,0 0 0 0 0,0 0 0 0 0,0 0 0 0 0,0 1 0 0 0,0-1 1 0 0,0 0-1 0 0,0 1 0 0 0,0-1 0 0 0,-1 0 0 0 0,2 3 0 0 0,-2-2-13 0 0,-1-1-1 0 0,0 1 0 0 0,1-1 0 0 0,-1 1 0 0 0,0-1 1 0 0,0 1-1 0 0,0-1 0 0 0,0 0 0 0 0,0 0 0 0 0,0 0 1 0 0,0 1-1 0 0,-1-1 0 0 0,1 0 0 0 0,0 0 0 0 0,-1 0 0 0 0,1-1 1 0 0,0 1-1 0 0,-1 0 0 0 0,1-1 0 0 0,-1 1 0 0 0,1 0 1 0 0,-1-1-1 0 0,0 0 0 0 0,-2 1 0 0 0,-30 8-97 0 0,-1-2-1 0 0,-1-1 1 0 0,1-2 0 0 0,-1-1-1 0 0,-62-4 1 0 0,56 1 144 0 0,37 0 2 0 0,10 0-80 0 0,68-1 26 0 0,-10-1 14 0 0,97 11 0 0 0,-130-5 6 0 0,0 1 0 0 0,51 17-1 0 0,-71-19 2 0 0,0 1-1 0 0,-1 0 0 0 0,1 0 1 0 0,-1 1-1 0 0,0 0 0 0 0,0 1 1 0 0,0 0-1 0 0,-1 1 1 0 0,0-1-1 0 0,0 1 0 0 0,9 11 1 0 0,-16-16 0 0 0,0 0 0 0 0,0 1 0 0 0,0-1 1 0 0,0 0-1 0 0,-1 0 0 0 0,1 0 0 0 0,-1 1 0 0 0,1-1 1 0 0,-1 0-1 0 0,0 1 0 0 0,0-1 0 0 0,0 0 0 0 0,0 1 0 0 0,0-1 1 0 0,0 0-1 0 0,-1 1 0 0 0,1-1 0 0 0,-1 0 0 0 0,0 1 1 0 0,1-1-1 0 0,-1 0 0 0 0,0 0 0 0 0,0 0 0 0 0,-1 0 1 0 0,1 0-1 0 0,-3 4 0 0 0,-3 3 18 0 0,0 0 0 0 0,-1 0 1 0 0,0-1-1 0 0,-12 10 0 0 0,6-6 21 0 0,-1 0 1 0 0,-1-1-1 0 0,0 0 0 0 0,-1-1 1 0 0,0-1-1 0 0,0-1 0 0 0,-1 0 1 0 0,0-2-1 0 0,-1 0 0 0 0,1 0 1 0 0,-1-2-1 0 0,0-1 0 0 0,0 0 1 0 0,0-1-1 0 0,0-1 0 0 0,-1-1 1 0 0,1 0-1 0 0,-23-5 0 0 0,24 2-423 0 0,-79-13 302 0 0,89 14-629 0 0,0 1 0 0 0,0 0 0 0 0,0 1 0 0 0,0 0-1 0 0,0 0 1 0 0,-1 1 0 0 0,1 0 0 0 0,-8 3 0 0 0,41-19-4766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7:04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33 160 0 0,'-5'-1'2121'0'0,"3"1"-1621"0"0,1 0-368 0 0,0 1 0 0 0,0-1 0 0 0,0 0 0 0 0,0 0 0 0 0,0 0-1 0 0,0-1 1 0 0,0 1 0 0 0,1 0 0 0 0,-1 0 0 0 0,0 0 0 0 0,0-1-1 0 0,0 1 1 0 0,0 0 0 0 0,0-1 0 0 0,1 1 0 0 0,-1-1 0 0 0,0 1-1 0 0,0-1 1 0 0,0 0 0 0 0,1 1 0 0 0,-1-1 0 0 0,0 1 0 0 0,1-1-1 0 0,-1 0 1 0 0,1 0 0 0 0,-1 1 0 0 0,1-1 0 0 0,-1 0 0 0 0,0-1-1 0 0,1 2-100 0 0,0-1-1 0 0,0 1 0 0 0,-1-1 1 0 0,1 1-1 0 0,0 0 0 0 0,-1-1 0 0 0,1 1 1 0 0,0 0-1 0 0,-1-1 0 0 0,1 1 0 0 0,0 0 1 0 0,-1 0-1 0 0,1-1 0 0 0,-1 1 1 0 0,1 0-1 0 0,-1 0 0 0 0,1 0 0 0 0,0 0 1 0 0,-1-1-1 0 0,1 1 0 0 0,-1 0 1 0 0,1 0-1 0 0,-1 0 0 0 0,1 0 0 0 0,-1 0 1 0 0,1 0-1 0 0,-1 0 0 0 0,1 0 0 0 0,-1 0 1 0 0,1 1-1 0 0,-1-1 0 0 0,1 0 1 0 0,-1 0-1 0 0,1 0 0 0 0,-1 1 0 0 0,-14-2 761 0 0,15 0-242 0 0,1 1-506 0 0,-1 0 0 0 0,0-1 0 0 0,0 1-1 0 0,0 0 1 0 0,0-1 0 0 0,0 1 0 0 0,0-1-1 0 0,0 1 1 0 0,0 0 0 0 0,0-1 0 0 0,0 1-1 0 0,0-1 1 0 0,0 1 0 0 0,0 0 0 0 0,0-1 0 0 0,0 1-1 0 0,0 0 1 0 0,0-1 0 0 0,0 1 0 0 0,0-1-1 0 0,-1 1 1 0 0,1 0 0 0 0,0-1 0 0 0,0 1 0 0 0,0 0-1 0 0,-1-1 1 0 0,1 1 0 0 0,0 0 0 0 0,-1 0-1 0 0,1-1 1 0 0,0 1 0 0 0,0 0 0 0 0,-1 0 0 0 0,1-1-1 0 0,0 1 1 0 0,-1 0 0 0 0,0 0 0 0 0,1 0 31 0 0,-15 2 159 0 0,15-2-224 0 0,0 0 0 0 0,0 0 0 0 0,0 0 0 0 0,0 0 0 0 0,1 0 1 0 0,-1 0-1 0 0,0 1 0 0 0,0-1 0 0 0,0 0 0 0 0,0 0 0 0 0,0 0 0 0 0,0 0 0 0 0,0 1 0 0 0,0-1 0 0 0,0 0 0 0 0,0 0 0 0 0,0 0 0 0 0,0 0 1 0 0,0 1-1 0 0,0-1 0 0 0,0 0 0 0 0,0 0 0 0 0,0 0 0 0 0,0 0 0 0 0,0 1 0 0 0,0-1 0 0 0,0 0 0 0 0,0 0 0 0 0,0 0 0 0 0,0 0 0 0 0,0 1 1 0 0,0-1-1 0 0,0 0 0 0 0,0 0 0 0 0,0 0 0 0 0,-1 0 0 0 0,1 1 0 0 0,0-1 0 0 0,0 0 0 0 0,0 0 0 0 0,0 0 0 0 0,0 0 0 0 0,0 0 0 0 0,-1 0 1 0 0,1 0-1 0 0,0 0 0 0 0,0 0 0 0 0,0 1 0 0 0,0-1 0 0 0,-1 0 0 0 0,1 0 0 0 0,0 0 0 0 0,0 0 0 0 0,0 0 0 0 0,0 0 0 0 0,-1 0 0 0 0,1 0 1 0 0,0 0-1 0 0,0 0 0 0 0,0 0 0 0 0,-1 0 0 0 0,1 0 0 0 0,0 0 0 0 0,0 0 0 0 0,0-1 0 0 0,0 1 0 0 0,0 0 0 0 0,-1 0 0 0 0,36 32 325 0 0,6-2-346 0 0,1-2 1 0 0,1-2-1 0 0,54 24 1 0 0,-63-33 17 0 0,-20-11 16 0 0,0-1 0 0 0,0 0 0 0 0,18 4 0 0 0,-24-7-67 0 0,0 0 0 0 0,0 0-1 0 0,0 0 1 0 0,-1 1-1 0 0,1 1 1 0 0,-1-1-1 0 0,0 1 1 0 0,9 6 0 0 0,-16-9 10 0 0,1-1-1 0 0,-1 1 1 0 0,1 0 0 0 0,-1-1 0 0 0,1 1 0 0 0,-1 0 0 0 0,1-1-1 0 0,-1 1 1 0 0,0 0 0 0 0,0 0 0 0 0,1-1 0 0 0,-1 1 0 0 0,0 0-1 0 0,0 0 1 0 0,0 0 0 0 0,0-1 0 0 0,0 1 0 0 0,0 0-1 0 0,0 0 1 0 0,0 0 0 0 0,0 0 0 0 0,0-1 35 0 0,0 69-4055 0 0,0-53-334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7:05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31 306 1121 0 0,'0'25'5362'0'0,"-30"-20"-2481"0"0,30-10-1920 0 0,0-15-641 0 0,0 9-160 0 0,30-8-80 0 0,31-14 80 0 0,-1-5-80 0 0,61-26 0 0 0,30-5-640 0 0,-61 23-1681 0 0,-60 15-3602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7:05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1 254 480 0 0,'50'-17'5056'0'0,"-40"8"-508"0"0,-18 2-3539 0 0,-9 3-1150 0 0,17 3 145 0 0,0 1 0 0 0,-1 0 0 0 0,1 0 0 0 0,0 0 0 0 0,0-1 0 0 0,0 1 0 0 0,0 0 0 0 0,0-1 0 0 0,0 1 0 0 0,0 0 0 0 0,0 0 0 0 0,0-1 1 0 0,0 1-1 0 0,0 0 0 0 0,0 0 0 0 0,0-1 0 0 0,0 1 0 0 0,0 0 0 0 0,0 0 0 0 0,0-1 0 0 0,1 1 0 0 0,-1 0 0 0 0,0 0 0 0 0,0-1 0 0 0,0 1 0 0 0,0 0 0 0 0,0 0 0 0 0,1 0 1 0 0,-1-1-1 0 0,0 1 0 0 0,0 0 0 0 0,0 0 0 0 0,1 0 0 0 0,-1 0 0 0 0,0 0 0 0 0,0-1 0 0 0,0 1 0 0 0,1 0 0 0 0,-1 0 0 0 0,0 0 0 0 0,0 0 0 0 0,1 0 0 0 0,-1 0 0 0 0,0 0 1 0 0,0 0-1 0 0,1 0 0 0 0,-1 0 0 0 0,0 0 0 0 0,1 0 0 0 0,-1 0 0 0 0,0 0 0 0 0,14-6 38 0 0,-14 6-37 0 0,1-1-1 0 0,0 1 0 0 0,-1-1 1 0 0,1 1-1 0 0,-1-1 1 0 0,0 0-1 0 0,1 1 0 0 0,-1-1 1 0 0,0 0-1 0 0,1 1 1 0 0,-1-1-1 0 0,0 0 0 0 0,1 0 1 0 0,-1 1-1 0 0,0-1 1 0 0,0 0-1 0 0,0 0 0 0 0,0 1 1 0 0,0-1-1 0 0,0 0 1 0 0,0-1-1 0 0,4-13 59 0 0,45-29 18 0 0,-13 14-82 0 0,20-22 1 0 0,-54 49 1 0 0,0-1 0 0 0,0 1-1 0 0,1 0 1 0 0,-1 0 0 0 0,1 0 0 0 0,0 0-1 0 0,0 1 1 0 0,0-1 0 0 0,0 1 0 0 0,0 0-1 0 0,1 0 1 0 0,-1 0 0 0 0,1 0 0 0 0,-1 0-1 0 0,1 1 1 0 0,0-1 0 0 0,5 0 0 0 0,-8 2 6 0 0,1 0 1 0 0,-1 0-1 0 0,0 0 1 0 0,0 0-1 0 0,0 0 1 0 0,1 0-1 0 0,-1 0 1 0 0,0 0 0 0 0,0 1-1 0 0,0-1 1 0 0,0 0-1 0 0,0 1 1 0 0,1-1-1 0 0,-1 1 1 0 0,0 0 0 0 0,0-1-1 0 0,0 1 1 0 0,0 0-1 0 0,0-1 1 0 0,-1 1-1 0 0,1 0 1 0 0,0 0-1 0 0,0 0 1 0 0,0 0 0 0 0,-1 0-1 0 0,1 0 1 0 0,-1 0-1 0 0,1 0 1 0 0,0 2-1 0 0,9 48 167 0 0,-5-29-110 0 0,2 4 30 0 0,-2 1 0 0 0,4 53 1 0 0,-8-24 75 0 0,1-36-282 0 0,-2 1 1 0 0,0-1-1 0 0,-2 0 1 0 0,-4 30 0 0 0,-5-16 14 0 0,8-24 46 0 0,0-1 1 0 0,0 1-1 0 0,1 0 1 0 0,1 0-1 0 0,-2 12 1 0 0,3-20-27 0 0,0 0 1 0 0,0 0 0 0 0,0 1-1 0 0,1-1 1 0 0,-1 0 0 0 0,0 0-1 0 0,1 0 1 0 0,0 0 0 0 0,-1 0 0 0 0,1 1-1 0 0,0-1 1 0 0,1 2 0 0 0,-1-4-6 0 0,0 1 1 0 0,-1 0 0 0 0,1-1-1 0 0,0 1 1 0 0,-1-1 0 0 0,1 1-1 0 0,0-1 1 0 0,0 1 0 0 0,-1-1-1 0 0,1 1 1 0 0,0-1 0 0 0,0 0-1 0 0,0 1 1 0 0,0-1 0 0 0,0 0-1 0 0,0 0 1 0 0,0 0 0 0 0,-1 0-1 0 0,1 0 1 0 0,0 0-1 0 0,0 0 1 0 0,0 0 0 0 0,0 0-1 0 0,0 0 1 0 0,0 0 0 0 0,1-1-1 0 0,28-18-4386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7:06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34 1281 0 0,'0'0'128'0'0,"0"0"1"0"0,1 1 0 0 0,-1-1-1 0 0,0 1 1 0 0,0-1 0 0 0,0 0 0 0 0,0 1-1 0 0,0-1 1 0 0,0 0 0 0 0,0 1 0 0 0,0-1-1 0 0,0 1 1 0 0,0-1 0 0 0,0 0-1 0 0,0 1 1 0 0,0-1 0 0 0,0 1 0 0 0,0-1-1 0 0,0 0 1 0 0,0 1 0 0 0,0-1 0 0 0,-1 0-1 0 0,1 1 1 0 0,0-1 0 0 0,0 0-1 0 0,0 1 1 0 0,-1-1 0 0 0,1 0 0 0 0,0 1-1 0 0,0-1 1 0 0,-1 0 0 0 0,1 0 0 0 0,0 1-1 0 0,-1-1 1 0 0,1 0 0 0 0,0 0-1 0 0,-1 0 1 0 0,1 1 0 0 0,-1-1 0 0 0,-115 28 3045 0 0,90-17-2880 0 0,1 0-1 0 0,-34 21 1 0 0,57-30-279 0 0,1-1 0 0 0,0 1 1 0 0,-1 0-1 0 0,1 0 0 0 0,0 0 0 0 0,0 0 1 0 0,0-1-1 0 0,0 2 0 0 0,1-1 0 0 0,-1 0 1 0 0,1 0-1 0 0,-1 0 0 0 0,1 0 0 0 0,0 0 1 0 0,-1 0-1 0 0,1 1 0 0 0,0-1 0 0 0,1 0 1 0 0,-1 0-1 0 0,0 0 0 0 0,1 0 1 0 0,0 3-1 0 0,0 6 47 0 0,-1-2-22 0 0,2 0-1 0 0,-1 0 0 0 0,2 0 0 0 0,-1 0 1 0 0,1 0-1 0 0,0 0 0 0 0,1 0 1 0 0,0-1-1 0 0,0 0 0 0 0,1 0 0 0 0,0 0 1 0 0,0 0-1 0 0,1-1 0 0 0,0 0 1 0 0,11 10-1 0 0,-2 1 26 0 0,-7-10-48 0 0,0 0-1 0 0,0-1 1 0 0,1 0 0 0 0,0 0-1 0 0,0-1 1 0 0,0 0 0 0 0,1-1-1 0 0,0 0 1 0 0,0 0 0 0 0,1-1-1 0 0,-1 0 1 0 0,22 4 0 0 0,-8-4 6 0 0,0-1 0 0 0,0 0 1 0 0,0-2-1 0 0,43-3 0 0 0,-46 1-25 0 0,0-2-1 0 0,0 0 0 0 0,0-1 0 0 0,-1-1 1 0 0,25-10-1 0 0,-33 10-5 0 0,-1 0 0 0 0,0-1 1 0 0,0-1-1 0 0,-1 0 0 0 0,0 0 1 0 0,0-1-1 0 0,-1 0 0 0 0,0-1 1 0 0,16-19-1 0 0,-11 11-45 0 0,-1-1 1 0 0,0 0-1 0 0,-1-1 0 0 0,13-29 1 0 0,-23 44 45 0 0,0 0 0 0 0,-1-1 0 0 0,1 1 0 0 0,-1-1 0 0 0,1 1 0 0 0,-1-1 0 0 0,-1 1 0 0 0,1-1-1 0 0,-1 0 1 0 0,0 0 0 0 0,0 1 0 0 0,0-1 0 0 0,0 0 0 0 0,-1 0 0 0 0,0 1 0 0 0,0-1 0 0 0,0 1 0 0 0,-1-1 0 0 0,1 1 0 0 0,-1-1 0 0 0,0 1 0 0 0,0 0 0 0 0,-1 0 0 0 0,1 0 0 0 0,-1 0 0 0 0,0 0 0 0 0,0 0 0 0 0,-4-3 0 0 0,-3 0-112 0 0,0-1 0 0 0,-1 1 0 0 0,0 1 0 0 0,0 0 0 0 0,0 0 0 0 0,-1 1 0 0 0,0 0 0 0 0,0 1 0 0 0,0 1 0 0 0,0 0 0 0 0,-1 1 0 0 0,1 0 0 0 0,-1 0 0 0 0,0 2 0 0 0,1 0 0 0 0,-1 0 0 0 0,0 1 0 0 0,1 0 0 0 0,-1 1 0 0 0,1 1 0 0 0,-1 0 0 0 0,1 1 0 0 0,0 0 0 0 0,-18 9 1 0 0,-9 2-2857 0 0,-17-3-920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7:08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93 1281 0 0,'-4'-1'5928'0'0,"-8"1"-3931"0"0,6 1-2082 0 0,3-1 182 0 0,-3 0 28 0 0,1 0 0 0 0,-1-1 1 0 0,0 1-1 0 0,1-1 1 0 0,-1 0-1 0 0,1 0 0 0 0,0-1 1 0 0,-1 0-1 0 0,-5-2 0 0 0,11 3-109 0 0,-1 1 0 0 0,1-1 0 0 0,-1 1 0 0 0,1-1 0 0 0,-1 1 0 0 0,1-1 0 0 0,-1 0 0 0 0,1 1 0 0 0,-1-1 0 0 0,1 0 0 0 0,0 1 0 0 0,-1-1 0 0 0,1 0-1 0 0,0 0 1 0 0,0 1 0 0 0,0-1 0 0 0,0 0 0 0 0,-1 0 0 0 0,1 1 0 0 0,0-1 0 0 0,0 0 0 0 0,0 0 0 0 0,0 0 0 0 0,1 1 0 0 0,-1-1 0 0 0,0 0 0 0 0,0 0 0 0 0,1 0-1 0 0,-1 0-5 0 0,0 0-1 0 0,1 0 0 0 0,-1-1 0 0 0,0 1 0 0 0,0 0 0 0 0,0 0 0 0 0,0 0 0 0 0,0 0 1 0 0,0 0-1 0 0,0 0 0 0 0,-1 0 0 0 0,1 0 0 0 0,0 0 0 0 0,-1 0 0 0 0,1 0 0 0 0,0 0 1 0 0,-1 0-1 0 0,1 0 0 0 0,-1 0 0 0 0,-1-1 0 0 0,-6-4 23 0 0,7 6-25 0 0,0-1 1 0 0,0 1-1 0 0,0-1 0 0 0,0 1 0 0 0,0-1 0 0 0,0 0 1 0 0,0 0-1 0 0,0 1 0 0 0,1-1 0 0 0,-1 0 1 0 0,0 0-1 0 0,0 0 0 0 0,1 0 0 0 0,-1 0 0 0 0,0 0 1 0 0,1 0-1 0 0,-1 0 0 0 0,1 0 0 0 0,0 0 0 0 0,-1 0 1 0 0,1-1-1 0 0,0 1 0 0 0,-1 0 0 0 0,1 0 0 0 0,0 0 1 0 0,0-3-1 0 0,0 0 6 0 0,0 5-13 0 0,0-1 0 0 0,0 0 0 0 0,0 0 0 0 0,-1 0 0 0 0,1 1 0 0 0,0-1 0 0 0,0 0 0 0 0,0 1 0 0 0,0-1 0 0 0,0 0 0 0 0,0 0 0 0 0,0 1 0 0 0,0-1 0 0 0,0 0 0 0 0,0 0 0 0 0,0 1 0 0 0,0-1 0 0 0,0 0 0 0 0,0 0 0 0 0,0 1 0 0 0,0-1 0 0 0,0 0 0 0 0,0 0 0 0 0,0 1 0 0 0,1-1 0 0 0,-1 0 0 0 0,0 0 0 0 0,0 1 0 0 0,0-1 0 0 0,0 0 0 0 0,1 0 0 0 0,-1 0 0 0 0,0 1 0 0 0,0-1 0 0 0,0 0 0 0 0,1 0 0 0 0,-1 0 0 0 0,0 0 0 0 0,0 1 0 0 0,0-1 0 0 0,1 0 0 0 0,-1 0 0 0 0,0 0 0 0 0,0 0 0 0 0,1 0 0 0 0,-1 0 0 0 0,0 0 0 0 0,1 0 0 0 0,-1 0 0 0 0,6 3 7 0 0,-5-3-3 0 0,0 0 0 0 0,0 1 0 0 0,0-1 0 0 0,0 0 0 0 0,0 1 0 0 0,0-1 0 0 0,0 1 0 0 0,0 0 0 0 0,0-1 0 0 0,0 1 0 0 0,0 0 0 0 0,-1-1 0 0 0,1 1 0 0 0,0 0 0 0 0,0 0 0 0 0,-1 0 0 0 0,1 0 0 0 0,-1 0 0 0 0,1 0 0 0 0,0 0 0 0 0,-1 0 0 0 0,0 0 0 0 0,1 0 0 0 0,-1 0 0 0 0,0 0 0 0 0,1 0 0 0 0,-1 0 0 0 0,0 0 0 0 0,0 0 0 0 0,0 0 0 0 0,0 0 0 0 0,0 0 0 0 0,0 0 0 0 0,-1 2 0 0 0,1-2-2 0 0,1 0 1 0 0,-1 0-1 0 0,0 0 0 0 0,0 0 1 0 0,0 1-1 0 0,1-1 1 0 0,-1 0-1 0 0,1 0 0 0 0,-1 0 1 0 0,1 0-1 0 0,-1 0 1 0 0,1 0-1 0 0,0 0 0 0 0,-1 0 1 0 0,1 0-1 0 0,0 0 0 0 0,0-1 1 0 0,0 1-1 0 0,-1 0 1 0 0,1 0-1 0 0,0-1 0 0 0,2 2 1 0 0,8 8 35 0 0,-11-8-32 0 0,1 0-1 0 0,0-1 1 0 0,0 1-1 0 0,-1 0 1 0 0,1 0-1 0 0,-1 0 1 0 0,1 0-1 0 0,-1 0 0 0 0,0 0 1 0 0,0 0-1 0 0,0 0 1 0 0,0 0-1 0 0,0 1 1 0 0,0-1-1 0 0,0 0 1 0 0,-1 0-1 0 0,1 0 1 0 0,-1 0-1 0 0,0-1 1 0 0,1 1-1 0 0,-1 0 1 0 0,0 0-1 0 0,0 0 0 0 0,0 0 1 0 0,0-1-1 0 0,-1 1 1 0 0,-1 2-1 0 0,0-1 3 0 0,1 0-1 0 0,1 0 0 0 0,-1 0 0 0 0,0 0 1 0 0,1 0-1 0 0,-1 1 0 0 0,1-1 0 0 0,0 0 1 0 0,0 1-1 0 0,1-1 0 0 0,-2 7 0 0 0,3-9-7 0 0,-1 0 0 0 0,0 0 0 0 0,0 0 0 0 0,0 1 0 0 0,0-1 0 0 0,0 0 0 0 0,0 0 0 0 0,0 1 0 0 0,0-1 0 0 0,0 0 0 0 0,0 0 0 0 0,-1 1 0 0 0,1-1 0 0 0,-1 0 0 0 0,1 0 0 0 0,-1 0 0 0 0,1 0 0 0 0,-1 0 0 0 0,0 0 0 0 0,1 0 0 0 0,-1 0 0 0 0,0 0 0 0 0,0 0 0 0 0,0 0 0 0 0,0 0 0 0 0,0 0 0 0 0,0 0 0 0 0,0-1 0 0 0,0 1 0 0 0,0 0 0 0 0,0-1 0 0 0,0 1 0 0 0,0-1 0 0 0,-3 1 0 0 0,0 1 0 0 0,-1 4 14 0 0,10-5 39 0 0,-4-1-49 0 0,0 0-3 0 0,0 0 0 0 0,0 0 0 0 0,0-1 0 0 0,0 1 0 0 0,0 0 0 0 0,0 0 0 0 0,1 0 0 0 0,-1 1 0 0 0,0-1 0 0 0,0 0 0 0 0,0 0 0 0 0,0 0 0 0 0,0 1 0 0 0,0-1 0 0 0,0 1 1 0 0,1-1-1 0 0,-1 1 0 0 0,0-1 0 0 0,-1 1 0 0 0,1 0 0 0 0,1 0 0 0 0,0 1 24 0 0,-29 3 16 0 0,22-1-41 0 0,5 2 0 0 0,-25 8 14 0 0,20-9 39 0 0,5-9-26 0 0,5 3 40 0 0,19 2-24 0 0,-21 1-16 0 0,0 1-17 0 0,25 2-12 0 0,0-2 1 0 0,0-2 0 0 0,0 0-1 0 0,1-2 1 0 0,-1 0 0 0 0,0-3-1 0 0,0 0 1 0 0,-1-1 0 0 0,42-15-1 0 0,-65 19-6 0 0,-3 1 6 0 0,0 0-1 0 0,1 0 0 0 0,-1 0 1 0 0,1-1-1 0 0,-1 1 0 0 0,0-1 1 0 0,1 1-1 0 0,-1-1 0 0 0,0 1 1 0 0,0-1-1 0 0,0 0 0 0 0,1 0 1 0 0,-1 1-1 0 0,0-1 0 0 0,0 0 1 0 0,0 0-1 0 0,0 0 0 0 0,0 0 1 0 0,0 0-1 0 0,-1-1 0 0 0,2-1 1 0 0,-2 2 2 0 0,0 1 0 0 0,1-1 0 0 0,-1 1 0 0 0,0-1 0 0 0,0 0 0 0 0,0 1 0 0 0,0-1 0 0 0,1 1 0 0 0,-1-1 0 0 0,0 1 0 0 0,1-1 0 0 0,-1 1 0 0 0,0-1 0 0 0,1 1 0 0 0,-1-1 0 0 0,1 1 0 0 0,-1-1 0 0 0,0 1 0 0 0,1-1 0 0 0,-1 1 0 0 0,1 0 0 0 0,0-1 0 0 0,-1 1 0 0 0,1 0 0 0 0,-1 0 0 0 0,1-1 0 0 0,-1 1 0 0 0,1 0 0 0 0,0 0 0 0 0,8-7 0 0 0,-16-2-1 0 0,6 9 2 0 0,0-1-1 0 0,0 0 1 0 0,0 1-1 0 0,0-1 1 0 0,0 0-1 0 0,0 0 1 0 0,1 1 0 0 0,-1-1-1 0 0,0 0 1 0 0,1 0-1 0 0,-1 0 1 0 0,1 0-1 0 0,-1 0 1 0 0,1 0-1 0 0,-1 0 1 0 0,1 0 0 0 0,-1 0-1 0 0,1 0 1 0 0,0 0-1 0 0,0 0 1 0 0,-1 0-1 0 0,1 0 1 0 0,0-1-1 0 0,0 0 1 0 0,1-1 2 0 0,-1 1 1 0 0,0-1-1 0 0,0 1 0 0 0,0-1 1 0 0,-1 1-1 0 0,1-1 1 0 0,0 1-1 0 0,-1-1 0 0 0,0 1 1 0 0,0 0-1 0 0,1-1 1 0 0,-1 1-1 0 0,-1 0 0 0 0,1 0 1 0 0,0 0-1 0 0,0-1 0 0 0,-1 1 1 0 0,1 1-1 0 0,-1-1 1 0 0,0 0-1 0 0,-2-2 0 0 0,-1-1 3 0 0,5 4-1 0 0,-1 0 0 0 0,0 0 0 0 0,1-1 0 0 0,-1 1 0 0 0,1 0 0 0 0,0 0 0 0 0,-1 0 1 0 0,1-1-1 0 0,0 1 0 0 0,0 0 0 0 0,0 0 0 0 0,0-1 0 0 0,0 1 0 0 0,0 0 0 0 0,0-2 0 0 0,0 2-1 0 0,1 0-1 0 0,-1 0 1 0 0,0 0-1 0 0,0 0 1 0 0,0 0 0 0 0,0 0-1 0 0,0 1 1 0 0,0-1-1 0 0,-1 0 1 0 0,1 0 0 0 0,0 0-1 0 0,0 0 1 0 0,-1 0-1 0 0,1 0 1 0 0,0 0 0 0 0,-1 0-1 0 0,1 0 1 0 0,-1 0-1 0 0,1 1 1 0 0,-1-1-1 0 0,-1-1 1 0 0,-18-4 63 0 0,15 5 13 0 0,5 15 253 0 0,-3 52 300 0 0,1-42-493 0 0,2 0 1 0 0,0-1-1 0 0,1 1 0 0 0,8 45 0 0 0,-2-40-96 0 0,-2-12-18 0 0,-1 0 0 0 0,0 0 0 0 0,-2 1 0 0 0,1 22 0 0 0,-1-17 43 0 0,0 0 0 0 0,9 41 1 0 0,-6-42-15 0 0,-1 1 0 0 0,2 40 0 0 0,-6-63-65 0 0,0 0 1 0 0,1 0-1 0 0,-1 0 0 0 0,0 1 0 0 0,0-1 1 0 0,0 0-1 0 0,0 0 0 0 0,0 1 0 0 0,0-1 1 0 0,0 0-1 0 0,0 0 0 0 0,1 0 0 0 0,-1 0 0 0 0,0 1 1 0 0,0-1-1 0 0,0 0 0 0 0,0 0 0 0 0,1 0 1 0 0,-1 0-1 0 0,0 1 0 0 0,0-1 0 0 0,0 0 1 0 0,1 0-1 0 0,-1 0 0 0 0,0 0 0 0 0,0 0 1 0 0,0 0-1 0 0,1 0 0 0 0,-1 0 0 0 0,0 0 1 0 0,0 0-1 0 0,1 0 0 0 0,-1 0 0 0 0,0 0 1 0 0,0 0-1 0 0,1 0 0 0 0,-1 0 0 0 0,0 0 0 0 0,0 0 1 0 0,0 0-1 0 0,1 0 0 0 0,-1 0 0 0 0,0 0 1 0 0,0 0-1 0 0,0-1 0 0 0,1 1 0 0 0,-1 0 1 0 0,0 0-1 0 0,0 0 0 0 0,0 0 0 0 0,1 0 1 0 0,-1-1-1 0 0,0 1 0 0 0,0 0 0 0 0,0 0 1 0 0,0 0-1 0 0,0-1 0 0 0,0 1 0 0 0,1 0 1 0 0,-1 0-1 0 0,0 0 0 0 0,0-1 0 0 0,0 1 0 0 0,0 0 1 0 0,0 0-1 0 0,0-1 0 0 0,0 1 0 0 0,15-20-1474 0 0,-14 14 1145 0 0,0 1 0 0 0,0-1 0 0 0,0 0 0 0 0,0 0-1 0 0,-1 0 1 0 0,0-8 0 0 0,0-59-4316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7:18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3350 27 1281 0 0,'-56'-9'2153'0'0,"34"5"-1452"0"0,0 1-1 0 0,-24-1 1 0 0,41 4-408 0 0,0 0-53 0 0,-15 0-66 0 0,20 0-161 0 0,0 0-1 0 0,0 0 1 0 0,0 0 0 0 0,1 0 0 0 0,-1 0-1 0 0,0 0 1 0 0,0-1 0 0 0,0 1-1 0 0,0 0 1 0 0,0 0 0 0 0,0 0 0 0 0,0 0-1 0 0,0 0 1 0 0,0-1 0 0 0,0 1 0 0 0,0 0-1 0 0,1 0 1 0 0,-1 0 0 0 0,0 0 0 0 0,0-1-1 0 0,0 1 1 0 0,0 0 0 0 0,0 0-1 0 0,0 0 1 0 0,0 0 0 0 0,0-1 0 0 0,-1 1-1 0 0,1 0 1 0 0,0 0 0 0 0,0 0 0 0 0,0 0-1 0 0,0-1 1 0 0,0 1 0 0 0,0 0 0 0 0,0 0-1 0 0,0 0 1 0 0,0 0 0 0 0,0 0-1 0 0,0-1 1 0 0,-1 1 0 0 0,1 0 0 0 0,0 0-1 0 0,0 0 1 0 0,20 5 67 0 0,-15-4 894 0 0,-10-1-587 0 0,-20 2 78 0 0,-1 0 0 0 0,1 2 0 0 0,0 1 0 0 0,-28 9 0 0 0,-104 39 958 0 0,147-49-1356 0 0,-141 64 520 0 0,140-62-555 0 0,-1 0 1 0 0,1 1-1 0 0,1 0 1 0 0,-1 1-1 0 0,-9 9 0 0 0,10-8-24 0 0,0-1 0 0 0,0 0-1 0 0,-1-1 1 0 0,0 0-1 0 0,-13 5 1 0 0,-34 13 55 0 0,1 2 1 0 0,1 3-1 0 0,-95 66 0 0 0,115-67-37 0 0,27-21-18 0 0,1-1 1 0 0,-1 0 0 0 0,0 0-1 0 0,0-1 1 0 0,-1 0 0 0 0,1-1-1 0 0,-1 0 1 0 0,-1-1 0 0 0,1 0-1 0 0,-1 0 1 0 0,1-1 0 0 0,-1 0-1 0 0,-12 1 1 0 0,-42 9 4 0 0,39-12 41 0 0,-18 3-42 0 0,-1 1 0 0 0,1 3 0 0 0,0 1 1 0 0,-71 25-1 0 0,15-5 167 0 0,-111 47-85 0 0,96-30-81 0 0,-31 16 80 0 0,123-51-61 0 0,1 1 1 0 0,-38 27-1 0 0,9-5 4 0 0,-70 60-36 0 0,45-33 63 0 0,60-47-65 0 0,0 0-1 0 0,-1-1 1 0 0,-33 19 0 0 0,-126 57 95 0 0,169-85-109 0 0,-1 0 0 0 0,1 0 0 0 0,0 0 0 0 0,0 1 0 0 0,1 0 1 0 0,-12 12-1 0 0,-22 16 34 0 0,-137 82-218 0 0,127-93 272 0 0,43-20-136 0 0,0 1 0 0 0,0 0-1 0 0,0 0 1 0 0,1 0-1 0 0,-1 1 1 0 0,1 0 0 0 0,0 0-1 0 0,-6 5 1 0 0,-18 22-507 0 0,23-25 512 0 0,1 1-1 0 0,-1 0 1 0 0,1 0 0 0 0,-8 12 0 0 0,10-14 59 0 0,3-4 0 0 0,0-1 0 0 0,0 1 0 0 0,0-1 0 0 0,0 1 0 0 0,0 0 0 0 0,0 0 0 0 0,1-1 0 0 0,-1 1 0 0 0,0 0 0 0 0,1 0 0 0 0,-1 0 0 0 0,0 0 0 0 0,1-1 0 0 0,-1 1 0 0 0,1 0 0 0 0,-1 0 0 0 0,1 0 0 0 0,0 0 0 0 0,-1 1 0 0 0,1-1 0 0 0,0 0 0 0 0,0 0 0 0 0,0 0 0 0 0,0 0 0 0 0,0 0 0 0 0,0 0 0 0 0,0 0 0 0 0,0 0 0 0 0,0 0 0 0 0,0 0 0 0 0,1 0 0 0 0,-1 0 0 0 0,1 2 0 0 0,6 2 0 0 0,-6-4 0 0 0,0-1 0 0 0,0 1 0 0 0,-1-1 0 0 0,1 1 0 0 0,0-1 0 0 0,0 1 0 0 0,-1 0 0 0 0,1-1 0 0 0,0 1 0 0 0,-1 0 0 0 0,1-1 0 0 0,0 1 0 0 0,-1 0 0 0 0,1 0 0 0 0,-1 0 0 0 0,0 0 0 0 0,1 0 0 0 0,-1-1 0 0 0,0 1 0 0 0,1 0 0 0 0,-1 0 0 0 0,0 0 0 0 0,0 0 0 0 0,0 2 0 0 0,0-3 0 0 0,0 1 1 0 0,0 0-1 0 0,0-1 1 0 0,1 1-1 0 0,-1 0 1 0 0,0-1-1 0 0,0 1 1 0 0,0 0-1 0 0,0-1 1 0 0,1 1-1 0 0,-1-1 1 0 0,0 1-1 0 0,1 0 1 0 0,-1-1-1 0 0,0 1 1 0 0,1-1-1 0 0,-1 1 1 0 0,1-1-1 0 0,-1 1 1 0 0,1-1-1 0 0,-1 1 1 0 0,1-1-1 0 0,-1 0 1 0 0,1 1-1 0 0,0-1 1 0 0,0 1-1 0 0,21 12 1 0 0,2 1-35 0 0,41 32 0 0 0,-47-33 48 0 0,1-1-1 0 0,0 0 1 0 0,1-2-1 0 0,0 0 1 0 0,0-1-1 0 0,1-1 1 0 0,22 5-1 0 0,-10-3 7 0 0,56 27-1 0 0,-36-12 48 0 0,95 31-1 0 0,-125-48-88 0 0,-1 1 0 0 0,41 24 0 0 0,-51-26 14 0 0,1 0-1 0 0,-1-1 0 0 0,1 0 0 0 0,0-1 0 0 0,0 0 0 0 0,1-1 0 0 0,-1-1 0 0 0,27 4 0 0 0,-5-7 9 0 0,0-1 0 0 0,0-1 0 0 0,56-12 0 0 0,-48 7-34 0 0,70-3 1 0 0,-89 9 42 0 0,1 0-1 0 0,-1-1 1 0 0,0-2 0 0 0,0 0-1 0 0,35-12 1 0 0,-19 5 59 0 0,-21 7-65 0 0,0 1-1 0 0,0 1 1 0 0,0 0-1 0 0,0 2 0 0 0,0 0 1 0 0,0 1-1 0 0,0 1 1 0 0,0 1-1 0 0,20 5 1 0 0,-12-4-1 0 0,12 1-9 0 0,0-2 1 0 0,1-1-1 0 0,-1-2 1 0 0,0-2-1 0 0,66-12 1 0 0,193-59-63 0 0,-68 13 43 0 0,-143 43 52 0 0,0 0 61 0 0,136-45 0 0 0,-138 33 80 0 0,96-19 0 0 0,-30 5-100 0 0,0 23-121 0 0,-145 19 67 0 0,0 0 0 0 0,0 0 0 0 0,0 1 0 0 0,0-1 0 0 0,0 2 0 0 0,1-1 0 0 0,-1 0 0 0 0,0 1 0 0 0,7 2 0 0 0,9 1 17 0 0,1-4 35 0 0,0 2 0 0 0,35 6 0 0 0,-16 1-34 0 0,-11-2-30 0 0,202 43 144 0 0,-70-23-143 0 0,-110-17 18 0 0,0 3 0 0 0,-1 1 0 0 0,81 36 0 0 0,-119-44-9 0 0,-7-2-23 0 0,-1-1 1 0 0,1 0 0 0 0,0 0 0 0 0,1-1-1 0 0,-1 0 1 0 0,0 0 0 0 0,1-1 0 0 0,-1 1-1 0 0,1-2 1 0 0,-1 1 0 0 0,1-1 0 0 0,0 0-1 0 0,9-2 1 0 0,164-22 11 0 0,-118 17-14 0 0,-44 6 4 0 0,0-1-1 0 0,0-1 1 0 0,0 0-1 0 0,23-8 0 0 0,104-55-59 0 0,-57 24 47 0 0,-34 13-13 0 0,-40 19 19 0 0,1 1 0 0 0,0 1 0 0 0,1 1 0 0 0,0 0-1 0 0,0 1 1 0 0,1 1 0 0 0,18-3 0 0 0,-31 7 5 0 0,-4 1 10 0 0,0 1 0 0 0,0-1 0 0 0,0 0 0 0 0,0 0 0 0 0,0-1 0 0 0,0 1 0 0 0,0 0 0 0 0,0 0 0 0 0,0 0 0 0 0,0-1 0 0 0,0 1 0 0 0,0 0 0 0 0,0-1 0 0 0,0 1 0 0 0,0-1 0 0 0,0 1 0 0 0,0-1-1 0 0,0 0 1 0 0,-1 1 0 0 0,1-1 0 0 0,0 0 0 0 0,0 1 0 0 0,-1-1 0 0 0,1 0 0 0 0,-1 0 0 0 0,2-1 0 0 0,-2 1-1 0 0,1 0 0 0 0,-1-1 0 0 0,1 1 1 0 0,0 0-1 0 0,0 0 0 0 0,-1 0 0 0 0,1 0 0 0 0,0 0 0 0 0,0 0 1 0 0,0 1-1 0 0,0-1 0 0 0,0 0 0 0 0,0 0 0 0 0,0 1 1 0 0,0-1-1 0 0,1 1 0 0 0,-1-1 0 0 0,2 0 0 0 0,3-3-23 0 0,-5 3 25 0 0,0-1-1 0 0,0 0 1 0 0,-1 0 0 0 0,1 0 0 0 0,0 0 0 0 0,-1 0-1 0 0,1 0 1 0 0,-1 0 0 0 0,0 0 0 0 0,1 0-1 0 0,-1 0 1 0 0,0 0 0 0 0,0 0 0 0 0,-1 0-1 0 0,0-3 1 0 0,1-7 88 0 0,1 1 46 0 0,0-1 0 0 0,0 1 0 0 0,1-1 0 0 0,1 1 0 0 0,4-12 0 0 0,-3 12-31 0 0,-1 0 1 0 0,-1 0 0 0 0,1 0-1 0 0,-2-1 1 0 0,1-12 0 0 0,-2-62 17 0 0,0 85-123 0 0,0 1 1 0 0,0-1-1 0 0,0 0 0 0 0,-1 0 1 0 0,1 1-1 0 0,0-1 1 0 0,0 0-1 0 0,-1 1 1 0 0,1-1-1 0 0,0 0 0 0 0,-1 1 1 0 0,1-1-1 0 0,-1 1 1 0 0,1-1-1 0 0,-1 0 1 0 0,1 1-1 0 0,-1-1 0 0 0,1 1 1 0 0,-1 0-1 0 0,1-1 1 0 0,-1 1-1 0 0,0-1 1 0 0,1 1-1 0 0,-1 0 0 0 0,0-1 1 0 0,1 1-1 0 0,-1 0 1 0 0,0 0-1 0 0,-1-1 1 0 0,-8-4 12 0 0,-30-63 150 0 0,2 27 47 0 0,-74-62 0 0 0,91 89-113 0 0,0 0 0 0 0,-1 1 0 0 0,0 1 0 0 0,-47-17 0 0 0,-8-5 49 0 0,-14-9 34 0 0,-120-65 407 0 0,162 77-456 0 0,29 17-72 0 0,-1 0 1 0 0,-1 2-1 0 0,0 1 0 0 0,-1 0 1 0 0,-35-11-1 0 0,43 22-252 0 0,0 0-1 0 0,0 1 0 0 0,-15 3 0 0 0,-368 34-7153 0 0,247-32 1454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8:44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34 2801 0 0,'0'-8'2401'0'0,"-31"2"-560"0"0,31 0-480 0 0,0-1 80 0 0,0 1-1522 0 0,31 6-3040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8:55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246 235 5362 0 0,'1'0'124'0'0,"1"0"-1"0"0,-1 0 1 0 0,0-1-1 0 0,1 1 0 0 0,-1-1 1 0 0,1 1-1 0 0,-1-1 1 0 0,0 1-1 0 0,0-1 0 0 0,1 0 1 0 0,-1 1-1 0 0,0-1 1 0 0,0 0-1 0 0,0 0 0 0 0,0 0 1 0 0,0 0-1 0 0,0 0 0 0 0,0 0 1 0 0,0-1-1 0 0,0 1 1 0 0,0 0-1 0 0,-1 0 0 0 0,1-1 1 0 0,0 1-1 0 0,-1 0 1 0 0,1-1-1 0 0,-1 1 0 0 0,0 0 1 0 0,1-1-1 0 0,-1 1 1 0 0,0-1-1 0 0,0 1 0 0 0,0 0 1 0 0,0-1-1 0 0,0-2 0 0 0,0 3-112 0 0,0 0-1 0 0,0 0 1 0 0,1-1-1 0 0,-1 1 1 0 0,0 0-1 0 0,1 0 1 0 0,-1 0-1 0 0,0 0 0 0 0,1-1 1 0 0,0 1-1 0 0,-1 0 1 0 0,1 0-1 0 0,0 0 1 0 0,-1 0-1 0 0,1 0 1 0 0,0 1-1 0 0,0-1 0 0 0,0 0 1 0 0,0 0-1 0 0,0 0 1 0 0,0 1-1 0 0,2-2 1 0 0,6-6 15 0 0,26-50 81 0 0,-30 53-90 0 0,4-6 72 0 0,1 0 0 0 0,0 1 0 0 0,17-14 0 0 0,-1 1 113 0 0,3 0 90 0 0,-64 54 295 0 0,-131 153 13 0 0,20 0-360 0 0,101-109-240 0 0,28-52-47 0 0,10-15-12 0 0,1 0-1 0 0,0 1 1 0 0,1 0 0 0 0,-7 13 0 0 0,11-18-59 0 0,0-1 1 0 0,0 0 0 0 0,0 1 0 0 0,0-1-1 0 0,0 1 1 0 0,1-1 0 0 0,0 1 0 0 0,0-1-1 0 0,0 1 1 0 0,0-1 0 0 0,0 1 0 0 0,1 0-1 0 0,-1-1 1 0 0,1 1 0 0 0,0-1-1 0 0,0 0 1 0 0,3 6 0 0 0,-3-7-7 0 0,0 0 1 0 0,0-1-1 0 0,0 1 1 0 0,0-1-1 0 0,0 0 1 0 0,0 1-1 0 0,0-1 0 0 0,1 0 1 0 0,-1 1-1 0 0,0-1 1 0 0,1 0-1 0 0,-1 0 1 0 0,1 0-1 0 0,-1 0 0 0 0,1-1 1 0 0,0 1-1 0 0,-1 0 1 0 0,1-1-1 0 0,0 1 1 0 0,0-1-1 0 0,-1 1 0 0 0,1-1 1 0 0,0 0-1 0 0,0 0 1 0 0,-1 0-1 0 0,1 0 1 0 0,0 0-1 0 0,0 0 1 0 0,0 0-1 0 0,-1 0 0 0 0,1-1 1 0 0,0 1-1 0 0,0-1 1 0 0,-1 0-1 0 0,1 1 1 0 0,0-1-1 0 0,2-1 0 0 0,51-25-4398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8:56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1 480 0 0,'0'0'53'0'0,"0"0"0"0"0,0 1 0 0 0,-1-1 0 0 0,1 1 0 0 0,0-1 0 0 0,0 0 0 0 0,0 1 0 0 0,0-1 0 0 0,0 0 0 0 0,-1 1 0 0 0,1-1 0 0 0,0 0 0 0 0,0 1 0 0 0,-1-1 0 0 0,1 0 0 0 0,0 1 0 0 0,0-1 0 0 0,-1 0 0 0 0,1 0 0 0 0,0 1 0 0 0,-1-1 0 0 0,1 0 0 0 0,0 0 0 0 0,-1 0 0 0 0,1 0 0 0 0,-1 1 0 0 0,1-1 0 0 0,0 0 0 0 0,-1 0 0 0 0,1 0-1 0 0,0 0 1 0 0,-1 0 0 0 0,1 0 0 0 0,-1 0 0 0 0,-32 12 1001 0 0,1 1 0 0 0,0 1 0 0 0,1 2 0 0 0,-32 23-1 0 0,57-35-981 0 0,0 0-1 0 0,1 1 1 0 0,0 0-1 0 0,0 0 1 0 0,0 0-1 0 0,1 0 0 0 0,0 1 1 0 0,0 0-1 0 0,0 0 1 0 0,1 0-1 0 0,-6 13 1 0 0,6-8 76 0 0,0-1 0 0 0,1 2 1 0 0,1-1-1 0 0,0 0 1 0 0,0 21-1 0 0,1-30-123 0 0,0 0 0 0 0,1 0 0 0 0,-1 0 0 0 0,0 0 0 0 0,1 0 1 0 0,-1 0-1 0 0,1 0 0 0 0,0 0 0 0 0,0 0 0 0 0,0 0 0 0 0,0 0 0 0 0,0 0 0 0 0,0-1 0 0 0,0 1 0 0 0,0 0 0 0 0,1-1 1 0 0,-1 1-1 0 0,1-1 0 0 0,-1 1 0 0 0,1-1 0 0 0,0 0 0 0 0,-1 0 0 0 0,1 0 0 0 0,0 0 0 0 0,0 0 0 0 0,0 0 0 0 0,3 1 1 0 0,4 1 11 0 0,1-1 1 0 0,0 1 0 0 0,0-2 0 0 0,13 2 0 0 0,-4-1 17 0 0,2 2-14 0 0,-1-1 1 0 0,1 0-1 0 0,1-2 0 0 0,-1 0 1 0 0,0-2-1 0 0,0 0 1 0 0,0-1-1 0 0,0-1 0 0 0,31-9 1 0 0,-47 10-24 0 0,0 0 1 0 0,-1-1 0 0 0,1 1-1 0 0,-1-1 1 0 0,0 0 0 0 0,0 0-1 0 0,0 0 1 0 0,0 0 0 0 0,0-1-1 0 0,-1 1 1 0 0,1-1 0 0 0,2-5-1 0 0,9-8 60 0 0,16-16 29 0 0,-16 19-50 0 0,-1-1-1 0 0,-1 0 1 0 0,19-29-1 0 0,-30 42-42 0 0,-1-1-1 0 0,0 1 1 0 0,0 0-1 0 0,0-1 1 0 0,0 1 0 0 0,0-1-1 0 0,0 1 1 0 0,-1-1-1 0 0,1 0 1 0 0,-1 1-1 0 0,0-1 1 0 0,0 0 0 0 0,0 1-1 0 0,0-1 1 0 0,0 0-1 0 0,-1 1 1 0 0,1-1-1 0 0,-1 0 1 0 0,0 1 0 0 0,1-1-1 0 0,-1 1 1 0 0,-2-4-1 0 0,1 3-37 0 0,-1 0 0 0 0,1 0-1 0 0,-1 0 1 0 0,0 0 0 0 0,0 1-1 0 0,0-1 1 0 0,0 1 0 0 0,0 0-1 0 0,0 0 1 0 0,0 0 0 0 0,-1 0-1 0 0,1 0 1 0 0,-8-1 0 0 0,6 1-283 0 0,0 0 0 0 0,-1 0 0 0 0,1 1 1 0 0,0 0-1 0 0,-1 0 0 0 0,1 1 1 0 0,0-1-1 0 0,-1 1 0 0 0,1 0 0 0 0,-1 1 1 0 0,1-1-1 0 0,0 1 0 0 0,-1 0 1 0 0,1 1-1 0 0,0-1 0 0 0,0 1 0 0 0,0 0 1 0 0,0 0-1 0 0,0 1 0 0 0,0-1 0 0 0,-5 4 1 0 0,5 13-3323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8:56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78 1121 0 0,'23'-15'1560'0'0,"-23"14"-1476"0"0,1 1-1 0 0,-1 0 1 0 0,0-1 0 0 0,1 1-1 0 0,-1-1 1 0 0,0 1-1 0 0,1-1 1 0 0,-1 0 0 0 0,0 1-1 0 0,0-1 1 0 0,0 1 0 0 0,1-1-1 0 0,-1 1 1 0 0,0-1 0 0 0,0 0-1 0 0,0 1 1 0 0,0-1-1 0 0,0 1 1 0 0,0-1 0 0 0,0 1-1 0 0,0-1 1 0 0,0 0 0 0 0,-1 0-1 0 0,-1-2 166 0 0,0 1 1 0 0,0-1-1 0 0,0 0 0 0 0,0 1 1 0 0,0 0-1 0 0,-1 0 0 0 0,1 0 0 0 0,-1 0 1 0 0,0 0-1 0 0,-5-3 0 0 0,-2 1-47 0 0,0 1 0 0 0,0 0-1 0 0,0 0 1 0 0,0 1 0 0 0,-1 0 0 0 0,1 1-1 0 0,-14 0 1 0 0,-3 0 42 0 0,0 1-1 0 0,-49 7 0 0 0,68-7-207 0 0,0 2 0 0 0,0-1 0 0 0,0 1-1 0 0,0 0 1 0 0,0 1 0 0 0,1 0 0 0 0,-1 0 0 0 0,1 0 0 0 0,0 1-1 0 0,0 0 1 0 0,0 1 0 0 0,0-1 0 0 0,1 1 0 0 0,-6 6-1 0 0,9-5-10 0 0,1 1 0 0 0,0-1 1 0 0,0 0-1 0 0,1 1 0 0 0,-1 0 0 0 0,1-1 0 0 0,1 1 0 0 0,-1-1 0 0 0,1 1 0 0 0,0 0 0 0 0,1 0 0 0 0,1 7 0 0 0,-1 11 183 0 0,-1-21-174 0 0,0-1 0 0 0,1 0 1 0 0,-1 1-1 0 0,1-1 0 0 0,-1 0 0 0 0,1 1 1 0 0,0-1-1 0 0,1 0 0 0 0,-1 0 0 0 0,0 1 1 0 0,1-1-1 0 0,0 0 0 0 0,0-1 0 0 0,0 1 0 0 0,0 0 1 0 0,0-1-1 0 0,0 1 0 0 0,1-1 0 0 0,-1 1 1 0 0,1-1-1 0 0,0 0 0 0 0,0 0 0 0 0,0 0 1 0 0,0-1-1 0 0,6 4 0 0 0,3-1 4 0 0,1 1 0 0 0,0-2 0 0 0,0 0 0 0 0,24 3 0 0 0,-35-6-38 0 0,9 2 18 0 0,1 0 0 0 0,-1-1 0 0 0,1-1 0 0 0,0 0-1 0 0,-1-1 1 0 0,1 0 0 0 0,-1 0 0 0 0,1-1 0 0 0,-1-1-1 0 0,0 0 1 0 0,0-1 0 0 0,0 0 0 0 0,0 0-1 0 0,-1-1 1 0 0,0 0 0 0 0,0-1 0 0 0,16-12 0 0 0,1-4 39 0 0,-14 12-26 0 0,0 0 0 0 0,-1-1 0 0 0,16-18-1 0 0,-25 24-22 0 0,1 0-1 0 0,-1 1 0 0 0,-1-1 0 0 0,1 0 0 0 0,-1 0 0 0 0,0-1 0 0 0,0 1 0 0 0,0 0 0 0 0,-1-1 0 0 0,1 1 0 0 0,-1-1 1 0 0,-1 1-1 0 0,1-11 0 0 0,-1 14-30 0 0,0 1 1 0 0,0 0 0 0 0,0 0-1 0 0,0-1 1 0 0,0 1-1 0 0,0 0 1 0 0,0-1 0 0 0,0 1-1 0 0,-1 0 1 0 0,1 0 0 0 0,-1 0-1 0 0,1-1 1 0 0,-1 1-1 0 0,1 0 1 0 0,-1 0 0 0 0,0 0-1 0 0,1 0 1 0 0,-1 0-1 0 0,0 0 1 0 0,0 0 0 0 0,0 0-1 0 0,0 0 1 0 0,0 0 0 0 0,0 0-1 0 0,0 1 1 0 0,0-1-1 0 0,0 0 1 0 0,0 1 0 0 0,-2-2-1 0 0,-3-1-239 0 0,5 3 145 0 0,0-1 0 0 0,0 1 1 0 0,0-1-1 0 0,0 1 0 0 0,0-1 0 0 0,0 1 1 0 0,0 0-1 0 0,0 0 0 0 0,0-1 0 0 0,0 1 1 0 0,0 0-1 0 0,0 0 0 0 0,0 0 0 0 0,0 0 1 0 0,0 0-1 0 0,0 1 0 0 0,0-1 0 0 0,0 0 0 0 0,0 0 1 0 0,0 1-1 0 0,0-1 0 0 0,0 0 0 0 0,0 1 1 0 0,0-1-1 0 0,0 1 0 0 0,-1 0 0 0 0,-5 3-745 0 0,-24 9-2713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8:57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347 138 1201 0 0,'37'-34'2964'0'0,"-19"16"-1740"0"0,-17 17-1172 0 0,0 1 0 0 0,-1-1 0 0 0,1 1 0 0 0,-1-1 0 0 0,1 0 1 0 0,-1 1-1 0 0,0-1 0 0 0,1 0 0 0 0,-1 1 0 0 0,1-1 0 0 0,-1 0 0 0 0,0 0 0 0 0,0 1 0 0 0,0-1 0 0 0,1 0 0 0 0,-1 0 0 0 0,0 0 0 0 0,0 1 0 0 0,0-1 0 0 0,0 0 0 0 0,0 0 0 0 0,0 0 1 0 0,0 1-1 0 0,-1-2 0 0 0,0-9 113 0 0,1 10-218 0 0,-5 0 66 0 0,-44-5 620 0 0,-1 3-1 0 0,0 2 0 0 0,1 2 1 0 0,-69 10-1 0 0,114-10-581 0 0,-1-1-1 0 0,0 1 1 0 0,0 0 0 0 0,1 1 0 0 0,-1-1 0 0 0,0 1-1 0 0,1 0 1 0 0,-1 0 0 0 0,1 0 0 0 0,0 0 0 0 0,0 1-1 0 0,-4 3 1 0 0,6-4-10 0 0,-1 1 0 0 0,1-1 0 0 0,0 1 1 0 0,0 0-1 0 0,1-1 0 0 0,-1 1 0 0 0,0 0 0 0 0,1 0 0 0 0,0 0 0 0 0,0 0 1 0 0,0 1-1 0 0,0-1 0 0 0,0 0 0 0 0,1 0 0 0 0,-1 0 0 0 0,1 1 0 0 0,0 5 1 0 0,1-2 32 0 0,0 0 0 0 0,1 0 0 0 0,0 0 1 0 0,0 0-1 0 0,1-1 0 0 0,0 1 1 0 0,0-1-1 0 0,0 1 0 0 0,1-1 1 0 0,0 0-1 0 0,0 0 0 0 0,0-1 1 0 0,9 9-1 0 0,-5-6-1 0 0,0 0 1 0 0,0 0-1 0 0,1 0 0 0 0,0-1 1 0 0,0 0-1 0 0,1-1 1 0 0,20 10-1 0 0,-22-13-42 0 0,0 0 0 0 0,0 0 0 0 0,1 0 0 0 0,-1-1 1 0 0,1-1-1 0 0,-1 1 0 0 0,1-1 0 0 0,0-1 0 0 0,-1 0 0 0 0,1 0 0 0 0,0 0 0 0 0,-1-1 1 0 0,1-1-1 0 0,-1 1 0 0 0,1-2 0 0 0,-1 1 0 0 0,1-1 0 0 0,-1 0 0 0 0,0 0 0 0 0,-1-1 1 0 0,1-1-1 0 0,-1 1 0 0 0,8-6 0 0 0,-10 4-21 0 0,0 0 1 0 0,0 0-1 0 0,-1-1 0 0 0,0 0 1 0 0,0 1-1 0 0,-1-1 1 0 0,0 0-1 0 0,0-1 0 0 0,-1 1 1 0 0,1 0-1 0 0,-2-1 0 0 0,1 1 1 0 0,-1-1-1 0 0,0 0 1 0 0,-1 1-1 0 0,1-1 0 0 0,-3-12 1 0 0,0 10-97 0 0,-2 1 1 0 0,1 0 0 0 0,-1 0 0 0 0,0 0-1 0 0,-1 1 1 0 0,0 0 0 0 0,-1 0 0 0 0,1 0-1 0 0,-1 0 1 0 0,-1 1 0 0 0,-14-13 0 0 0,17 17-127 0 0,0-1 0 0 0,0 1 1 0 0,-1 0-1 0 0,1 1 0 0 0,-1-1 1 0 0,0 1-1 0 0,0 0 0 0 0,0 0 1 0 0,0 0-1 0 0,-10-1 0 0 0,11 3-120 0 0,0 0-1 0 0,1-1 1 0 0,-1 2-1 0 0,0-1 1 0 0,0 0-1 0 0,1 1 1 0 0,-1 0-1 0 0,0 0 1 0 0,1 0-1 0 0,-1 0 1 0 0,0 1-1 0 0,1-1 1 0 0,0 1-1 0 0,-1 0 1 0 0,1 0-1 0 0,-6 5 1 0 0,-11 1-2443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8:58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679 96 1681 0 0,'-1'-4'254'0'0,"0"1"0"0"0,-1 0 0 0 0,1-1 0 0 0,-1 1 0 0 0,0 0 0 0 0,1 0 1 0 0,-1 0-1 0 0,-1 0 0 0 0,1 0 0 0 0,0 0 0 0 0,-1 1 0 0 0,1-1 0 0 0,-1 1 0 0 0,0-1 1 0 0,0 1-1 0 0,0 0 0 0 0,0 0 0 0 0,0 1 0 0 0,0-1 0 0 0,-1 0 0 0 0,-4-1 0 0 0,-7-3-75 0 0,1 0-1 0 0,-1 1 1 0 0,1 1-1 0 0,-26-4 1 0 0,3 4 114 0 0,-1 3 1 0 0,1 1-1 0 0,-47 7 1 0 0,73-6-234 0 0,1 1 0 0 0,0 1 0 0 0,0 0 1 0 0,0 0-1 0 0,0 1 0 0 0,1 0 0 0 0,-1 1 1 0 0,-11 7-1 0 0,19-11-51 0 0,0 1-1 0 0,0 0 1 0 0,-1 0 0 0 0,1 0 0 0 0,0 0-1 0 0,1 0 1 0 0,-1 0 0 0 0,0 0 0 0 0,1 1 0 0 0,-1-1-1 0 0,1 1 1 0 0,0-1 0 0 0,-1 1 0 0 0,1-1-1 0 0,1 1 1 0 0,-1 0 0 0 0,0 0 0 0 0,1-1-1 0 0,-1 1 1 0 0,1 0 0 0 0,0 0 0 0 0,0 0 0 0 0,0-1-1 0 0,0 1 1 0 0,0 0 0 0 0,1 0 0 0 0,-1 0-1 0 0,1-1 1 0 0,0 1 0 0 0,0 0 0 0 0,0-1-1 0 0,0 1 1 0 0,2 3 0 0 0,-1-1-3 0 0,1-1 1 0 0,0 1-1 0 0,1 0 1 0 0,-1-1-1 0 0,1 0 1 0 0,-1 0-1 0 0,1 0 1 0 0,1 0-1 0 0,-1-1 1 0 0,0 1-1 0 0,1-1 1 0 0,0 0-1 0 0,-1-1 1 0 0,1 1-1 0 0,0-1 1 0 0,6 2-1 0 0,7 2 4 0 0,-1-2-1 0 0,1 0 0 0 0,23 2 1 0 0,-38-6-11 0 0,40 7 1 0 0,-31-4-2 0 0,1-1 0 0 0,0-1 0 0 0,-1 0 0 0 0,1-1 0 0 0,0 0 0 0 0,24-4 0 0 0,-27 3 14 0 0,-5 1-6 0 0,1-1-1 0 0,0 0 0 0 0,0 0 0 0 0,-1 0 1 0 0,1-1-1 0 0,-1 0 0 0 0,1 0 0 0 0,-1 0 0 0 0,0 0 1 0 0,0-1-1 0 0,0 0 0 0 0,9-7 0 0 0,12-12 3 0 0,-22 20 2 0 0,0-1 0 0 0,-1 1 0 0 0,1-1-1 0 0,-1 0 1 0 0,0 0 0 0 0,0 0 0 0 0,0 0 0 0 0,0 0 0 0 0,0-1 0 0 0,-1 1 0 0 0,1-1 0 0 0,-1 0 0 0 0,0 0 0 0 0,0 0 0 0 0,0 0 0 0 0,-1 0 0 0 0,2-5 0 0 0,-5 3 47 0 0,0 1 1 0 0,0-1-1 0 0,0 0 0 0 0,-1 1 0 0 0,1-1 0 0 0,-1 1 0 0 0,-1 0 1 0 0,1 0-1 0 0,-1 0 0 0 0,0 0 0 0 0,0 0 0 0 0,0 1 0 0 0,-7-5 1 0 0,4 5 57 0 0,6 4-80 0 0,-1-1-1 0 0,1 0 1 0 0,-1 1 0 0 0,1-1-1 0 0,-1 0 1 0 0,1 0 0 0 0,0 0-1 0 0,-1 0 1 0 0,1 0 0 0 0,0 0-1 0 0,0 0 1 0 0,0 0-1 0 0,0 0 1 0 0,0-1 0 0 0,0 1-1 0 0,0 0 1 0 0,0-1 0 0 0,-1-1-1 0 0,2 2-15 0 0,-1 0-1 0 0,1 1 1 0 0,-1-1 0 0 0,1 1-1 0 0,-1-1 1 0 0,0 1 0 0 0,1-1-1 0 0,-1 1 1 0 0,0 0-1 0 0,0-1 1 0 0,1 1 0 0 0,-1 0-1 0 0,0 0 1 0 0,0-1-1 0 0,1 1 1 0 0,-1 0 0 0 0,0 0-1 0 0,0 0 1 0 0,0 0-1 0 0,1 0 1 0 0,-1 0 0 0 0,0 0-1 0 0,0 0 1 0 0,0 0 0 0 0,1 1-1 0 0,-1-1 1 0 0,0 0-1 0 0,0 0 1 0 0,1 1 0 0 0,-1-1-1 0 0,0 0 1 0 0,1 1-1 0 0,-1-1 1 0 0,0 1 0 0 0,1-1-1 0 0,-1 1 1 0 0,0-1 0 0 0,1 1-1 0 0,-1-1 1 0 0,1 1-1 0 0,-1 0 1 0 0,0 1 0 0 0,2 3 7 0 0,0 1 0 0 0,0-1 0 0 0,0 1 0 0 0,0-1 0 0 0,1 0 0 0 0,0 1 1 0 0,0-1-1 0 0,1 0 0 0 0,-1 0 0 0 0,1-1 0 0 0,6 9 0 0 0,44 47 47 0 0,-43-49-59 0 0,10 10-41 0 0,-1 1 0 0 0,-1 0 1 0 0,-1 2-1 0 0,-1 0 0 0 0,15 31 1 0 0,-29-50 10 0 0,1 1 1 0 0,-1 0-1 0 0,0 0 1 0 0,0 0-1 0 0,-1 0 0 0 0,0 0 1 0 0,0 1-1 0 0,0-1 1 0 0,-1 0-1 0 0,0 0 1 0 0,0 1-1 0 0,-1-1 1 0 0,1 0-1 0 0,-3 10 1 0 0,-2-1-13 0 0,0-1 0 0 0,-1 1 0 0 0,0-1 0 0 0,-2 0 0 0 0,-9 15 1 0 0,5-12 3 0 0,-1 0 1 0 0,0 0-1 0 0,-1-2 1 0 0,-1 1 0 0 0,-1-2-1 0 0,0 0 1 0 0,-1-1 0 0 0,-22 13-1 0 0,8-7-13 0 0,-2-1-1 0 0,0-2 1 0 0,-67 23-1 0 0,69-30 117 0 0,-1 0 0 0 0,-1-2-1 0 0,1-1 1 0 0,-40 1 0 0 0,61-6-52 0 0,0-1 0 0 0,-1 0 0 0 0,1-1 0 0 0,0 0 0 0 0,0-1 0 0 0,0 0 1 0 0,0 0-1 0 0,0-1 0 0 0,0-1 0 0 0,1 0 0 0 0,-1 0 0 0 0,1-1 0 0 0,0-1 0 0 0,1 0 0 0 0,-16-11 0 0 0,22 14-19 0 0,1 1 0 0 0,0-1-1 0 0,0 0 1 0 0,0 0 0 0 0,0 1 0 0 0,0-1-1 0 0,0-1 1 0 0,1 1 0 0 0,-1 0-1 0 0,1 0 1 0 0,0 0 0 0 0,0-1-1 0 0,1 1 1 0 0,-1-1 0 0 0,0 1-1 0 0,1 0 1 0 0,0-1 0 0 0,0 1-1 0 0,0-1 1 0 0,0 1 0 0 0,1-1 0 0 0,-1 1-1 0 0,1-1 1 0 0,0 1 0 0 0,0 0-1 0 0,0 0 1 0 0,1-1 0 0 0,-1 1-1 0 0,1 0 1 0 0,1-3 0 0 0,6-8 57 0 0,-1 0-1 0 0,1 1 1 0 0,1 0 0 0 0,1 1 0 0 0,19-18-1 0 0,14-8-19 0 0,2 2 1 0 0,1 2-1 0 0,2 2 0 0 0,92-45 0 0 0,236-83-3542 0 0,-252 111 552 0 0,26-15-2484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8:52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122 527 1201 0 0,'0'2'336'0'0,"0"-1"0"0"0,0 0 0 0 0,0 1 0 0 0,0-1 0 0 0,-1 0 0 0 0,1 1 0 0 0,0-1 0 0 0,-1 0 0 0 0,1 0 0 0 0,-1 1 0 0 0,1-1 0 0 0,-1 0 0 0 0,0 0 0 0 0,1 0 0 0 0,-1 0 0 0 0,-1 1 0 0 0,-28 14 808 0 0,13-8-490 0 0,13 0-441 0 0,4-7-201 0 0,0-1-1 0 0,0 0 1 0 0,0 1-1 0 0,0-1 1 0 0,0 0 0 0 0,0 1-1 0 0,0-1 1 0 0,0 1 0 0 0,0-1-1 0 0,0 0 1 0 0,-1 1-1 0 0,1-1 1 0 0,0 0 0 0 0,0 1-1 0 0,0-1 1 0 0,0 0 0 0 0,-1 1-1 0 0,1-1 1 0 0,0 0-1 0 0,0 1 1 0 0,-1-1 0 0 0,1 0-1 0 0,0 0 1 0 0,-1 1-1 0 0,1-1 1 0 0,0 0 0 0 0,-1 0-1 0 0,1 0 1 0 0,0 0 0 0 0,-1 1-1 0 0,-49 5 710 0 0,49-6-709 0 0,1-1 1 0 0,0 1-1 0 0,0 0 1 0 0,-1 0-1 0 0,1 0 1 0 0,0 0 0 0 0,0 0-1 0 0,-1 0 1 0 0,1 0-1 0 0,0 0 1 0 0,0 0 0 0 0,-1 0-1 0 0,1-1 1 0 0,0 1-1 0 0,0 0 1 0 0,0 0-1 0 0,-1 0 1 0 0,1 0 0 0 0,0-1-1 0 0,0 1 1 0 0,0 0-1 0 0,0 0 1 0 0,0 0-1 0 0,-1-1 1 0 0,1 1 0 0 0,0 0-1 0 0,0 0 1 0 0,0-1-1 0 0,0 1 1 0 0,0 0-1 0 0,0 0 1 0 0,0-1 0 0 0,0 1-1 0 0,0 0 1 0 0,0 0-1 0 0,0-1 1 0 0,0 1-1 0 0,0 0 1 0 0,0 0 0 0 0,0-1-1 0 0,0 1 1 0 0,0 0-1 0 0,0 0 1 0 0,0-1 0 0 0,0 1-1 0 0,1 0 1 0 0,-1 0-1 0 0,0 0 1 0 0,0-1-1 0 0,0 1 1 0 0,0 0 0 0 0,0 0-1 0 0,1 0 1 0 0,-1-1-1 0 0,0 1 1 0 0,0 0-1 0 0,0 0 1 0 0,1 0 0 0 0,-1 0-1 0 0,0 0 1 0 0,0-1-1 0 0,1 1 1 0 0,-1 0-1 0 0,0 0 1 0 0,0 0 0 0 0,1 0-1 0 0,-1 0 1 0 0,0 0-1 0 0,1 0 1 0 0,9-4 170 0 0,0-1 0 0 0,0-1 0 0 0,-1 0 0 0 0,0 0 0 0 0,0 0 0 0 0,14-14 0 0 0,-6-7 337 0 0,21-46 0 0 0,-37 70-495 0 0,0 0 0 0 0,0 1 0 0 0,-1-1 0 0 0,1 0 0 0 0,-1 1 0 0 0,0-1-1 0 0,0 0 1 0 0,0 0 0 0 0,0 1 0 0 0,-1-4 0 0 0,1 4-8 0 0,-1 0 0 0 0,1 0 0 0 0,0 0 0 0 0,0-1 0 0 0,0 1 0 0 0,0 0 1 0 0,0 0-1 0 0,1 0 0 0 0,-1 0 0 0 0,1 0 0 0 0,-1 0 0 0 0,1 0 0 0 0,0 0 0 0 0,-1 0 0 0 0,3-4 0 0 0,15-17 135 0 0,-1-1 0 0 0,28-52 0 0 0,-39 62-130 0 0,0 1 0 0 0,-1-1 0 0 0,0-1 0 0 0,-1 1 0 0 0,-1-1 0 0 0,0 1 0 0 0,-1-1 0 0 0,0-20 0 0 0,-2 34-16 0 0,0-1 0 0 0,0 1 0 0 0,1 0 0 0 0,-1-1 0 0 0,0 1 0 0 0,0 0 0 0 0,1-1 0 0 0,-1 1 0 0 0,1 0 0 0 0,-1-1 0 0 0,1 1 0 0 0,0 0 0 0 0,-1 0 0 0 0,1 0 0 0 0,0 0 0 0 0,0 0 0 0 0,0-1 0 0 0,0 2 0 0 0,0-1 0 0 0,0 0 0 0 0,1-1 0 0 0,0 1-5 0 0,-1 0-1 0 0,0 0 1 0 0,0 0 0 0 0,0 0-1 0 0,1-1 1 0 0,-1 1 0 0 0,0 0-1 0 0,-1-1 1 0 0,1 1 0 0 0,0 0-1 0 0,0-1 1 0 0,-1 1-1 0 0,1-1 1 0 0,0 1 0 0 0,-1-1-1 0 0,0 0 1 0 0,1 1 0 0 0,-1-1-1 0 0,0 1 1 0 0,0-1 0 0 0,0-2-1 0 0,2 2-99 0 0,-1 0-1 0 0,0 0 0 0 0,1 1 0 0 0,-1-1 0 0 0,1 0 0 0 0,-1 1 1 0 0,1-1-1 0 0,0 1 0 0 0,0 0 0 0 0,0-1 0 0 0,0 1 0 0 0,0 0 1 0 0,0 0-1 0 0,0 0 0 0 0,0 0 0 0 0,0 1 0 0 0,0-1 0 0 0,0 0 1 0 0,5 0-1 0 0,20-2-3245 0 0,-26 3 3241 0 0,-1-1 0 0 0,1 1-1 0 0,-1 0 1 0 0,0 0 0 0 0,1 0 0 0 0,-1 0 0 0 0,1 0-1 0 0,-1 0 1 0 0,1 1 0 0 0,-1-1 0 0 0,1 0 0 0 0,-1 0-1 0 0,1 0 1 0 0,-1 0 0 0 0,0 0 0 0 0,1 1 0 0 0,-1-1-1 0 0,1 0 1 0 0,-1 0 0 0 0,0 1 0 0 0,1-1 0 0 0,-1 0-1 0 0,0 1 1 0 0,1-1 0 0 0,-1 0 0 0 0,0 1 0 0 0,0-1-1 0 0,1 0 1 0 0,-1 1 0 0 0,0-1 0 0 0,0 1 0 0 0,0-1-1 0 0,1 1 1 0 0,-21 15-4204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8:52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90 1441 0 0,'0'-7'2001'0'0,"0"-5"-241"0"0,-30 12-239 0 0,30-7-320 0 0,-30 1-161 0 0,30 0 241 0 0,0-2-881 0 0,30 8-160 0 0,0-5-80 0 0,30-1-80 0 0,-30-8-80 0 0,61 9-320 0 0,-31-1-400 0 0,-29-2-881 0 0,29 8-960 0 0,-90 14-721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8:53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1 720 0 0,'0'0'4162'0'0,"-30"7"-2321"0"0,0-1-400 0 0,30 0-241 0 0,0 19 241 0 0,0 33-160 0 0,30-1-801 0 0,0-18-400 0 0,31-8-240 0 0,-31-18-1121 0 0,30 0-1200 0 0,-30-1-1441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8:54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 46 1201 0 0,'5'0'1787'0'0,"15"0"-266"0"0,-15 0 2441 0 0,-10-1-3869 0 0,-12-1-12 0 0,-1 1 0 0 0,1 1 0 0 0,-1 0 0 0 0,1 2-1 0 0,-1 0 1 0 0,1 0 0 0 0,0 2 0 0 0,-25 8 0 0 0,12-3 57 0 0,2 2 0 0 0,-1 1 0 0 0,-44 26 1 0 0,72-37-127 0 0,-1-1 1 0 0,0 1-1 0 0,1 0 1 0 0,-1 0-1 0 0,1 0 1 0 0,-1 0 0 0 0,1 0-1 0 0,0 0 1 0 0,0 0-1 0 0,-1 0 1 0 0,1 0-1 0 0,0 1 1 0 0,0-1 0 0 0,0 1-1 0 0,0-1 1 0 0,0 1-1 0 0,0-1 1 0 0,1 1 0 0 0,-1-1-1 0 0,0 1 1 0 0,1-1-1 0 0,-1 1 1 0 0,1 0-1 0 0,0 0 1 0 0,-1-1 0 0 0,1 1-1 0 0,0 0 1 0 0,0-1-1 0 0,0 1 1 0 0,0 0-1 0 0,1 3 1 0 0,2-1 21 0 0,-1 1 0 0 0,1 0-1 0 0,0-1 1 0 0,0 1 0 0 0,1-1 0 0 0,-1 0 0 0 0,1 0 0 0 0,5 4-1 0 0,3 4 48 0 0,-6-7-62 0 0,-1 0 1 0 0,1 0 0 0 0,0 0 0 0 0,0-1 0 0 0,0 0 0 0 0,1 0 0 0 0,0-1 0 0 0,-1 1 0 0 0,1-1 0 0 0,0-1 0 0 0,1 0 0 0 0,-1 0 0 0 0,0 0 0 0 0,1-1 0 0 0,-1 0-1 0 0,1 0 1 0 0,7-1 0 0 0,5-1 7 0 0,1-1 0 0 0,-1-1 0 0 0,1 0 0 0 0,24-9 0 0 0,-36 9-13 0 0,0-1 0 0 0,0 0 0 0 0,0 0 0 0 0,-1-1 0 0 0,1 0 0 0 0,-1 0 0 0 0,0-1 0 0 0,-1 0-1 0 0,1-1 1 0 0,-1 1 0 0 0,-1-1 0 0 0,9-11 0 0 0,4-3 45 0 0,-16 17-44 0 0,1 0 1 0 0,-1-1-1 0 0,0 0 0 0 0,0 0 0 0 0,0 0 1 0 0,-1 0-1 0 0,1 0 0 0 0,-1 0 0 0 0,-1-1 1 0 0,1 1-1 0 0,-1-1 0 0 0,1-10 0 0 0,-1 13-7 0 0,-1 0 0 0 0,0 0 0 0 0,0 0-1 0 0,0 0 1 0 0,0 0 0 0 0,0 0 0 0 0,-1 1-1 0 0,1-1 1 0 0,-1 0 0 0 0,0 0 0 0 0,0 0 0 0 0,0 1-1 0 0,0-1 1 0 0,-1 1 0 0 0,1-1 0 0 0,-1 1-1 0 0,1-1 1 0 0,-1 1 0 0 0,0 0 0 0 0,0-1 0 0 0,0 1-1 0 0,0 0 1 0 0,0 1 0 0 0,0-1 0 0 0,-5-3-1 0 0,-2 1 30 0 0,1 1 0 0 0,-1 0 0 0 0,0 0 0 0 0,1 1-1 0 0,-1 0 1 0 0,-18-1 0 0 0,25 2-25 0 0,-1 1 0 0 0,0 0 1 0 0,0 0-1 0 0,0 0 0 0 0,1 0 0 0 0,-1 0 0 0 0,0 0 1 0 0,0 1-1 0 0,1 0 0 0 0,-1-1 0 0 0,0 1 0 0 0,1 0 1 0 0,-1 0-1 0 0,1 0 0 0 0,-1 1 0 0 0,1-1 0 0 0,-1 1 1 0 0,1-1-1 0 0,0 1 0 0 0,0 0 0 0 0,0 0 0 0 0,0 0 1 0 0,0 0-1 0 0,0 0 0 0 0,0 0 0 0 0,-1 4 0 0 0,1 0 2 0 0,0 0-1 0 0,1 0 0 0 0,0 0 1 0 0,0 1-1 0 0,0-1 0 0 0,1 0 1 0 0,0 1-1 0 0,0-1 0 0 0,0 0 1 0 0,1 1-1 0 0,0-1 0 0 0,0 0 1 0 0,1 0-1 0 0,0 0 0 0 0,0 0 1 0 0,0 0-1 0 0,1 0 0 0 0,0 0 1 0 0,0-1-1 0 0,0 1 0 0 0,1-1 1 0 0,7 9-1 0 0,100 67 84 0 0,-81-60-47 0 0,-20-13-35 0 0,0-1-1 0 0,-1 2 1 0 0,0-1 0 0 0,0 1-1 0 0,-1 1 1 0 0,0 0 0 0 0,0 0-1 0 0,-1 0 1 0 0,5 12 0 0 0,-11-20-13 0 0,0 1 0 0 0,0-1 0 0 0,-1 0 0 0 0,1 1 1 0 0,-1-1-1 0 0,0 0 0 0 0,0 1 0 0 0,0-1 0 0 0,0 0 1 0 0,0 1-1 0 0,0-1 0 0 0,0 0 0 0 0,-1 1 0 0 0,1-1 1 0 0,-1 0-1 0 0,0 1 0 0 0,0-1 0 0 0,0 0 0 0 0,0 0 1 0 0,0 0-1 0 0,0 0 0 0 0,0 0 0 0 0,-1 0 0 0 0,1 0 1 0 0,-4 3-1 0 0,-3 3 7 0 0,-1 0 0 0 0,0-1 1 0 0,-1 0-1 0 0,-10 6 0 0 0,4-3-6 0 0,-12 9 10 0 0,-1-2-1 0 0,0-2 1 0 0,-1 0 0 0 0,0-2-1 0 0,-2-1 1 0 0,-48 12-1 0 0,59-20 23 0 0,0 0-1 0 0,-1-1 1 0 0,0-1-1 0 0,0 0 0 0 0,0-2 1 0 0,0-1-1 0 0,0-1 1 0 0,1-1-1 0 0,-1 0 1 0 0,-35-12-1 0 0,46 11 7 0 0,0 0 1 0 0,0-1-1 0 0,0 0 0 0 0,-14-11 0 0 0,23 16-38 0 0,1-1-1 0 0,-1 0 1 0 0,0 0 0 0 0,1 0-1 0 0,0 0 1 0 0,-1 0-1 0 0,1 0 1 0 0,0-1-1 0 0,-1 1 1 0 0,1 0 0 0 0,0-1-1 0 0,0 1 1 0 0,0-1-1 0 0,0 1 1 0 0,1-1 0 0 0,-1 0-1 0 0,0 1 1 0 0,1-1-1 0 0,-1 0 1 0 0,1 1-1 0 0,-1-1 1 0 0,1 0 0 0 0,0 0-1 0 0,-1 1 1 0 0,1-1-1 0 0,0 0 1 0 0,1 0 0 0 0,-1 0-1 0 0,0 1 1 0 0,0-1-1 0 0,1 0 1 0 0,-1 0-1 0 0,1 1 1 0 0,-1-1 0 0 0,1 0-1 0 0,0 1 1 0 0,0-1-1 0 0,1-2 1 0 0,10-8-13 0 0,1 1-1 0 0,0 0 1 0 0,1 1 0 0 0,0 1-1 0 0,0 0 1 0 0,1 1-1 0 0,0 0 1 0 0,26-9 0 0 0,96-32-1803 0 0,183-42-1 0 0,-220 66 372 0 0,142-39-2987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8:54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32 4322 0 0,'-7'-5'448'0'0,"0"1"0"0"0,0 1 1 0 0,0-1-1 0 0,0 1 0 0 0,0 0 0 0 0,-1 1 0 0 0,1 0 1 0 0,-1 0-1 0 0,0 1 0 0 0,0-1 0 0 0,1 2 0 0 0,-1-1 1 0 0,0 1-1 0 0,-9 1 617 0 0,17 0-1049 0 0,0-1 0 0 0,0 0 1 0 0,0 0-1 0 0,0 1 0 0 0,0-1 0 0 0,0 0 1 0 0,-1 0-1 0 0,1 1 0 0 0,0-1 0 0 0,0 0 0 0 0,0 0 1 0 0,1 0-1 0 0,-1 1 0 0 0,0-1 0 0 0,0 0 1 0 0,0 0-1 0 0,0 1 0 0 0,0-1 0 0 0,0 0 1 0 0,0 0-1 0 0,0 0 0 0 0,0 1 0 0 0,0-1 0 0 0,1 0 1 0 0,-1 0-1 0 0,0 0 0 0 0,0 1 0 0 0,0-1 1 0 0,0 0-1 0 0,1 0 0 0 0,-1 0 0 0 0,0 0 1 0 0,0 0-1 0 0,0 0 0 0 0,1 1 0 0 0,-1-1 0 0 0,0 0 1 0 0,0 0-1 0 0,1 0 0 0 0,-1 0 0 0 0,0 0 1 0 0,0 0-1 0 0,0 0 0 0 0,1 0 0 0 0,85 33 261 0 0,2-4 0 0 0,1-4 0 0 0,111 16 0 0 0,-151-33-450 0 0,0-3 1 0 0,95-1-1 0 0,-106-7-2463 0 0,73-14 0 0 0,-110 17 2574 0 0,-1 0-1 0 0,0 0 1 0 0,1 0 0 0 0,-1 0-1 0 0,0 0 1 0 0,1 0 0 0 0,-1 0-1 0 0,0 0 1 0 0,1 0 0 0 0,-1 0-1 0 0,0 0 1 0 0,1 0-1 0 0,-1 0 1 0 0,0 0 0 0 0,1 0-1 0 0,-1-1 1 0 0,0 1 0 0 0,1 0-1 0 0,-1 0 1 0 0,0 0 0 0 0,0 0-1 0 0,1-1 1 0 0,-1 1 0 0 0,0 0-1 0 0,0 0 1 0 0,1-1-1 0 0,-1 1 1 0 0,0 0 0 0 0,0-1-1 0 0,0 1 1 0 0,1 0 0 0 0,-1 0-1 0 0,0-1 1 0 0,0 1 0 0 0,0 0-1 0 0,0-1 1 0 0,0 1-1 0 0,0 0 1 0 0,0-1 0 0 0,0-12-2753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8:55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33 5923 0 0,'-30'-5'3121'0'0,"30"-3"-2080"0"0,-31-4-641 0 0,62 5-80 0 0,-1 7 80 0 0,0 7 160 0 0,61-7-159 0 0,29 12 159 0 0,61 26-240 0 0,-36 6-1761 0 0,-24-17-3681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00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1021 180 2001 0 0,'-56'-19'4122'0'0,"55"16"-4030"0"0,0 0 1 0 0,0 0-1 0 0,0 0 1 0 0,0 0 0 0 0,0 0-1 0 0,1 0 1 0 0,-1 0-1 0 0,1 0 1 0 0,0 0-1 0 0,0 0 1 0 0,0 0-1 0 0,0-1 1 0 0,1 1-1 0 0,0-3 1 0 0,-1-3 173 0 0,0 6-229 0 0,0 1 0 0 0,-1 0 0 0 0,1 0 0 0 0,-1 0 0 0 0,1 0 0 0 0,-1 1 1 0 0,0-1-1 0 0,0 0 0 0 0,0 0 0 0 0,0 0 0 0 0,0 1 0 0 0,0-1 0 0 0,0 0 0 0 0,-1 1 0 0 0,1-1 0 0 0,-1 1 1 0 0,1-1-1 0 0,-1 1 0 0 0,0 0 0 0 0,1 0 0 0 0,-4-2 0 0 0,-50-21 719 0 0,21 10-421 0 0,29 5-141 0 0,0 0 93 0 0,-4 7-199 0 0,1 0 0 0 0,-1 0 1 0 0,1 1-1 0 0,-1 1 1 0 0,1 0-1 0 0,-1 0 0 0 0,-12 2 1 0 0,16 3-96 0 0,0 2-40 0 0,3-6 44 0 0,-9 3 21 0 0,-1 2 0 0 0,1 0 1 0 0,0 0-1 0 0,0 1 1 0 0,-11 9-1 0 0,15-7-36 0 0,0 0-23 0 0,0-1-1 0 0,0 0 0 0 0,0 0 0 0 0,-14 10 0 0 0,-41 39-258 0 0,45-40 208 0 0,-1-1 1 0 0,0 0-1 0 0,-22 13 0 0 0,-23 16 123 0 0,44-31-14 0 0,0 0-1 0 0,-26 13 0 0 0,41-25-11 0 0,1 0 0 0 0,-1 1 0 0 0,0-1 1 0 0,1 1-1 0 0,-1 0 0 0 0,1-1 0 0 0,0 2 0 0 0,0-1 0 0 0,-5 7 0 0 0,-13 10-2 0 0,15-8 16 0 0,2 1 28 0 0,-45 53 97 0 0,39-51-119 0 0,0 0 0 0 0,-1 0 1 0 0,-1-1-1 0 0,0-1 0 0 0,-1 0 0 0 0,-16 13 0 0 0,10-13-13 0 0,16-12-9 0 0,1 0 1 0 0,-1 1 0 0 0,1-1-1 0 0,-1 1 1 0 0,1-1 0 0 0,0 1-1 0 0,0 0 1 0 0,-1 0 0 0 0,1 0-1 0 0,1 0 1 0 0,-1 0 0 0 0,0 1-1 0 0,0-1 1 0 0,1 0 0 0 0,-1 1 0 0 0,1-1-1 0 0,0 1 1 0 0,0 0 0 0 0,0-1-1 0 0,0 1 1 0 0,0 0 0 0 0,1 0-1 0 0,-1 0 1 0 0,1-1 0 0 0,0 5-1 0 0,0-6 2 0 0,0 0 0 0 0,0 0 0 0 0,-1 1 0 0 0,1-1 0 0 0,0 0 0 0 0,0 0-1 0 0,-1 0 1 0 0,1 1 0 0 0,0-1 0 0 0,-1 0 0 0 0,1 0 0 0 0,-1 0 0 0 0,0 0 0 0 0,1 0-1 0 0,-1 0 1 0 0,0 0 0 0 0,0 0 0 0 0,1 0 0 0 0,-1-1 0 0 0,0 1 0 0 0,0 0 0 0 0,0 0-1 0 0,-2 0 1 0 0,2 0-3 0 0,0 0-1 0 0,0 0 0 0 0,0-1 0 0 0,0 1 1 0 0,0 0-1 0 0,0 0 0 0 0,0 0 0 0 0,0 0 0 0 0,0 0 1 0 0,0 1-1 0 0,1-1 0 0 0,-1 0 0 0 0,0 0 1 0 0,1 1-1 0 0,-1-1 0 0 0,1 0 0 0 0,0 0 1 0 0,-1 1-1 0 0,1-1 0 0 0,0 1 0 0 0,0-1 0 0 0,-1 0 1 0 0,2 3-1 0 0,-1 178 66 0 0,0-179-70 0 0,0-1 0 0 0,1 1 1 0 0,-1 0-1 0 0,1-1 1 0 0,0 1-1 0 0,0-1 1 0 0,0 0-1 0 0,0 1 0 0 0,1-1 1 0 0,-1 0-1 0 0,1 1 1 0 0,-1-1-1 0 0,1 0 0 0 0,0 0 1 0 0,-1 0-1 0 0,1-1 1 0 0,0 1-1 0 0,0 0 0 0 0,1-1 1 0 0,2 3-1 0 0,19 19 4 0 0,16 67 13 0 0,-35-84-12 0 0,0 1 1 0 0,0-1 0 0 0,0-1-1 0 0,1 1 1 0 0,0-1 0 0 0,0 1-1 0 0,0-2 1 0 0,1 1 0 0 0,0-1-1 0 0,-1 0 1 0 0,2 0 0 0 0,-1-1-1 0 0,0 0 1 0 0,1 0 0 0 0,-1-1-1 0 0,1 0 1 0 0,0 0 0 0 0,0-1-1 0 0,13 1 1 0 0,51 3 89 0 0,86-6 0 0 0,-52-1-36 0 0,-52-1 25 0 0,81-15 0 0 0,-2 0 91 0 0,18-1 134 0 0,-141 17-299 0 0,1-1-1 0 0,-1 1 0 0 0,0-2 0 0 0,19-8 0 0 0,22-8 30 0 0,-50 20-33 0 0,15-4 31 0 0,-1 0 0 0 0,0-1-1 0 0,0-1 1 0 0,-1 0 0 0 0,1-1 0 0 0,20-13 0 0 0,74-56 60 0 0,-23 6 52 0 0,-85 67-133 0 0,1-1 0 0 0,-1 1-1 0 0,0-1 1 0 0,0 1 0 0 0,0-1 0 0 0,-1 1-1 0 0,1-1 1 0 0,-1 1 0 0 0,0-1-1 0 0,0 0 1 0 0,0 1 0 0 0,0-1 0 0 0,-2-6-1 0 0,1-5 50 0 0,0 2-38 0 0,0 9-11 0 0,0-1-1 0 0,1 0 0 0 0,0 1 1 0 0,0-1-1 0 0,0 0 1 0 0,0 1-1 0 0,1-1 1 0 0,-1 1-1 0 0,1-1 1 0 0,0 0-1 0 0,4-8 1 0 0,2 8-11 0 0,-6 4 0 0 0,1 1 1 0 0,-1-1 0 0 0,0 0-1 0 0,0 0 1 0 0,0 1 0 0 0,0-1 0 0 0,0 0-1 0 0,0 0 1 0 0,0 0 0 0 0,0 0-1 0 0,-1 0 1 0 0,1 0 0 0 0,0-1-1 0 0,-1 1 1 0 0,1 0 0 0 0,0 0 0 0 0,-1 0-1 0 0,1-1 1 0 0,-1 1 0 0 0,0 0-1 0 0,1-1 1 0 0,-1 1 0 0 0,0-2 0 0 0,0 2-3 0 0,0 0 1 0 0,0 0-1 0 0,0 0 1 0 0,0-1 0 0 0,1 1-1 0 0,-1 0 1 0 0,0 0 0 0 0,0 0-1 0 0,1 0 1 0 0,-1 0 0 0 0,1 0-1 0 0,-1 0 1 0 0,1 0 0 0 0,0 0-1 0 0,-1 0 1 0 0,1 0-1 0 0,0 0 1 0 0,0 0 0 0 0,-1 1-1 0 0,1-1 1 0 0,0 0 0 0 0,0 0-1 0 0,0 1 1 0 0,0-1 0 0 0,1 0-1 0 0,-1 0 0 0 0,0 1 0 0 0,0-1 0 0 0,0 1 0 0 0,0-1 0 0 0,0 0-1 0 0,0 1 1 0 0,0-1 0 0 0,-1 0 0 0 0,1 0 0 0 0,0 1 0 0 0,-1-1 0 0 0,1 0 0 0 0,0 0-1 0 0,-1 0 1 0 0,1 0 0 0 0,-1 0 0 0 0,1 0 0 0 0,-1 0 0 0 0,0 0 0 0 0,1 0 0 0 0,-1 0-1 0 0,0-1 1 0 0,0 1 0 0 0,0 0 0 0 0,0-1 0 0 0,0 1 0 0 0,0 0 0 0 0,0 0 0 0 0,0 0 0 0 0,1 0 0 0 0,-1 0 0 0 0,0 0 0 0 0,0 0 0 0 0,1 0 0 0 0,-1 0 0 0 0,1 0 0 0 0,-1 0 0 0 0,1 0 0 0 0,-1 1 0 0 0,1-1 0 0 0,-1 0 0 0 0,1 0 0 0 0,0 1 0 0 0,-1-1 0 0 0,1 0 0 0 0,0 1 0 0 0,0-1 0 0 0,-1 0 0 0 0,1 1 0 0 0,2-1 0 0 0,-2 0 0 0 0,0 0 0 0 0,0 1 0 0 0,0-1 0 0 0,0 0 0 0 0,0 0 0 0 0,0 0 0 0 0,0 0 0 0 0,0 1 0 0 0,0-1 0 0 0,0 0 0 0 0,-1-1 0 0 0,1 1 0 0 0,0 0 0 0 0,-1 0 0 0 0,1 0 0 0 0,-1 0 0 0 0,1 0 0 0 0,-1-1 0 0 0,1 1 0 0 0,-1 0 0 0 0,0-1 0 0 0,0 1 0 0 0,0 0 0 0 0,0 0 0 0 0,0-2 0 0 0,1 1 0 0 0,-1 0 0 0 0,0 0-1 0 0,0 0 1 0 0,0 0 0 0 0,0 0 0 0 0,0 0 0 0 0,0 0-1 0 0,0 0 1 0 0,-1 0 0 0 0,1 0 0 0 0,-1 1 0 0 0,0-1 0 0 0,1 0-1 0 0,-1 0 1 0 0,0 0 0 0 0,0 1 0 0 0,0-1 0 0 0,0 0 0 0 0,0 1-1 0 0,0-1 1 0 0,-1 1 0 0 0,1 0 0 0 0,-1-1 0 0 0,-2-1 0 0 0,-3-3-9 0 0,7 5 6 0 0,-1 1 0 0 0,0-1 0 0 0,1 0 0 0 0,-1 1 0 0 0,1-1 0 0 0,-1 0 0 0 0,1 0 0 0 0,0 0 0 0 0,-1 1 0 0 0,1-1 0 0 0,0 0 0 0 0,0 0 0 0 0,-1 0 1 0 0,1 0-1 0 0,0 1 0 0 0,0-1 0 0 0,0 0 0 0 0,0 0 0 0 0,0-1 0 0 0,-4-13-5 0 0,-7 1 8 0 0,3 6 4 0 0,1 0-1 0 0,0-1 0 0 0,-10-18 0 0 0,-18-61 51 0 0,-21-10-121 0 0,51 90 89 0 0,-1 0 0 0 0,0 0 0 0 0,0 1 1 0 0,-1 0-1 0 0,1 1 0 0 0,-2-1 0 0 0,1 1 1 0 0,-1 0-1 0 0,0 1 0 0 0,0 0 0 0 0,-10-5 0 0 0,-8-6 5 0 0,19 12-152 0 0,0 0-1 0 0,0 0 1 0 0,0 0-1 0 0,-1 1 1 0 0,1 0-1 0 0,-1 1 1 0 0,1 0-1 0 0,-1 0 1 0 0,0 0-1 0 0,0 1 1 0 0,0 0-1 0 0,0 1 1 0 0,0-1-1 0 0,0 2 1 0 0,0-1-1 0 0,0 1 1 0 0,0 0-1 0 0,0 1 1 0 0,0 0 0 0 0,1 0-1 0 0,-1 1 1 0 0,1 0-1 0 0,-1 0 1 0 0,1 0-1 0 0,0 1 1 0 0,-12 9-1 0 0,-36 34-4063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06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32 240 0 0,'8'-3'802'0'0,"-7"3"-650"0"0,0 0 1 0 0,0 0 0 0 0,0 0 0 0 0,0 0 0 0 0,0-1 0 0 0,0 1 0 0 0,0 0 0 0 0,0-1 0 0 0,0 1 0 0 0,0-1 0 0 0,0 1 0 0 0,0-1 0 0 0,-1 0 0 0 0,1 1 0 0 0,0-1 0 0 0,0 0 0 0 0,0 1 0 0 0,-1-1 0 0 0,1 0 0 0 0,-1 0 0 0 0,1 0 0 0 0,0 1-1 0 0,-1-1 1 0 0,0 0 0 0 0,1 0 0 0 0,-1 0 0 0 0,1 0 0 0 0,-1 0 0 0 0,0 0 0 0 0,0 0 0 0 0,1-2 0 0 0,-1 2-91 0 0,0 1 0 0 0,1-1 0 0 0,-1 1-1 0 0,1 0 1 0 0,-1-1 0 0 0,1 1 0 0 0,-1-1 0 0 0,0 1-1 0 0,1 0 1 0 0,0-1 0 0 0,-1 1 0 0 0,1 0 0 0 0,-1-1 0 0 0,1 1-1 0 0,-1 0 1 0 0,1 0 0 0 0,0 0 0 0 0,-1 0 0 0 0,1-1 0 0 0,-1 1-1 0 0,1 0 1 0 0,0 0 0 0 0,-1 0 0 0 0,1 0 0 0 0,-1 0 0 0 0,1 0-1 0 0,0 1 1 0 0,-1-1 0 0 0,1 0 0 0 0,1 1 0 0 0,0-2 289 0 0,-17 1 369 0 0,10 0-226 0 0,4 1-466 0 0,0 0 0 0 0,0-1-1 0 0,1 1 1 0 0,-1-1 0 0 0,0 1 0 0 0,0-1 0 0 0,0 1 0 0 0,0-1 0 0 0,0 1 0 0 0,0-1 0 0 0,0 0 0 0 0,0 1 0 0 0,0-1 0 0 0,0 0 0 0 0,0 0 0 0 0,0 0-1 0 0,0 0 1 0 0,0 0 0 0 0,0 0 0 0 0,0 0 0 0 0,0 0 0 0 0,0 0 0 0 0,0 0 0 0 0,-1-1 0 0 0,2 1 21 0 0,-6 1 31 0 0,6 3 13 0 0,0-3 134 0 0,-5-2-134 0 0,-2 0-43 0 0,-1 0 0 0 0,0 0 0 0 0,0 1 0 0 0,0 1 0 0 0,0-1 0 0 0,1 1 0 0 0,-1 0 0 0 0,0 1-1 0 0,0 0 1 0 0,1 0 0 0 0,-1 1 0 0 0,1 0 0 0 0,0 0 0 0 0,0 1 0 0 0,0-1 0 0 0,0 2 0 0 0,1-1 0 0 0,0 1 0 0 0,-1 0 0 0 0,2 0-1 0 0,-1 0 1 0 0,1 1 0 0 0,-1 0 0 0 0,2 0 0 0 0,-1 1 0 0 0,1-1 0 0 0,0 1 0 0 0,0 0 0 0 0,0 0 0 0 0,-3 12 0 0 0,6-17-42 0 0,1 0 1 0 0,-1 1 0 0 0,1-1 0 0 0,0 1 0 0 0,-1-1 0 0 0,1 1 0 0 0,0-1 0 0 0,0 0-1 0 0,0 1 1 0 0,1-1 0 0 0,-1 1 0 0 0,1-1 0 0 0,-1 0 0 0 0,1 1 0 0 0,0-1 0 0 0,0 0-1 0 0,0 1 1 0 0,0-1 0 0 0,0 0 0 0 0,0 0 0 0 0,1 0 0 0 0,1 2 0 0 0,6 12 53 0 0,0 4 5 0 0,-8-17-61 0 0,0 0 0 0 0,0 0 1 0 0,0-1-1 0 0,0 1 0 0 0,0 0 1 0 0,1-1-1 0 0,-1 1 0 0 0,1-1 0 0 0,0 0 1 0 0,0 1-1 0 0,0-1 0 0 0,0 0 1 0 0,0 0-1 0 0,0 0 0 0 0,1-1 1 0 0,3 3-1 0 0,9 6 14 0 0,1-1 1 0 0,1-1 0 0 0,0 0-1 0 0,25 8 1 0 0,-34-14-28 0 0,1 0 0 0 0,-1 0 0 0 0,1 0 0 0 0,0-1 1 0 0,-1-1-1 0 0,1 1 0 0 0,0-2 0 0 0,0 1 0 0 0,-1-1 0 0 0,1 0 0 0 0,0-1 0 0 0,11-3 0 0 0,-10 1 33 0 0,0 0 0 0 0,0 0 0 0 0,0-1 0 0 0,-1 0-1 0 0,1-1 1 0 0,-1 0 0 0 0,-1 0 0 0 0,1-1 0 0 0,-1 0 0 0 0,0 0-1 0 0,-1-1 1 0 0,1 0 0 0 0,-2-1 0 0 0,1 1 0 0 0,9-19 0 0 0,14-41 441 0 0,-28 63-372 0 0,0-1 1 0 0,-1 1-1 0 0,0-1 1 0 0,0 0-1 0 0,0 1 1 0 0,-1-1 0 0 0,0 0-1 0 0,0 1 1 0 0,-2-12-1 0 0,1-5 377 0 0,1 22-463 0 0,0-1 0 0 0,0 1 1 0 0,0-1-1 0 0,0 1 0 0 0,0-1 1 0 0,0 1-1 0 0,0-1 0 0 0,-1 1 0 0 0,1 0 1 0 0,0-1-1 0 0,0 1 0 0 0,0-1 1 0 0,-1 1-1 0 0,1-1 0 0 0,0 1 0 0 0,0 0 1 0 0,-1-1-1 0 0,1 1 0 0 0,0 0 0 0 0,-1-1 1 0 0,1 1-1 0 0,-1 0 0 0 0,1 0 1 0 0,0-1-1 0 0,-1 1 0 0 0,1 0 0 0 0,-1 0 1 0 0,1-1-1 0 0,-1 1 0 0 0,1 0 1 0 0,0 0-1 0 0,-1 0 0 0 0,1 0 0 0 0,-1 0 1 0 0,1 0-1 0 0,-1 0 0 0 0,1 0 1 0 0,-1 0-1 0 0,0 0 0 0 0,0 0-1 0 0,0 0-1 0 0,1 0 1 0 0,-1 0 0 0 0,1 0-1 0 0,-1 0 1 0 0,0 0 0 0 0,1 0 0 0 0,-1 0-1 0 0,0 0 1 0 0,1-1 0 0 0,-1 1-1 0 0,1 0 1 0 0,-1 0 0 0 0,0-1-1 0 0,1 1 1 0 0,-1 0 0 0 0,1-1-1 0 0,-1 1 1 0 0,1-1 0 0 0,-1 1-1 0 0,1 0 1 0 0,-1-1 0 0 0,1 1-1 0 0,0-1 1 0 0,-1 0 0 0 0,1 1-1 0 0,0-1 1 0 0,-1 1 0 0 0,1-1-1 0 0,0 1 1 0 0,-1-1 0 0 0,1 0-1 0 0,0 1 1 0 0,0-1 0 0 0,0 0-1 0 0,0 1 1 0 0,0-1 0 0 0,0 0-1 0 0,0 1 1 0 0,0-1 0 0 0,0 0 0 0 0,5-3-49 0 0,15 4 15 0 0,-14 8-44 0 0,-7-3 73 0 0,1-2 4 0 0,0 0 1 0 0,-1 1-1 0 0,1-1 0 0 0,-1 0 0 0 0,0 0 0 0 0,0 0 1 0 0,0 0-1 0 0,0 0 0 0 0,-1 0 0 0 0,1 0 1 0 0,-1 0-1 0 0,-3 4 0 0 0,-9 18 59 0 0,8-12-33 0 0,1 1 0 0 0,0 0 0 0 0,1 0 0 0 0,-4 24 0 0 0,7-34-25 0 0,1 0 0 0 0,-1 1 1 0 0,1-1-1 0 0,0 1 0 0 0,1-1 0 0 0,-1 1 1 0 0,1-1-1 0 0,0 1 0 0 0,0-1 1 0 0,0 0-1 0 0,0 1 0 0 0,1-1 0 0 0,0 0 1 0 0,0 0-1 0 0,0 0 0 0 0,0 0 1 0 0,1 0-1 0 0,-1-1 0 0 0,1 1 0 0 0,0-1 1 0 0,5 5-1 0 0,2 0 24 0 0,0-1-1 0 0,1-1 1 0 0,0 1 0 0 0,0-2 0 0 0,1 0-1 0 0,-1 0 1 0 0,24 6 0 0 0,-3-4-46 0 0,66 8 1 0 0,-57-14 9 0 0,0 0 1 0 0,0-3 0 0 0,0-1 0 0 0,-1-3-1 0 0,0-1 1 0 0,0-1 0 0 0,67-25-1 0 0,-55 14-1063 0 0,79-44 0 0 0,-85 37-2154 0 0,68-52-1 0 0,-94 62-567 0 0,30-34 1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06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2401 0 0,'30'-6'2561'0'0,"-60"6"-400"0"0,30 6-320 0 0,0 8-160 0 0,0-1-240 0 0,30-1-401 0 0,0 12-240 0 0,1-10-239 0 0,29-1-321 0 0,-30-7-240 0 0,0-6-480 0 0,1 0-401 0 0,29 0-640 0 0,-30-6-1120 0 0,-30-1-560 0 0,30 1 159 0 0,-30 0 321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07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4402 0 0,'0'0'4642'0'0,"0"6"-2641"0"0,0 0-1281 0 0,61 7-480 0 0,-1 12-1600 0 0,31 0-2162 0 0,-61-17-239 0 0,0-8 639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07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213 283 4082 0 0,'0'-6'913'0'0,"0"-1"0"0"0,1 1 0 0 0,0-1 0 0 0,0 1-1 0 0,4-10 1 0 0,17-30 666 0 0,38-36-2313 0 0,-40 57 1442 0 0,40-44-148 0 0,-60 68-555 0 0,1 0 1 0 0,-1 0-1 0 0,1 1 1 0 0,-1-1-1 0 0,1 0 1 0 0,0 0-1 0 0,-1 1 0 0 0,1-1 1 0 0,0 0-1 0 0,0 1 1 0 0,0-1-1 0 0,-1 1 1 0 0,1-1-1 0 0,0 1 0 0 0,0-1 1 0 0,0 1-1 0 0,0 0 1 0 0,0-1-1 0 0,0 1 1 0 0,0 0-1 0 0,0 0 0 0 0,0 0 1 0 0,0 0-1 0 0,0 0 1 0 0,0 0-1 0 0,0 0 1 0 0,0 0-1 0 0,0 0 0 0 0,0 0 1 0 0,1 1-1 0 0,1-1 14 0 0,-3 0-17 0 0,-1 0 1 0 0,1 1 0 0 0,0-1 0 0 0,0 0-1 0 0,0 0 1 0 0,0 0 0 0 0,-1 0-1 0 0,1 0 1 0 0,0 0 0 0 0,0 0 0 0 0,0 0-1 0 0,0 0 1 0 0,-1 1 0 0 0,1-1-1 0 0,0 0 1 0 0,0 0 0 0 0,0 0 0 0 0,0 0-1 0 0,0 0 1 0 0,0 1 0 0 0,0-1-1 0 0,0 0 1 0 0,-1 0 0 0 0,1 0 0 0 0,0 0-1 0 0,0 1 1 0 0,0-1 0 0 0,0 0-1 0 0,0 0 1 0 0,0 0 0 0 0,0 0-1 0 0,0 1 1 0 0,0-1 0 0 0,0 0 0 0 0,0 0-1 0 0,0 0 1 0 0,0 1 0 0 0,0-1-1 0 0,0 0 1 0 0,0 0 0 0 0,0 0 0 0 0,1 0-1 0 0,-1 1 1 0 0,0-1 0 0 0,0 0-1 0 0,0 0 1 0 0,0 0 0 0 0,0 0 0 0 0,0 0-1 0 0,0 1 1 0 0,1-1 0 0 0,-1 0-1 0 0,0 0 1 0 0,0 0 0 0 0,0 0 0 0 0,0 0-1 0 0,0 0 1 0 0,1 0 0 0 0,-1 0-1 0 0,0 1 1 0 0,0-1 0 0 0,0 0-1 0 0,1 0 1 0 0,-3 1 17 0 0,1 0-1 0 0,-1 0 1 0 0,0 0-1 0 0,1 0 1 0 0,0 0-1 0 0,-1 0 1 0 0,1 1-1 0 0,0-1 1 0 0,0 0-1 0 0,0 1 1 0 0,-1-1-1 0 0,2 1 1 0 0,-1 0-1 0 0,-1 1 1 0 0,-17 30 247 0 0,-66 68 243 0 0,14-19-193 0 0,40-42-183 0 0,2 1-1 0 0,-32 59 1 0 0,21-14-121 0 0,19-55-48 0 0,17-26-14 0 0,0 0 1 0 0,1 1-1 0 0,-1-1 1 0 0,1 1-1 0 0,0 0 0 0 0,1 0 1 0 0,-1 0-1 0 0,1 0 0 0 0,0 1 1 0 0,1-1-1 0 0,-1 0 1 0 0,0 14-1 0 0,2-18-65 0 0,0 0 1 0 0,0 0-1 0 0,0 0 1 0 0,0 0-1 0 0,0 0 1 0 0,0 1-1 0 0,1-1 1 0 0,-1 0-1 0 0,1 0 1 0 0,-1 0-1 0 0,1 0 1 0 0,1 2-1 0 0,-1-3 5 0 0,0 0-1 0 0,1-1 1 0 0,-1 1-1 0 0,0-1 1 0 0,0 1-1 0 0,1-1 1 0 0,-1 1-1 0 0,1-1 1 0 0,-1 1-1 0 0,0-1 1 0 0,1 0-1 0 0,-1 0 1 0 0,1 0-1 0 0,-1 0 1 0 0,0 0-1 0 0,1 0 1 0 0,-1 0-1 0 0,1-1 1 0 0,-1 1-1 0 0,2-1 1 0 0,4 0-313 0 0,-1 0-1 0 0,1-1 1 0 0,-1 1-1 0 0,1-2 1 0 0,11-4-1 0 0,-14 4-23 0 0,1-1-1 0 0,-1 1 0 0 0,0-1 0 0 0,0 0 0 0 0,0 0 0 0 0,-1 0 0 0 0,4-5 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08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548 0 1761 0 0,'-10'1'2041'0'0,"-28"2"-590"0"0,9-1-633 0 0,0 1 0 0 0,0 1-1 0 0,-52 14 1 0 0,48-7-471 0 0,1 2 0 0 0,0 1-1 0 0,-52 32 1 0 0,69-36-312 0 0,1 0-1 0 0,0 1 1 0 0,0 1 0 0 0,1 0 0 0 0,1 1-1 0 0,0 0 1 0 0,1 1 0 0 0,0 0-1 0 0,-9 17 1 0 0,18-29-19 0 0,1 1-1 0 0,-1-1 1 0 0,1 1-1 0 0,-1 0 1 0 0,1-1-1 0 0,0 1 1 0 0,0 0-1 0 0,0 0 1 0 0,0 0-1 0 0,1 0 1 0 0,-1 0-1 0 0,1 0 1 0 0,0 0-1 0 0,0 0 1 0 0,0 0 0 0 0,0 0-1 0 0,0 0 1 0 0,1 0-1 0 0,-1 0 1 0 0,1 0-1 0 0,0 0 1 0 0,0 0-1 0 0,1 3 1 0 0,1-3-7 0 0,-1 0 0 0 0,1 0 0 0 0,0 0 0 0 0,0-1 0 0 0,0 1 0 0 0,0-1 0 0 0,1 0 0 0 0,-1 1 0 0 0,1-2 0 0 0,-1 1 0 0 0,1 0 0 0 0,0-1 0 0 0,0 1 0 0 0,7 1 0 0 0,13 1 12 0 0,0 0 0 0 0,1-2-1 0 0,-1-1 1 0 0,31-2 0 0 0,-55 1-19 0 0,25-2 8 0 0,0-1 1 0 0,0-2 0 0 0,-1 0 0 0 0,0-2 0 0 0,0 0 0 0 0,-1-2-1 0 0,32-16 1 0 0,-29 12 33 0 0,-1-1-1 0 0,-1-1 0 0 0,0-1 1 0 0,0-2-1 0 0,36-35 0 0 0,-56 49-32 0 0,0-1-1 0 0,-1 1 0 0 0,0-1 0 0 0,1 0 1 0 0,-1 0-1 0 0,-1 0 0 0 0,1 0 0 0 0,-1-1 1 0 0,0 1-1 0 0,0-1 0 0 0,-1 1 0 0 0,1-1 1 0 0,-1 0-1 0 0,0-7 0 0 0,-1 10-58 0 0,0 1-1 0 0,0-1 0 0 0,0 1 1 0 0,-1-1-1 0 0,1 1 1 0 0,-1-1-1 0 0,0 1 0 0 0,0-1 1 0 0,0 1-1 0 0,0 0 1 0 0,0-1-1 0 0,0 1 0 0 0,-1 0 1 0 0,1 0-1 0 0,-1 0 1 0 0,1 0-1 0 0,-1 0 0 0 0,0 0 1 0 0,0 1-1 0 0,0-1 1 0 0,0 0-1 0 0,0 1 0 0 0,0-1 1 0 0,0 1-1 0 0,0 0 1 0 0,-1 0-1 0 0,1 0 0 0 0,0 0 1 0 0,-1 0-1 0 0,1 1 1 0 0,-1-1-1 0 0,1 1 0 0 0,-1-1 1 0 0,-3 1-1 0 0,-49-1-1712 0 0,-5 6-1427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08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12 1040 0 0,'0'0'99'0'0,"0"0"0"0"0,0-1-1 0 0,0 1 1 0 0,0-1-1 0 0,-1 1 1 0 0,1-1-1 0 0,0 1 1 0 0,0-1 0 0 0,-1 1-1 0 0,1 0 1 0 0,0-1-1 0 0,-1 1 1 0 0,1 0-1 0 0,0-1 1 0 0,-1 1-1 0 0,1 0 1 0 0,0-1 0 0 0,-1 1-1 0 0,1 0 1 0 0,-1 0-1 0 0,1 0 1 0 0,-1-1-1 0 0,1 1 1 0 0,0 0-1 0 0,-1 0 1 0 0,1 0 0 0 0,-1 0-1 0 0,0 0 1 0 0,-29-3 2472 0 0,25 3-2369 0 0,-96 5 3677 0 0,101-5-3833 0 0,0 0-1 0 0,0 0 0 0 0,-1 0 0 0 0,1 0 0 0 0,0 0 0 0 0,-1 1 0 0 0,1-1 1 0 0,0 0-1 0 0,0 0 0 0 0,-1 0 0 0 0,1 0 0 0 0,0 1 0 0 0,0-1 0 0 0,0 0 0 0 0,-1 0 1 0 0,1 1-1 0 0,0-1 0 0 0,0 0 0 0 0,0 0 0 0 0,-1 1 0 0 0,1-1 0 0 0,0 0 1 0 0,0 1-1 0 0,0-1 0 0 0,0 0 0 0 0,0 1 0 0 0,0-1 0 0 0,0 0 0 0 0,0 1 0 0 0,0-1 1 0 0,0 0-1 0 0,0 0 0 0 0,0 1 0 0 0,0-1 0 0 0,0 0 0 0 0,0 1 0 0 0,0-1 0 0 0,0 0 1 0 0,0 1-1 0 0,1-1 0 0 0,-1 0 0 0 0,0 0 0 0 0,0 1 0 0 0,0-1 0 0 0,0 0 1 0 0,1 0-1 0 0,-1 1 0 0 0,0-1 0 0 0,0 0 0 0 0,0 0 0 0 0,1 1 0 0 0,-1-1 0 0 0,0 0 1 0 0,1 0-1 0 0,-1 0 0 0 0,0 0 0 0 0,0 0 0 0 0,1 1 0 0 0,-1-1 0 0 0,32 13 127 0 0,0-2 0 0 0,1 0 0 0 0,0-3 0 0 0,1 0 0 0 0,48 3 0 0 0,-51-8-1174 0 0,0-3 0 0 0,37-3 0 0 0,-45 1-612 0 0,0-2 0 0 0,0 0 0 0 0,30-11 0 0 0,-18-3-1614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09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689 33 1040 0 0,'0'-1'60'0'0,"0"1"-1"0"0,0-1 0 0 0,0 0 0 0 0,0 1 1 0 0,0-1-1 0 0,0 1 0 0 0,0-1 0 0 0,0 0 1 0 0,0 1-1 0 0,0-1 0 0 0,1 1 0 0 0,-1-1 1 0 0,0 0-1 0 0,0 1 0 0 0,1-1 0 0 0,-1 1 1 0 0,0-1-1 0 0,1 1 0 0 0,-1-1 0 0 0,1 1 1 0 0,-1 0-1 0 0,0-1 0 0 0,1 1 0 0 0,-1-1 1 0 0,1 1-1 0 0,-1 0 0 0 0,1-1 0 0 0,0 1 1 0 0,-1 0-1 0 0,1 0 0 0 0,-1-1 0 0 0,1 1 1 0 0,-1 0-1 0 0,1 0 0 0 0,0 0 0 0 0,-1 0 1 0 0,1 0-1 0 0,-1 0 0 0 0,2 0 0 0 0,-2 0 24 0 0,1 0-1 0 0,0 0 0 0 0,-1 0 0 0 0,1 0 0 0 0,-1 0 0 0 0,1 0 1 0 0,0-1-1 0 0,-1 1 0 0 0,1 0 0 0 0,-1 0 0 0 0,1 0 0 0 0,-1-1 0 0 0,1 1 1 0 0,-1 0-1 0 0,1 0 0 0 0,-1-1 0 0 0,1 1 0 0 0,-1-1 0 0 0,1 1 0 0 0,-1 0 1 0 0,1-1-1 0 0,-1 1 0 0 0,0-1 0 0 0,1 1 0 0 0,-1-1 0 0 0,0 1 0 0 0,1-1 1 0 0,-1 1-1 0 0,0-1 0 0 0,0 0 0 0 0,0 1 0 0 0,1-1 0 0 0,-1 1 1 0 0,0-1-1 0 0,0 1 0 0 0,0-1 0 0 0,0 0 0 0 0,0 1 0 0 0,0-2 0 0 0,0 1 319 0 0,-44 4 135 0 0,0 2 0 0 0,0 2 0 0 0,1 1 1 0 0,-48 17-1 0 0,52-8-383 0 0,0 2 1 0 0,1 2 0 0 0,1 2 0 0 0,-55 42-1 0 0,40-28-121 0 0,40-27-15 0 0,0 0 0 0 0,1 1 0 0 0,-16 17 1 0 0,-6 7 113 0 0,29-32-122 0 0,2-1-11 0 0,0-1-1 0 0,0 1 1 0 0,0 0 0 0 0,0-1 0 0 0,1 1 0 0 0,-1 0-1 0 0,0 0 1 0 0,1 0 0 0 0,-1 0 0 0 0,1 1-1 0 0,0-1 1 0 0,0 0 0 0 0,0 1 0 0 0,0-1 0 0 0,0 0-1 0 0,0 1 1 0 0,1-1 0 0 0,-1 1 0 0 0,1-1 0 0 0,0 1-1 0 0,0 3 1 0 0,-1-4 1 0 0,1 0 0 0 0,0 1 0 0 0,0-1 0 0 0,-1 1 0 0 0,1-1 0 0 0,-1 0 0 0 0,0 1 0 0 0,0-1 0 0 0,0 0 1 0 0,0 0-1 0 0,0 0 0 0 0,0 0 0 0 0,-1 0 0 0 0,1 0 0 0 0,-3 2 0 0 0,3-2 2 0 0,-1 0 0 0 0,1 0 0 0 0,-1 0 0 0 0,1 0 0 0 0,0 0 0 0 0,0 0-1 0 0,0 0 1 0 0,0 0 0 0 0,0 0 0 0 0,0 1 0 0 0,1-1 0 0 0,-1 0 0 0 0,1 1 0 0 0,0-1 0 0 0,-1 3 0 0 0,1-4 6 0 0,1 1 0 0 0,-1-1 0 0 0,0 1 1 0 0,0-1-1 0 0,1 1 0 0 0,-1-1 0 0 0,1 1 0 0 0,0-1 0 0 0,-1 1 0 0 0,1-1 0 0 0,0 0 0 0 0,0 1 0 0 0,-1-1 0 0 0,1 0 0 0 0,0 0 0 0 0,0 0 0 0 0,1 0 1 0 0,-1 0-1 0 0,0 0 0 0 0,0 0 0 0 0,2 1 0 0 0,2 1 7 0 0,0 0-1 0 0,0-1 1 0 0,0 0 0 0 0,0 0 0 0 0,0-1 0 0 0,8 2 0 0 0,1 0-49 0 0,1-1 1 0 0,0-1-1 0 0,-1 0 1 0 0,18-2-1 0 0,-1-5 22 0 0,-27 5 53 0 0,1-1 0 0 0,0 1 0 0 0,-1-1 0 0 0,1 0 0 0 0,-1 0 0 0 0,1 0 0 0 0,-1 0 0 0 0,0-1 0 0 0,0 0 0 0 0,0 0 0 0 0,0 0 0 0 0,-1 0 0 0 0,1-1 0 0 0,-1 1 0 0 0,0-1 0 0 0,0 0 0 0 0,0 0 0 0 0,0 0 0 0 0,-1 0 0 0 0,1-1 0 0 0,-1 1 0 0 0,0 0 0 0 0,-1-1 0 0 0,1 0 0 0 0,-1 0 0 0 0,0 1 0 0 0,1-9 0 0 0,-2 11-22 0 0,0 0 0 0 0,-1 0 0 0 0,1 0 0 0 0,-1 1 0 0 0,0-1-1 0 0,1 0 1 0 0,-1 0 0 0 0,0 0 0 0 0,0 1 0 0 0,0-1 0 0 0,0 0 0 0 0,0 1-1 0 0,-1-1 1 0 0,1 1 0 0 0,0-1 0 0 0,-1 1 0 0 0,1 0 0 0 0,-1 0-1 0 0,1 0 1 0 0,-1-1 0 0 0,0 1 0 0 0,1 1 0 0 0,-1-1 0 0 0,0 0-1 0 0,0 0 1 0 0,1 1 0 0 0,-1-1 0 0 0,0 1 0 0 0,0-1 0 0 0,0 1-1 0 0,0 0 1 0 0,0 0 0 0 0,-2 0 0 0 0,-7-1-161 0 0,0 0 1 0 0,0 1-1 0 0,0 1 0 0 0,-14 1 1 0 0,12 0-859 0 0,-1 1 1 0 0,1 0-1 0 0,0 1 1 0 0,-24 10-1 0 0,2 5-4374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11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86 115 1040 0 0,'-85'0'5710'0'0,"85"0"-5677"0"0,0 0 1 0 0,0 0-1 0 0,1 0 1 0 0,-1-1-1 0 0,0 1 1 0 0,0 0-1 0 0,0 0 1 0 0,0 0-1 0 0,0 0 1 0 0,0 0-1 0 0,1-1 1 0 0,-1 1-1 0 0,0 0 0 0 0,0 0 1 0 0,0 0-1 0 0,0 0 1 0 0,0-1-1 0 0,0 1 1 0 0,0 0-1 0 0,0 0 1 0 0,0 0-1 0 0,0 0 1 0 0,0-1-1 0 0,0 1 1 0 0,0 0-1 0 0,0 0 1 0 0,0 0-1 0 0,0-1 1 0 0,0 1-1 0 0,0 0 1 0 0,0 0-1 0 0,0 0 1 0 0,0-1-1 0 0,0 1 1 0 0,0 0-1 0 0,0 0 0 0 0,0 0 1 0 0,0 0-1 0 0,0-1 1 0 0,0 1-1 0 0,-1 0 1 0 0,1 0-1 0 0,0 0 1 0 0,0 0-1 0 0,0 0 1 0 0,0-1-1 0 0,0 1 1 0 0,-1 0-1 0 0,1 0 1 0 0,0 0-1 0 0,5-3 20 0 0,0-1 0 0 0,0 1-1 0 0,-1-1 1 0 0,1 0 0 0 0,-1-1-1 0 0,5-5 1 0 0,-5 4-44 0 0,1 1 0 0 0,0 0 0 0 0,0 1 0 0 0,0-1 0 0 0,0 1 0 0 0,1 0-1 0 0,7-4 1 0 0,-6 5 27 0 0,-6 3-26 0 0,0 0 0 0 0,0-1 1 0 0,0 1-1 0 0,0 0 0 0 0,1-1 0 0 0,-1 1 1 0 0,0-1-1 0 0,0 1 0 0 0,0-1 0 0 0,0 1 0 0 0,0-1 1 0 0,0 0-1 0 0,0 0 0 0 0,-1 1 0 0 0,1-1 1 0 0,0 0-1 0 0,0 0 0 0 0,0 0 0 0 0,-1 0 1 0 0,1 0-1 0 0,-1 0 0 0 0,1 0 0 0 0,-1 0 1 0 0,1 0-1 0 0,-1 0 0 0 0,1 0 0 0 0,-1-1 1 0 0,0 1-1 0 0,0 0 0 0 0,0 0 0 0 0,1 0 1 0 0,-1-2-1 0 0,-5 3 83 0 0,4-1-81 0 0,0 1-3 0 0,0 0 1 0 0,0 0-1 0 0,0 0 0 0 0,0 0 0 0 0,-1 0 0 0 0,1 0 0 0 0,0 0 1 0 0,0 0-1 0 0,0 0 0 0 0,0 0 0 0 0,0 0 0 0 0,-1 1 0 0 0,1-1 0 0 0,0 0 1 0 0,0 1-1 0 0,0-1 0 0 0,0 1 0 0 0,0-1 0 0 0,0 1 0 0 0,0 0 1 0 0,-1 0-1 0 0,2 0-7 0 0,0-1-1 0 0,0 1 1 0 0,0-1 0 0 0,0 1 0 0 0,0-1 0 0 0,0 0 0 0 0,-1 1 0 0 0,1-1-1 0 0,0 1 1 0 0,0-1 0 0 0,0 0 0 0 0,-1 1 0 0 0,1-1 0 0 0,0 0 0 0 0,-1 1-1 0 0,1-1 1 0 0,0 0 0 0 0,-1 1 0 0 0,1-1 0 0 0,0 0 0 0 0,-1 1 0 0 0,1-1-1 0 0,0 0 1 0 0,-1 0 0 0 0,1 0 0 0 0,-1 0 0 0 0,1 1 0 0 0,-1-1-1 0 0,1 0 1 0 0,-1 0 0 0 0,1 0 0 0 0,0 0 0 0 0,-1 0 0 0 0,1 0 0 0 0,-1 0-1 0 0,1 0 1 0 0,-1 0 0 0 0,0 0-1 0 0,0 0 0 0 0,1 0 0 0 0,-1 0 0 0 0,0 0 0 0 0,1 0 0 0 0,-1 0 0 0 0,0 0-1 0 0,1 0 1 0 0,-1 0 0 0 0,0 0 0 0 0,1 1 0 0 0,-1-1 0 0 0,1 0 0 0 0,-1 1 0 0 0,0-1 0 0 0,1 0 0 0 0,-1 1 0 0 0,1-1-1 0 0,-1 0 1 0 0,1 1 0 0 0,-1-1 0 0 0,1 1 0 0 0,-1-1 0 0 0,1 1 0 0 0,0 0 0 0 0,-1-1 0 0 0,1 1 0 0 0,0-1-1 0 0,-1 1 1 0 0,1-1 0 0 0,0 1 0 0 0,0 0 0 0 0,-1-1 0 0 0,1 1 0 0 0,0 0 0 0 0,0-1 0 0 0,0 1 0 0 0,0 0 0 0 0,0 1-1 0 0,0 106 241 0 0,0-108-239 0 0,0 1 0 0 0,0 0 0 0 0,0 0 0 0 0,0-1 0 0 0,1 1 0 0 0,-1 0 0 0 0,0 0 1 0 0,0-1-1 0 0,0 1 0 0 0,1 0 0 0 0,-1 0 0 0 0,0-1 0 0 0,1 1 0 0 0,-1 0 0 0 0,1-1 1 0 0,-1 1-1 0 0,1-1 0 0 0,-1 1 0 0 0,1-1 0 0 0,-1 1 0 0 0,1-1 0 0 0,-1 1 0 0 0,1-1 1 0 0,0 1-1 0 0,-1-1 0 0 0,1 1 0 0 0,0-1 0 0 0,0 0 0 0 0,-1 0 0 0 0,1 1 0 0 0,1-1 1 0 0,-1 0-23 0 0,0 0 1 0 0,0 1 0 0 0,-1-1 0 0 0,1 0-1 0 0,0 0 1 0 0,-1 1 0 0 0,1-1 0 0 0,0 0 0 0 0,-1 1-1 0 0,1-1 1 0 0,0 1 0 0 0,-1-1 0 0 0,1 1 0 0 0,-1-1-1 0 0,1 1 1 0 0,-1-1 0 0 0,1 1 0 0 0,-1 0-1 0 0,1-1 1 0 0,-1 1 0 0 0,1 0 0 0 0,-1-1 0 0 0,0 1-1 0 0,0 0 1 0 0,1 0 0 0 0,-1-1 0 0 0,0 1-1 0 0,0 0 1 0 0,0 0 0 0 0,0-1 0 0 0,0 3 0 0 0,1-2-105 0 0,-1 0 1 0 0,0 0 0 0 0,0 0 0 0 0,1 0 0 0 0,-1 0 0 0 0,1 0-1 0 0,-1 1 1 0 0,1-1 0 0 0,-1 0 0 0 0,1 0 0 0 0,-1-1-1 0 0,1 1 1 0 0,0 0 0 0 0,0 0 0 0 0,0 0 0 0 0,-1 0-1 0 0,1-1 1 0 0,0 1 0 0 0,0 0 0 0 0,0-1 0 0 0,0 1 0 0 0,0-1-1 0 0,0 1 1 0 0,0-1 0 0 0,0 1 0 0 0,1-1 0 0 0,0 1-1 0 0,2 0-468 0 0,1 1-2423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8:49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81 1121 0 0,'3'-7'7356'0'0,"17"-5"-7398"0"0,-18 11 411 0 0,4-5-245 0 0,-15 1-65 0 0,-8 2-2 0 0,16 2-60 0 0,1 0-1 0 0,-1 1 1 0 0,0-1 0 0 0,1 0-1 0 0,-1 0 1 0 0,1 0 0 0 0,-1 0-1 0 0,1 0 1 0 0,0 0 0 0 0,0 0-1 0 0,-1 0 1 0 0,1 0 0 0 0,0 0-1 0 0,0 0 1 0 0,0 0 0 0 0,0 0-1 0 0,0-1 1 0 0,0 1 0 0 0,0 0-1 0 0,0 0 1 0 0,0 0 0 0 0,1 0-1 0 0,-1 0 1 0 0,0 0 0 0 0,1 0-1 0 0,-1 0 1 0 0,1 0 0 0 0,-1 0-1 0 0,1 0 1 0 0,-1 1 0 0 0,2-2-1 0 0,18-7-302 0 0,-14 3-1529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8:50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568 15 1441 0 0,'-31'4'3237'0'0,"2"-2"75"0"0,29-4-3037 0 0,0 2-261 0 0,0 0 1 0 0,0 0 0 0 0,0 0-1 0 0,0 0 1 0 0,0 0 0 0 0,0 0-1 0 0,0-1 1 0 0,0 1 0 0 0,0 0-1 0 0,0 0 1 0 0,0 0 0 0 0,0 0-1 0 0,0 0 1 0 0,0-1 0 0 0,0 1-1 0 0,0 0 1 0 0,0 0 0 0 0,0 0-1 0 0,0 0 1 0 0,0 0 0 0 0,0-1-1 0 0,0 1 1 0 0,0 0 0 0 0,0 0-1 0 0,0 0 1 0 0,0 0 0 0 0,0 0-1 0 0,0 0 1 0 0,0 0 0 0 0,0-1-1 0 0,1 1 1 0 0,-1 0-1 0 0,0 0 1 0 0,0 0 0 0 0,0 0-1 0 0,0 0 1 0 0,0 0 0 0 0,0 0-1 0 0,1 0 1 0 0,-1 0 0 0 0,0 0-1 0 0,0 0 1 0 0,0 0 0 0 0,0 0-1 0 0,0-1 1 0 0,0 1 0 0 0,1 0-1 0 0,-1 0 1 0 0,0 0 0 0 0,0 0-1 0 0,0 0 1 0 0,0 0 0 0 0,0 1-1 0 0,1-1 1 0 0,-1 0 0 0 0,0 0-1 0 0,0 0 1 0 0,0 0 0 0 0,0 0-1 0 0,0 0 1 0 0,1 0 0 0 0,-1 0-1 0 0,0 0 1 0 0,0 0 0 0 0,14 1 276 0 0,-28-3-22 0 0,-9-4 388 0 0,15 4-603 0 0,1 0 1 0 0,-1 0 0 0 0,0 1-1 0 0,0 1 1 0 0,0-1-1 0 0,0 1 1 0 0,-14 2 0 0 0,9-1-12 0 0,0 1-1 0 0,-1 0 1 0 0,1 2 0 0 0,-13 4 0 0 0,-36 8-4 0 0,47-14-21 0 0,-1 1 1 0 0,1 1-1 0 0,0 1 0 0 0,0 0 1 0 0,0 1-1 0 0,1 1 0 0 0,-26 16 1 0 0,37-21-12 0 0,1 6-1 0 0,2-2-6 0 0,0-5 2 0 0,0 1-1 0 0,0-1 1 0 0,0 0-1 0 0,-1 1 1 0 0,1-1-1 0 0,0 0 1 0 0,0 1-1 0 0,-1-1 1 0 0,1 0-1 0 0,-1 0 1 0 0,1 0-1 0 0,-1 1 1 0 0,1-1-1 0 0,-1 0 1 0 0,0 0-1 0 0,0 0 1 0 0,1 0-1 0 0,-1 0 1 0 0,0 0-1 0 0,0 0 1 0 0,0 0-1 0 0,-1 1 1 0 0,0-1 0 0 0,0 0 0 0 0,1 1 0 0 0,0-1 0 0 0,-1 1 0 0 0,1-1 0 0 0,0 1 0 0 0,0 0 0 0 0,0-1 0 0 0,0 1 0 0 0,0 0-1 0 0,0 0 1 0 0,0 0 0 0 0,1 0 0 0 0,-1 0 0 0 0,1 0 0 0 0,-1 0 0 0 0,1 0 0 0 0,0 0 0 0 0,0 0 0 0 0,0 0 0 0 0,0 0 0 0 0,0 2 0 0 0,0-3-1 0 0,0 1 0 0 0,0-1 0 0 0,-1 1 0 0 0,1-1 0 0 0,-1 0 0 0 0,1 1-1 0 0,-1-1 1 0 0,1 0 0 0 0,-1 0 0 0 0,0 1 0 0 0,0-1 0 0 0,0 0 0 0 0,1 0 0 0 0,-1 0 0 0 0,0 0-1 0 0,0 0 1 0 0,-1 0 0 0 0,1 0 0 0 0,0-1 0 0 0,0 1 0 0 0,-2 1 0 0 0,-29 12 38 0 0,27-12-31 0 0,4-1-11 0 0,0 0 0 0 0,1 1 0 0 0,-1-1 0 0 0,0 0 1 0 0,1 0-1 0 0,-1 1 0 0 0,1-1 0 0 0,-1 0 0 0 0,1 1 0 0 0,0-1 0 0 0,0 0 0 0 0,-1 1 0 0 0,1-1 1 0 0,0 1-1 0 0,0-1 0 0 0,0 0 0 0 0,1 1 0 0 0,-1-1 0 0 0,0 1 0 0 0,1 0 0 0 0,-1 1-3 0 0,0-1 6 0 0,0-1 0 0 0,0 0 0 0 0,0 0 0 0 0,0 0 0 0 0,0 0-1 0 0,-1 0 1 0 0,1 0 0 0 0,0 0 0 0 0,-1 0 0 0 0,1 0 0 0 0,-1 0 0 0 0,1 0 0 0 0,-1 0-1 0 0,1 0 1 0 0,-1 0 0 0 0,1 0 0 0 0,-1 0 0 0 0,0 0 0 0 0,0 0 0 0 0,0-1 0 0 0,1 1-1 0 0,-1 0 1 0 0,0-1 0 0 0,0 1 0 0 0,0 0 0 0 0,-1 0 0 0 0,1-1 0 0 0,0 1 1 0 0,0-1 0 0 0,0 1-1 0 0,0-1 1 0 0,0 1 0 0 0,0 0-1 0 0,1-1 1 0 0,-1 1-1 0 0,0 0 1 0 0,0 0 0 0 0,1 0-1 0 0,-1-1 1 0 0,0 1 0 0 0,1 0-1 0 0,-1 0 1 0 0,1 0-1 0 0,0 0 1 0 0,-1 0 0 0 0,1 0-1 0 0,0 0 1 0 0,-1 0-1 0 0,1 0 1 0 0,0 0 0 0 0,0 0-1 0 0,0 0 1 0 0,0 2 0 0 0,0 138 132 0 0,0-140-137 0 0,0 1-1 0 0,0-1 1 0 0,0 0-1 0 0,0 1 1 0 0,0-1 0 0 0,1 0-1 0 0,-1 1 1 0 0,0-1 0 0 0,1 0-1 0 0,-1 1 1 0 0,1-1 0 0 0,0 0-1 0 0,-1 0 1 0 0,1 0 0 0 0,0 0-1 0 0,0 0 1 0 0,-1 0-1 0 0,1 0 1 0 0,0 0 0 0 0,0 0-1 0 0,0 0 1 0 0,0 0 0 0 0,2 1-1 0 0,-2-2 3 0 0,0 1 0 0 0,0 0-1 0 0,0 0 1 0 0,0 0 0 0 0,0 0-1 0 0,0 0 1 0 0,0 0 0 0 0,0 0-1 0 0,0 0 1 0 0,-1 1 0 0 0,1-1 0 0 0,0 0-1 0 0,-1 0 1 0 0,1 1 0 0 0,-1-1-1 0 0,1 0 1 0 0,-1 1 0 0 0,1-1-1 0 0,-1 0 1 0 0,0 1 0 0 0,0-1-1 0 0,0 1 1 0 0,0 1 0 0 0,0 115 95 0 0,1-117-93 0 0,-1 0 0 0 0,1 0 0 0 0,0-1 0 0 0,0 1 0 0 0,-1 0 0 0 0,1-1 0 0 0,0 1 0 0 0,0-1 0 0 0,0 1 0 0 0,0-1 0 0 0,0 1 0 0 0,0-1 0 0 0,0 0 0 0 0,0 1 0 0 0,0-1 0 0 0,0 0 0 0 0,0 0 0 0 0,0 0 0 0 0,0 0 0 0 0,0 0 0 0 0,0 0 0 0 0,0 0 0 0 0,0 0 0 0 0,1 0 0 0 0,-1-1 0 0 0,4 7-13 0 0,0 0-54 0 0,13-4 47 0 0,-1 0 1 0 0,0-2-1 0 0,32-2 0 0 0,-4 1 33 0 0,1-3 3 0 0,0-2 0 0 0,-1-2 0 0 0,54-17 0 0 0,-9 3 53 0 0,-56 13-18 0 0,54-23 0 0 0,-64 23-46 0 0,-19 4 41 0 0,-5 2-27 0 0,25-9-18 0 0,-24 12-1 0 0,0-1 0 0 0,-1 0 0 0 0,1 0 0 0 0,0 0 0 0 0,-1 0 0 0 0,1 0 0 0 0,-1 0 0 0 0,1 0 0 0 0,-1 0 0 0 0,1 0 0 0 0,-1 0 0 0 0,0 0 0 0 0,0 0 0 0 0,0 0 0 0 0,1 0 0 0 0,-1-1 0 0 0,0 1 0 0 0,0 0 0 0 0,0 0 0 0 0,-1 0 0 0 0,1 0 0 0 0,0 0 0 0 0,-1-2 0 0 0,1 2 0 0 0,0-1 0 0 0,0 0 0 0 0,0 1 0 0 0,0-1 0 0 0,0 0 0 0 0,0 1 0 0 0,0-1 0 0 0,0 0 0 0 0,1 1 0 0 0,-1-1 0 0 0,0 0 0 0 0,1 1 0 0 0,0-1 0 0 0,0-1 0 0 0,2 0 0 0 0,0 0 0 0 0,-1-1 0 0 0,1 1 0 0 0,-1 0 0 0 0,0-1 0 0 0,0 0 0 0 0,0 1 0 0 0,-1-1 0 0 0,1 0 0 0 0,-1 0 0 0 0,0 0 0 0 0,0 0 0 0 0,0 0 0 0 0,-1 0 0 0 0,1 0 0 0 0,-1-1 0 0 0,0 1 0 0 0,0 0 0 0 0,-2-6 0 0 0,3 6 0 0 0,-1-1 0 0 0,-1 1 0 0 0,1 0 0 0 0,-1-1 0 0 0,1 1 0 0 0,-1 0 0 0 0,-1-1 0 0 0,1 1 0 0 0,0 0 0 0 0,-1 0 0 0 0,0 0 0 0 0,0 0 0 0 0,-4-6 0 0 0,-1 0 0 0 0,3-15 0 0 0,4 23 0 0 0,0 0 0 0 0,0 0 0 0 0,0 0 0 0 0,0 0 0 0 0,-1 0 0 0 0,1 1 0 0 0,0-1 0 0 0,-1 0 0 0 0,1 0 0 0 0,-1 0 0 0 0,0 1 0 0 0,-1-3 0 0 0,-8-7 0 0 0,9 11 0 0 0,0-1 0 0 0,0 0 0 0 0,0 0 0 0 0,0 0 0 0 0,-1-1 0 0 0,2 1 0 0 0,-1 0 0 0 0,0 0 0 0 0,0-1 0 0 0,0 1 0 0 0,0 0 0 0 0,1-1 0 0 0,-1 1 0 0 0,1-1 0 0 0,-1 1 0 0 0,1 0 0 0 0,0-1 0 0 0,-1 1 0 0 0,1-3 0 0 0,0 3 0 0 0,-1-1 0 0 0,1 1 0 0 0,-1 0 0 0 0,0-1 0 0 0,1 1 0 0 0,-1 0 0 0 0,0 0 0 0 0,0-1 0 0 0,1 1 0 0 0,-1 0 0 0 0,0 0 0 0 0,0 0 0 0 0,-1 0 0 0 0,1 0 0 0 0,0 1 0 0 0,0-1 0 0 0,0 0 0 0 0,0 0 0 0 0,-1 1 0 0 0,1-1 0 0 0,0 1 0 0 0,-1-1 0 0 0,1 1 0 0 0,-1-1 0 0 0,1 1 0 0 0,0 0 0 0 0,-1 0 0 0 0,-1 0 0 0 0,2 0 0 0 0,0 0 0 0 0,-1-1 0 0 0,1 1 0 0 0,0 0 0 0 0,-1 0 0 0 0,1-1 0 0 0,0 1 0 0 0,0 0 0 0 0,0-1 0 0 0,-1 1 0 0 0,1-1 0 0 0,0 0 0 0 0,0 1 0 0 0,0-1 0 0 0,0 0 0 0 0,0 0 0 0 0,0 0 0 0 0,0 1 0 0 0,0-1 0 0 0,1 0 0 0 0,-1 0 0 0 0,0 0 0 0 0,0-1 0 0 0,1 1 0 0 0,-1 0 0 0 0,0-2 0 0 0,1 2 0 0 0,0 1 0 0 0,-1-1 0 0 0,1 1 0 0 0,0-1 0 0 0,0 0 0 0 0,0 1 0 0 0,-1-1 0 0 0,1 1 0 0 0,0 0 0 0 0,0-1 0 0 0,-1 1 0 0 0,1-1 0 0 0,0 1 0 0 0,-1-1 0 0 0,1 1 0 0 0,-1 0 0 0 0,1-1 0 0 0,-1 1 0 0 0,1 0 0 0 0,0-1 0 0 0,-1 1 0 0 0,1 0 0 0 0,-1 0 0 0 0,1-1 0 0 0,-1 1 0 0 0,1 0 0 0 0,-1 0 0 0 0,0 0 0 0 0,1 0 0 0 0,-1 0 0 0 0,1 0 0 0 0,-1 0 0 0 0,0 0 0 0 0,0 0 0 0 0,0 0 0 0 0,1 0 0 0 0,-1 0 0 0 0,0 0 0 0 0,1 0 0 0 0,-1-1 0 0 0,1 1 0 0 0,-1 0 0 0 0,0 0 0 0 0,1 0 0 0 0,-1-1 0 0 0,1 1 0 0 0,-1 0 0 0 0,0 0 0 0 0,1-1 0 0 0,-1 1 0 0 0,1-1 0 0 0,-1 1 0 0 0,1 0 0 0 0,-1-1 0 0 0,1 1 0 0 0,0-1 0 0 0,-1 1 0 0 0,1-1 0 0 0,0 1 0 0 0,-1-1 0 0 0,1 0 0 0 0,0 1 0 0 0,-1-1 0 0 0,1 1 0 0 0,0-1 0 0 0,0 0 0 0 0,0 1 0 0 0,0-1 0 0 0,0 0 0 0 0,0 0 0 0 0,0 0 0 0 0,-1 0 0 0 0,1 0 0 0 0,0 0 0 0 0,0 0 0 0 0,0 0 0 0 0,-1 0 0 0 0,1 0 0 0 0,0 0 0 0 0,-1 0 0 0 0,1 1 0 0 0,0-1 0 0 0,-1 0 0 0 0,1 0 0 0 0,-1 0 0 0 0,0 1 0 0 0,1-1 0 0 0,-1 0 0 0 0,0 0 0 0 0,1 1 0 0 0,-1-1 0 0 0,0 1 0 0 0,0-1 0 0 0,0 1 0 0 0,1-1 0 0 0,-1 1 0 0 0,0-1 0 0 0,0 1 0 0 0,0 0 0 0 0,0-1 0 0 0,-1 1 0 0 0,-5-3 0 0 0,7 3 0 0 0,0 0 0 0 0,-1 0 0 0 0,1 0 0 0 0,0 0 0 0 0,-1 0 0 0 0,1-1 0 0 0,0 1 0 0 0,-1 0 0 0 0,1 0 0 0 0,0 0 0 0 0,-1 0 0 0 0,1-1 0 0 0,0 1 0 0 0,-1 0 0 0 0,1 0 0 0 0,0-1 0 0 0,0 1 0 0 0,-1 0 0 0 0,1 0 0 0 0,0-1 0 0 0,0 1 0 0 0,0 0 0 0 0,0-1 0 0 0,-1 1 0 0 0,1 0 0 0 0,0-1 0 0 0,0 1 0 0 0,0 0 0 0 0,0-1 0 0 0,0 1 0 0 0,0-1 0 0 0,0 1 0 0 0,0 0 0 0 0,0-1 0 0 0,0 1 0 0 0,0 0 0 0 0,0-1 0 0 0,0 1 0 0 0,0 0 0 0 0,0-1 0 0 0,0 1 0 0 0,0 0 0 0 0,0-1 0 0 0,1 1 0 0 0,-1-1 0 0 0,0 1 0 0 0,0 0 0 0 0,0 0 1 0 0,1 0-1 0 0,-1-1 0 0 0,0 1 0 0 0,0 0 1 0 0,0 0-1 0 0,0 0 0 0 0,0-1 0 0 0,0 1 1 0 0,0 0-1 0 0,0 0 0 0 0,0 0 0 0 0,0 0 1 0 0,0-1-1 0 0,0 1 0 0 0,0 0 0 0 0,0 0 1 0 0,0 0-1 0 0,0-1 0 0 0,0 1 0 0 0,0 0 1 0 0,0 0-1 0 0,0 0 0 0 0,0 0 0 0 0,0-1 1 0 0,0 1-1 0 0,0 0 0 0 0,-1 0 1 0 0,1 0-1 0 0,0 0 0 0 0,0-1 0 0 0,0 1 1 0 0,0 0-1 0 0,0 0 0 0 0,0 0 0 0 0,-1 0 1 0 0,1 0-1 0 0,0 0 0 0 0,0-1 0 0 0,0 1 1 0 0,0 0-1 0 0,-1 0 0 0 0,1 0 0 0 0,0 0 1 0 0,0 0-1 0 0,0 0 0 0 0,0 0 0 0 0,-1 0 1 0 0,1 0-1 0 0,0 0 0 0 0,0 0 0 0 0,-1 0 1 0 0,-4-2-17 0 0,4 1 9 0 0,0 1 0 0 0,0 0 1 0 0,0-1-1 0 0,0 1 0 0 0,-1-1 0 0 0,1 0 0 0 0,0 1 1 0 0,0-1-1 0 0,0 0 0 0 0,0 0 0 0 0,1 1 0 0 0,-1-1 1 0 0,0 0-1 0 0,0 0 0 0 0,0 0 0 0 0,1 0 0 0 0,-1 0 1 0 0,0 0-1 0 0,1 0 0 0 0,-1-1 0 0 0,1 1 0 0 0,-1 0 1 0 0,1 0-1 0 0,0 0 0 0 0,0 0 0 0 0,-1-1 1 0 0,1 1-1 0 0,0 0 0 0 0,0 0 0 0 0,0-1 0 0 0,0 1 1 0 0,0 0-1 0 0,0 0 0 0 0,1-2 0 0 0,-1 8-689 0 0,-5 16-1836 0 0,-20 9-2404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01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64 640 0 0,'0'-20'1921'0'0,"30"1"-480"0"0,-30 6-561 0 0,0 7-400 0 0,0 0-560 0 0,0 12-4242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02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479 0 1121 0 0,'0'2'118'0'0,"-1"0"0"0"0,0-1 1 0 0,1 1-1 0 0,-1-1 1 0 0,0 0-1 0 0,0 1 0 0 0,0-1 1 0 0,0 0-1 0 0,0 1 1 0 0,-1-1-1 0 0,1 0 1 0 0,0 0-1 0 0,0 0 0 0 0,-1 0 1 0 0,1 0-1 0 0,-1 0 1 0 0,1-1-1 0 0,-3 2 0 0 0,-33 14 874 0 0,33-15-932 0 0,3-1-47 0 0,-1 1 0 0 0,1-1 0 0 0,0 0 0 0 0,0 0 0 0 0,0 1 0 0 0,0-1 1 0 0,-1 0-1 0 0,1 1 0 0 0,0-1 0 0 0,0 1 0 0 0,0 0 0 0 0,0-1 0 0 0,0 1 0 0 0,0 0 0 0 0,0 0 1 0 0,0-1-1 0 0,1 1 0 0 0,-1 0 0 0 0,0 0 0 0 0,0 0 0 0 0,1 0 0 0 0,-1 0 0 0 0,0 0 1 0 0,1 0-1 0 0,-1 0 0 0 0,1 1 0 0 0,-1-1 0 0 0,1 1 0 0 0,-1 0-7 0 0,1-1 0 0 0,-1 1 0 0 0,1-1 0 0 0,-1 0 0 0 0,0 1 0 0 0,1-1 0 0 0,-1 0 0 0 0,0 1 0 0 0,0-1 0 0 0,0 0 0 0 0,0 0 0 0 0,0 0 0 0 0,0 0 0 0 0,0 0 0 0 0,-1 0 0 0 0,1 0-1 0 0,0 0 1 0 0,0 0 0 0 0,-1-1 0 0 0,1 1 0 0 0,-1 0 0 0 0,1-1 0 0 0,-1 1 0 0 0,1-1 0 0 0,0 0 0 0 0,-3 1 0 0 0,3-1-3 0 0,-1 0 0 0 0,1 1 0 0 0,-1-1 0 0 0,1 0 0 0 0,0 1 0 0 0,-1-1 0 0 0,1 1 0 0 0,-1 0 0 0 0,1 0 1 0 0,0-1-1 0 0,0 1 0 0 0,-1 0 0 0 0,1 0 0 0 0,0 0 0 0 0,0 0 0 0 0,0 0 0 0 0,0 0 0 0 0,0 1 0 0 0,0-1 0 0 0,0 0 0 0 0,1 0 0 0 0,-1 1 0 0 0,0-1 0 0 0,1 1 0 0 0,-2 2 0 0 0,1-1 2 0 0,-1 0 0 0 0,1 0-1 0 0,-1 0 1 0 0,0 0 0 0 0,0 0-1 0 0,-1 0 1 0 0,1 0 0 0 0,0-1-1 0 0,-1 1 1 0 0,0-1-1 0 0,1 0 1 0 0,-1 0 0 0 0,-4 3-1 0 0,-7 6 11 0 0,3 1-17 0 0,-13 9 18 0 0,20-18-7 0 0,-1 1 0 0 0,1-1-1 0 0,0 1 1 0 0,1 0 0 0 0,-1 0 0 0 0,1 0 0 0 0,-3 4 0 0 0,-27 28 53 0 0,11-8-78 0 0,19-23 16 0 0,0 1 0 0 0,-1-1 1 0 0,0-1-1 0 0,0 1 1 0 0,0 0-1 0 0,-7 5 1 0 0,-44 41 119 0 0,54-50-92 0 0,0 1 1 0 0,0-1-1 0 0,0 1 1 0 0,0 0-1 0 0,1-1 1 0 0,-1 1-1 0 0,0 0 1 0 0,1-1 0 0 0,0 1-1 0 0,-1 0 1 0 0,1-1-1 0 0,0 1 1 0 0,0 0-1 0 0,0 0 1 0 0,0 0-1 0 0,0-1 1 0 0,0 1-1 0 0,1 0 1 0 0,0 2-1 0 0,-1-2-18 0 0,0 0 0 0 0,1 1 0 0 0,-1-1 0 0 0,0 0 0 0 0,0 0 0 0 0,0 0 0 0 0,0 0 0 0 0,0 0 0 0 0,-1 1 0 0 0,1-1 0 0 0,-1 0 0 0 0,1 0 0 0 0,-1 0 0 0 0,-1 3 0 0 0,-7 1 13 0 0,8-5-18 0 0,0-1 0 0 0,0 1-1 0 0,0 0 1 0 0,0 0 0 0 0,0-1 0 0 0,0 1 0 0 0,0 0-1 0 0,0 0 1 0 0,0 0 0 0 0,1 0 0 0 0,-1 0 0 0 0,0 0-1 0 0,1 0 1 0 0,-1 0 0 0 0,0 0 0 0 0,1 0 0 0 0,-1 0-1 0 0,1 1 1 0 0,0-1 0 0 0,-1 0 0 0 0,1 0 0 0 0,0 3 0 0 0,0-3-3 0 0,0-1 0 0 0,0 1 0 0 0,-1 0 0 0 0,1 0 0 0 0,0-1 1 0 0,0 1-1 0 0,0 0 0 0 0,0 0 0 0 0,-1-1 0 0 0,1 1 1 0 0,0 0-1 0 0,-1-1 0 0 0,1 1 0 0 0,-1-1 0 0 0,1 1 0 0 0,0 0 1 0 0,-1-1-1 0 0,0 1 0 0 0,1-1 0 0 0,-1 1 0 0 0,1-1 1 0 0,-1 1-1 0 0,1-1 0 0 0,-1 0 0 0 0,0 1 0 0 0,1-1 0 0 0,-1 0 1 0 0,0 1-1 0 0,-1-1 0 0 0,1 1 2 0 0,0-1 1 0 0,0 0-1 0 0,0 1 0 0 0,0-1 1 0 0,1 1-1 0 0,-1 0 0 0 0,0-1 1 0 0,0 1-1 0 0,0 0 0 0 0,0-1 1 0 0,1 1-1 0 0,-1 0 0 0 0,0 0 1 0 0,1 0-1 0 0,-1-1 0 0 0,0 1 1 0 0,1 0-1 0 0,-1 0 1 0 0,1 0-1 0 0,0 0 0 0 0,-1 0 1 0 0,1 0-1 0 0,0 0 0 0 0,0 0 1 0 0,-1 0-1 0 0,1 1 0 0 0,0-1 1 0 0,0 0-1 0 0,0 0 0 0 0,0 1 1 0 0,0 11 82 0 0,0-10-71 0 0,-1-1-1 0 0,1 1 1 0 0,0 0 0 0 0,-1 0 0 0 0,1-1 0 0 0,1 1 0 0 0,-1 0 0 0 0,0-1 0 0 0,1 1 0 0 0,-1 0 0 0 0,1-1 0 0 0,0 1 0 0 0,0 0 0 0 0,0-1 0 0 0,0 1 0 0 0,0-1 0 0 0,0 0 0 0 0,1 1 0 0 0,-1-1 0 0 0,1 0 0 0 0,0 0-1 0 0,0 0 1 0 0,-1 0 0 0 0,1 0 0 0 0,1 0 0 0 0,-1-1 0 0 0,5 4 0 0 0,10 5 80 0 0,0-1 0 0 0,1-1 1 0 0,0-1-1 0 0,1 0 0 0 0,-1-1 0 0 0,1-1 0 0 0,0-1 0 0 0,1 0 0 0 0,24 0 0 0 0,-30-3-10 0 0,0-1 0 0 0,0-1-1 0 0,0 0 1 0 0,0-1 0 0 0,0 0 0 0 0,-1-1-1 0 0,1-1 1 0 0,-1 0 0 0 0,0-1-1 0 0,0 0 1 0 0,0-1 0 0 0,0 0-1 0 0,18-14 1 0 0,-26 16-48 0 0,0 0-1 0 0,0-1 1 0 0,-1 0-1 0 0,0 0 1 0 0,0 0-1 0 0,0 0 1 0 0,0-1-1 0 0,-1 0 1 0 0,5-10 0 0 0,20-64 200 0 0,-11 26-145 0 0,-11 36-91 0 0,0-1 1 0 0,-1 0-1 0 0,0-1 0 0 0,-2 1 0 0 0,2-35 1 0 0,-5 53-27 0 0,0-1 1 0 0,0 0-1 0 0,0 1 1 0 0,0-1-1 0 0,0 0 1 0 0,0 1-1 0 0,-1-1 1 0 0,1 0-1 0 0,0 1 1 0 0,-1-1-1 0 0,1 0 1 0 0,-1 1-1 0 0,0-1 1 0 0,0 1-1 0 0,0-1 1 0 0,1 1-1 0 0,-1 0 1 0 0,0-1 0 0 0,-1 1-1 0 0,1 0 1 0 0,0-1-1 0 0,0 1 1 0 0,-1 0-1 0 0,1 0 1 0 0,0 0-1 0 0,-1 0 1 0 0,1 1-1 0 0,-1-1 1 0 0,1 0-1 0 0,-1 0 1 0 0,1 1-1 0 0,-1-1 1 0 0,0 1-1 0 0,1 0 1 0 0,-1-1 0 0 0,0 1-1 0 0,-2 0 1 0 0,-6 0-305 0 0,0 1 1 0 0,0 0-1 0 0,0 0 1 0 0,0 1 0 0 0,-12 4-1 0 0,12-3 50 0 0,-50 15-2590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22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541 32 720 0 0,'-3'-27'7630'0'0,"2"26"-7614"0"0,0 1 0 0 0,0-1 0 0 0,1 1 0 0 0,-1 0 0 0 0,0-1 1 0 0,0 1-1 0 0,0-1 0 0 0,1 1 0 0 0,-1 0 0 0 0,0 0 0 0 0,0 0 0 0 0,0 0 1 0 0,0-1-1 0 0,0 1 0 0 0,0 0 0 0 0,1 0 0 0 0,-1 0 0 0 0,0 1 1 0 0,0-1-1 0 0,0 0 0 0 0,0 0 0 0 0,0 0 0 0 0,-1 1 0 0 0,2-1-8 0 0,-1 0-1 0 0,1 1 1 0 0,0-1-1 0 0,-1 0 1 0 0,1 0-1 0 0,0 0 0 0 0,0 0 1 0 0,-1 0-1 0 0,1 1 1 0 0,0-1-1 0 0,-1 0 1 0 0,1 0-1 0 0,0 1 0 0 0,0-1 1 0 0,-1 0-1 0 0,1 0 1 0 0,0 1-1 0 0,0-1 1 0 0,0 0-1 0 0,-1 1 1 0 0,1-1-1 0 0,0 0 0 0 0,0 1 1 0 0,0-1-1 0 0,0 0 1 0 0,0 1-1 0 0,0-1 1 0 0,0 0-1 0 0,0 1 1 0 0,0-1-1 0 0,0 0 0 0 0,0 1 1 0 0,0-1-1 0 0,0 0 1 0 0,0 1-1 0 0,0-1 1 0 0,0 0-1 0 0,0 1 0 0 0,0-1 1 0 0,0 0-1 0 0,0 1 1 0 0,1-1-1 0 0,-1 1-3 0 0,0-1-1 0 0,0 0 1 0 0,0 1-1 0 0,0-1 1 0 0,0 0-1 0 0,1 0 1 0 0,-1 1-1 0 0,0-1 1 0 0,0 0-1 0 0,0 1 1 0 0,0-1-1 0 0,0 0 1 0 0,0 1-1 0 0,0-1 1 0 0,0 0-1 0 0,0 1 1 0 0,0-1-1 0 0,-1 0 1 0 0,1 1-1 0 0,0-1 1 0 0,0 0-1 0 0,0 0 1 0 0,0 1-1 0 0,0-1 1 0 0,0 0-1 0 0,-1 1 1 0 0,1-1-1 0 0,0 0 1 0 0,0 0-1 0 0,0 0 1 0 0,-1 1-1 0 0,1-1 1 0 0,0 0-1 0 0,0 0 1 0 0,-1 0-1 0 0,1 1 1 0 0,0-1-1 0 0,-1 0 1 0 0,1 0-1 0 0,0 0 1 0 0,-1 0-1 0 0,-4 1 36 0 0,0 0 0 0 0,0 0 0 0 0,1 0 0 0 0,-1 1 0 0 0,0 0 0 0 0,0 0 0 0 0,1 0-1 0 0,0 0 1 0 0,-1 1 0 0 0,1 0 0 0 0,-5 4 0 0 0,-16 5-8 0 0,21-11-23 0 0,1 1 1 0 0,-1-1-1 0 0,1 1 1 0 0,-1-1-1 0 0,1 1 1 0 0,0 0-1 0 0,0 1 0 0 0,-5 3 1 0 0,-26 20 59 0 0,29-22-57 0 0,-1 0 0 0 0,0 0 1 0 0,1 0-1 0 0,0 1 0 0 0,0 0 0 0 0,-4 5 1 0 0,2-1-4 0 0,1-1 1 0 0,-2 0 0 0 0,1 0 0 0 0,-1-1 0 0 0,0 0 0 0 0,-1-1-1 0 0,0 0 1 0 0,-9 6 0 0 0,7-6 5 0 0,11-6-10 0 0,-1 1-1 0 0,1-1 1 0 0,0 0 0 0 0,-1 0-1 0 0,1 1 1 0 0,-1-1 0 0 0,1 0-1 0 0,0 1 1 0 0,-1-1 0 0 0,1 1-1 0 0,0-1 1 0 0,-1 1 0 0 0,1-1-1 0 0,0 0 1 0 0,0 1 0 0 0,0-1-1 0 0,-1 1 1 0 0,1-1 0 0 0,0 1-1 0 0,0-1 1 0 0,0 1 0 0 0,0-1 0 0 0,0 1-1 0 0,0-1 1 0 0,0 2 0 0 0,-4 7 33 0 0,-6 2-13 0 0,0 0-23 0 0,1-1-1 0 0,0 1 1 0 0,-13 21 0 0 0,17-26 18 0 0,0 0-1 0 0,-1 0 1 0 0,1-1-1 0 0,-1 1 1 0 0,0-1-1 0 0,-11 6 1 0 0,-14 13 78 0 0,27-11-22 0 0,4-13-73 0 0,0 1 0 0 0,0 0 0 0 0,0-1 1 0 0,0 1-1 0 0,-1-1 0 0 0,1 1 0 0 0,0-1 1 0 0,0 1-1 0 0,0-1 0 0 0,0 1 0 0 0,-1-1 1 0 0,1 1-1 0 0,0-1 0 0 0,0 1 0 0 0,-1-1 1 0 0,1 1-1 0 0,0-1 0 0 0,-1 1 0 0 0,1-1 1 0 0,0 0-1 0 0,-1 1 0 0 0,1-1 0 0 0,-1 0 1 0 0,1 1-1 0 0,-1-1 0 0 0,1 0 0 0 0,-1 1 0 0 0,1-1 1 0 0,-1 0-1 0 0,1 0 0 0 0,-2 1 0 0 0,-12 3 11 0 0,12-3-13 0 0,1-1 0 0 0,-1 0 0 0 0,0 1 0 0 0,1-1 0 0 0,-1 1 0 0 0,0-1 0 0 0,1 1 0 0 0,-1 0 0 0 0,1-1 0 0 0,-1 1 0 0 0,1 0 0 0 0,-1 0 0 0 0,1 0 0 0 0,0 1 0 0 0,-1-1 0 0 0,1 0 0 0 0,0 0 0 0 0,0 1 0 0 0,0-1 0 0 0,0 0 0 0 0,0 1 0 0 0,0-1 0 0 0,0 1 0 0 0,1 0 0 0 0,-1-1 1 0 0,1 1-1 0 0,-1-1 0 0 0,1 1 0 0 0,-1 0 0 0 0,1 0 0 0 0,0-1 0 0 0,0 1 0 0 0,0 0 0 0 0,0-1 0 0 0,0 3 0 0 0,-1 17-2 0 0,0-17 3 0 0,0 1 0 0 0,1-1 1 0 0,-1 1-1 0 0,1-1 0 0 0,0 1 0 0 0,1 0 0 0 0,-1-1 0 0 0,1 1 1 0 0,0-1-1 0 0,0 0 0 0 0,0 1 0 0 0,3 5 0 0 0,5 0 10 0 0,-4-2 13 0 0,1 0-1 0 0,1 0 1 0 0,0-1 0 0 0,0 0 0 0 0,0 0 0 0 0,0-1-1 0 0,1 0 1 0 0,0 0 0 0 0,1-1 0 0 0,-1 0 0 0 0,1 0 0 0 0,10 3-1 0 0,18 2 23 0 0,1-1-1 0 0,0-2 0 0 0,0-2 1 0 0,46 1-1 0 0,-32-4 0 0 0,-41-1-24 0 0,0 0-1 0 0,0-1 0 0 0,0 0 1 0 0,19-3-1 0 0,-10 2 7 0 0,-10-5 53 0 0,5-1-8 0 0,-1-1 0 0 0,0 0 0 0 0,0 0 0 0 0,-1-2 0 0 0,0 1 0 0 0,-1-2 0 0 0,0 0 0 0 0,-1 0 0 0 0,12-15 0 0 0,-22 24-61 0 0,0 1-1 0 0,0 0 1 0 0,-1-1 0 0 0,1 1 0 0 0,-1 0-1 0 0,1-1 1 0 0,-1 1 0 0 0,1-1 0 0 0,-1 1-1 0 0,0-1 1 0 0,1 1 0 0 0,-1-1 0 0 0,0 1-1 0 0,0-4 1 0 0,3-17 55 0 0,31-39 79 0 0,-27 52-112 0 0,-1-1 1 0 0,0 0-1 0 0,-1-1 1 0 0,0 1-1 0 0,0-1 1 0 0,-1 0-1 0 0,-1 0 1 0 0,0-1-1 0 0,0 1 1 0 0,-1-1-1 0 0,1-13 1 0 0,-3 23-27 0 0,0-1-1 0 0,0 1 1 0 0,0 0 0 0 0,0 0 0 0 0,-1 0 0 0 0,1-1 0 0 0,0 1 0 0 0,-1 0 0 0 0,0 0 0 0 0,1 0 0 0 0,-1 0 0 0 0,0 0 0 0 0,0 0 0 0 0,0 0 0 0 0,0 0 0 0 0,-1 0 0 0 0,1 0 0 0 0,-4-3 0 0 0,-5-7 34 0 0,-1-7 25 0 0,10 16-54 0 0,-1-1 0 0 0,0 1 0 0 0,0 0 0 0 0,0 0 0 0 0,-1 0 0 0 0,1 0 0 0 0,-1 0 0 0 0,-4-3-1 0 0,-29-27 149 0 0,21 20-120 0 0,1 0 1 0 0,-2 0-1 0 0,-29-17 0 0 0,24 16-31 0 0,14 10-3 0 0,1 0-1 0 0,0 0 1 0 0,-1 0-1 0 0,0 1 0 0 0,0-1 1 0 0,0 2-1 0 0,0-1 1 0 0,0 1-1 0 0,-1 0 0 0 0,1 1 1 0 0,-1-1-1 0 0,-7 1 1 0 0,1 2-494 0 0,21 7-383 0 0,10 9-1559 0 0,8 1-838 0 0,5 1-574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16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19 4482 0 0,'0'-8'1734'0'0,"5"9"-1387"0"0,15-1 80 0 0,-15 0 1000 0 0,-5 0-1396 0 0,0 0 0 0 0,1 1 0 0 0,-1-1-1 0 0,0 0 1 0 0,0 1 0 0 0,0-1 0 0 0,0 1-1 0 0,0-1 1 0 0,0 0 0 0 0,0 1 0 0 0,0-1 0 0 0,0 1-1 0 0,0-1 1 0 0,0 0 0 0 0,0 1 0 0 0,0-1 0 0 0,0 1-1 0 0,0-1 1 0 0,0 0 0 0 0,0 1 0 0 0,-1-1-1 0 0,1 1 1 0 0,0-1 0 0 0,0 0 0 0 0,0 1 0 0 0,-1-1-1 0 0,1 0 1 0 0,0 0 0 0 0,0 1 0 0 0,-1-1-1 0 0,1 0 1 0 0,0 1 0 0 0,-1-1 0 0 0,1 0 0 0 0,0 0-1 0 0,-1 0 1 0 0,1 1 0 0 0,-1-1 0 0 0,-6 2 132 0 0,6-2-114 0 0,0 0 0 0 0,1 0-1 0 0,-1 1 1 0 0,0-1-1 0 0,0 0 1 0 0,0 0-1 0 0,1 1 1 0 0,-1-1 0 0 0,0 0-1 0 0,0 1 1 0 0,1-1-1 0 0,-1 1 1 0 0,0-1-1 0 0,1 1 1 0 0,-1-1 0 0 0,0 1-1 0 0,1-1 1 0 0,-1 1-1 0 0,1 0 1 0 0,-1-1-1 0 0,1 1 1 0 0,-1 0 0 0 0,1-1-1 0 0,-1 1 1 0 0,1 0-1 0 0,0 0 1 0 0,0-1-1 0 0,-1 1 1 0 0,1 0 0 0 0,0 0-1 0 0,0 0 1 0 0,0 0-1 0 0,0-1 1 0 0,0 1-1 0 0,0 0 1 0 0,0 1 0 0 0,5 0 137 0 0,20 3-68 0 0,0-1 0 0 0,0-1-1 0 0,1-1 1 0 0,-1-2 0 0 0,0 0-1 0 0,1-2 1 0 0,-1-1-1 0 0,0 0 1 0 0,0-2 0 0 0,44-15-1 0 0,-39 13-50 0 0,0 0 42 0 0,-28 5-86 0 0,1-1 5 0 0,10 1 34 0 0,-14 1-21 0 0,-21-2 163 0 0,7 2-139 0 0,-1 0 1 0 0,1 2-1 0 0,-1 0 0 0 0,1 0 1 0 0,-18 5-1 0 0,-8 0 50 0 0,-8 2-10 0 0,0 2 0 0 0,1 2 0 0 0,0 3 0 0 0,1 1 0 0 0,0 2 0 0 0,1 3 0 0 0,-61 38 0 0 0,102-56-104 0 0,0 1 0 0 0,0 0 0 0 0,0 0 0 0 0,1 1 0 0 0,0-1 0 0 0,0 1 0 0 0,0 0 0 0 0,1 0 0 0 0,0 0 0 0 0,-4 9 0 0 0,-23 60 14 0 0,23-55-14 0 0,4-7-6 0 0,1 0-1 0 0,0 0 1 0 0,1 0 0 0 0,0 1 0 0 0,1-1-1 0 0,0 0 1 0 0,2 14 0 0 0,0 16-20 0 0,-2-39 25 0 0,0 1-1 0 0,0-1 1 0 0,1 1-1 0 0,-1-1 1 0 0,1 0-1 0 0,0 1 1 0 0,0-1-1 0 0,0 0 1 0 0,0 0-1 0 0,0 1 1 0 0,1-1-1 0 0,-1 0 1 0 0,1 0-1 0 0,0-1 1 0 0,4 5-1 0 0,0-1 8 0 0,0 0 0 0 0,0-1 0 0 0,1 0 0 0 0,13 7 0 0 0,-10-7 41 0 0,-1 1 0 0 0,0 0 0 0 0,-1 1 0 0 0,12 10 0 0 0,-15-12 46 0 0,1 0 1 0 0,0 0 0 0 0,0 0-1 0 0,0-1 1 0 0,1 0-1 0 0,0 0 1 0 0,0-1-1 0 0,0 0 1 0 0,0 0-1 0 0,0 0 1 0 0,10 1 0 0 0,-1-1-44 0 0,-1 0 0 0 0,1-2 1 0 0,0 0-1 0 0,0-1 0 0 0,17-1 1 0 0,13-5-146 0 0,0-2 0 0 0,83-26-1 0 0,-90 21-129 0 0,0-1 0 0 0,-1-2 0 0 0,-1-2 0 0 0,47-30 0 0 0,-21 11-17 0 0,37-25 283 0 0,-90 55-26 0 0,0-1 1 0 0,-1 0 0 0 0,0 0-1 0 0,0-1 1 0 0,-1-1-1 0 0,0 1 1 0 0,7-14-1 0 0,-12 20-6 0 0,-1-1-1 0 0,0 1 1 0 0,-1-1 0 0 0,1 0-1 0 0,-1 0 1 0 0,0 0-1 0 0,1 0 1 0 0,-2 0 0 0 0,1 0-1 0 0,0 0 1 0 0,-1 0-1 0 0,0 0 1 0 0,0 0 0 0 0,0-1-1 0 0,-2-7 1 0 0,-1 2 39 0 0,0-1 0 0 0,-2 1 0 0 0,1 0 0 0 0,-11-17 0 0 0,1 1 6 0 0,9 18-22 0 0,0-1 1 0 0,0 1-1 0 0,-1 0 0 0 0,0 0 1 0 0,0 1-1 0 0,-1-1 1 0 0,0 2-1 0 0,-1-1 0 0 0,-14-10 1 0 0,4 6 96 0 0,-1 1 0 0 0,0 1 0 0 0,-24-8 0 0 0,25 10-89 0 0,-1 1 1 0 0,0 1 0 0 0,0 1 0 0 0,0 0 0 0 0,0 1-1 0 0,-27 0 1 0 0,36 3-110 0 0,0 1-1 0 0,0-1 1 0 0,0 2-1 0 0,0-1 1 0 0,0 1-1 0 0,1 1 0 0 0,-1 0 1 0 0,1 0-1 0 0,0 1 1 0 0,0 0-1 0 0,0 1 1 0 0,0 0-1 0 0,-10 7 1 0 0,18-11 0 0 0,-1 0 1 0 0,1 0 0 0 0,-1 0 0 0 0,1 0 0 0 0,0 0-1 0 0,-1 0 1 0 0,1 0 0 0 0,0 0 0 0 0,0 1-1 0 0,0-1 1 0 0,0 0 0 0 0,0 1 0 0 0,0-1 0 0 0,0 1-1 0 0,1-1 1 0 0,-1 1 0 0 0,0 0 0 0 0,1-1 0 0 0,-1 1-1 0 0,1 0 1 0 0,0-1 0 0 0,0 1 0 0 0,-1 0 0 0 0,1-1-1 0 0,0 1 1 0 0,0 0 0 0 0,0-1 0 0 0,1 1-1 0 0,-1 0 1 0 0,1 3 0 0 0,2-2-386 0 0,-1 0-1 0 0,1 0 1 0 0,-1 0 0 0 0,1 0-1 0 0,0 0 1 0 0,0 0 0 0 0,0-1-1 0 0,1 1 1 0 0,-1-1-1 0 0,0 0 1 0 0,1 0 0 0 0,0 0-1 0 0,6 2 1 0 0,46 11-5216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1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1201 0 0,'0'0'3761'0'0,"-31"14"-2320"0"0,31 30 0 0 0,-30 14-481 0 0,30-1-480 0 0,30-12-80 0 0,-30-7-79 0 0,31-13-81 0 0,-62 19 320 0 0,62 0 0 0 0,-31-30-560 0 0,30-8-720 0 0,30-18-1361 0 0,1-26-2001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17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8 400 0 0,'-24'-7'5203'0'0,"-7"7"-3283"0"0,1 0-399 0 0,0 7 720 0 0,30-1-1601 0 0,30 8-159 0 0,31-9-241 0 0,-7 9-160 0 0,97-3-80 0 0,0-3-721 0 0,-31-8-639 0 0,-59 0-641 0 0,-31-8-480 0 0,-60 16-3362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18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14 1921 0 0,'-30'-6'4082'0'0,"30"-1"320"0"0,0 14-4082 0 0,30-1-80 0 0,0-6 80 0 0,0 6-160 0 0,55 2 80 0 0,35 3-400 0 0,62 3-2001 0 0,-1-20-4642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19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56 1121 0 0,'-181'-21'6522'0'0,"95"2"-4481"0"0,134 12-1931 0 0,-1 2 1 0 0,1 2-1 0 0,0 2 0 0 0,0 2 0 0 0,0 2 0 0 0,-1 3 0 0 0,62 14 0 0 0,-107-20-104 0 0,-1 0-1 0 0,0 1 1 0 0,1-1 0 0 0,-1 0 0 0 0,0 0 0 0 0,1 1-1 0 0,-1-1 1 0 0,0 1 0 0 0,0-1 0 0 0,1 1-1 0 0,-1 0 1 0 0,0-1 0 0 0,0 1 0 0 0,0 0 0 0 0,0 0-1 0 0,0 0 1 0 0,0 0 0 0 0,0 0 0 0 0,0 0-1 0 0,0 0 1 0 0,0 0 0 0 0,-1 0 0 0 0,1 0 0 0 0,0 1-1 0 0,-1-1 1 0 0,1 0 0 0 0,-1 0 0 0 0,1 1-1 0 0,-1-1 1 0 0,0 0 0 0 0,0 1 0 0 0,1-1 0 0 0,-1 0-1 0 0,0 1 1 0 0,0-1 0 0 0,0 0 0 0 0,0 1-1 0 0,-1-1 1 0 0,1 2 0 0 0,-3 4 14 0 0,1-1 1 0 0,-1 0-1 0 0,0-1 0 0 0,-1 1 1 0 0,1 0-1 0 0,-9 8 0 0 0,1-2-18 0 0,-2 0-1 0 0,0 0 0 0 0,0-1 0 0 0,-1-1 1 0 0,0 0-1 0 0,0-1 0 0 0,-1-1 1 0 0,-1 0-1 0 0,1-1 0 0 0,-1-1 0 0 0,0 0 1 0 0,-1-1-1 0 0,1-1 0 0 0,-1 0 0 0 0,0-2 1 0 0,0 1-1 0 0,0-2 0 0 0,0-1 0 0 0,0 0 1 0 0,-30-4-1 0 0,42 0 52 0 0,9 2-64 0 0,-1 0 0 0 0,1 1 0 0 0,0-1 0 0 0,0 1 0 0 0,0 0-1 0 0,0 0 1 0 0,0 0 0 0 0,1 1 0 0 0,5-1 0 0 0,4-1-11 0 0,19-4 45 0 0,-1 2 1 0 0,1 1-1 0 0,0 2 0 0 0,0 1 1 0 0,61 8-1 0 0,-36 1 37 0 0,0 3 0 0 0,71 24 0 0 0,-121-33-33 0 0,47 18 25 0 0,-53-20-32 0 0,0-1-1 0 0,0 1 1 0 0,0 0-1 0 0,0 0 0 0 0,0 0 1 0 0,-1 0-1 0 0,1 0 1 0 0,-1 1-1 0 0,1-1 1 0 0,-1 0-1 0 0,1 1 1 0 0,-1-1-1 0 0,1 1 0 0 0,-1-1 1 0 0,0 1-1 0 0,0 0 1 0 0,0 0-1 0 0,0-1 1 0 0,0 1-1 0 0,0 0 1 0 0,0 3-1 0 0,-1-4 22 0 0,-1 0-1 0 0,0 1 1 0 0,1-1 0 0 0,-1 0-1 0 0,0 0 1 0 0,0 0 0 0 0,0 0-1 0 0,1 0 1 0 0,-1 0 0 0 0,0 0-1 0 0,0 0 1 0 0,-1 0 0 0 0,1-1-1 0 0,0 1 1 0 0,0 0 0 0 0,0-1-1 0 0,0 1 1 0 0,-1-1-1 0 0,1 1 1 0 0,0-1 0 0 0,-1 1-1 0 0,-1-1 1 0 0,-12 6 265 0 0,-72 30 767 0 0,-145 37 1 0 0,84-29-900 0 0,133-39-275 0 0,4-1-142 0 0,0 0-1 0 0,0 0 1 0 0,0-1 0 0 0,0-1-1 0 0,0 0 1 0 0,-1-1-1 0 0,1 0 1 0 0,-1 0 0 0 0,-18-2-1 0 0,30 1 194 0 0,0 0-1 0 0,-1-1 1 0 0,1 1-1 0 0,0 0 1 0 0,0 0 0 0 0,0 0-1 0 0,0 0 1 0 0,-1 0-1 0 0,1 0 1 0 0,0 0-1 0 0,0 0 1 0 0,0 0-1 0 0,0-1 1 0 0,-1 1 0 0 0,1 0-1 0 0,0 0 1 0 0,0 0-1 0 0,0 0 1 0 0,0-1-1 0 0,0 1 1 0 0,0 0-1 0 0,-1 0 1 0 0,1 0 0 0 0,0 0-1 0 0,0-1 1 0 0,0 1-1 0 0,0 0 1 0 0,0 0-1 0 0,0 0 1 0 0,0-1 0 0 0,0 1-1 0 0,0 0 1 0 0,0 0-1 0 0,0-1 1 0 0,0 1-1 0 0,0 0 1 0 0,0 0-1 0 0,0 0 1 0 0,0-1 0 0 0,0 1-1 0 0,0 0 1 0 0,0 0-1 0 0,1 0 1 0 0,-1 0-1 0 0,0-1 1 0 0,0 1-1 0 0,0 0 1 0 0,0 0 0 0 0,0 0-1 0 0,0 0 1 0 0,1-1-1 0 0,-1 1 1 0 0,0 0-1 0 0,0 0 1 0 0,0 0 0 0 0,0 0-1 0 0,1 0 1 0 0,-1 0-1 0 0,0 0 1 0 0,0 0-1 0 0,0-1 1 0 0,1 1-1 0 0,-1 0 1 0 0,25-22-4099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19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19 80 0 0,'-24'-4'2184'0'0,"-1"-2"604"0"0,-47-2-1 0 0,66 7-2513 0 0,-1 1 0 0 0,1 1 0 0 0,0-1-1 0 0,-1 1 1 0 0,1 0 0 0 0,0 0 0 0 0,-1 1 0 0 0,1 0 0 0 0,0 0-1 0 0,0 0 1 0 0,-11 7 0 0 0,17-9-257 0 0,0 0 1 0 0,0 0-1 0 0,-1 1 0 0 0,1-1 0 0 0,0 0 1 0 0,0 0-1 0 0,-1 1 0 0 0,1-1 1 0 0,0 0-1 0 0,0 1 0 0 0,0-1 0 0 0,-1 0 1 0 0,1 1-1 0 0,0-1 0 0 0,0 0 1 0 0,0 1-1 0 0,0-1 0 0 0,0 0 0 0 0,0 1 1 0 0,0-1-1 0 0,0 0 0 0 0,0 1 1 0 0,0-1-1 0 0,0 1 0 0 0,0-1 0 0 0,0 0 1 0 0,0 1-1 0 0,0-1 0 0 0,0 0 1 0 0,0 1-1 0 0,0-1 0 0 0,0 0 0 0 0,1 1 1 0 0,-1-1-1 0 0,0 0 0 0 0,0 1 0 0 0,0-1 1 0 0,1 0-1 0 0,-1 0 0 0 0,0 1 1 0 0,0-1-1 0 0,1 0 0 0 0,-1 1 0 0 0,36 27 891 0 0,9-1-516 0 0,1-3 0 0 0,89 33 0 0 0,-39-18-421 0 0,-85-34-26 0 0,4 3-286 0 0,1-1 0 0 0,0-1 1 0 0,0 0-1 0 0,1-1 0 0 0,0-1 0 0 0,-1-1 1 0 0,1 0-1 0 0,23 1 0 0 0,-19-9-998 0 0,-20 5 1264 0 0,-1 0 1 0 0,0 0-1 0 0,1 0 0 0 0,-1 0 1 0 0,0 0-1 0 0,1 0 1 0 0,-1 0-1 0 0,0 0 1 0 0,1 0-1 0 0,-1 0 1 0 0,0 0-1 0 0,1 0 1 0 0,-1 0-1 0 0,0-1 0 0 0,1 1 1 0 0,-1 0-1 0 0,0 0 1 0 0,0 0-1 0 0,1 0 1 0 0,-1-1-1 0 0,0 1 1 0 0,0 0-1 0 0,1 0 1 0 0,-1-1-1 0 0,0 1 1 0 0,0 0-1 0 0,0 0 0 0 0,1-1 1 0 0,-1 1-1 0 0,0 0 1 0 0,0-1-1 0 0,0 1 1 0 0,0 0-1 0 0,0-1 1 0 0,0 1-1 0 0,1 0 1 0 0,-1-1-1 0 0,0 1 1 0 0,0 0-1 0 0,0-1 0 0 0,0 1 1 0 0,0 0-1 0 0,0-1 1 0 0,0 1-1 0 0,-1 0 1 0 0,1-1-1 0 0,0 1 1 0 0,0 0-1 0 0,0 0 1 0 0,0-1-1 0 0,0 1 1 0 0,0 0-1 0 0,-1-1 0 0 0,1 1 1 0 0,0 0-1 0 0,0 0 1 0 0,0-1-1 0 0,-1 1 1 0 0,1 0-1 0 0,0 0 1 0 0,0-1-1 0 0,-1 1 1 0 0,1 0-1 0 0,0 0 0 0 0,-1 0 1 0 0,1 0-1 0 0,0-1 1 0 0,-1 1-1 0 0,-24-12-2579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19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0 287 1121 0 0,'24'-6'3841'0'0,"-24"1"-1840"0"0,30-1-640 0 0,31-13-321 0 0,-1-14-319 0 0,121-30 159 0 0,31-20-320 0 0,-92 39-1200 0 0,-35 17-1521 0 0,-55 27-3682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24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1 337 2321 0 0,'2'-25'8678'0'0,"12"6"-9568"0"0,-5 10 1573 0 0,31-27-500 0 0,-10 13-113 0 0,54-53 64 0 0,-63 55-103 0 0,1 0 0 0 0,0 1 0 0 0,2 2 0 0 0,0 0 0 0 0,41-22 0 0 0,-35 29-17 0 0,-30 11-10 0 0,0 0 1 0 0,0 0 0 0 0,-1 1 0 0 0,1-1 0 0 0,0 0 0 0 0,0 0 0 0 0,0 0 0 0 0,0 0-1 0 0,0 0 1 0 0,-1 1 0 0 0,1-1 0 0 0,0 0 0 0 0,0 0 0 0 0,0 0 0 0 0,0 0 0 0 0,0 1-1 0 0,0-1 1 0 0,0 0 0 0 0,0 0 0 0 0,0 0 0 0 0,-1 0 0 0 0,1 1 0 0 0,0-1 0 0 0,0 0-1 0 0,0 0 1 0 0,0 0 0 0 0,0 1 0 0 0,0-1 0 0 0,0 0 0 0 0,0 0 0 0 0,1 0 0 0 0,-1 1-1 0 0,0-1 1 0 0,0 0 0 0 0,0 0 0 0 0,0 0 0 0 0,0 1 0 0 0,0-1 0 0 0,0 0 0 0 0,0 0-1 0 0,0 0 1 0 0,1 0 0 0 0,-1 0 0 0 0,0 1 0 0 0,0-1 0 0 0,0 0 0 0 0,0 0-1 0 0,0 0 1 0 0,1 0 0 0 0,-1 0 0 0 0,0 1 0 0 0,-1-1 9 0 0,0 0 1 0 0,0 0-1 0 0,0 1 1 0 0,0-1-1 0 0,-1 1 1 0 0,1-1-1 0 0,0 1 0 0 0,0 0 1 0 0,0-1-1 0 0,0 1 1 0 0,1 0-1 0 0,-1-1 1 0 0,0 1-1 0 0,0 0 1 0 0,0 0-1 0 0,1 0 0 0 0,-1 0 1 0 0,0 0-1 0 0,1 0 1 0 0,-2 2-1 0 0,-18 28 363 0 0,-141 169 797 0 0,116-141-975 0 0,21-30-8 0 0,1 2-1 0 0,2 1 0 0 0,-22 44 1 0 0,40-69-59 0 0,0-1 0 0 0,0 0 0 0 0,1 1 0 0 0,0 0 0 0 0,0 0 0 0 0,1-1 0 0 0,-1 15 0 0 0,2-19-131 0 0,0-1 0 0 0,0 1-1 0 0,0 0 1 0 0,0-1-1 0 0,1 1 1 0 0,-1-1-1 0 0,1 1 1 0 0,-1-1-1 0 0,1 1 1 0 0,0-1-1 0 0,-1 1 1 0 0,1-1-1 0 0,0 1 1 0 0,0-1-1 0 0,0 0 1 0 0,0 1-1 0 0,2 1 1 0 0,-1-2-83 0 0,0 0 1 0 0,0 0-1 0 0,0 0 0 0 0,1 0 1 0 0,-1 0-1 0 0,0 0 0 0 0,1 0 1 0 0,-1-1-1 0 0,1 1 0 0 0,-1-1 1 0 0,1 1-1 0 0,-1-1 0 0 0,1 0 1 0 0,-1 0-1 0 0,4-1 1 0 0,11-1-622 0 0,0 0 0 0 0,-1-2 1 0 0,1 0-1 0 0,-1-1 1 0 0,0 0-1 0 0,0-1 1 0 0,0-1-1 0 0,-1-1 1 0 0,0 0-1 0 0,-1-1 1 0 0,17-13-1 0 0,30-26-3232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24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392 112 560 0 0,'0'0'131'0'0,"0"1"-1"0"0,0-1 0 0 0,1 1 1 0 0,-1-1-1 0 0,0 0 0 0 0,0 1 0 0 0,0-1 1 0 0,0 0-1 0 0,0 1 0 0 0,0-1 1 0 0,0 1-1 0 0,0-1 0 0 0,0 1 1 0 0,0-1-1 0 0,0 0 0 0 0,0 1 1 0 0,0-1-1 0 0,0 0 0 0 0,0 1 1 0 0,-1-1-1 0 0,1 1 0 0 0,0-1 1 0 0,0 0-1 0 0,0 1 0 0 0,-1-1 0 0 0,1 0 1 0 0,0 1-1 0 0,0-1 0 0 0,-1 0 1 0 0,1 1-1 0 0,0-1 0 0 0,0 0 1 0 0,-1 0-1 0 0,1 1 0 0 0,0-1 1 0 0,-1 0-1 0 0,1 0 0 0 0,-1 1 1 0 0,-296 137 5151 0 0,291-135-5182 0 0,0 0-1 0 0,0 1 1 0 0,0 0 0 0 0,1 0-1 0 0,0 0 1 0 0,-1 1 0 0 0,2 0 0 0 0,-1 0-1 0 0,0 0 1 0 0,1 1 0 0 0,0-1-1 0 0,0 1 1 0 0,1 0 0 0 0,0 0-1 0 0,0 0 1 0 0,0 1 0 0 0,1-1 0 0 0,-4 13-1 0 0,6-16-62 0 0,-1-1 1 0 0,0 1-1 0 0,1-1 0 0 0,-1 0 1 0 0,1 1-1 0 0,0-1 0 0 0,0 1 1 0 0,0-1-1 0 0,0 1 0 0 0,0-1 0 0 0,1 0 1 0 0,-1 1-1 0 0,1-1 0 0 0,-1 1 1 0 0,1-1-1 0 0,0 0 0 0 0,0 1 1 0 0,0-1-1 0 0,0 0 0 0 0,0 0 0 0 0,1 0 1 0 0,-1 0-1 0 0,0 0 0 0 0,1 0 1 0 0,0 0-1 0 0,0-1 0 0 0,-1 1 0 0 0,1 0 1 0 0,0-1-1 0 0,0 0 0 0 0,0 1 1 0 0,5 1-1 0 0,1 1-23 0 0,0 0 1 0 0,1-1 0 0 0,-1 0-1 0 0,1 0 1 0 0,0-1-1 0 0,0-1 1 0 0,16 2-1 0 0,5-1-14 0 0,0-1 0 0 0,1-2 0 0 0,34-5 0 0 0,-49 3 0 0 0,1-1 0 0 0,-1 0 0 0 0,0-1 0 0 0,0-1 0 0 0,-1 0 0 0 0,0-2 0 0 0,24-14 0 0 0,-7 2-57 0 0,-1-2 0 0 0,46-42 0 0 0,-66 53-14 0 0,0-1 0 0 0,-1 0-1 0 0,-1 0 1 0 0,0-1-1 0 0,0-1 1 0 0,-1 0 0 0 0,-1 0-1 0 0,10-29 1 0 0,-14 35 37 0 0,0 0 18 0 0,0 0-1 0 0,0-1 1 0 0,-1 1 0 0 0,0-1 0 0 0,-1 1 0 0 0,0-1 0 0 0,0-9 0 0 0,-1 15 24 0 0,-1 0 1 0 0,0 0-1 0 0,1 0 1 0 0,-1 0-1 0 0,0 1 1 0 0,0-1-1 0 0,-1 0 1 0 0,1 1-1 0 0,0-1 1 0 0,-1 1-1 0 0,0-1 1 0 0,1 1-1 0 0,-1 0 1 0 0,0 0-1 0 0,0 0 1 0 0,-1 0-1 0 0,1 0 1 0 0,0 0-1 0 0,-1 0 1 0 0,1 1-1 0 0,-1-1 1 0 0,1 1-1 0 0,-1 0 1 0 0,0 0-1 0 0,1 0 1 0 0,-7-1-1 0 0,2-1-95 0 0,-1 1 0 0 0,1 0 0 0 0,-1 1 0 0 0,1-1 0 0 0,-1 2 0 0 0,0-1 0 0 0,0 1 1 0 0,1 0-1 0 0,-1 1 0 0 0,0-1 0 0 0,1 2 0 0 0,-1-1 0 0 0,1 1 0 0 0,-1 0 0 0 0,1 1 0 0 0,0 0 0 0 0,-1 0 0 0 0,2 0 0 0 0,-1 1 0 0 0,0 0 0 0 0,1 0 0 0 0,-7 6 0 0 0,-42 40-5943 0 0,25-23 1041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24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1601 0 0,'0'-6'4242'0'0,"0"-2"-2482"0"0,0 16 2002 0 0,0-2-2881 0 0,0 0-161 0 0,30 1-160 0 0,0-1-80 0 0,31 0-159 0 0,-1 1-241 0 0,0-7-401 0 0,1-7-639 0 0,-7-5-1041 0 0,6-7-1040 0 0,-29-8-321 0 0,-1 2 401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25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574 51 960 0 0,'1'0'134'0'0,"0"0"0"0"0,0 0 0 0 0,1 0-1 0 0,-1-1 1 0 0,0 1 0 0 0,0 0-1 0 0,0 0 1 0 0,0-1 0 0 0,0 1-1 0 0,0 0 1 0 0,0-1 0 0 0,0 1 0 0 0,-1-1-1 0 0,1 1 1 0 0,0-1 0 0 0,0 0-1 0 0,0 1 1 0 0,0-1 0 0 0,-1 0-1 0 0,1 0 1 0 0,0 0 0 0 0,-1 1-1 0 0,1-1 1 0 0,-1 0 0 0 0,1 0 0 0 0,-1 0-1 0 0,1 0 1 0 0,-1 0 0 0 0,1 0-1 0 0,-1 0 1 0 0,0 0 0 0 0,0 0-1 0 0,1 0 1 0 0,-1 0 0 0 0,0 0 0 0 0,0 0-1 0 0,0 0 1 0 0,0 0 0 0 0,0 0-1 0 0,0 0 1 0 0,-1 0 0 0 0,1-1-1 0 0,-1 0 1 0 0,16-7 857 0 0,-5 3-915 0 0,-9 3 244 0 0,-13 3-155 0 0,1 1 0 0 0,-1 0 0 0 0,1 0 0 0 0,-1 1 0 0 0,1 0 0 0 0,0 1-1 0 0,0 1 1 0 0,0 0 0 0 0,-13 7 0 0 0,-106 50 654 0 0,93-39-652 0 0,-47 37 0 0 0,83-58-166 0 0,-1 0 1 0 0,0 0 0 0 0,1 0 0 0 0,-1 0-1 0 0,1 1 1 0 0,-1-1 0 0 0,1 1-1 0 0,0-1 1 0 0,-1 1 0 0 0,1 0 0 0 0,0-1-1 0 0,0 1 1 0 0,0 0 0 0 0,1 0-1 0 0,-1 0 1 0 0,0 0 0 0 0,1-1-1 0 0,-1 1 1 0 0,1 0 0 0 0,-1 0 0 0 0,1 2-1 0 0,1 1 6 0 0,0 0 0 0 0,0-1 0 0 0,0 1 1 0 0,1-1-1 0 0,0 0 0 0 0,0 1 0 0 0,3 5 0 0 0,3 6 5 0 0,-3-9-8 0 0,0 0 0 0 0,0-1 0 0 0,1 0-1 0 0,-1 0 1 0 0,2-1 0 0 0,-1 1 0 0 0,0-1-1 0 0,1-1 1 0 0,0 1 0 0 0,0-1 0 0 0,0 0-1 0 0,1-1 1 0 0,-1 0 0 0 0,1 0 0 0 0,0 0-1 0 0,0-1 1 0 0,0 0 0 0 0,10 0 0 0 0,-8 1-10 0 0,0-1 0 0 0,0-1 0 0 0,0 0-1 0 0,1-1 1 0 0,-1 1 0 0 0,0-2 0 0 0,1 0 0 0 0,-1 0 0 0 0,0-1 0 0 0,0 0 0 0 0,0-1 0 0 0,0 0 0 0 0,12-5 0 0 0,-21 5 19 0 0,0 1 1 0 0,0-1-1 0 0,0 0 0 0 0,0 0 1 0 0,0 1-1 0 0,-1-1 0 0 0,0 0 1 0 0,1 0-1 0 0,-1 0 0 0 0,0 1 1 0 0,0-1-1 0 0,-1 0 1 0 0,1 0-1 0 0,-1 0 0 0 0,1 1 1 0 0,-1-1-1 0 0,0 0 0 0 0,-2-5 1 0 0,-2 4 23 0 0,0 0 0 0 0,0-1 1 0 0,0 2-1 0 0,-1-1 1 0 0,1 0-1 0 0,-1 1 1 0 0,0 0-1 0 0,0 1 1 0 0,0-1-1 0 0,0 1 1 0 0,-1 0-1 0 0,1 1 0 0 0,0 0 1 0 0,-1 0-1 0 0,-7-1 1 0 0,-6-2 70 0 0,-13-2-186 0 0,-1 1 1 0 0,0 2-1 0 0,0 0 1 0 0,0 3 0 0 0,0 1-1 0 0,0 1 1 0 0,0 2 0 0 0,0 2-1 0 0,-33 9 1 0 0,64-14-31 0 0,1-1-1 0 0,0 1 1 0 0,-1 0 0 0 0,1 0 0 0 0,-1 0 0 0 0,1 0-1 0 0,0 0 1 0 0,-1 0 0 0 0,1 1 0 0 0,0-1 0 0 0,0 1-1 0 0,0 0 1 0 0,0-1 0 0 0,1 1 0 0 0,-1 0 0 0 0,0 0-1 0 0,-1 3 1 0 0,2-1-307 0 0,0-1-1 0 0,0 1 1 0 0,0-1-1 0 0,0 1 1 0 0,1 0 0 0 0,0-1-1 0 0,0 8 1 0 0,0-11 377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26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837 160 2241 0 0,'0'-5'3000'0'0,"0"-18"-1545"0"0,1 21-1386 0 0,0 0 0 0 0,0 0-1 0 0,0 0 1 0 0,0 0-1 0 0,0 1 1 0 0,1-1-1 0 0,-1 0 1 0 0,1 1-1 0 0,-1-1 1 0 0,1 0 0 0 0,0 1-1 0 0,-1 0 1 0 0,1-1-1 0 0,2 0 1 0 0,32-22 756 0 0,-35 24-811 0 0,26-13 644 0 0,1 1 1 0 0,1 1-1 0 0,0 1 1 0 0,49-9-1 0 0,-38 9 759 0 0,-10 4 290 0 0,-25 5-39 0 0,-10 2-895 0 0,-249 59 912 0 0,226-52-1556 0 0,-62 20 76 0 0,-137 64 0 0 0,148-58-174 0 0,14-7-78 0 0,1 2 0 0 0,2 2 1 0 0,-99 69-1 0 0,147-89 240 0 0,0 2-1 0 0,1 0 1 0 0,0 0 0 0 0,1 1-1 0 0,1 1 1 0 0,0 0 0 0 0,1 0-1 0 0,-12 25 1 0 0,21-36-168 0 0,-1-1 1 0 0,1 1-1 0 0,0 0 0 0 0,0 0 0 0 0,0 0 1 0 0,1 1-1 0 0,-1-1 0 0 0,1 0 0 0 0,0 0 1 0 0,0 0-1 0 0,1 0 0 0 0,-1 0 1 0 0,1 0-1 0 0,0 0 0 0 0,0 0 0 0 0,0 0 1 0 0,1 0-1 0 0,-1 0 0 0 0,1 0 0 0 0,0-1 1 0 0,0 1-1 0 0,0-1 0 0 0,1 1 1 0 0,-1-1-1 0 0,1 0 0 0 0,0 0 0 0 0,0 0 1 0 0,0 0-1 0 0,0 0 0 0 0,0-1 0 0 0,6 4 1 0 0,6 3-46 0 0,1 1 1 0 0,1-2 0 0 0,0 0 0 0 0,0-1 0 0 0,32 8 0 0 0,7-2-13 0 0,0-3 0 0 0,1-2 0 0 0,0-3 0 0 0,114-5 0 0 0,604-82-59 0 0,-546 49-539 0 0,72-6-2374 0 0,-14 7-3770 0 0,-90 13-1603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19:29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 1521 0 0,'0'1'222'0'0,"0"0"0"0"0,-1 0 0 0 0,1 0 0 0 0,-1-1 1 0 0,1 1-1 0 0,-1 0 0 0 0,1 0 0 0 0,-1 0 0 0 0,0 0 1 0 0,1 0-1 0 0,-1-1 0 0 0,0 1 0 0 0,0 0 0 0 0,0-1 0 0 0,1 1 1 0 0,-1 0-1 0 0,0-1 0 0 0,0 1 0 0 0,0-1 0 0 0,0 1 1 0 0,-2-1-1 0 0,-32 14 971 0 0,2 0-218 0 0,26-7-906 0 0,0 0 0 0 0,1 1 0 0 0,0-1 0 0 0,0 2 0 0 0,1-1 0 0 0,0 0 0 0 0,1 1 0 0 0,-5 10 0 0 0,-7 15 31 0 0,10-22-38 0 0,-2 0 8 0 0,2 1 0 0 0,0-1-1 0 0,0 1 1 0 0,1 0 0 0 0,0 0 0 0 0,2 1 0 0 0,-1-1-1 0 0,2 1 1 0 0,-2 15 0 0 0,4 321 263 0 0,0-336-331 0 0,-1-1-1 0 0,0 1 1 0 0,-1-1-1 0 0,-1 1 1 0 0,0-1-1 0 0,0 0 1 0 0,-1 0-1 0 0,-9 18 1 0 0,7-17 0 0 0,0 0 1 0 0,2 1 0 0 0,0-1-1 0 0,0 1 1 0 0,1 0 0 0 0,1 0-1 0 0,1 0 1 0 0,0 1 0 0 0,2 14-1 0 0,-1-28 1 0 0,0 0-1 0 0,0 0 1 0 0,0 0-1 0 0,1 0 1 0 0,-1 0-1 0 0,1 0 1 0 0,-1 0-1 0 0,1-1 1 0 0,0 1-1 0 0,0 0 1 0 0,0 0-1 0 0,0-1 1 0 0,0 1-1 0 0,0 0 1 0 0,0-1-1 0 0,0 1 1 0 0,1-1-1 0 0,-1 0 1 0 0,1 1-1 0 0,-1-1 0 0 0,1 0 1 0 0,0 0-1 0 0,-1 0 1 0 0,4 1-1 0 0,-3-1 7 0 0,-1 0-1 0 0,0-1 1 0 0,1 1 0 0 0,-1 0-1 0 0,0 0 1 0 0,1 0-1 0 0,-1 0 1 0 0,0 0-1 0 0,0 0 1 0 0,0 0-1 0 0,0 0 1 0 0,0 0-1 0 0,0 0 1 0 0,0 1-1 0 0,-1-1 1 0 0,1 0-1 0 0,0 1 1 0 0,-1-1 0 0 0,1 1-1 0 0,-1-1 1 0 0,1 1-1 0 0,-1-1 1 0 0,1 3-1 0 0,-9 17 199 0 0,7-20-180 0 0,0 1 0 0 0,0 0 0 0 0,-1 0 0 0 0,1 0 0 0 0,1 0 0 0 0,-1 0 0 0 0,0 1 0 0 0,0-1 0 0 0,1 0 0 0 0,-1 0 0 0 0,1 0 0 0 0,0 1 0 0 0,0-1 0 0 0,0 0 0 0 0,0 0 0 0 0,0 0 0 0 0,0 1 0 0 0,0-1 0 0 0,1 0 0 0 0,1 5 0 0 0,6-1 48 0 0,-7-6-66 0 0,0 0 1 0 0,0 1-1 0 0,0-1 0 0 0,0 1 0 0 0,0 0 0 0 0,0-1 0 0 0,0 1 0 0 0,0 0 0 0 0,0-1 0 0 0,0 1 1 0 0,-1 0-1 0 0,1 0 0 0 0,0 0 0 0 0,-1 0 0 0 0,1-1 0 0 0,0 1 0 0 0,-1 0 0 0 0,1 0 0 0 0,-1 0 1 0 0,1 2-1 0 0,-1-2-8 0 0,0 1 1 0 0,1-1-1 0 0,-1 0 1 0 0,1 1-1 0 0,-1-1 1 0 0,1 0-1 0 0,-1 0 1 0 0,1 0 0 0 0,0 1-1 0 0,-1-1 1 0 0,1 0-1 0 0,0 0 1 0 0,0 0-1 0 0,0 0 1 0 0,0 0-1 0 0,0 0 1 0 0,0-1-1 0 0,0 1 1 0 0,1 1-1 0 0,-1-2 1 0 0,0 0 0 0 0,0 1 0 0 0,0-1 0 0 0,-1 1 0 0 0,1 0 0 0 0,0-1 0 0 0,0 1 0 0 0,-1 0 0 0 0,1-1 0 0 0,0 1 0 0 0,-1 0 0 0 0,1 0 0 0 0,0-1 0 0 0,-1 1 0 0 0,1 0 0 0 0,-1 0 0 0 0,0 0 0 0 0,1 0-1 0 0,-1 0 1 0 0,0 0 0 0 0,1 0 0 0 0,-1 0 0 0 0,0 0 0 0 0,0 0 0 0 0,0 0 0 0 0,0 0 0 0 0,0 0 0 0 0,0 0 0 0 0,0 0 0 0 0,0-1 0 0 0,0 1 0 0 0,-1 0 0 0 0,1 0 0 0 0,0 0 0 0 0,-1 0 0 0 0,1 0 0 0 0,-1 0-1 0 0,0 1 1 0 0,-6 9 23 0 0,5-8-7 0 0,0 0-1 0 0,0 1 0 0 0,0-1 1 0 0,0 1-1 0 0,1-1 0 0 0,-1 1 0 0 0,1 0 1 0 0,0-1-1 0 0,0 1 0 0 0,0 0 0 0 0,1 0 1 0 0,-1 0-1 0 0,1 7 0 0 0,0-8 9 0 0,-1 1 0 0 0,1 0 0 0 0,0-1 0 0 0,1 1 0 0 0,-1-1 0 0 0,1 1 0 0 0,0 0 0 0 0,-1-1 0 0 0,2 1 0 0 0,-1-1-1 0 0,0 1 1 0 0,1-1 0 0 0,-1 0 0 0 0,1 0 0 0 0,0 0 0 0 0,0 0 0 0 0,4 5 0 0 0,0-4-39 0 0,-1-1-1 0 0,1 1 1 0 0,0-1 0 0 0,0 0-1 0 0,1 0 1 0 0,-1-1 0 0 0,0 0-1 0 0,1 0 1 0 0,12 1 0 0 0,33 5 80 0 0,-1-3 1 0 0,1-2-1 0 0,94-7 0 0 0,52 2 157 0 0,-36 9-92 0 0,83 7-155 0 0,-193-9 71 0 0,0 3 1 0 0,75 20-1 0 0,-73-10 3 0 0,0-2 0 0 0,2-3 0 0 0,0-2 0 0 0,0-3 0 0 0,59 2 1 0 0,479 28 1815 0 0,-257-8-473 0 0,667-27 0 0 0,-457-36-660 0 0,-221 14-361 0 0,-180-1-413 0 0,-74 19 160 0 0,-1 3 0 0 0,88 14-1 0 0,-129-13-104 0 0,603 41 158 0 0,-376-37-34 0 0,89-1 16 0 0,-29-10-276 0 0,-260 5 159 0 0,90-9 0 0 0,-131 6-34 0 0,124-6 77 0 0,182 13-1 0 0,141 36-107 0 0,-348-35 143 0 0,1-6 1 0 0,165-19-1 0 0,-165 9-65 0 0,129-19 86 0 0,-163 18-47 0 0,125-11 25 0 0,2 8 1 0 0,280 18 0 0 0,-277 5-59 0 0,148 13-8 0 0,32 4 123 0 0,-136-12-63 0 0,-135-2-149 0 0,-67-6-18 0 0,0-1 0 0 0,74-4 0 0 0,-44-10 364 0 0,-57 5-70 0 0,1 1 0 0 0,49 2 0 0 0,52 12 337 0 0,69 3-1533 0 0,-201-14 822 0 0,-2 0-340 0 0,0 0-1 0 0,-1-1 0 0 0,1 0 1 0 0,0 0-1 0 0,0 0 0 0 0,-1-1 1 0 0,-7-3-1 0 0,-25-7-2050 0 0,-168-49-9223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06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28 3762 0 0,'-25'10'4348'0'0,"20"-8"-1106"0"0,7-4-2804 0 0,-9-2-396 0 0,-7 1 119 0 0,-1 1 1 0 0,0 0-1 0 0,0 1 1 0 0,0 1-1 0 0,1 0 1 0 0,-1 1-1 0 0,0 1 0 0 0,-29 7 1 0 0,41-8-148 0 0,3-1-7 0 0,0 0 0 0 0,0 0 0 0 0,-1 0 0 0 0,1 0 0 0 0,0 0 0 0 0,0 0 0 0 0,-1 0 0 0 0,1 0 0 0 0,0 0 0 0 0,0 0 0 0 0,-1 0 0 0 0,1 0 0 0 0,0 0 0 0 0,0 0 0 0 0,0 1 0 0 0,0-1 0 0 0,-1 0 0 0 0,1 0 0 0 0,0 0 0 0 0,0 0 0 0 0,0 1 0 0 0,0-1 0 0 0,-1 0 0 0 0,1 0 0 0 0,0 0 0 0 0,0 1 0 0 0,0-1 0 0 0,0 0 0 0 0,0 0 0 0 0,0 0 0 0 0,0 1 0 0 0,0-1 0 0 0,0 0 0 0 0,0 0 0 0 0,-1 1 0 0 0,1-1 0 0 0,0 0 0 0 0,0 0 0 0 0,1 1 0 0 0,-1-1 0 0 0,0 0 0 0 0,-5 9 100 0 0,4-9-94 0 0,-20 15 135 0 0,20-14-142 0 0,1-1 0 0 0,-1 1 0 0 0,1-1-1 0 0,-1 1 1 0 0,1 0 0 0 0,0-1 0 0 0,-1 1 0 0 0,1 0-1 0 0,-1-1 1 0 0,1 1 0 0 0,0 0 0 0 0,0-1 0 0 0,-1 1 0 0 0,1 0-1 0 0,0 0 1 0 0,0-1 0 0 0,0 1 0 0 0,0 0 0 0 0,0 0 0 0 0,0-1-1 0 0,0 1 1 0 0,0 0 0 0 0,0 0 0 0 0,0-1 0 0 0,1 1-1 0 0,-1 0 1 0 0,0 0 0 0 0,0-1 0 0 0,1 1 0 0 0,-1 0 0 0 0,0-1-1 0 0,1 1 1 0 0,-1 0 0 0 0,1-1 0 0 0,-1 1 0 0 0,1-1 0 0 0,-1 1-1 0 0,1 0 1 0 0,-1-1 0 0 0,2 1 0 0 0,6 5 45 0 0,-7-6-45 0 0,0 1 1 0 0,0 0-1 0 0,0-1 0 0 0,0 1 0 0 0,0 0 1 0 0,0 0-1 0 0,0-1 0 0 0,0 1 0 0 0,0 0 0 0 0,0 0 1 0 0,0 0-1 0 0,-1 0 0 0 0,1 0 0 0 0,0 0 1 0 0,-1 0-1 0 0,1 0 0 0 0,-1 1 0 0 0,1-1 1 0 0,-1 0-1 0 0,0 0 0 0 0,1 0 0 0 0,-1 1 1 0 0,0-1-1 0 0,0 0 0 0 0,0 2 0 0 0,1 0 1 0 0,-1 1 0 0 0,1-1 0 0 0,0 1 0 0 0,0-1 1 0 0,0 1-1 0 0,0-1 0 0 0,0 0 0 0 0,1 1 0 0 0,0-1 0 0 0,-1 0 0 0 0,1 0 0 0 0,5 5 0 0 0,35 37 113 0 0,-14-18-145 0 0,-22-18 43 0 0,1-1 0 0 0,-2 1-1 0 0,1 0 1 0 0,-1 1 0 0 0,-1-1 0 0 0,1 1-1 0 0,-2 0 1 0 0,1 0 0 0 0,-1 1 0 0 0,-1-1 0 0 0,2 15-1 0 0,-4-23-10 0 0,0 0-1 0 0,0-1 1 0 0,0 1-1 0 0,1 0 1 0 0,-1-1-1 0 0,0 1 1 0 0,1 0-1 0 0,0-1 1 0 0,-1 1-1 0 0,1-1 1 0 0,0 1-1 0 0,-1-1 1 0 0,1 1-1 0 0,0-1 1 0 0,0 0-1 0 0,0 1 1 0 0,0-1-1 0 0,1 0 1 0 0,-1 0-1 0 0,0 0 1 0 0,0 0-1 0 0,1 0 1 0 0,2 2-1 0 0,5 8 25 0 0,-8-15-30 0 0,0 1 0 0 0,1-1-1 0 0,-1 1 1 0 0,1-1 0 0 0,-1 1 0 0 0,1 0-1 0 0,0 0 1 0 0,0 0 0 0 0,0 0-1 0 0,1 0 1 0 0,-1 0 0 0 0,1 1 0 0 0,0-1-1 0 0,5-3 1 0 0,18-22 55 0 0,-11 8-27 0 0,0 0 0 0 0,2 1 0 0 0,1 1 0 0 0,30-24 0 0 0,20-20-1 0 0,-47 41-3 0 0,9-11-6 0 0,2 2-1 0 0,61-46 0 0 0,-92 76-17 0 0,0-1 1 0 0,-1 0-1 0 0,1 0 0 0 0,0 0 0 0 0,0 1 1 0 0,0-1-1 0 0,0 0 0 0 0,1 1 0 0 0,-1-1 0 0 0,0 1 1 0 0,0 0-1 0 0,0-1 0 0 0,0 1 0 0 0,0 0 0 0 0,1-1 1 0 0,-1 1-1 0 0,0 0 0 0 0,0 0 0 0 0,3 0 0 0 0,7 1-332 0 0,-11 19-9566 0 0,0-13 7042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07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63 324 2161 0 0,'0'0'2401'0'0,"-5"0"-427"0"0,-15 0-573 0 0,18 0-1311 0 0,1 1 0 0 0,0-1 0 0 0,-1-1-1 0 0,1 1 1 0 0,-1 0 0 0 0,1 0 0 0 0,0 0 0 0 0,-1-1 0 0 0,1 1 0 0 0,0-1 0 0 0,0 1-1 0 0,-1-1 1 0 0,1 1 0 0 0,0-1 0 0 0,0 0 0 0 0,0 1 0 0 0,-1-1 0 0 0,1 0 0 0 0,0 0-1 0 0,0 0 1 0 0,0 0 0 0 0,1 0 0 0 0,-1 0 0 0 0,0 0 0 0 0,0-1 0 0 0,0 1-1 0 0,1 0 1 0 0,-1 0 0 0 0,1 0 0 0 0,-1-1 0 0 0,0-1 0 0 0,0-4 98 0 0,0 0 0 0 0,1-1 0 0 0,-1 1 1 0 0,1 0-1 0 0,1-10 0 0 0,1-8 249 0 0,-2 18-411 0 0,0 1 0 0 0,1-1 0 0 0,-1 1 0 0 0,2 0 0 0 0,-1 0 0 0 0,1-1 0 0 0,0 1 0 0 0,0 0 0 0 0,1 1 0 0 0,-1-1 0 0 0,1 0 0 0 0,1 1 0 0 0,-1-1 0 0 0,1 1 0 0 0,0 0 0 0 0,0 0 0 0 0,0 1 0 0 0,1-1 0 0 0,9-6 0 0 0,-7 4-1 0 0,0 1 0 0 0,0-1 0 0 0,-1 0 0 0 0,10-14 0 0 0,-12 15-22 0 0,0 0 0 0 0,0 0 0 0 0,1 1 1 0 0,0 0-1 0 0,0 0 0 0 0,10-8 0 0 0,-10 7-16 0 0,0 5-54 0 0,-3 1 66 0 0,-2 0-3 0 0,1 0 0 0 0,0 0 1 0 0,-1 0-1 0 0,1-1 0 0 0,-1 1 1 0 0,1 0-1 0 0,0 0 0 0 0,-1 0 1 0 0,1 0-1 0 0,0 0 0 0 0,-1 0 1 0 0,1 0-1 0 0,0 1 0 0 0,-1-1 1 0 0,1 0-1 0 0,0 0 0 0 0,-1 0 1 0 0,1 1-1 0 0,0-1 0 0 0,-1 0 1 0 0,1 1-1 0 0,-1-1 1 0 0,1 0-1 0 0,-1 1 0 0 0,1-1 1 0 0,-1 1-1 0 0,1-1 0 0 0,-1 1 1 0 0,1-1-1 0 0,-1 1 0 0 0,0-1 1 0 0,1 1-1 0 0,-1-1 0 0 0,0 1 1 0 0,1 0-1 0 0,-1-1 0 0 0,0 1 1 0 0,0-1-1 0 0,0 1 0 0 0,1 0 1 0 0,-1-1-1 0 0,0 1 0 0 0,0 0 1 0 0,0 0-1 0 0,8 22-84 0 0,35 60-144 0 0,-6-16 24 0 0,-35-61 202 0 0,0-1 0 0 0,-1 1 0 0 0,0-1-1 0 0,0 1 1 0 0,0 0 0 0 0,-1-1 0 0 0,0 1-1 0 0,0 0 1 0 0,0-1 0 0 0,-1 1 0 0 0,1-1 0 0 0,-2 1-1 0 0,1 0 1 0 0,-3 6 0 0 0,-4-5 29 0 0,6-6-18 0 0,1 0 0 0 0,0-1 0 0 0,0 1 0 0 0,0 0 0 0 0,0 0 0 0 0,0 0 0 0 0,0 0 0 0 0,0 0 0 0 0,0 0 0 0 0,1 0 0 0 0,-1 0 0 0 0,0 0 0 0 0,1 0 0 0 0,-1 0 0 0 0,0 0 0 0 0,1 1 0 0 0,-1-1 0 0 0,1 0 0 0 0,0 0 0 0 0,0 1 0 0 0,-1 1 0 0 0,0 0 4 0 0,-1-1-1 0 0,1 0 1 0 0,-1 0-1 0 0,0 0 0 0 0,1 0 1 0 0,-1 0-1 0 0,0-1 1 0 0,0 1-1 0 0,0-1 0 0 0,-1 1 1 0 0,1-1-1 0 0,0 0 1 0 0,0 1-1 0 0,-1-1 0 0 0,1 0 1 0 0,-1-1-1 0 0,1 1 1 0 0,-4 0-1 0 0,-2 3-8 0 0,13-2-31 0 0,-4-2 30 0 0,0 0 0 0 0,-1 0 0 0 0,1 0 0 0 0,-1 0 0 0 0,1 0 0 0 0,-1 0 0 0 0,1 0 0 0 0,-1 0 0 0 0,1 0 0 0 0,0 1 0 0 0,-1-1-1 0 0,1 0 1 0 0,-1 0 0 0 0,1 1 0 0 0,-1-1 0 0 0,1 0 0 0 0,-1 0 0 0 0,0 1 0 0 0,1-1 0 0 0,-1 1 0 0 0,1-1 0 0 0,-1 0 0 0 0,0 1-1 0 0,1-1 1 0 0,-1 1 0 0 0,0-1 0 0 0,1 1 0 0 0,-1-1 0 0 0,0 1 0 0 0,0-1 0 0 0,0 1 0 0 0,1 0 0 0 0,4 4-13 0 0,-2-5 2 0 0,-3 0 10 0 0,1-1-1 0 0,0 1 1 0 0,0 0-1 0 0,0 0 1 0 0,0 0-1 0 0,0 0 1 0 0,0 0-1 0 0,0 0 1 0 0,-1 0-1 0 0,1 1 1 0 0,0-1-1 0 0,0 0 1 0 0,0 0-1 0 0,0 1 1 0 0,0-1-1 0 0,-1 0 1 0 0,1 1-1 0 0,0-1 0 0 0,0 1 1 0 0,-1-1-1 0 0,1 1 1 0 0,0-1-1 0 0,-1 1 1 0 0,1 0-1 0 0,0-1 1 0 0,0 2-1 0 0,0 0-13 0 0,-1-1 0 0 0,1 1 0 0 0,-1 0 0 0 0,1-1 0 0 0,0 1 0 0 0,0-1 1 0 0,0 1-1 0 0,0-1 0 0 0,0 1 0 0 0,0-1 0 0 0,0 0 0 0 0,1 0 0 0 0,-1 1 0 0 0,0-1 0 0 0,1 0 0 0 0,-1 0 0 0 0,2 0 0 0 0,7 7-217 0 0,14 25-1365 0 0,-18-6-2567 0 0,-6-12-503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07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1 141 480 0 0,'0'-19'2401'0'0,"0"-14"0"0"0,30 2-400 0 0,0 12-560 0 0,-30 0-320 0 0,30 5-401 0 0,1 8-320 0 0,29 6-400 0 0,0 14-1120 0 0,1 5-1842 0 0,-1-2-159 0 0,0-3 640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07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12 320 0 0,'-18'5'1482'0'0,"7"-2"-342"0"0,1 0-1 0 0,-1-1 0 0 0,0 0 1 0 0,1 0-1 0 0,-1-1 0 0 0,-17-1 1 0 0,2 0 1707 0 0,22 1-2519 0 0,37 0-326 0 0,0-3 1 0 0,38-5 0 0 0,-38 3-25 0 0,13-4-408 0 0,-34 5-612 0 0,1 0 0 0 0,0 1 0 0 0,0 1-1 0 0,1 0 1 0 0,21 2 0 0 0,-30 5-1559 0 0,-5 6 227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08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97 2321 0 0,'-60'0'4642'0'0,"30"0"-2081"0"0,0 0-1360 0 0,60 0-161 0 0,0 0-880 0 0,0 0 1 0 0,30 5-1 0 0,-29 3 0 0 0,29-2-80 0 0,-30-6 0 0 0,25-6-80 0 0,5 6-160 0 0,-30-13-801 0 0,30-7-1520 0 0,-29-18-1121 0 0,-1 0 481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14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60 124 480 0 0,'1'-1'158'0'0,"-1"0"0"0"0,0-1 1 0 0,0 1-1 0 0,0 0 0 0 0,0-1 0 0 0,0 1 0 0 0,-1 0 0 0 0,1 0 0 0 0,0-1 0 0 0,-1 1 0 0 0,1 0 1 0 0,-1 0-1 0 0,1 0 0 0 0,-1-1 0 0 0,1 1 0 0 0,-1 0 0 0 0,0 0 0 0 0,1 0 0 0 0,-1 0 0 0 0,0 0 1 0 0,0 0-1 0 0,0 0 0 0 0,0 1 0 0 0,0-1 0 0 0,0 0 0 0 0,-1 0 0 0 0,1 0-45 0 0,-1 0 1 0 0,1 0-1 0 0,0 0 0 0 0,0 1 0 0 0,0-1 0 0 0,0 0 0 0 0,0 0 0 0 0,0-1 0 0 0,1 1 0 0 0,-1 0 1 0 0,0 0-1 0 0,0 0 0 0 0,1-1 0 0 0,-1 1 0 0 0,1 0 0 0 0,-1 0 0 0 0,1-1 0 0 0,0 1 1 0 0,-1 0-1 0 0,1-1 0 0 0,0 1 0 0 0,0-1 0 0 0,0 1 0 0 0,0 0 0 0 0,0-1 0 0 0,0-1 1 0 0,0 2-95 0 0,0 0 1 0 0,0 0 0 0 0,0 0 0 0 0,0 0-1 0 0,-1 0 1 0 0,1 0 0 0 0,0 0 0 0 0,-1 0-1 0 0,1 0 1 0 0,-1 0 0 0 0,1 0 0 0 0,-1 0-1 0 0,1 0 1 0 0,-1 0 0 0 0,0 0 0 0 0,1 1-1 0 0,-1-1 1 0 0,0 0 0 0 0,0 0 0 0 0,0 1-1 0 0,1-1 1 0 0,-1 1 0 0 0,-1-2 0 0 0,0 2-19 0 0,1-1 0 0 0,0 0 1 0 0,0 0-1 0 0,0 0 1 0 0,0 0-1 0 0,0 0 0 0 0,0 0 1 0 0,0 0-1 0 0,0 0 0 0 0,0 0 1 0 0,1 0-1 0 0,-1 0 0 0 0,0 0 1 0 0,1-1-1 0 0,-1 1 1 0 0,1 0-1 0 0,-1-1 0 0 0,1 1 1 0 0,0 0-1 0 0,-1-1 0 0 0,1 1 1 0 0,0 0-1 0 0,0-3 0 0 0,0-4-109 0 0,0 10 346 0 0,0 23 846 0 0,0 38 504 0 0,0-62-1584 0 0,0 0 0 0 0,0 0 0 0 0,0 0 0 0 0,0-1 0 0 0,0 1 0 0 0,0 0 1 0 0,1 0-1 0 0,-1-1 0 0 0,0 1 0 0 0,0 0 0 0 0,1 0 0 0 0,-1-1 0 0 0,0 1 0 0 0,1 0 0 0 0,-1-1 1 0 0,1 1-1 0 0,-1 0 0 0 0,1-1 0 0 0,-1 1 0 0 0,1-1 0 0 0,0 1 0 0 0,-1-1 0 0 0,1 1 0 0 0,-1-1 1 0 0,1 1-1 0 0,0-1 0 0 0,0 0 0 0 0,-1 1 0 0 0,1-1 0 0 0,0 0 0 0 0,0 0 0 0 0,0 1 0 0 0,0-1 0 0 0,0 0-1 0 0,-1 0 0 0 0,1 0 0 0 0,0 1 0 0 0,0-1 0 0 0,-1 0 1 0 0,1 1-1 0 0,0-1 0 0 0,-1 1 0 0 0,1-1 0 0 0,0 1 0 0 0,-1-1 1 0 0,1 1-1 0 0,-1-1 0 0 0,1 1 0 0 0,-1-1 0 0 0,1 1 0 0 0,-1 0 1 0 0,1-1-1 0 0,-1 1 0 0 0,1 0 0 0 0,-1-1 0 0 0,0 1 0 0 0,0 0 1 0 0,1 0-1 0 0,-1-1 0 0 0,0 1 0 0 0,0 0 0 0 0,0 0 0 0 0,0-1 1 0 0,0 1-1 0 0,0 1 0 0 0,1 1 3 0 0,0 0 1 0 0,0-1-1 0 0,1 1 1 0 0,-1 0-1 0 0,0-1 1 0 0,1 1-1 0 0,0-1 1 0 0,-1 0-1 0 0,1 1 1 0 0,0-1-1 0 0,0 0 1 0 0,1 0-1 0 0,-1 0 0 0 0,0 0 1 0 0,5 2-1 0 0,22 24 64 0 0,30 72 85 0 0,-45-72-154 0 0,1-1 0 0 0,2 0 0 0 0,0-2 0 0 0,42 47 0 0 0,-43-56 0 0 0,-14-13-8 0 0,0 0 1 0 0,1-1-1 0 0,-1 0 0 0 0,0 1 0 0 0,1-1 1 0 0,-1 0-1 0 0,1-1 0 0 0,0 1 1 0 0,0 0-1 0 0,0-1 0 0 0,3 2 0 0 0,-3-3 22 0 0,-1 0-1 0 0,1 0 1 0 0,-1 0-1 0 0,1 0 1 0 0,-1 0 0 0 0,1-1-1 0 0,-1 1 1 0 0,1-1-1 0 0,-1 0 1 0 0,1 0-1 0 0,-1 0 1 0 0,0 0-1 0 0,1 0 1 0 0,-1 0-1 0 0,0-1 1 0 0,0 1-1 0 0,0-1 1 0 0,0 1-1 0 0,0-1 1 0 0,2-2 0 0 0,45-53 173 0 0,-19 21-108 0 0,-16 21-38 0 0,-7 9-23 0 0,-1 0-1 0 0,0 0 0 0 0,0-1 1 0 0,-1 0-1 0 0,0 0 1 0 0,0 0-1 0 0,0 0 0 0 0,-1-1 1 0 0,0 0-1 0 0,-1 0 1 0 0,0 0-1 0 0,0 0 0 0 0,0-1 1 0 0,-1 1-1 0 0,-1-1 1 0 0,1 1-1 0 0,-1-11 0 0 0,-1 17-14 0 0,0 0-1 0 0,0 1 1 0 0,0-1-1 0 0,0 0 0 0 0,0 0 1 0 0,0 1-1 0 0,1-1 0 0 0,-1 0 1 0 0,0 1-1 0 0,1-1 1 0 0,-1 0-1 0 0,1 1 0 0 0,0-1 1 0 0,0 0-1 0 0,-1 1 0 0 0,1-1 1 0 0,0 1-1 0 0,0 0 1 0 0,0-1-1 0 0,1 1 0 0 0,-1 0 1 0 0,0-1-1 0 0,0 1 1 0 0,1 0-1 0 0,-1 0 0 0 0,1 0 1 0 0,-1 0-1 0 0,3 0 0 0 0,-2-1-7 0 0,-2 2-77 0 0,1-1 1 0 0,0 0-1 0 0,0 0 1 0 0,0 1-1 0 0,0-1 1 0 0,0 1-1 0 0,0-1 1 0 0,0 1-1 0 0,0-1 1 0 0,0 1-1 0 0,0 0 1 0 0,0-1-1 0 0,0 1 1 0 0,0 0-1 0 0,0 0 1 0 0,0 0-1 0 0,0 0 1 0 0,0 0-1 0 0,1 0 1 0 0,-1 0-1 0 0,0 0 1 0 0,0 0-1 0 0,0 0 0 0 0,0 1 1 0 0,0-1-1 0 0,0 0 1 0 0,2 2-1 0 0,-3-2 26 0 0,0 0-1 0 0,0 0 0 0 0,1 0 0 0 0,-1 0 1 0 0,0 1-1 0 0,0-1 0 0 0,0 0 0 0 0,1 0 0 0 0,-1 1 1 0 0,0-1-1 0 0,0 0 0 0 0,0 0 0 0 0,0 0 0 0 0,0 1 1 0 0,1-1-1 0 0,-1 0 0 0 0,0 1 0 0 0,0-1 1 0 0,0 0-1 0 0,0 0 0 0 0,0 1 0 0 0,0-1 0 0 0,0 0 1 0 0,0 1-1 0 0,0-1 0 0 0,0 0 0 0 0,0 0 1 0 0,0 1-1 0 0,0-1 0 0 0,0 0 0 0 0,0 0 0 0 0,-1 1 1 0 0,1-1-1 0 0,0 0 0 0 0,0 1 0 0 0,0-1 1 0 0,0 0-1 0 0,0 0 0 0 0,-1 0 0 0 0,1 1 0 0 0,0-1 1 0 0,0 0-1 0 0,0 0 0 0 0,-1 0 0 0 0,1 1 0 0 0,0-1 1 0 0,0 0-1 0 0,-1 0 0 0 0,1 0 0 0 0,0 0 1 0 0,0 0-1 0 0,-1 0 0 0 0,1 1 0 0 0,-1-1 0 0 0,-15 10-1823 0 0,15-9 1371 0 0,-4 12-2427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15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111 234 1121 0 0,'0'0'1814'0'0,"0"0"-1768"0"0,0 0-1 0 0,1 0 1 0 0,-1 0 0 0 0,0-1 0 0 0,0 1 0 0 0,0 0 0 0 0,0 0 0 0 0,0 0-1 0 0,0 0 1 0 0,0-1 0 0 0,0 1 0 0 0,0 0 0 0 0,0 0 0 0 0,1 0-1 0 0,-1-1 1 0 0,0 1 0 0 0,0 0 0 0 0,0 0 0 0 0,0 0 0 0 0,0-1 0 0 0,0 1-1 0 0,0 0 1 0 0,-1 0 0 0 0,1 0 0 0 0,0-1 0 0 0,0 1 0 0 0,0 0 0 0 0,0 0-1 0 0,0 0 1 0 0,0 0 0 0 0,0-1 0 0 0,0 1 0 0 0,0 0 0 0 0,0 0 0 0 0,-1 0-1 0 0,1 0 1 0 0,0-1 0 0 0,0 1 0 0 0,0 0 0 0 0,0 0 0 0 0,0 0 0 0 0,-1 0-1 0 0,1 0 1 0 0,0 0 0 0 0,0 0 0 0 0,0 0 0 0 0,-1 0 0 0 0,1-1 0 0 0,0 1-1 0 0,0 0 1 0 0,0 0 0 0 0,-1 0 0 0 0,1 0 0 0 0,0 0 0 0 0,0 0 0 0 0,0 0-1 0 0,-1 0 1 0 0,1 0 0 0 0,0 0 0 0 0,0 0 0 0 0,0 1 0 0 0,0-1 0 0 0,-1 0-1 0 0,0-1 33 0 0,-1 1 0 0 0,1-1-1 0 0,-1 0 1 0 0,1 1 0 0 0,0-1-1 0 0,-1 0 1 0 0,1 0-1 0 0,0 0 1 0 0,0 0 0 0 0,0 0-1 0 0,0 0 1 0 0,0 0 0 0 0,0-1-1 0 0,0 1 1 0 0,0 0 0 0 0,0 0-1 0 0,0-1 1 0 0,0-1-1 0 0,-2-35 857 0 0,3 33-915 0 0,0-135 1915 0 0,2 138-1894 0 0,1 0 0 0 0,-1 0 0 0 0,1 0 0 0 0,-1 1 0 0 0,1-1 0 0 0,0 1 0 0 0,-1-1 0 0 0,1 1 1 0 0,0 0-1 0 0,0 0 0 0 0,3 0 0 0 0,15-2-39 0 0,-1 2 1 0 0,1 1 0 0 0,-1 0 0 0 0,1 1 0 0 0,-1 1 0 0 0,28 7 0 0 0,-44-8-15 0 0,0 1 0 0 0,0-1 0 0 0,0 1 0 0 0,-1 0 0 0 0,1 0 0 0 0,-1 0 0 0 0,1 0 0 0 0,-1 1-1 0 0,0-1 1 0 0,0 1 0 0 0,0 0 0 0 0,0 0 0 0 0,-1 0 0 0 0,1 0 0 0 0,-1 0 0 0 0,1 1 0 0 0,-1-1 0 0 0,0 1 0 0 0,-1-1 0 0 0,1 1 0 0 0,1 6 0 0 0,-2-7 12 0 0,0-1 1 0 0,-1 1-1 0 0,0 0 0 0 0,1 0 1 0 0,-1 0-1 0 0,0 0 0 0 0,-1 0 1 0 0,1 0-1 0 0,0 0 0 0 0,-1 0 1 0 0,0-1-1 0 0,0 1 0 0 0,0 0 1 0 0,0 0-1 0 0,0-1 0 0 0,0 1 1 0 0,0 0-1 0 0,-1-1 0 0 0,0 1 1 0 0,1-1-1 0 0,-1 0 0 0 0,0 0 1 0 0,0 1-1 0 0,0-1 0 0 0,-1-1 1 0 0,1 1-1 0 0,0 0 0 0 0,-1 0 1 0 0,-3 1-1 0 0,-2 2 61 0 0,-1 0 0 0 0,-1-1 0 0 0,1 0 0 0 0,-1-1 0 0 0,1 0 0 0 0,-1 0 0 0 0,0-1 0 0 0,0 0 0 0 0,0-1 0 0 0,0 0 0 0 0,-1-1 0 0 0,1 0 0 0 0,0-1 0 0 0,0 0 1 0 0,-15-3-1 0 0,15-3 233 0 0,10 7-290 0 0,0 0 1 0 0,-1 0-1 0 0,1 0 0 0 0,0 0 0 0 0,0 0 1 0 0,-1 0-1 0 0,1 0 0 0 0,0 0 0 0 0,-1 0 1 0 0,1 0-1 0 0,0 0 0 0 0,0 0 0 0 0,-1 0 1 0 0,1 0-1 0 0,0 0 0 0 0,0 0 0 0 0,-1-1 1 0 0,1 1-1 0 0,0 0 0 0 0,0 0 0 0 0,-1 0 1 0 0,1 0-1 0 0,0-1 0 0 0,0 1 0 0 0,0 0 1 0 0,-1 0-1 0 0,1-1 0 0 0,0 1 0 0 0,0 0 1 0 0,0 0-1 0 0,0-1 0 0 0,0 1 0 0 0,-1 0 1 0 0,1 0-1 0 0,0-1 0 0 0,0 1 0 0 0,0 0 1 0 0,0-1-1 0 0,0 1 0 0 0,0-1 0 0 0,11-6 39 0 0,22-3-44 0 0,-8 6-5 0 0,1 2 0 0 0,0 1-1 0 0,0 1 1 0 0,0 1-1 0 0,0 1 1 0 0,0 2 0 0 0,-1 0-1 0 0,35 11 1 0 0,-56-14 4 0 0,-1 0 1 0 0,1 0 0 0 0,-1 1 0 0 0,0-1-1 0 0,1 1 1 0 0,-1 0 0 0 0,0-1-1 0 0,0 1 1 0 0,0 1 0 0 0,0-1-1 0 0,0 0 1 0 0,-1 1 0 0 0,1 0 0 0 0,-1-1-1 0 0,1 1 1 0 0,-1 0 0 0 0,0 0-1 0 0,0 1 1 0 0,-1-1 0 0 0,1 0-1 0 0,-1 0 1 0 0,1 1 0 0 0,-1-1 0 0 0,0 1-1 0 0,0-1 1 0 0,-1 1 0 0 0,1 0-1 0 0,0 5 1 0 0,-2-7 9 0 0,1 0 0 0 0,0 0 0 0 0,-1 0 0 0 0,0 0 1 0 0,1 0-1 0 0,-1 0 0 0 0,0 0 0 0 0,0 0 0 0 0,0-1 0 0 0,0 1 0 0 0,0 0 0 0 0,0-1 0 0 0,-1 1 1 0 0,1 0-1 0 0,-1-1 0 0 0,1 0 0 0 0,-1 1 0 0 0,1-1 0 0 0,-1 0 0 0 0,0 0 0 0 0,1 0 0 0 0,-1 0 1 0 0,0 0-1 0 0,0 0 0 0 0,0 0 0 0 0,0-1 0 0 0,-3 2 0 0 0,-11 2 38 0 0,1 0 0 0 0,-29 2 0 0 0,32-5-5 0 0,-28 3 9 0 0,0-1 0 0 0,-41-4 1 0 0,59 0-273 0 0,0-1 1 0 0,1-1-1 0 0,-1-1 0 0 0,1-1 1 0 0,-32-12-1 0 0,49 16-51 0 0,0-1-1 0 0,0 0 0 0 0,1 1 1 0 0,-1-1-1 0 0,1-1 1 0 0,-1 1-1 0 0,1-1 0 0 0,0 1 1 0 0,0-1-1 0 0,0 0 0 0 0,0 0 1 0 0,0 0-1 0 0,1 0 0 0 0,-1-1 1 0 0,1 1-1 0 0,-3-6 1 0 0,6 6-39 0 0,0 1 0 0 0,0-1 0 0 0,0 1 0 0 0,0 0 0 0 0,0-1 0 0 0,1 1 0 0 0,-1 0 0 0 0,1 0 0 0 0,-1 0 0 0 0,1 0 0 0 0,0 0 0 0 0,3-3 0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15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19 880 0 0,'0'0'2402'0'0,"-30"0"-322"0"0,30-5-479 0 0,30 5-400 0 0,-30-8 79 0 0,30 8-879 0 0,30-6-161 0 0,-29 6-240 0 0,29 0-240 0 0,-30 6-401 0 0,25-6-719 0 0,5 8-961 0 0,-30 3-321 0 0,-30 3 561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16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77 560 0 0,'0'-6'2081'0'0,"30"-7"-80"0"0,0 7-240 0 0,31-7-320 0 0,-31 7-241 0 0,30-2-399 0 0,-5 3-241 0 0,5 5-640 0 0,0 0-1121 0 0,-30 0-960 0 0,31-6-320 0 0,-31-2 240 0 0,0 2 240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09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98 400 0 0,'14'-9'1058'0'0,"27"-20"2006"0"0,-11-2 271 0 0,-30 31-3302 0 0,1-1 0 0 0,-1 1 0 0 0,0-1 0 0 0,0 1 0 0 0,0 0 0 0 0,1-1 0 0 0,-1 1 0 0 0,0 0 0 0 0,0-1 0 0 0,0 1 0 0 0,0-1 0 0 0,0 1 0 0 0,0 0 0 0 0,0-1 0 0 0,0 1 0 0 0,0-1 0 0 0,0 1 0 0 0,0 0 0 0 0,0-1 0 0 0,0 1 0 0 0,0-1 0 0 0,0 1 0 0 0,0 0 0 0 0,-1-1 0 0 0,1 1 0 0 0,0 0 0 0 0,0-1 0 0 0,0 1 0 0 0,-1 0 0 0 0,1-1 0 0 0,0 1 0 0 0,0 0 0 0 0,-1-1 0 0 0,1 1-1 0 0,0 0 1 0 0,-1-1 0 0 0,1 1 0 0 0,0 0 0 0 0,-1 0 0 0 0,1 0 0 0 0,0-1 0 0 0,-1 1 0 0 0,1 0 0 0 0,0 0 0 0 0,-1 0 0 0 0,0 0 0 0 0,-23-10 1005 0 0,7 8-906 0 0,-1 1 1 0 0,0 0-1 0 0,1 2 0 0 0,-1 0 1 0 0,1 1-1 0 0,-33 7 0 0 0,19-3-31 0 0,24-5-79 0 0,-134 28 311 0 0,122-23-276 0 0,0 0-1 0 0,0 1 0 0 0,1 1 1 0 0,0 1-1 0 0,-28 17 1 0 0,43-24-53 0 0,1 0 1 0 0,-1 0 0 0 0,0 0 0 0 0,1 0-1 0 0,-1 0 1 0 0,1 0 0 0 0,0 0 0 0 0,0 1-1 0 0,0-1 1 0 0,0 1 0 0 0,0 0 0 0 0,0 0 0 0 0,1-1-1 0 0,0 1 1 0 0,-1 0 0 0 0,1 0 0 0 0,0 0-1 0 0,0 1 1 0 0,1-1 0 0 0,-1 0 0 0 0,0 0-1 0 0,1 0 1 0 0,0 1 0 0 0,0-1 0 0 0,0 0-1 0 0,0 0 1 0 0,1 0 0 0 0,-1 1 0 0 0,1-1 0 0 0,0 0-1 0 0,0 0 1 0 0,0 0 0 0 0,0 0 0 0 0,0 0-1 0 0,4 5 1 0 0,1 1-5 0 0,0 0 1 0 0,1 0-1 0 0,0-1 0 0 0,0 0 0 0 0,1 0 0 0 0,0-1 1 0 0,0 1-1 0 0,17 9 0 0 0,-3-5-13 0 0,0-1-1 0 0,1-1 1 0 0,0 0 0 0 0,0-2-1 0 0,1-1 1 0 0,0-1 0 0 0,0-1-1 0 0,28 2 1 0 0,-39-6 9 0 0,0-1-1 0 0,1 0 1 0 0,-1 0 0 0 0,0-2 0 0 0,0 0 0 0 0,1 0-1 0 0,-1-1 1 0 0,-1-1 0 0 0,1 0 0 0 0,0 0 0 0 0,-1-1-1 0 0,0-1 1 0 0,0 0 0 0 0,-1-1 0 0 0,0 0-1 0 0,13-11 1 0 0,-15 11-12 0 0,0-1 0 0 0,-1 0 1 0 0,0 0-1 0 0,0-1 0 0 0,-1 0 0 0 0,0 0 0 0 0,0 0 0 0 0,-1-1 0 0 0,-1 0 0 0 0,0-1 0 0 0,0 1 1 0 0,-1-1-1 0 0,0 0 0 0 0,0 0 0 0 0,-2 0 0 0 0,1 0 0 0 0,-1-1 0 0 0,0-14 0 0 0,-2 24 16 0 0,0-1 0 0 0,0 1 0 0 0,0-1 0 0 0,0 1 0 0 0,-1 0 0 0 0,1-1 0 0 0,-1 1 0 0 0,1-1 0 0 0,-1 1 0 0 0,0 0 0 0 0,0-1 0 0 0,0 1 0 0 0,0 0 0 0 0,-1 0 0 0 0,1 0 0 0 0,-1 0 0 0 0,1 0 0 0 0,-1 0-1 0 0,1 0 1 0 0,-1 0 0 0 0,0 1 0 0 0,-3-3 0 0 0,-1 1 2 0 0,-1 0 0 0 0,1 0 0 0 0,-1 1 1 0 0,0-1-1 0 0,0 2 0 0 0,-13-3 0 0 0,4 2 29 0 0,12 2-36 0 0,1 0 0 0 0,-1 0-1 0 0,0-1 1 0 0,1 1 0 0 0,-1-1 0 0 0,1 0-1 0 0,0 0 1 0 0,-1 0 0 0 0,1 0-1 0 0,-6-3 1 0 0,4 2-48 0 0,-35 10 79 0 0,39-8-25 0 0,0 0 1 0 0,0 1-1 0 0,0-1 0 0 0,0 1 0 0 0,0-1 0 0 0,0 1 0 0 0,0 0 1 0 0,0-1-1 0 0,1 1 0 0 0,-1 0 0 0 0,0-1 0 0 0,0 1 1 0 0,1 0-1 0 0,-1 0 0 0 0,1 0 0 0 0,-1 0 0 0 0,1-1 1 0 0,-1 1-1 0 0,1 0 0 0 0,-1 0 0 0 0,1 0 0 0 0,0 0 1 0 0,-1 0-1 0 0,1 0 0 0 0,0 0 0 0 0,0 0 0 0 0,0 0 1 0 0,0 0-1 0 0,0 1 0 0 0,0-1 0 0 0,0 0 0 0 0,0 0 0 0 0,0 0 1 0 0,1 0-1 0 0,-1 0 0 0 0,0 0 0 0 0,1 0 0 0 0,-1 0 1 0 0,1 0-1 0 0,-1-1 0 0 0,1 1 0 0 0,-1 0 0 0 0,1 0 1 0 0,1 1-1 0 0,24 38 55 0 0,-16-26-38 0 0,-1 0 0 0 0,0 0 0 0 0,-1 1 0 0 0,10 25 1 0 0,-9-10 32 0 0,-6-18-27 0 0,1 1 0 0 0,1-1-1 0 0,9 19 1 0 0,-2-9 3 0 0,-1 1 0 0 0,-1 0-1 0 0,-2 1 1 0 0,0 0 0 0 0,8 43-1 0 0,-11-44-21 0 0,0 0 47 0 0,-1 0 0 0 0,2 48-1 0 0,-6-55-262 0 0,2 29 653 0 0,-1-44-588 0 0,-1 1 1 0 0,0-1-1 0 0,1 1 0 0 0,0-1 1 0 0,-1 0-1 0 0,1 1 0 0 0,0-1 0 0 0,-1 1 1 0 0,1-1-1 0 0,0 0 0 0 0,0 0 1 0 0,0 0-1 0 0,0 0 0 0 0,1 1 1 0 0,-1-1-1 0 0,0-1 0 0 0,0 1 0 0 0,0 0 1 0 0,1 0-1 0 0,-1 0 0 0 0,3 0 1 0 0,-29-10-4311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09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7 720 0 0,'31'-6'6323'0'0,"-1"6"-3602"0"0,0 13-2000 0 0,30-1-321 0 0,-30 7-160 0 0,25-6-160 0 0,5 18-240 0 0,1 2-480 0 0,-31-8-481 0 0,0 0-1280 0 0,-30-12-1921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10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0 325 1121 0 0,'0'-19'2401'0'0,"31"-8"0"0"0,-1-4-80 0 0,30-27 0 0 0,25 1-800 0 0,5 7-1281 0 0,31-2-3122 0 0,-31 21-4801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11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213 229 2241 0 0,'-41'16'1724'0'0,"21"-7"-1017"0"0,0-2-1 0 0,0 1 1 0 0,0-2-1 0 0,-1-1 1 0 0,0-1-1 0 0,-23 2 1 0 0,44-6-654 0 0,-1-1 1 0 0,1 0 0 0 0,-1 0 0 0 0,1 1-1 0 0,-1-1 1 0 0,1 0 0 0 0,-1 0 0 0 0,1 0-1 0 0,0 1 1 0 0,-1-1 0 0 0,1 0 0 0 0,0 0 0 0 0,0 0-1 0 0,0 0 1 0 0,0 0 0 0 0,0 0 0 0 0,0 0-1 0 0,0 0 1 0 0,0 0 0 0 0,0 1 0 0 0,0-1-1 0 0,0 0 1 0 0,0 0 0 0 0,1 0 0 0 0,-1 0-1 0 0,0 0 1 0 0,1 0 0 0 0,-1 1 0 0 0,1-1-1 0 0,-1 0 1 0 0,1 0 0 0 0,-1 1 0 0 0,1-2-1 0 0,7-2 58 0 0,-7 4-98 0 0,0-1 0 0 0,0 1-1 0 0,0-1 1 0 0,0 1 0 0 0,0-1-1 0 0,0 1 1 0 0,-1-1 0 0 0,1 0-1 0 0,0 1 1 0 0,0-1 0 0 0,0 0-1 0 0,-1 0 1 0 0,1 1 0 0 0,0-1-1 0 0,-1 0 1 0 0,1 0 0 0 0,0 0-1 0 0,-1 0 1 0 0,1 0-1 0 0,-1 0 1 0 0,0 0 0 0 0,1 0-1 0 0,-1 0 1 0 0,0 0 0 0 0,1-2-1 0 0,1-1 11 0 0,0 0 0 0 0,0 0 0 0 0,0 0-1 0 0,1 0 1 0 0,0 0 0 0 0,0 1 0 0 0,0 0-1 0 0,0-1 1 0 0,1 1 0 0 0,-1 0 0 0 0,1 0-1 0 0,4-2 1 0 0,10-11 28 0 0,-3 4-28 0 0,0-1 0 0 0,0 2 0 0 0,2 0 0 0 0,-1 1 1 0 0,1 0-1 0 0,36-14 0 0 0,40-23-25 0 0,-86 43 2 0 0,-1 0 0 0 0,1 0 0 0 0,-1 1 0 0 0,1 0 0 0 0,0 0 0 0 0,0 0 0 0 0,0 1 0 0 0,0 0 0 0 0,1 1 0 0 0,-1-1 0 0 0,1 1 0 0 0,-1 1 0 0 0,1-1 0 0 0,9 2 0 0 0,-17-1 1 0 0,0 0-1 0 0,0 0 0 0 0,0 0 0 0 0,-1 0 0 0 0,1 0 0 0 0,0 0 1 0 0,0 0-1 0 0,0 0 0 0 0,0 0 0 0 0,-1 1 0 0 0,1-1 1 0 0,0 0-1 0 0,0 0 0 0 0,0 0 0 0 0,0 0 0 0 0,0 0 1 0 0,-1 0-1 0 0,1 0 0 0 0,0 1 0 0 0,0-1 0 0 0,0 0 1 0 0,0 0-1 0 0,0 0 0 0 0,0 0 0 0 0,0 0 0 0 0,0 1 0 0 0,0-1 1 0 0,-1 0-1 0 0,1 0 0 0 0,0 0 0 0 0,0 0 0 0 0,0 1 1 0 0,0-1-1 0 0,0 0 0 0 0,0 0 0 0 0,0 0 0 0 0,0 0 1 0 0,0 1-1 0 0,0-1 0 0 0,0 0 0 0 0,0 0 0 0 0,1 0 1 0 0,-1 0-1 0 0,0 1 0 0 0,0-1 0 0 0,0 0 0 0 0,0 0 0 0 0,0 0 1 0 0,0 0-1 0 0,0 1 0 0 0,0-1 0 0 0,0 0 0 0 0,1 0 1 0 0,-1 0-1 0 0,0 0 0 0 0,0 0 0 0 0,0 0 0 0 0,0 0 1 0 0,0 1-1 0 0,1-1 0 0 0,-1 0 0 0 0,0 0 0 0 0,0 0 1 0 0,0 0-1 0 0,0 0 0 0 0,1 0 0 0 0,-1 0 0 0 0,0 0 0 0 0,0 0 1 0 0,-7 8 14 0 0,1 0 0 0 0,0 0 1 0 0,0 1-1 0 0,0 0 0 0 0,1 0 1 0 0,1 0-1 0 0,0 1 0 0 0,0 0 0 0 0,-3 14 1 0 0,-3 15 49 0 0,-4 48 0 0 0,3-16-28 0 0,2-32-61 0 0,4-22 43 0 0,2 0 0 0 0,0 0 0 0 0,0 0 0 0 0,1 30 0 0 0,2-43-73 0 0,0 1 0 0 0,1-1 0 0 0,-1 0 0 0 0,1 0 0 0 0,0 0 0 0 0,0-1 0 0 0,0 1 0 0 0,1 0 0 0 0,0 0 0 0 0,-1-1 0 0 0,1 1 0 0 0,0 0 0 0 0,1-1 0 0 0,-1 0-1 0 0,1 0 1 0 0,-1 0 0 0 0,1 0 0 0 0,0 0 0 0 0,0 0 0 0 0,0-1 0 0 0,1 1 0 0 0,-1-1 0 0 0,1 0 0 0 0,-1 0 0 0 0,7 2 0 0 0,-1 1-518 0 0,6 2-295 0 0,-4-5-2656 0 0,14-8-2120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11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152 127 1121 0 0,'-56'26'3223'0'0,"41"-20"-2363"0"0,0 1 0 0 0,1 0 0 0 0,0 1 0 0 0,-17 12 0 0 0,30-18-835 0 0,0-1-1 0 0,0 0 1 0 0,0 1 0 0 0,1-1-1 0 0,-1 1 1 0 0,1-1 0 0 0,-1 0 0 0 0,1 1-1 0 0,0-1 1 0 0,-1 1 0 0 0,1 0-1 0 0,0-1 1 0 0,0 1 0 0 0,0-1-1 0 0,0 1 1 0 0,0-1 0 0 0,1 1 0 0 0,-1-1-1 0 0,0 1 1 0 0,1-1 0 0 0,-1 1-1 0 0,1-1 1 0 0,-1 0 0 0 0,1 1 0 0 0,0-1-1 0 0,1 2 1 0 0,11 10 71 0 0,1-1-1 0 0,0-1 1 0 0,1 0-1 0 0,0-1 1 0 0,29 14 0 0 0,-25-16-85 0 0,0 0 0 0 0,0-1 0 0 0,0-1 0 0 0,1-1 0 0 0,0 0 0 0 0,0-2 0 0 0,1 0 0 0 0,-1-1 1 0 0,0-1-1 0 0,1-1 0 0 0,28-4 0 0 0,-43 3-6 0 0,0 0 1 0 0,0 0-1 0 0,0-1 0 0 0,0 1 0 0 0,0-2 1 0 0,0 1-1 0 0,-1-1 0 0 0,1 1 1 0 0,-1-1-1 0 0,1-1 0 0 0,-1 1 1 0 0,0-1-1 0 0,0 0 0 0 0,-1 0 0 0 0,1-1 1 0 0,-1 1-1 0 0,0-1 0 0 0,0 0 1 0 0,-1 0-1 0 0,1 0 0 0 0,-1 0 1 0 0,0-1-1 0 0,-1 0 0 0 0,1 1 1 0 0,-1-1-1 0 0,0 0 0 0 0,-1 0 0 0 0,1 0 1 0 0,-1 0-1 0 0,0 0 0 0 0,-1 0 1 0 0,1-1-1 0 0,-2-10 0 0 0,1 8-6 0 0,0-1 0 0 0,-1 1 0 0 0,0 0 0 0 0,-1-1 0 0 0,0 1 0 0 0,0 0 1 0 0,-1 0-1 0 0,0 1 0 0 0,0-1 0 0 0,-1 0 0 0 0,0 1 0 0 0,-1 0 0 0 0,0 0 0 0 0,0 0 0 0 0,-1 1 0 0 0,0 0 0 0 0,0 0 0 0 0,0 0 0 0 0,-1 1 0 0 0,-14-11 0 0 0,8 12-217 0 0,0 0-1 0 0,0 1 1 0 0,0 0-1 0 0,-1 1 1 0 0,0 0-1 0 0,1 1 1 0 0,-1 1-1 0 0,0 0 1 0 0,0 1-1 0 0,0 0 1 0 0,-24 4-1 0 0,14-2-734 0 0,-37 4-3009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12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79 960 0 0,'0'-1'166'0'0,"0"0"-1"0"0,0-1 1 0 0,0 1-1 0 0,0-1 1 0 0,0 1 0 0 0,-1 0-1 0 0,1-1 1 0 0,0 1-1 0 0,-1 0 1 0 0,1-1-1 0 0,-1 1 1 0 0,1 0-1 0 0,-1-1 1 0 0,1 1-1 0 0,-1 0 1 0 0,0 0-1 0 0,0 0 1 0 0,0 0-1 0 0,0-1 1 0 0,0 1-1 0 0,0 0 1 0 0,0 1-1 0 0,0-1 1 0 0,0 0-1 0 0,0 0 1 0 0,0 0-1 0 0,-1 1 1 0 0,0-2-1 0 0,-4-1 38 0 0,6 3-153 0 0,0 0 1 0 0,-1 0 0 0 0,1-1 0 0 0,0 1-1 0 0,-1 0 1 0 0,1 0 0 0 0,-1-1-1 0 0,1 1 1 0 0,0 0 0 0 0,0-1 0 0 0,-1 1-1 0 0,1 0 1 0 0,0-1 0 0 0,0 1-1 0 0,-1 0 1 0 0,1-1 0 0 0,0 1-1 0 0,0-1 1 0 0,0 1 0 0 0,0-1 0 0 0,-1 1-1 0 0,1 0 1 0 0,0-1 0 0 0,0 1-1 0 0,0-1 1 0 0,0 1 0 0 0,0-1 0 0 0,0 0-1 0 0,-4-7 481 0 0,1 7-320 0 0,2 1-169 0 0,-1 0 1 0 0,1 0 0 0 0,0-1 0 0 0,0 1 0 0 0,0 0 0 0 0,0-1-1 0 0,0 1 1 0 0,-1 0 0 0 0,1-1 0 0 0,0 0 0 0 0,0 1-1 0 0,0-1 1 0 0,0 0 0 0 0,0 1 0 0 0,1-1 0 0 0,-1 0-1 0 0,0 0 1 0 0,0 0 0 0 0,-1-1 0 0 0,1 1-10 0 0,-1 0 0 0 0,1 0 0 0 0,-1 0 0 0 0,0 0 0 0 0,0 0 0 0 0,1 0 0 0 0,-1 0 1 0 0,0 1-1 0 0,0-1 0 0 0,0 1 0 0 0,0 0 0 0 0,0-1 0 0 0,0 1 0 0 0,1 0 0 0 0,-1 0 0 0 0,0 0 0 0 0,0 0 0 0 0,0 0 1 0 0,0 1-1 0 0,0-1 0 0 0,0 1 0 0 0,-3 0 0 0 0,3-1-27 0 0,0 0 0 0 0,0 1-1 0 0,0-1 1 0 0,0 0 0 0 0,0 1 0 0 0,0-1 0 0 0,0 1 0 0 0,0-1-1 0 0,0 1 1 0 0,0 0 0 0 0,0 0 0 0 0,0 0 0 0 0,0 0 0 0 0,0 0-1 0 0,1 0 1 0 0,-1 0 0 0 0,1 1 0 0 0,-1-1 0 0 0,1 1 0 0 0,-1-1 0 0 0,1 1-1 0 0,0 0 1 0 0,-1-1 0 0 0,0 4 0 0 0,2-3-1 0 0,0-1 0 0 0,-1 0 1 0 0,1 1-1 0 0,0-1 0 0 0,-1 0 0 0 0,1 1 0 0 0,-1-1 1 0 0,1 0-1 0 0,-1 1 0 0 0,1-1 0 0 0,-1 0 1 0 0,0 0-1 0 0,0 1 0 0 0,1-1 0 0 0,-1 0 1 0 0,0 0-1 0 0,0 0 0 0 0,0 0 0 0 0,-3 1 0 0 0,-6 10 38 0 0,-21 43 183 0 0,30-53-221 0 0,0 0 0 0 0,0 0-1 0 0,1 0 1 0 0,-1 1-1 0 0,0-1 1 0 0,1 0-1 0 0,-1 1 1 0 0,1-1 0 0 0,0 0-1 0 0,0 1 1 0 0,0-1-1 0 0,0 0 1 0 0,0 1 0 0 0,1-1-1 0 0,0 3 1 0 0,-1-3-5 0 0,1 0 1 0 0,-1 0-1 0 0,0 0 0 0 0,0 1 1 0 0,0-1-1 0 0,0 0 1 0 0,0 0-1 0 0,0 0 0 0 0,0 0 1 0 0,-1 0-1 0 0,1 0 0 0 0,-1 0 1 0 0,1 0-1 0 0,-1 0 1 0 0,0 0-1 0 0,-2 4 0 0 0,-3 1-12 0 0,4-5 27 0 0,0 0 0 0 0,1 1-1 0 0,-1-1 1 0 0,0 1 0 0 0,1-1-1 0 0,-1 1 1 0 0,1-1 0 0 0,0 1-1 0 0,0 0 1 0 0,0 0 0 0 0,0 0-1 0 0,0-1 1 0 0,1 1 0 0 0,-1 0-1 0 0,1 0 1 0 0,0 0 0 0 0,0 0 0 0 0,0 4-1 0 0,0-6 213 0 0,-4 0-134 0 0,3-1-61 0 0,0 0-26 0 0,0 0 0 0 0,1 0 1 0 0,-1 0-1 0 0,0 0 1 0 0,1 0-1 0 0,-1 0 0 0 0,0 0 1 0 0,1 0-1 0 0,-1 0 1 0 0,0 0-1 0 0,1 1 0 0 0,-1-1 1 0 0,0 0-1 0 0,1 1 1 0 0,-1-1-1 0 0,0 0 0 0 0,1 1 1 0 0,-1-1-1 0 0,1 0 1 0 0,-1 1-1 0 0,1-1 0 0 0,-1 1 1 0 0,1-1-1 0 0,-1 1 1 0 0,1 0-1 0 0,-1-1 0 0 0,1 1 1 0 0,0-1-1 0 0,-1 1 0 0 0,1 0 1 0 0,0-1-1 0 0,0 1 1 0 0,-1 0-1 0 0,1-1 0 0 0,0 1 1 0 0,0 0-1 0 0,0-1 1 0 0,0 1-1 0 0,0 0 0 0 0,0 0 1 0 0,25 6-74 0 0,8 2 67 0 0,0-3 0 0 0,0 0 0 0 0,1-2 0 0 0,0-2 0 0 0,0-1 0 0 0,36-3 0 0 0,-67 1 2 0 0,1 1-1 0 0,-1 0 1 0 0,0-1 0 0 0,1 1-1 0 0,-1-1 1 0 0,0 0 0 0 0,0 0-1 0 0,0-1 1 0 0,0 1 0 0 0,0 0-1 0 0,0-1 1 0 0,0 0 0 0 0,4-3-1 0 0,-6 3 2 0 0,1-1 0 0 0,0 1 0 0 0,-1-1-1 0 0,0 1 1 0 0,0-1 0 0 0,0 0-1 0 0,0 0 1 0 0,0 0 0 0 0,0 0 0 0 0,-1 1-1 0 0,0-1 1 0 0,1 0 0 0 0,-1 0-1 0 0,0 0 1 0 0,-1-4 0 0 0,2-29 12 0 0,0 21-7 0 0,-1 1 0 0 0,0-1 0 0 0,0 1-1 0 0,-2-1 1 0 0,1 0 0 0 0,-2 1 0 0 0,0 0 0 0 0,-1 0-1 0 0,-10-25 1 0 0,11 27-11 0 0,3 11 4 0 0,0 1 0 0 0,0-1-1 0 0,0 0 1 0 0,0 0 0 0 0,0 1 0 0 0,0-1-1 0 0,0 0 1 0 0,0 0 0 0 0,0 1-1 0 0,-1-1 1 0 0,1 0 0 0 0,0 1-1 0 0,-1-1 1 0 0,1 0 0 0 0,0 1 0 0 0,-1-1-1 0 0,1 0 1 0 0,-1 1 0 0 0,1-1-1 0 0,-1 1 1 0 0,1-1 0 0 0,-2 0 0 0 0,-18-3 39 0 0,20 4-41 0 0,-1 0 0 0 0,1 0 0 0 0,0 1 0 0 0,0-1 0 0 0,-1 0 0 0 0,1 0 0 0 0,0 0 0 0 0,0 0 1 0 0,-1 0-1 0 0,1 0 0 0 0,0 1 0 0 0,0-1 0 0 0,0 0 0 0 0,0 0 0 0 0,-1 0 0 0 0,1 1 1 0 0,0-1-1 0 0,0 0 0 0 0,0 0 0 0 0,0 1 0 0 0,0-1 0 0 0,-1 0 0 0 0,1 0 0 0 0,0 1 0 0 0,0-1 1 0 0,0 0-1 0 0,0 0 0 0 0,0 1 0 0 0,0-1 0 0 0,0 0 0 0 0,0 0 0 0 0,0 1 0 0 0,0-1 0 0 0,0 0 1 0 0,0 0-1 0 0,0 1 0 0 0,0-1 0 0 0,0 0 0 0 0,1 0 0 0 0,-1 1 0 0 0,0-1 0 0 0,0 0 0 0 0,0 0 1 0 0,0 1-1 0 0,0-1 0 0 0,1 0 0 0 0,-1 0 0 0 0,0 0 0 0 0,0 1 0 0 0,0-1 0 0 0,0 0 1 0 0,1 0-1 0 0,-1 0 0 0 0,0 0 0 0 0,0 0 0 0 0,1 1 0 0 0,-1-1 0 0 0,0 0 0 0 0,1 0 0 0 0,-1 0 1 0 0,2 2 0 0 0,1 1 0 0 0,-1-1 0 0 0,0 1 0 0 0,1 0 0 0 0,-1-1 0 0 0,0 1 0 0 0,-1 0 0 0 0,1 0 0 0 0,-1 0 0 0 0,1 1 0 0 0,-1-1 0 0 0,0 0 0 0 0,0 0 0 0 0,0 1 0 0 0,-1-1 0 0 0,1 6 0 0 0,2 3 0 0 0,19 50 17 0 0,8 23 23 0 0,-28-78-37 0 0,-1 0-1 0 0,0 0 0 0 0,0-1 0 0 0,-1 1 0 0 0,1 0 0 0 0,-2 0 0 0 0,1 0 0 0 0,-1 0 0 0 0,0 0 0 0 0,-4 12 0 0 0,3-14 17 0 0,0 0 0 0 0,1 0 0 0 0,0 1 0 0 0,-1-1-1 0 0,1 0 1 0 0,1 0 0 0 0,-1 1 0 0 0,1-1 0 0 0,0 0 0 0 0,0 1-1 0 0,1-1 1 0 0,-1 0 0 0 0,1 1 0 0 0,1-1 0 0 0,-1 0 0 0 0,4 10-1 0 0,-3-8 16 0 0,-1-1 0 0 0,1 1 1 0 0,-2 0-1 0 0,1-1 0 0 0,-1 14 0 0 0,-1-9-212 0 0,2-10 92 0 0,-1-1-1 0 0,0 1 1 0 0,1 0-1 0 0,-1-1 1 0 0,0 1-1 0 0,1-1 1 0 0,-1 1-1 0 0,1 0 1 0 0,-1-1-1 0 0,1 1 1 0 0,-1-1-1 0 0,1 1 1 0 0,-1-1-1 0 0,1 1 1 0 0,-1-1-1 0 0,1 0 1 0 0,0 1-1 0 0,-1-1 1 0 0,1 0-1 0 0,0 1 1 0 0,-1-1-1 0 0,1 0 1 0 0,0 0-1 0 0,0 0 1 0 0,-1 0-1 0 0,1 1 1 0 0,0-1-1 0 0,0 0 1 0 0,-1 0-1 0 0,1 0 1 0 0,0-1-1 0 0,0 1 1 0 0,-1 0-1 0 0,1 0 1 0 0,0 0-1 0 0,-1 0 1 0 0,1-1-1 0 0,0 1 1 0 0,0-1-1 0 0,0 1-135 0 0,4-6-4767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17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4 1040 0 0,'-2'-1'255'0'0,"0"1"0"0"0,-1-1 0 0 0,1 0 0 0 0,0 1-1 0 0,-1 0 1 0 0,1-1 0 0 0,-1 1 0 0 0,1 0-1 0 0,0 0 1 0 0,-1 0 0 0 0,1 0 0 0 0,-1 1-1 0 0,1-1 1 0 0,-3 2 0 0 0,-22-1 1726 0 0,-47-1-101 0 0,44 0-621 0 0,43 0-63 0 0,-8 0-982 0 0,-5 1-216 0 0,0-1 0 0 0,0 0 0 0 0,0 0 0 0 0,0 1 0 0 0,-1-1 0 0 0,1 0 0 0 0,0 0 0 0 0,0 1 0 0 0,0-1 0 0 0,0 0 0 0 0,0 1 1 0 0,0-1-1 0 0,0 0 0 0 0,0 0 0 0 0,0 1 0 0 0,0-1 0 0 0,0 0 0 0 0,0 1 0 0 0,0-1 0 0 0,0 0 0 0 0,0 0 0 0 0,0 1 0 0 0,1-1 0 0 0,-1 0 0 0 0,0 0 0 0 0,0 1 0 0 0,0-1 0 0 0,0 0 0 0 0,0 0 1 0 0,1 1-1 0 0,-1-1 0 0 0,0 0 0 0 0,0 0 0 0 0,0 0 0 0 0,1 1 0 0 0,-1-1 0 0 0,0 0 0 0 0,0 0 0 0 0,1 0 0 0 0,-1 0 0 0 0,0 0 0 0 0,1 1 0 0 0,-1-1 0 0 0,0 0 0 0 0,0 0 0 0 0,1 0 0 0 0,-1 0 1 0 0,25 3 105 0 0,0-2 1 0 0,45-2 0 0 0,-14-1-33 0 0,-12 2-24 0 0,0 2 0 0 0,-1 3 0 0 0,1 1 0 0 0,67 18 0 0 0,-110-24-46 0 0,0 1-1 0 0,-1-1 1 0 0,1 1-1 0 0,0-1 1 0 0,0 0-1 0 0,-1 1 1 0 0,1-1-1 0 0,0 1 1 0 0,-1 0-1 0 0,1-1 1 0 0,-1 1-1 0 0,1 0 1 0 0,-1-1-1 0 0,1 1 1 0 0,-1 0-1 0 0,1-1 1 0 0,-1 1-1 0 0,0 0 1 0 0,0 0-1 0 0,1-1 1 0 0,-1 1-1 0 0,0 0 1 0 0,0 0-1 0 0,0 0 1 0 0,1 0-1 0 0,-1-1 0 0 0,0 1 1 0 0,0 0-1 0 0,-1 0 1 0 0,1 0-1 0 0,0 0 1 0 0,0-1-1 0 0,0 1 1 0 0,0 0-1 0 0,-1 0 1 0 0,1 0-1 0 0,0-1 1 0 0,-1 1-1 0 0,1 0 1 0 0,-1 0-1 0 0,1-1 1 0 0,-1 1-1 0 0,1 0 1 0 0,-1-1-1 0 0,1 1 1 0 0,-1-1-1 0 0,1 1 1 0 0,-1-1-1 0 0,0 1 1 0 0,0-1-1 0 0,1 1 1 0 0,-1-1-1 0 0,-1 1 0 0 0,-27 8 76 0 0,-1-1 0 0 0,0-1 0 0 0,0-2 0 0 0,-1-1 0 0 0,-50 0 0 0 0,-4 2 115 0 0,60-2-58 0 0,20-3-81 0 0,10-1-253 0 0,63 4 168 0 0,-1 4 0 0 0,1 2 0 0 0,-2 3 0 0 0,67 23 0 0 0,-94-23 9 0 0,0 1 1 0 0,39 21 0 0 0,-73-32 33 0 0,0 1 0 0 0,0-1 0 0 0,0 1 0 0 0,-1 0 0 0 0,9 8 0 0 0,-12-11-8 0 0,0 0 1 0 0,0 0 0 0 0,0 0 0 0 0,0 0-1 0 0,0 0 1 0 0,0 0 0 0 0,-1 0-1 0 0,1 0 1 0 0,0 1 0 0 0,0-1-1 0 0,-1 0 1 0 0,1 1 0 0 0,-1-1-1 0 0,1 0 1 0 0,-1 1 0 0 0,0-1-1 0 0,1 0 1 0 0,-1 1 0 0 0,0-1-1 0 0,0 1 1 0 0,0 1 0 0 0,-14 7 35 0 0,-1 1 1 0 0,0-2-1 0 0,-1 0 1 0 0,-22 9 0 0 0,25-12 15 0 0,-15 7 60 0 0,0-2 0 0 0,-1-1 0 0 0,0-2 1 0 0,-1 0-1 0 0,0-2 0 0 0,-55 3 0 0 0,26-6-112 0 0,0-3-1 0 0,-91-12 1 0 0,141 11-107 0 0,0 0 0 0 0,0-1 0 0 0,0 0 0 0 0,0 0 0 0 0,-17-7 0 0 0,25 9 76 0 0,1-1 0 0 0,-1 1 0 0 0,0 0 0 0 0,1-1 0 0 0,-1 1 0 0 0,0-1 0 0 0,1 1 0 0 0,-1-1 0 0 0,1 0 0 0 0,-1 1 0 0 0,1-1 1 0 0,-1 0-1 0 0,1 1 0 0 0,-1-1 0 0 0,1 0 0 0 0,0 1 0 0 0,-1-1 0 0 0,1 0 0 0 0,0 0 0 0 0,0 1 0 0 0,-1-1 0 0 0,1 0 0 0 0,0 0 0 0 0,0 0 0 0 0,0 1 1 0 0,0-2-1 0 0,1-1-54 0 0,0 1 0 0 0,0-1 0 0 0,0 1 1 0 0,0 0-1 0 0,0 0 0 0 0,1 0 0 0 0,-1-1 1 0 0,1 1-1 0 0,-1 0 0 0 0,1 1 0 0 0,0-1 1 0 0,4-3-1 0 0,49-40-2413 0 0,5 5-2200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17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1601 0 0,'0'19'3761'0'0,"-31"0"-639"0"0,62 1-1441 0 0,-1 5-1121 0 0,30 19-640 0 0,1-6-80 0 0,-31-13-80 0 0,30 0-401 0 0,-30-6-1039 0 0,1-5-3203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18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1 383 2721 0 0,'0'-20'2641'0'0,"60"-37"481"0"0,1-7-881 0 0,59 1-1281 0 0,31 5-880 0 0,24 14-800 0 0,7-2-2161 0 0,-1 15-4162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18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1 252 1921 0 0,'8'-7'699'0'0,"0"2"-266"0"0,-1 0 1 0 0,1-1 0 0 0,-1 1-1 0 0,-1-2 1 0 0,1 1 0 0 0,-1-1-1 0 0,0 0 1 0 0,-1 0 0 0 0,1-1-1 0 0,5-11 1 0 0,26-70 865 0 0,-34 83-1279 0 0,0 0-1 0 0,1 0 1 0 0,0 0-1 0 0,0 0 1 0 0,1 0-1 0 0,0 1 1 0 0,0 0-1 0 0,0 0 1 0 0,11-8-1 0 0,-9 6 65 0 0,-9 5 51 0 0,0 4 10 0 0,9 5-29 0 0,-5-5-100 0 0,0 0-1 0 0,0-1 1 0 0,0 1 0 0 0,-1 0-1 0 0,1 0 1 0 0,0 0-1 0 0,-1 0 1 0 0,1 0 0 0 0,-1 0-1 0 0,0 1 1 0 0,0-1-1 0 0,0 0 1 0 0,0 1 0 0 0,0-1-1 0 0,0 1 1 0 0,-1-1-1 0 0,1 1 1 0 0,-1-1 0 0 0,0 1-1 0 0,1 0 1 0 0,-1-1-1 0 0,0 1 1 0 0,-1 2-1 0 0,-1 10 65 0 0,0 0-1 0 0,-1-1 0 0 0,-5 16 0 0 0,-1 8 84 0 0,3-5-47 0 0,5-21-85 0 0,-1 1 0 0 0,-1 0 0 0 0,0-1 0 0 0,-1 0 0 0 0,0 1 0 0 0,-8 15 0 0 0,8-21-27 0 0,1-3-4 0 0,0 1 0 0 0,0-1 0 0 0,1 0-1 0 0,0 1 1 0 0,0-1 0 0 0,0 1 0 0 0,0 0 0 0 0,1 0-1 0 0,0 0 1 0 0,0-1 0 0 0,0 1 0 0 0,1 0 0 0 0,-1 0-1 0 0,1 0 1 0 0,0 0 0 0 0,1 0 0 0 0,0 8-1 0 0,11 9-27 0 0,-10-20-34 0 0,-1 1 1 0 0,1 0-1 0 0,-1 0 0 0 0,1 0 1 0 0,-1 0-1 0 0,0 0 0 0 0,0 0 1 0 0,0 1-1 0 0,-1-1 0 0 0,2 6 1 0 0,-2-11-126 0 0,1 0 0 0 0,-1 1 1 0 0,1-1-1 0 0,0 0 1 0 0,0 0-1 0 0,0 1 0 0 0,0-1 1 0 0,0 0-1 0 0,0 1 1 0 0,1-1-1 0 0,-1 1 0 0 0,0 0 1 0 0,1-1-1 0 0,-1 1 1 0 0,1 0-1 0 0,0 0 0 0 0,2-2 1 0 0,8-6-978 0 0,43-39-3518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19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324 139 880 0 0,'-1'1'267'0'0,"-1"1"-1"0"0,0-1 0 0 0,0 1 1 0 0,0-1-1 0 0,0 1 0 0 0,0-1 1 0 0,0 0-1 0 0,0 0 0 0 0,-1 0 0 0 0,1 0 1 0 0,0-1-1 0 0,-1 1 0 0 0,1 0 1 0 0,0-1-1 0 0,-1 0 0 0 0,1 0 1 0 0,-5 1-1 0 0,-10 2 836 0 0,-42 12 960 0 0,-21 7-921 0 0,73-20-1079 0 0,1 1-1 0 0,0 0 1 0 0,0 0 0 0 0,1 1 0 0 0,-1-1-1 0 0,1 1 1 0 0,-1 1 0 0 0,1-1 0 0 0,1 1-1 0 0,-6 6 1 0 0,5-5 22 0 0,-3 4 28 0 0,0 0 1 0 0,1 0 0 0 0,0 0 0 0 0,1 1-1 0 0,-6 14 1 0 0,11-23-108 0 0,0 0 1 0 0,0 1-1 0 0,1-1 0 0 0,-1 0 1 0 0,1 0-1 0 0,-1 1 0 0 0,1-1 1 0 0,0 1-1 0 0,0-1 1 0 0,0 0-1 0 0,0 1 0 0 0,0-1 1 0 0,1 0-1 0 0,-1 1 0 0 0,1-1 1 0 0,-1 0-1 0 0,1 1 0 0 0,0-1 1 0 0,0 0-1 0 0,0 0 0 0 0,0 0 1 0 0,0 0-1 0 0,1 0 0 0 0,-1 0 1 0 0,0 0-1 0 0,1 0 0 0 0,0 0 1 0 0,-1-1-1 0 0,1 1 1 0 0,0-1-1 0 0,0 1 0 0 0,0-1 1 0 0,0 0-1 0 0,3 2 0 0 0,13 5 7 0 0,0 0-1 0 0,1-1 1 0 0,-1-1-1 0 0,1-1 1 0 0,0-1-1 0 0,1-1 1 0 0,-1 0-1 0 0,0-1 1 0 0,1-1-1 0 0,26-3 1 0 0,-16 0-18 0 0,1-1 1 0 0,-1-2-1 0 0,0-1 1 0 0,-1-1-1 0 0,48-19 1 0 0,-71 24 9 0 0,-1 0 1 0 0,0 0-1 0 0,0 0 1 0 0,0-1-1 0 0,-1 0 1 0 0,1 0-1 0 0,-1 0 1 0 0,1 0-1 0 0,-1-1 1 0 0,0 0-1 0 0,0 0 1 0 0,-1 0-1 0 0,1 0 1 0 0,-1 0-1 0 0,0-1 1 0 0,0 0-1 0 0,0 1 1 0 0,-1-1-1 0 0,3-8 1 0 0,-3 7 3 0 0,-1-1-1 0 0,-1 1 1 0 0,1-1 0 0 0,-1 0 0 0 0,0 1 0 0 0,-1-1 0 0 0,1 0 0 0 0,-2 1-1 0 0,1-1 1 0 0,0 1 0 0 0,-1 0 0 0 0,0-1 0 0 0,-4-6 0 0 0,2 3-45 0 0,-1 1 1 0 0,1 1-1 0 0,-2-1 1 0 0,1 1-1 0 0,-1 0 1 0 0,0 0-1 0 0,-1 0 1 0 0,-10-9-1 0 0,-3 1-390 0 0,-41-27 0 0 0,21 17-71 0 0,30 20 28 0 0,-1-1 0 0 0,1 1-1 0 0,-20-7 1 0 0,-30-2-2425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20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352 154 1361 0 0,'-86'-7'8297'0'0,"81"5"-8168"0"0,1-1 0 0 0,-1 0 0 0 0,0 0 0 0 0,1-1 0 0 0,0 1 0 0 0,0-1 0 0 0,0 0 0 0 0,0 0 0 0 0,-3-6 0 0 0,-1 1-32 0 0,-53-50 63 0 0,61 59-157 0 0,-1-1 0 0 0,1 0 0 0 0,-1 1 0 0 0,1-1-1 0 0,-1 0 1 0 0,1 0 0 0 0,0 0 0 0 0,-1 1 0 0 0,1-1 0 0 0,0 0 0 0 0,0 0-1 0 0,-1 0 1 0 0,1 0 0 0 0,0 1 0 0 0,0-1 0 0 0,0 0 0 0 0,0 0-1 0 0,0 0 1 0 0,0 0 0 0 0,0 0 0 0 0,1-1 0 0 0,-1 2 0 0 0,0-1-1 0 0,0 0 1 0 0,0 1-1 0 0,1-1 1 0 0,-1 1 0 0 0,0-1-1 0 0,0 1 1 0 0,0-1 0 0 0,0 1-1 0 0,0-1 1 0 0,0 1-1 0 0,0-1 1 0 0,-1 1 0 0 0,1-1-1 0 0,0 0 1 0 0,0 1 0 0 0,0-1-1 0 0,0 1 1 0 0,-1-1-1 0 0,1 1 1 0 0,0 0 0 0 0,-1-1-1 0 0,1 1 1 0 0,0-1-1 0 0,-1 1 1 0 0,1-1 0 0 0,0 1-1 0 0,-1 0 1 0 0,1-1 0 0 0,-1 1-1 0 0,0-1 1 0 0,0 1 8 0 0,-1-1 0 0 0,1 0 0 0 0,-1 1 1 0 0,1-1-1 0 0,-1 1 0 0 0,0 0 0 0 0,1-1 0 0 0,-1 1 0 0 0,0 0 1 0 0,1 0-1 0 0,-1 0 0 0 0,0 0 0 0 0,1 1 0 0 0,-1-1 0 0 0,1 0 1 0 0,-1 1-1 0 0,0-1 0 0 0,1 1 0 0 0,-1-1 0 0 0,1 1 0 0 0,-1 0 1 0 0,1-1-1 0 0,-1 1 0 0 0,1 0 0 0 0,0 0 0 0 0,-1 0 0 0 0,1 0 1 0 0,0 1-1 0 0,0-1 0 0 0,0 0 0 0 0,0 0 0 0 0,0 1 0 0 0,0-1 1 0 0,0 0-1 0 0,0 1 0 0 0,0-1 0 0 0,1 1 0 0 0,-1 0 0 0 0,1-1 1 0 0,-1 1-1 0 0,1-1 0 0 0,-1 3 0 0 0,1-1-7 0 0,0-1-1 0 0,0 1 1 0 0,-1 0-1 0 0,1-1 1 0 0,-1 1-1 0 0,0 0 1 0 0,0-1 0 0 0,1 1-1 0 0,-2-1 1 0 0,1 0-1 0 0,0 1 1 0 0,0-1-1 0 0,-1 0 1 0 0,-2 4-1 0 0,2-4 1 0 0,1 0 0 0 0,-1 0-1 0 0,1 0 1 0 0,-1 0-1 0 0,1 1 1 0 0,0-1-1 0 0,0 1 1 0 0,0-1-1 0 0,0 1 1 0 0,1-1 0 0 0,-1 1-1 0 0,1-1 1 0 0,-1 1-1 0 0,1 4 1 0 0,0 16 10 0 0,-3 24 68 0 0,3-46-80 0 0,-1 1 1 0 0,0-1-1 0 0,1 0 1 0 0,-1 1-1 0 0,0-1 1 0 0,0 0-1 0 0,0 0 1 0 0,0 0 0 0 0,0 0-1 0 0,0 0 1 0 0,0 0-1 0 0,0 0 1 0 0,0 0-1 0 0,-1 0 1 0 0,1 0-1 0 0,0-1 1 0 0,-1 1-1 0 0,1 0 1 0 0,-2 0 0 0 0,2-1-3 0 0,1 0 1 0 0,0 0 0 0 0,0 0 0 0 0,-1 0 0 0 0,1 0-1 0 0,0 0 1 0 0,-1 0 0 0 0,1 0 0 0 0,0 0 0 0 0,0 0 0 0 0,-1 0-1 0 0,1 1 1 0 0,0-1 0 0 0,0 0 0 0 0,-1 0 0 0 0,1 0 0 0 0,0 0-1 0 0,0 1 1 0 0,0-1 0 0 0,-1 0 0 0 0,1 0 0 0 0,0 0-1 0 0,0 1 1 0 0,0-1 0 0 0,0 0 0 0 0,-1 0 0 0 0,1 1 0 0 0,0-1-1 0 0,0 0 1 0 0,0 0 0 0 0,0 1 0 0 0,0-1 0 0 0,0 0-1 0 0,0 1 1 0 0,0-1 0 0 0,0 0 0 0 0,0 0 0 0 0,0 1 0 0 0,0-1-1 0 0,0 0 1 0 0,0 1 0 0 0,0-1 0 0 0,0 0 0 0 0,0 0 0 0 0,0 1-1 0 0,0-1 1 0 0,0 0 0 0 0,0 0 0 0 0,1 1 0 0 0,-1-1-1 0 0,0 0 1 0 0,0 1 0 0 0,1 9 59 0 0,-26 6-17 0 0,110 16-43 0 0,-58-28-11 0 0,0-2 0 0 0,0 0-1 0 0,0-2 1 0 0,0-1 0 0 0,-1-1 0 0 0,1-2-1 0 0,0 0 1 0 0,-1-2 0 0 0,0-1-1 0 0,0-1 1 0 0,-1-1 0 0 0,43-22 0 0 0,-63 28 11 0 0,-1 1 0 0 0,0-1 0 0 0,0 0 0 0 0,0 0 0 0 0,0-1 0 0 0,-1 1 0 0 0,1-1 0 0 0,-1 1 0 0 0,0-1 0 0 0,0 0 0 0 0,0-1 0 0 0,-1 1 0 0 0,0 0 0 0 0,1-1 0 0 0,-1 1 0 0 0,-1-1 0 0 0,1 0 0 0 0,-1 1 0 0 0,0-1 0 0 0,0 0 0 0 0,0 0 0 0 0,0-9 0 0 0,-1 13-2 0 0,0 0 1 0 0,0-1 0 0 0,0 1 0 0 0,0 0 0 0 0,-1 0 0 0 0,1 0 0 0 0,0-1 0 0 0,0 1 0 0 0,-1 0 0 0 0,1 0 0 0 0,-1 0 0 0 0,1 0 0 0 0,-1 0 0 0 0,0-1 0 0 0,1 1 0 0 0,-1 0 0 0 0,0 1 0 0 0,0-1 0 0 0,0 0 0 0 0,1 0 0 0 0,-1 0 0 0 0,0 0-1 0 0,-2-1 1 0 0,1 2 0 0 0,1-1 0 0 0,0 0 0 0 0,0 0 0 0 0,0 0 0 0 0,0 0 0 0 0,0 0 0 0 0,0 0-1 0 0,0-1 1 0 0,0 1 0 0 0,0 0 0 0 0,1 0 0 0 0,-1-1 0 0 0,0 1 0 0 0,1 0-1 0 0,-1-1 1 0 0,1 1 0 0 0,-1 0 0 0 0,1-1 0 0 0,0 1 0 0 0,0-1 0 0 0,0 1 0 0 0,-1-1-1 0 0,1 1 1 0 0,1-2 0 0 0,-1 12 21 0 0,0 0 0 0 0,1 1 0 0 0,1-1-1 0 0,-1 0 1 0 0,1 0 0 0 0,1 0 0 0 0,5 14 0 0 0,5 13 141 0 0,4 19 33 0 0,-3-11 36 0 0,10 52 0 0 0,-20-73-208 0 0,2 14-24 0 0,1 0 1 0 0,15 41 0 0 0,-19-67-21 0 0,1-1 1 0 0,1 0-1 0 0,0 0 1 0 0,0 0-1 0 0,1-1 1 0 0,0 1-1 0 0,1-1 1 0 0,0-1-1 0 0,0 1 1 0 0,1-1-1 0 0,16 12 1 0 0,1-3-486 0 0,-25-17 436 0 0,1 1 1 0 0,-1-1-1 0 0,0 0 1 0 0,0 0-1 0 0,0 0 0 0 0,1 0 1 0 0,-1 0-1 0 0,0 0 1 0 0,0 0-1 0 0,1-1 1 0 0,-1 1-1 0 0,0 0 0 0 0,0 0 1 0 0,0 0-1 0 0,1 0 1 0 0,-1 0-1 0 0,0 0 1 0 0,0 0-1 0 0,0 0 0 0 0,1 0 1 0 0,-1-1-1 0 0,0 1 1 0 0,0 0-1 0 0,0 0 1 0 0,0 0-1 0 0,1 0 0 0 0,-1-1 1 0 0,0 1-1 0 0,0 0 1 0 0,0 0-1 0 0,0 0 0 0 0,0-1 1 0 0,0 1-1 0 0,0 0 1 0 0,0 0-1 0 0,1 0 1 0 0,-1-1-1 0 0,0 1 0 0 0,0 0 1 0 0,0 0-1 0 0,0-1 1 0 0,0 1-1 0 0,0 0 1 0 0,0 0-1 0 0,0-1 0 0 0,-1 1 1 0 0,1 0-1 0 0,0 0 1 0 0,0 0-1 0 0,0-1 1 0 0,0 1-1 0 0,0 0 0 0 0,0 0 1 0 0,0 0-1 0 0,0-1 1 0 0,-1 1-1 0 0,1-1-628 0 0,0-17-5077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53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1 2481 0 0,'1'1'45'0'0,"-1"-1"0"0"0,1 1 0 0 0,-1-1 0 0 0,1 1 0 0 0,0 0 0 0 0,-1-1 0 0 0,1 1 0 0 0,-1-1 0 0 0,1 0 0 0 0,0 1 0 0 0,-1-1 0 0 0,1 0 0 0 0,0 1 0 0 0,0-1-1 0 0,-1 0 1 0 0,1 1 0 0 0,0-1 0 0 0,0 0 0 0 0,0 0 0 0 0,-1 0 0 0 0,1 0 0 0 0,0 0 0 0 0,0 0 0 0 0,-1 0 0 0 0,1 0 0 0 0,0 0 0 0 0,0 0 0 0 0,0-1 0 0 0,-1 1 0 0 0,1 0 0 0 0,1-1 0 0 0,10 1-97 0 0,15 2 111 0 0,-29 1 29 0 0,2-3 713 0 0,0 0-781 0 0,0 0 1 0 0,-1 0-1 0 0,1 0 1 0 0,0 0-1 0 0,0 0 1 0 0,0 0 0 0 0,0-1-1 0 0,0 1 1 0 0,0 0-1 0 0,0 0 1 0 0,0 0 0 0 0,0 0-1 0 0,0-1 1 0 0,0 1-1 0 0,0 0 1 0 0,0 0-1 0 0,0 0 1 0 0,-1 0 0 0 0,2-1-1 0 0,-1 1 1 0 0,0 0-1 0 0,0 0 1 0 0,0 0-1 0 0,0 0 1 0 0,0 0 0 0 0,0-1-1 0 0,0 1 1 0 0,0 0-1 0 0,0 0 1 0 0,0 0 0 0 0,0 0-1 0 0,0-1 1 0 0,0 1-1 0 0,0 0 1 0 0,0 0-1 0 0,1 0 1 0 0,-1 0 0 0 0,0 0-1 0 0,0 0 1 0 0,0 0-1 0 0,0-1 1 0 0,0 1 0 0 0,1 0-1 0 0,-1 0 1 0 0,0 0-1 0 0,0 0 1 0 0,0 0-1 0 0,0 0 1 0 0,0 0 0 0 0,1 0-1 0 0,-1 0 1 0 0,0 0-1 0 0,0 0 1 0 0,0 0-1 0 0,0 0 1 0 0,1 0 0 0 0,-1 0-1 0 0,0 0 1 0 0,0 0-1 0 0,0 0 1 0 0,0 0 0 0 0,1 0-1 0 0,-1 0 1 0 0,0 0-1 0 0,0 0 1 0 0,0 0-1 0 0,0 0 1 0 0,1 0 0 0 0,-1 1-1 0 0,20-1 354 0 0,-15 0-54 0 0,0 0-53 0 0,15 0 26 0 0,-15 0-39 0 0,0 0-14 0 0,33 0 1036 0 0,-29 0-194 0 0,-31 0-959 0 0,-45-2 44 0 0,45 0-78 0 0,-1 1 0 0 0,1 1 0 0 0,-1 1 1 0 0,1 1-1 0 0,-1 1 0 0 0,1 1 0 0 0,-30 10 0 0 0,44-12-89 0 0,1 1 0 0 0,0-1 0 0 0,0 1 0 0 0,1 1 0 0 0,-1-1 0 0 0,1 1 0 0 0,-1 1 0 0 0,1-1 0 0 0,-7 7 0 0 0,6-4 0 0 0,2 5 0 0 0,5-11 0 0 0,0 1 0 0 0,-1 0 0 0 0,1 0 0 0 0,-1 0 0 0 0,1 0 0 0 0,-1 0 0 0 0,0 0 0 0 0,0-1 0 0 0,0 1 0 0 0,0 0 0 0 0,0-1 0 0 0,0 1 0 0 0,0 0 0 0 0,0-1 0 0 0,-1 0 0 0 0,-2 3 0 0 0,-4 6 0 0 0,7-8 0 0 0,0-1 3 0 0,1 0-1 0 0,-1 1 0 0 0,0-1 0 0 0,0 0 0 0 0,1 1 1 0 0,-1-1-1 0 0,0 0 0 0 0,0 0 0 0 0,0 1 1 0 0,0-1-1 0 0,-1 0 0 0 0,1 0 0 0 0,0 0 0 0 0,0-1 1 0 0,-1 1-1 0 0,1 0 0 0 0,0 0 0 0 0,-1-1 0 0 0,1 1 1 0 0,-1-1-1 0 0,1 1 0 0 0,-1-1 0 0 0,-1 1 1 0 0,2-1-5 0 0,1 1 0 0 0,-1-1 0 0 0,1 1 0 0 0,-1-1 0 0 0,1 1 0 0 0,-1 0 0 0 0,1-1 1 0 0,-1 1-1 0 0,1-1 0 0 0,0 1 0 0 0,-1 0 0 0 0,1-1 0 0 0,0 1 0 0 0,0 0 0 0 0,0 0 1 0 0,-1-1-1 0 0,1 1 0 0 0,0 0 0 0 0,0 0 0 0 0,0-1 0 0 0,0 1 0 0 0,0 0 0 0 0,0-1 1 0 0,0 1-1 0 0,1 0 0 0 0,-1 0 0 0 0,0 1 0 0 0,1 0-12 0 0,-1 85 27 0 0,0-87-13 0 0,0 1 0 0 0,0-1 0 0 0,0 1 0 0 0,0-1 0 0 0,0 1 0 0 0,1-1 0 0 0,-1 1 0 0 0,0-1 0 0 0,0 1 0 0 0,1-1 0 0 0,-1 1 0 0 0,0-1 0 0 0,1 1 0 0 0,-1-1 0 0 0,1 0 0 0 0,-1 1 0 0 0,0-1 0 0 0,1 1 0 0 0,-1-1 0 0 0,1 0 0 0 0,-1 0 0 0 0,1 1 0 0 0,-1-1 0 0 0,1 0 0 0 0,-1 0 0 0 0,1 0 0 0 0,-1 1 0 0 0,1-1 0 0 0,-1 0 0 0 0,2 0 0 0 0,-1 0 0 0 0,0 0 0 0 0,0 0 0 0 0,-1 1 0 0 0,1-1 0 0 0,0 0 0 0 0,0 0 0 0 0,0 1 0 0 0,-1-1 0 0 0,1 1 0 0 0,0-1 0 0 0,0 1 0 0 0,-1-1 0 0 0,1 1 0 0 0,0-1 0 0 0,-1 1 0 0 0,1 0 0 0 0,-1-1 0 0 0,1 1 0 0 0,-1 0 0 0 0,1-1 0 0 0,-1 1 0 0 0,1 0 0 0 0,-1 0 0 0 0,1-1 0 0 0,-1 1 0 0 0,0 0 0 0 0,0 0 0 0 0,1 0 0 0 0,-1 0 0 0 0,0-1 0 0 0,0 1 0 0 0,0 0 0 0 0,0 1 0 0 0,0 2 0 0 0,1-1 0 0 0,-1 1 0 0 0,0 0 0 0 0,0-1 0 0 0,0 1 0 0 0,-1 0 0 0 0,1-1 0 0 0,-1 1 0 0 0,0-1 0 0 0,0 1 0 0 0,0-1 0 0 0,0 1 0 0 0,-1-1 0 0 0,1 1 0 0 0,-1-1 0 0 0,0 0 0 0 0,0 0 0 0 0,0 0 0 0 0,-1 0 0 0 0,-3 4 0 0 0,5-7 0 0 0,0 1-1 0 0,1 0 1 0 0,-1-1 0 0 0,0 1-1 0 0,1 0 1 0 0,-1-1 0 0 0,1 1-1 0 0,-1 0 1 0 0,1 0-1 0 0,-1 0 1 0 0,1-1 0 0 0,0 1-1 0 0,-1 0 1 0 0,1 0 0 0 0,0 0-1 0 0,0 0 1 0 0,0 0 0 0 0,-1 0-1 0 0,1 0 1 0 0,0 0-1 0 0,0-1 1 0 0,0 1 0 0 0,1 0-1 0 0,-1 0 1 0 0,0 0 0 0 0,0 0-1 0 0,1 2 1 0 0,16 17-25 0 0,-16-19 23 0 0,1 0 0 0 0,-1 0 0 0 0,0 0 0 0 0,0 0 0 0 0,0 0 0 0 0,0 0 0 0 0,0 0-1 0 0,0 1 1 0 0,0-1 0 0 0,0 0 0 0 0,-1 1 0 0 0,1-1 0 0 0,0 1 0 0 0,0 1 0 0 0,-1 2-8 0 0,-1-3 10 0 0,1 0 0 0 0,0-1 0 0 0,-1 1-1 0 0,1 0 1 0 0,0 0 0 0 0,0 0 0 0 0,1 0-1 0 0,-1-1 1 0 0,0 1 0 0 0,1 0 0 0 0,-1 0-1 0 0,1-1 1 0 0,-1 1 0 0 0,1 0 0 0 0,0 0-1 0 0,1 2 1 0 0,0-3 3 0 0,0 1 0 0 0,0-1 0 0 0,0 1 0 0 0,-1 0 1 0 0,1 0-1 0 0,0-1 0 0 0,-1 1 0 0 0,1 1 0 0 0,-1-1 0 0 0,0 0 0 0 0,0 0 0 0 0,2 4 0 0 0,0 42 37 0 0,-3-47-41 0 0,0 1 0 0 0,0-1 0 0 0,0 0 0 0 0,0 0 0 0 0,-1 1 0 0 0,1-1 0 0 0,0 0 0 0 0,-1 0 0 0 0,1 0 1 0 0,-1 1-1 0 0,1-1 0 0 0,-1 0 0 0 0,0 0 0 0 0,1 0 0 0 0,-1 0 0 0 0,0 0 0 0 0,0 0 0 0 0,0 0 0 0 0,0 0 0 0 0,0-1 0 0 0,0 1 0 0 0,-1 1 0 0 0,0-1-1 0 0,1 0 0 0 0,0-1 0 0 0,0 1 0 0 0,0 0 0 0 0,0 0 0 0 0,0 0 0 0 0,0 0 0 0 0,0 0 1 0 0,0 1-1 0 0,1-1 0 0 0,-1 0 0 0 0,0 0 0 0 0,1 0 0 0 0,-1 1 0 0 0,1-1 0 0 0,-1 0 0 0 0,1 1 0 0 0,0-1 0 0 0,-1 0 0 0 0,1 1 0 0 0,0-1 0 0 0,0 3 1 0 0,0-3 0 0 0,-1 0 0 0 0,1 0 1 0 0,-1 0-1 0 0,1-1 0 0 0,-1 1 1 0 0,1 0-1 0 0,-1 0 1 0 0,0 0-1 0 0,1-1 0 0 0,-1 1 1 0 0,0 0-1 0 0,0-1 1 0 0,1 1-1 0 0,-1-1 0 0 0,0 1 1 0 0,0-1-1 0 0,0 1 1 0 0,0-1-1 0 0,1 0 0 0 0,-1 1 1 0 0,-2-1-1 0 0,-5 5 1 0 0,6 0 4 0 0,0 0-1 0 0,1 0 1 0 0,0 0-1 0 0,0 0 0 0 0,1 1 1 0 0,-1-1-1 0 0,1 0 1 0 0,0 0-1 0 0,0 1 1 0 0,2 6-1 0 0,-1 8-41 0 0,-1-19 39 0 0,-1 1-1 0 0,1-1 1 0 0,0 0-1 0 0,0 0 1 0 0,0 0 0 0 0,-1 0-1 0 0,1 0 1 0 0,-1 0-1 0 0,1 0 1 0 0,-1 0 0 0 0,1 0-1 0 0,-1 0 1 0 0,0 0-1 0 0,1 0 1 0 0,-1 0-1 0 0,0 0 1 0 0,0 0 0 0 0,0-1-1 0 0,0 1 1 0 0,1 0-1 0 0,-3 0 1 0 0,2 0 1 0 0,0 0 1 0 0,0 0-1 0 0,-1 0 0 0 0,1 0 1 0 0,0 0-1 0 0,0 0 0 0 0,0 0 1 0 0,0 0-1 0 0,0 1 0 0 0,1-1 1 0 0,-1 0-1 0 0,0 1 0 0 0,0-1 1 0 0,1 0-1 0 0,-1 1 0 0 0,1-1 1 0 0,-1 1-1 0 0,1-1 1 0 0,0 1-1 0 0,0-1 0 0 0,0 1 1 0 0,0 1-1 0 0,0 14-15 0 0,5-11-27 0 0,247 74 94 0 0,-182-57-42 0 0,201 51 68 0 0,-246-69-83 0 0,0-2 0 0 0,0 0 0 0 0,0-2 0 0 0,0-1 0 0 0,28-3 0 0 0,113-26 12 0 0,-154 26 0 0 0,217-56-39 0 0,-133 32 5 0 0,118-19 0 0 0,-201 44 25 0 0,-10 2 0 0 0,70 0 0 0 0,-58 0 24 0 0,0 0 0 0 0,-1 1 0 0 0,1 0 0 0 0,-1 1 0 0 0,1 1 0 0 0,-1 0 0 0 0,0 1 0 0 0,0 1 0 0 0,17 8 0 0 0,-17-10-15 0 0,0 0 0 0 0,0-1 0 0 0,0 0 0 0 0,1-1 0 0 0,-1 0 0 0 0,0-1-1 0 0,1-1 1 0 0,26-5 0 0 0,41 0-9 0 0,8 0 160 0 0,-29 6-80 0 0,-33-1-94 0 0,1-2-1 0 0,-1-1 1 0 0,0-1-1 0 0,0-2 1 0 0,-1-1-1 0 0,0 0 1 0 0,0-3-1 0 0,-1 0 0 0 0,0-1 1 0 0,31-21-1 0 0,-34 21-11 0 0,1 0-1 0 0,44-14 0 0 0,-46 19 25 0 0,-1-1-1 0 0,0-1 0 0 0,-1 0 1 0 0,22-15-1 0 0,-35 20 8 0 0,7-8 33 0 0,-10-23 92 0 0,1 30-130 0 0,21-2 0 0 0,-26 2 7 0 0,0 5-6 0 0,0 0 0 0 0,0-1 0 0 0,0 1 0 0 0,-1 0 0 0 0,1 0 0 0 0,0 0 0 0 0,0 0 0 0 0,0-1 0 0 0,0 1 0 0 0,0 0 0 0 0,0 0 0 0 0,0 0 0 0 0,0-1 0 0 0,0 1 0 0 0,0 0-1 0 0,0 0 1 0 0,-1 0 0 0 0,1 0 0 0 0,0-1 0 0 0,0 1 0 0 0,0 0 0 0 0,1 0 0 0 0,-1 0 0 0 0,0-1 0 0 0,0 1 0 0 0,0 0 0 0 0,0 0 0 0 0,0 0 0 0 0,0-1 0 0 0,0 1 0 0 0,0 0 0 0 0,0 0 0 0 0,0 0 0 0 0,0 0 0 0 0,1-1-1 0 0,-1 1 1 0 0,0 0 0 0 0,0 0 0 0 0,0 0 0 0 0,0 0 0 0 0,0 0 0 0 0,1-1 0 0 0,-1 1 0 0 0,0 0 0 0 0,0 0 0 0 0,0 0 0 0 0,0 0 0 0 0,1 0 0 0 0,-1 0 0 0 0,0 0 0 0 0,0 0 0 0 0,0 0 0 0 0,1 0 0 0 0,-1 0 0 0 0,0 0-1 0 0,0 0 1 0 0,0 0 0 0 0,1 0 0 0 0,-1 0 0 0 0,0 0 0 0 0,0 0 0 0 0,1 0 0 0 0,7-3 13 0 0,22-8 55 0 0,-29 11-68 0 0,0-1-1 0 0,0 1 1 0 0,0-1-1 0 0,0 1 1 0 0,0-1-1 0 0,0 1 1 0 0,0-1-1 0 0,-1 0 1 0 0,1 1-1 0 0,0-1 1 0 0,0 0-1 0 0,0 0 1 0 0,-1 0-1 0 0,1 1 1 0 0,0-1-1 0 0,-1 0 1 0 0,1 0-1 0 0,-1 0 1 0 0,1 0-1 0 0,0-2 0 0 0,-1 2 0 0 0,0 0 0 0 0,0 1 0 0 0,0-1 0 0 0,1 1 0 0 0,-1-1 0 0 0,0 1 0 0 0,0-1 0 0 0,0 0 0 0 0,1 1 0 0 0,-1-1 0 0 0,0 1 0 0 0,1-1 0 0 0,-1 1 0 0 0,0-1 0 0 0,1 1 0 0 0,-1-1 0 0 0,1 1 0 0 0,-1 0 0 0 0,1-1 0 0 0,-1 1 0 0 0,1 0 0 0 0,-1-1 0 0 0,1 1 0 0 0,-1 0 0 0 0,1 0 0 0 0,-1-1 0 0 0,1 1 0 0 0,0 0 0 0 0,-1 0 0 0 0,1 0 0 0 0,-1 0 0 0 0,1 0 0 0 0,0 0 0 0 0,0 0 1 0 0,-1 0-1 0 0,1 0 0 0 0,0 0 0 0 0,-1-1 0 0 0,1 1 0 0 0,0 0 0 0 0,-1 0 0 0 0,1 0 0 0 0,-1 0 0 0 0,1 0 0 0 0,0-1 0 0 0,-1 1 0 0 0,1 0 0 0 0,-1-1 0 0 0,1 1 0 0 0,-1 0 0 0 0,1-1 0 0 0,-1 1 0 0 0,1 0 0 0 0,-1-1 0 0 0,1 1 0 0 0,-1-1 0 0 0,0 1 0 0 0,1-1 0 0 0,-1 1 0 0 0,0-1 0 0 0,1 0 0 0 0,-1 1 0 0 0,0-1 0 0 0,0 1 0 0 0,1-1 0 0 0,-1 0 0 0 0,0 1 0 0 0,0-1 0 0 0,0 0-1 0 0,0 0 0 0 0,0 0 0 0 0,0-1 0 0 0,0 1 0 0 0,0 0-1 0 0,0 0 1 0 0,0 0 0 0 0,0 0 0 0 0,1 0-1 0 0,-1 0 1 0 0,0 0 0 0 0,1-1 0 0 0,-1 1-1 0 0,0 0 1 0 0,1 0 0 0 0,0 0 0 0 0,-1 0-1 0 0,1 1 1 0 0,-1-1 0 0 0,1 0 0 0 0,0 0-1 0 0,0 0 1 0 0,0 0 0 0 0,-1 1 0 0 0,1-1-1 0 0,0 0 1 0 0,0 1 0 0 0,2-2 0 0 0,-2 2 2 0 0,0-1 0 0 0,0 0 0 0 0,0 1 1 0 0,0-1-1 0 0,0 0 0 0 0,0 1 0 0 0,0-1 1 0 0,0 0-1 0 0,-1 0 0 0 0,1 0 0 0 0,0 0 1 0 0,-1 0-1 0 0,1 0 0 0 0,0 0 0 0 0,-1 0 1 0 0,1 0-1 0 0,-1 0 0 0 0,0 0 0 0 0,1 0 1 0 0,-1 0-1 0 0,0-1 0 0 0,1 1 0 0 0,-1 0 1 0 0,0 0-1 0 0,0 0 0 0 0,0-1 0 0 0,-1-1 0 0 0,2 2 1 0 0,-1 0 0 0 0,0 0 0 0 0,0 0 0 0 0,0 0 0 0 0,0 0 0 0 0,0 0 0 0 0,0 0 0 0 0,0 0 0 0 0,0 0 0 0 0,0 0 0 0 0,-1 0 0 0 0,1 1 0 0 0,0-1 0 0 0,-1 0-1 0 0,1 0 1 0 0,0 0 0 0 0,-1 0 0 0 0,1 0 0 0 0,-1 0 0 0 0,1 1 0 0 0,-1-1 0 0 0,0 0 0 0 0,1 0 0 0 0,-1 1 0 0 0,0-1 0 0 0,0 0 0 0 0,1 1 0 0 0,-1-1-1 0 0,0 1 1 0 0,0-1 0 0 0,0 1 0 0 0,-1-1 0 0 0,-9-5 15 0 0,-19-26-84 0 0,25 14 53 0 0,0-1 14 0 0,1 15 0 0 0,0 0 0 0 0,-1 1 0 0 0,1 0 0 0 0,-1 0 0 0 0,0 0 0 0 0,0 0 0 0 0,-6-2 0 0 0,-27-18 0 0 0,28 11 8 0 0,9 10-4 0 0,0 0 0 0 0,-1 1 0 0 0,1-1 1 0 0,-1 1-1 0 0,1-1 0 0 0,-1 1 0 0 0,1-1 1 0 0,-1 1-1 0 0,0 0 0 0 0,0 0 0 0 0,0 0 1 0 0,0 0-1 0 0,-2 0 0 0 0,-6-5 7 0 0,-1 1-1 0 0,1-1 1 0 0,0 0-1 0 0,0-1 1 0 0,1 0-1 0 0,0-1 1 0 0,-14-15-1 0 0,13 13 9 0 0,0 1 0 0 0,0 0 0 0 0,-14-9 0 0 0,11 11-13 0 0,-1 1 0 0 0,0 0 0 0 0,-1 0 0 0 0,1 2 0 0 0,-1-1 0 0 0,0 2 0 0 0,0 0 0 0 0,-26-1-1 0 0,-144 2 248 0 0,105 4-145 0 0,-101 3 212 0 0,-101 1 480 0 0,77-12 94 0 0,126-3-581 0 0,17 0-159 0 0,41 6-124 0 0,-49-1 100 0 0,40 3-50 0 0,-76-8 161 0 0,61 7-175 0 0,-47-2 197 0 0,-1 4 0 0 0,-115 15 1 0 0,69-3-14 0 0,48-3 84 0 0,86-9-121 0 0,5 0-222 0 0,0 0 0 0 0,0 0 0 0 0,1 0 0 0 0,-1 0 0 0 0,0 0 0 0 0,0 1 0 0 0,0-1 1 0 0,0 0-1 0 0,0 0 0 0 0,0 0 0 0 0,0 0 0 0 0,0 1 0 0 0,0-1 0 0 0,0 0 0 0 0,0 0 0 0 0,0 0 0 0 0,0 1 0 0 0,0-1 0 0 0,0 0 0 0 0,0 0 0 0 0,0 0 0 0 0,0 0 0 0 0,0 1 0 0 0,0-1 0 0 0,0 0 0 0 0,0 0 0 0 0,0 0 0 0 0,0 1 0 0 0,0-1 0 0 0,0 0 0 0 0,0 0 0 0 0,0 0 0 0 0,-1 0 1 0 0,1 0-1 0 0,0 1 0 0 0,0-1 0 0 0,0 0 0 0 0,0 0 0 0 0,0 0 0 0 0,-1 0 0 0 0,1 0 0 0 0,0 0 0 0 0,0 0 0 0 0,0 1 0 0 0,0-1 0 0 0,-1 0 0 0 0,1 0 0 0 0,0 0 0 0 0,0 0 0 0 0,0 0 0 0 0,0 0 0 0 0,-1 0 0 0 0,1 0 0 0 0,0 0 0 0 0,0 0 0 0 0,0 0 0 0 0,-1 0 0 0 0,1 0 0 0 0,0 0 0 0 0,0 0 1 0 0,0 0-1 0 0,0 0 0 0 0,-1-1 0 0 0,-9 3-501 0 0,0 1 1 0 0,0 0 0 0 0,0 0 0 0 0,0 1 0 0 0,1 0-1 0 0,0 1 1 0 0,-10 6 0 0 0,-10 5-1113 0 0,-61 34-4888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36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176 191 1681 0 0,'0'-1'183'0'0,"0"0"1"0"0,0 0-1 0 0,0 0 0 0 0,0 0 1 0 0,0 0-1 0 0,0-1 0 0 0,0 1 1 0 0,0 0-1 0 0,0 0 1 0 0,0 0-1 0 0,-1 0 0 0 0,1 0 1 0 0,-1 0-1 0 0,1 0 1 0 0,-1 0-1 0 0,1 0 0 0 0,-1 0 1 0 0,1 0-1 0 0,-1 0 1 0 0,0 0-1 0 0,1 1 0 0 0,-1-1 1 0 0,0 0-1 0 0,0 0 0 0 0,0 1 1 0 0,0-1-1 0 0,0 0 1 0 0,0 1-1 0 0,1-1 0 0 0,-1 1 1 0 0,-1-1-1 0 0,1 1 1 0 0,-2-1-1 0 0,-2-1-309 0 0,4 1 188 0 0,1 0 0 0 0,-1 1 1 0 0,0-1-1 0 0,1 0 0 0 0,-1 0 0 0 0,1 0 0 0 0,0 0 0 0 0,-1 0 0 0 0,1 1 0 0 0,0-1 0 0 0,0 0 1 0 0,-1 0-1 0 0,1 0 0 0 0,0 0 0 0 0,0 0 0 0 0,0 0 0 0 0,0 0 0 0 0,0 0 0 0 0,0 0 0 0 0,0 0 1 0 0,1 0-1 0 0,-1 0 0 0 0,0 0 0 0 0,0 0 0 0 0,1 0 0 0 0,-1 0 0 0 0,1 1 0 0 0,-1-1 0 0 0,1 0 1 0 0,-1 0-1 0 0,2-1 0 0 0,11-5-18 0 0,0 1-1 0 0,1 0 1 0 0,-1 1 0 0 0,1 0 0 0 0,1 1 0 0 0,13-2 0 0 0,-26 6-22 0 0,0-1 1 0 0,-1 1 0 0 0,1-1 0 0 0,-1 1 0 0 0,1 0 0 0 0,0 0 0 0 0,-1 0 0 0 0,1 0-1 0 0,-1 0 1 0 0,1 0 0 0 0,0 0 0 0 0,-1 0 0 0 0,1 1 0 0 0,0-1 0 0 0,-1 0-1 0 0,1 1 1 0 0,-1 0 0 0 0,1-1 0 0 0,-1 1 0 0 0,3 1 0 0 0,-9 1 230 0 0,-31 24 414 0 0,24-20-461 0 0,-2 0-1 0 0,1 0 0 0 0,-1-2 1 0 0,0 0-1 0 0,0 0 1 0 0,-27 4-1 0 0,32-7-121 0 0,-1-1-1 0 0,0 0 1 0 0,0 0 0 0 0,0-1-1 0 0,0 0 1 0 0,0-1-1 0 0,0 0 1 0 0,0-1 0 0 0,0 0-1 0 0,1-1 1 0 0,-11-3-1 0 0,19 6-83 0 0,1-1 0 0 0,0 1-1 0 0,-1 0 1 0 0,1 0-1 0 0,0-1 1 0 0,-1 1 0 0 0,1 0-1 0 0,0-1 1 0 0,-1 1-1 0 0,1 0 1 0 0,0-1-1 0 0,0 1 1 0 0,-1 0 0 0 0,1-1-1 0 0,0 1 1 0 0,0-1-1 0 0,0 1 1 0 0,0 0 0 0 0,-1-1-1 0 0,1 1 1 0 0,0-1-1 0 0,0 1 1 0 0,0-1 0 0 0,0 1-1 0 0,0-1 1 0 0,0 1-1 0 0,0 0 1 0 0,0-1-1 0 0,0 1 1 0 0,0-1 0 0 0,1 1-1 0 0,-1-1 1 0 0,0 1-1 0 0,0 0 1 0 0,0-1 0 0 0,0 1-1 0 0,1-1 1 0 0,-1 1-1 0 0,0 0 1 0 0,0-1 0 0 0,1 1-1 0 0,-1 0 1 0 0,0-1-1 0 0,1 1 1 0 0,-1 0 0 0 0,0-1-1 0 0,1 1 1 0 0,-1 0-1 0 0,0 0 1 0 0,1-1-1 0 0,-1 1 1 0 0,1 0 0 0 0,-1 0-1 0 0,1 0 1 0 0,-1 0-1 0 0,1 0 1 0 0,16-11-43 0 0,-8 5 19 0 0,0 1 0 0 0,1 0 0 0 0,-1 1 0 0 0,1 0 1 0 0,0 0-1 0 0,0 1 0 0 0,0 0 0 0 0,1 1 0 0 0,-1 0 0 0 0,1 1 1 0 0,-1 0-1 0 0,1 1 0 0 0,14 0 0 0 0,-6 1-51 0 0,0 1-1 0 0,1 0 1 0 0,23 6-1 0 0,-36-6 57 0 0,0 0-1 0 0,-1 1 1 0 0,1-1-1 0 0,-1 1 1 0 0,1 0-1 0 0,5 5 0 0 0,-10-7 23 0 0,0 0-1 0 0,-1 1 1 0 0,1-1-1 0 0,0 1 1 0 0,-1-1-1 0 0,0 1 1 0 0,1-1-1 0 0,-1 1 1 0 0,0 0-1 0 0,0-1 1 0 0,0 1-1 0 0,0 0 1 0 0,0 0-1 0 0,0 0 1 0 0,0 0-1 0 0,-1 0 0 0 0,1 0 1 0 0,-1 0-1 0 0,1 0 1 0 0,-1 3-1 0 0,0-3 3 0 0,-1-1 0 0 0,1 1-1 0 0,0 0 1 0 0,-1 0-1 0 0,0-1 1 0 0,1 1 0 0 0,-1 0-1 0 0,0-1 1 0 0,0 1-1 0 0,0-1 1 0 0,0 1 0 0 0,0-1-1 0 0,0 0 1 0 0,0 1-1 0 0,-1-1 1 0 0,1 0 0 0 0,0 0-1 0 0,-1 0 1 0 0,1 0-1 0 0,-4 2 1 0 0,2-1 13 0 0,-1 0 0 0 0,0 0 0 0 0,1-1 0 0 0,-1 1 0 0 0,0-1 0 0 0,0 0 0 0 0,-7 1-1 0 0,1-1 8 0 0,1-1 0 0 0,-1 0 0 0 0,1-1 0 0 0,0 0 0 0 0,-1 0 0 0 0,1-1 0 0 0,0 0 0 0 0,0-1 0 0 0,0 0-1 0 0,0-1 1 0 0,0 0 0 0 0,1 0 0 0 0,0 0 0 0 0,-15-12 0 0 0,20 14-22 0 0,1 0 1 0 0,0 0-1 0 0,0 0 1 0 0,0 0-1 0 0,0-1 1 0 0,0 1-1 0 0,1-1 1 0 0,-1 1-1 0 0,1-1 0 0 0,-1 0 1 0 0,1 0-1 0 0,0 1 1 0 0,0-1-1 0 0,1 0 1 0 0,-1 0-1 0 0,0 0 1 0 0,1 0-1 0 0,0 0 1 0 0,-1 0-1 0 0,1 0 0 0 0,1-4 1 0 0,0 0-4 0 0,0 0 1 0 0,1 0-1 0 0,0 0 1 0 0,0 1-1 0 0,0-1 1 0 0,1 1-1 0 0,5-10 1 0 0,-6 14-9 0 0,0-1 0 0 0,0 1 0 0 0,0 0 0 0 0,1 0 1 0 0,-1 0-1 0 0,1 0 0 0 0,0 0 0 0 0,-1 0 0 0 0,1 1 0 0 0,0-1 0 0 0,0 1 0 0 0,0 0 1 0 0,0 0-1 0 0,0 0 0 0 0,0 0 0 0 0,1 1 0 0 0,-1-1 0 0 0,0 1 0 0 0,5 0 0 0 0,74 1-128 0 0,-69 0 110 0 0,8 0-24 0 0,0 2 0 0 0,0 1 0 0 0,0 0 0 0 0,25 10 0 0 0,-37-12 35 0 0,-1 1 0 0 0,-1 1 1 0 0,1-1-1 0 0,0 1 1 0 0,-1 1-1 0 0,0-1 0 0 0,0 1 1 0 0,0 0-1 0 0,-1 1 1 0 0,1 0-1 0 0,-1 0 0 0 0,8 11 1 0 0,-13-16 19 0 0,0 0 0 0 0,1 1 0 0 0,-1-1 0 0 0,0 1 0 0 0,-1-1 0 0 0,1 1 0 0 0,0-1 0 0 0,0 1 0 0 0,-1 0 1 0 0,1-1-1 0 0,-1 1 0 0 0,1 0 0 0 0,-1-1 0 0 0,0 1 0 0 0,0 0 0 0 0,1 0 0 0 0,-1 0 0 0 0,0-1 0 0 0,-1 1 0 0 0,1 0 0 0 0,0 0 1 0 0,-1-1-1 0 0,1 1 0 0 0,0 0 0 0 0,-1-1 0 0 0,0 1 0 0 0,0 0 0 0 0,1-1 0 0 0,-1 1 0 0 0,0-1 0 0 0,0 1 0 0 0,0-1 0 0 0,0 1 1 0 0,-1-1-1 0 0,1 0 0 0 0,0 0 0 0 0,0 1 0 0 0,-1-1 0 0 0,-2 2 0 0 0,-2-1 29 0 0,0 1 1 0 0,1 0-1 0 0,-1-1 0 0 0,0 0 1 0 0,0-1-1 0 0,0 0 1 0 0,-1 1-1 0 0,1-2 0 0 0,-11 1 1 0 0,-17-1 53 0 0,0-2 1 0 0,0-1 0 0 0,1-2 0 0 0,0-1 0 0 0,-36-11 0 0 0,65 16-124 0 0,-1-1 0 0 0,1 0 0 0 0,0 0-1 0 0,0 0 1 0 0,0 0 0 0 0,0 0 0 0 0,0-1 0 0 0,1 0 0 0 0,-1 0-1 0 0,1 0 1 0 0,-6-6 0 0 0,8 7-106 0 0,-1-1-1 0 0,1 1 0 0 0,-1-1 1 0 0,1 0-1 0 0,0 1 0 0 0,0-1 1 0 0,1 0-1 0 0,-1 1 0 0 0,0-1 1 0 0,1 0-1 0 0,-1 0 0 0 0,1 0 1 0 0,0 1-1 0 0,0-1 1 0 0,0 0-1 0 0,1 0 0 0 0,-1 0 1 0 0,1 0-1 0 0,1-4 0 0 0,23-57-5874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37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389 159 2241 0 0,'-116'-12'6016'0'0,"116"12"-6002"0"0,0 0 0 0 0,-1 0 1 0 0,1 0-1 0 0,0-1 0 0 0,0 1 0 0 0,-1 0 0 0 0,1 0 0 0 0,0 0 1 0 0,0 0-1 0 0,0 0 0 0 0,-1 0 0 0 0,1 0 0 0 0,0 0 0 0 0,0 0 1 0 0,0 0-1 0 0,-1-1 0 0 0,1 1 0 0 0,0 0 0 0 0,0 0 1 0 0,0 0-1 0 0,0 0 0 0 0,-1-1 0 0 0,1 1 0 0 0,0 0 0 0 0,0 0 1 0 0,0 0-1 0 0,0-1 0 0 0,0 1 0 0 0,0 0 0 0 0,0 0 0 0 0,-1-1 1 0 0,1 1-1 0 0,0 0 0 0 0,0 0 0 0 0,0 0 0 0 0,0-1 0 0 0,0 1 1 0 0,0 0-1 0 0,0 0 0 0 0,0-1 0 0 0,0 1 0 0 0,-4-7 18 0 0,3 7-24 0 0,0 0-1 0 0,-1 0 1 0 0,1 0 0 0 0,0-1-1 0 0,0 1 1 0 0,0-1-1 0 0,0 1 1 0 0,0-1 0 0 0,-1 1-1 0 0,1-1 1 0 0,0 0 0 0 0,0 1-1 0 0,0-1 1 0 0,1 0 0 0 0,-1 0-1 0 0,0 0 1 0 0,0 0-1 0 0,0 0 1 0 0,0 0 0 0 0,0-1-1 0 0,-2-32 379 0 0,3 26-292 0 0,5 7-14 0 0,20 4 35 0 0,-21 2-100 0 0,-3-1 2 0 0,0-4-14 0 0,0 1-1 0 0,-1-1 1 0 0,1 0-1 0 0,0 1 1 0 0,-1-1-1 0 0,1 1 1 0 0,0-1-1 0 0,-1 1 1 0 0,1-1-1 0 0,0 1 1 0 0,-1-1-1 0 0,1 1 1 0 0,-1-1-1 0 0,1 1 1 0 0,-1 0-1 0 0,0-1 1 0 0,1 1-1 0 0,-1 0 1 0 0,1-1-1 0 0,-1 1 1 0 0,0 0-1 0 0,0 0 1 0 0,1-1 0 0 0,-1 1-1 0 0,0 0 1 0 0,0 0-1 0 0,0-1 1 0 0,0 1-1 0 0,0 0 1 0 0,0 0-1 0 0,0 0 1 0 0,0-1-1 0 0,0 1 1 0 0,-1 0-1 0 0,1 0 1 0 0,0-1-1 0 0,0 1 1 0 0,-1 0-1 0 0,1 0 1 0 0,0-1-1 0 0,-1 1 1 0 0,1 0-1 0 0,-1-1 1 0 0,1 1-1 0 0,-1 1 1 0 0,-7 11 68 0 0,2 3 39 0 0,5-14-93 0 0,1 0-1 0 0,0-1 1 0 0,-1 1 0 0 0,0-1-1 0 0,1 1 1 0 0,-1-1 0 0 0,0 0-1 0 0,0 1 1 0 0,0-1 0 0 0,0 0-1 0 0,0 1 1 0 0,0-1 0 0 0,0 0-1 0 0,0 0 1 0 0,-1 0 0 0 0,1 0-1 0 0,0 0 1 0 0,-1 0 0 0 0,1 0-1 0 0,-1-1 1 0 0,1 1 0 0 0,-1 0-1 0 0,1-1 1 0 0,-1 1 0 0 0,1-1-1 0 0,-4 1 1 0 0,-10 3 170 0 0,0-1-1 0 0,-1-1 0 0 0,1 0 1 0 0,-1-1-1 0 0,-29-2 0 0 0,38 1-137 0 0,0-1-1 0 0,0 1 0 0 0,0-1 0 0 0,0-1 0 0 0,0 0 0 0 0,1 0 1 0 0,-1 0-1 0 0,0 0 0 0 0,1-1 0 0 0,-1 0 0 0 0,1-1 0 0 0,0 0 1 0 0,0 0-1 0 0,-6-5 0 0 0,12 9-47 0 0,-1-1 1 0 0,0 0-1 0 0,1 0 0 0 0,-1 0 0 0 0,1 0 1 0 0,-1 0-1 0 0,1 0 0 0 0,-1 0 1 0 0,1 0-1 0 0,0 0 0 0 0,-1 0 1 0 0,1 0-1 0 0,0 0 0 0 0,0 0 0 0 0,0-1 1 0 0,0 1-1 0 0,0 0 0 0 0,0 0 1 0 0,0 0-1 0 0,0 0 0 0 0,0 0 1 0 0,0 0-1 0 0,1 0 0 0 0,-1 0 1 0 0,0 0-1 0 0,2-2 0 0 0,15-22 26 0 0,-10 17-22 0 0,-5 2-5 0 0,1 1 1 0 0,0 0 0 0 0,0 0-1 0 0,0 0 1 0 0,1 0-1 0 0,0 0 1 0 0,0 1 0 0 0,0-1-1 0 0,1 1 1 0 0,-1 0 0 0 0,1 0-1 0 0,0 1 1 0 0,0 0 0 0 0,0 0-1 0 0,1 0 1 0 0,-1 0-1 0 0,1 1 1 0 0,-1 0 0 0 0,1 0-1 0 0,7-1 1 0 0,1 0-14 0 0,0 1-1 0 0,0 1 1 0 0,0 1 0 0 0,1 0-1 0 0,-1 0 1 0 0,0 2 0 0 0,0 0-1 0 0,0 0 1 0 0,-1 1 0 0 0,1 1-1 0 0,-1 0 1 0 0,1 1 0 0 0,-1 1-1 0 0,-1 0 1 0 0,1 0 0 0 0,-1 1-1 0 0,0 1 1 0 0,0 0 0 0 0,-1 1-1 0 0,0 0 1 0 0,-1 1 0 0 0,0 0-1 0 0,9 12 1 0 0,-17-20 13 0 0,0 0 1 0 0,0 0 0 0 0,0-1-1 0 0,-1 2 1 0 0,1-1-1 0 0,-1 0 1 0 0,1 0 0 0 0,-1 0-1 0 0,0 1 1 0 0,0-1-1 0 0,0 1 1 0 0,0-1 0 0 0,0 1-1 0 0,0-1 1 0 0,-1 1-1 0 0,1-1 1 0 0,-1 1 0 0 0,0 0-1 0 0,0 2 1 0 0,0-4 1 0 0,-1 0 1 0 0,1 0 0 0 0,-1 0 0 0 0,1 0-1 0 0,-1 0 1 0 0,1 0 0 0 0,-1-1 0 0 0,0 1-1 0 0,1 0 1 0 0,-1 0 0 0 0,0-1-1 0 0,0 1 1 0 0,1 0 0 0 0,-1-1 0 0 0,0 1-1 0 0,0-1 1 0 0,0 1 0 0 0,0-1 0 0 0,-1 1-1 0 0,-35 5 79 0 0,14-7-21 0 0,1-2 0 0 0,-1 0 0 0 0,1-1 0 0 0,0-1 0 0 0,0-1 0 0 0,0-1 0 0 0,-27-12 0 0 0,44 15-35 0 0,1 1 1 0 0,0 0-1 0 0,0-1 1 0 0,0 0-1 0 0,1 0 1 0 0,-1 0-1 0 0,1 0 1 0 0,0-1-1 0 0,0 1 1 0 0,-2-6-1 0 0,-4-4 2 0 0,9 13-29 0 0,0 0 1 0 0,-1 0 0 0 0,1 0 0 0 0,0 0 0 0 0,-1 0 0 0 0,1 0-1 0 0,0 0 1 0 0,0 0 0 0 0,0 0 0 0 0,0-1 0 0 0,0 1-1 0 0,0 0 1 0 0,1 0 0 0 0,-1 0 0 0 0,0 0 0 0 0,0 0-1 0 0,1 0 1 0 0,-1 0 0 0 0,0 0 0 0 0,1 0 0 0 0,-1 0-1 0 0,1 0 1 0 0,0 0 0 0 0,-1 0 0 0 0,1 0 0 0 0,0 1 0 0 0,-1-1-1 0 0,1 0 1 0 0,0 0 0 0 0,0 1 0 0 0,0-1 0 0 0,0 0-1 0 0,0 1 1 0 0,0-1 0 0 0,0 1 0 0 0,1-1 0 0 0,4-3-22 0 0,-3 1 15 0 0,0 0 0 0 0,0 1-1 0 0,0-1 1 0 0,1 1 0 0 0,0 0 0 0 0,-1 0 0 0 0,1 0-1 0 0,0 1 1 0 0,0-1 0 0 0,0 1 0 0 0,0 0 0 0 0,0 0 0 0 0,0 0-1 0 0,0 1 1 0 0,0-1 0 0 0,5 1 0 0 0,68 7-84 0 0,-73-6 83 0 0,77 17-85 0 0,-20-1-48 0 0,0 3 0 0 0,109 52 0 0 0,-167-70 136 0 0,0-1 1 0 0,1 1-1 0 0,-1 0 1 0 0,0 0 0 0 0,0 0-1 0 0,0 1 1 0 0,-1-1-1 0 0,1 1 1 0 0,0-1 0 0 0,-1 1-1 0 0,0 0 1 0 0,0 0 0 0 0,0 0-1 0 0,0 0 1 0 0,3 6-1 0 0,-5-8 8 0 0,0 1 0 0 0,0-1-1 0 0,0 0 1 0 0,0 1-1 0 0,-1-1 1 0 0,1 0 0 0 0,0 0-1 0 0,-1 1 1 0 0,1-1 0 0 0,0 0-1 0 0,-1 0 1 0 0,0 0 0 0 0,1 1-1 0 0,-1-1 1 0 0,0 0-1 0 0,1 0 1 0 0,-1 0 0 0 0,0 0-1 0 0,0 0 1 0 0,0 0 0 0 0,0 0-1 0 0,0-1 1 0 0,0 1-1 0 0,0 0 1 0 0,0-1 0 0 0,-1 1-1 0 0,-1 0 1 0 0,-6 4 21 0 0,-1-1 1 0 0,0-1-1 0 0,0 0 1 0 0,0-1-1 0 0,0 1 0 0 0,-1-2 1 0 0,-20 1-1 0 0,0-2 51 0 0,0-2 0 0 0,-1-2 0 0 0,1 0 0 0 0,1-2 0 0 0,-38-13 0 0 0,50 14-46 0 0,0-2 1 0 0,1 0 0 0 0,0-2 0 0 0,1 1 0 0 0,0-2 0 0 0,0 0-1 0 0,1-1 1 0 0,0-1 0 0 0,1 0 0 0 0,-17-19 0 0 0,28 28-20 0 0,1 1-13 0 0,0 0 0 0 0,0-1 1 0 0,0 0-1 0 0,0 1 0 0 0,0-1 0 0 0,1 0 0 0 0,-1 0 0 0 0,-1-5 0 0 0,3 7-1 0 0,0 0 1 0 0,0 0-1 0 0,0 0 0 0 0,0 0 0 0 0,0 0 1 0 0,1 0-1 0 0,-1 0 0 0 0,0 0 1 0 0,1 0-1 0 0,-1 0 0 0 0,1 0 0 0 0,-1 0 1 0 0,1 0-1 0 0,-1 1 0 0 0,1-1 1 0 0,0 0-1 0 0,-1 0 0 0 0,1 1 0 0 0,0-1 1 0 0,0 0-1 0 0,0 1 0 0 0,-1-1 1 0 0,1 1-1 0 0,0-1 0 0 0,0 1 0 0 0,0-1 1 0 0,0 1-1 0 0,0-1 0 0 0,0 1 1 0 0,0 0-1 0 0,0 0 0 0 0,0 0 0 0 0,0-1 1 0 0,0 1-1 0 0,0 0 0 0 0,2 1 1 0 0,26-7-15 0 0,1 3 1 0 0,0 0 0 0 0,0 2 0 0 0,0 1 0 0 0,47 7 0 0 0,150 33-197 0 0,-203-35 192 0 0,10 1-17 0 0,58 16-61 0 0,-85-20 87 0 0,0 0 0 0 0,-1 1 0 0 0,1 0 0 0 0,-1 0 0 0 0,0 0 1 0 0,0 1-1 0 0,0 0 0 0 0,0 0 0 0 0,0 1 0 0 0,6 6 0 0 0,-11-9 15 0 0,0-1 0 0 0,0 0 0 0 0,-1 0-1 0 0,1 0 1 0 0,0 1 0 0 0,-1-1 0 0 0,1 1-1 0 0,-1-1 1 0 0,1 0 0 0 0,-1 1 0 0 0,0-1-1 0 0,0 1 1 0 0,1-1 0 0 0,-1 1 0 0 0,0-1-1 0 0,0 1 1 0 0,0-1 0 0 0,-1 0 0 0 0,1 1-1 0 0,0-1 1 0 0,0 1 0 0 0,-1-1 0 0 0,1 1-1 0 0,-1-1 1 0 0,0 0 0 0 0,1 1 0 0 0,-1-1-1 0 0,0 0 1 0 0,0 0 0 0 0,1 0 0 0 0,-1 1-1 0 0,0-1 1 0 0,0 0 0 0 0,0 0 0 0 0,-2 1-1 0 0,-3 3 45 0 0,0 0-1 0 0,0 0 0 0 0,0 0 1 0 0,-1-1-1 0 0,-11 6 1 0 0,1-3 13 0 0,0-2-1 0 0,0 0 1 0 0,-1 0 0 0 0,1-2 0 0 0,-1 0 0 0 0,0-1-1 0 0,-20 0 1 0 0,-124-8 253 0 0,145 5-362 0 0,0-1 0 0 0,1-1 0 0 0,0 0 0 0 0,-1-1 0 0 0,1 0 0 0 0,1-1-1 0 0,-1-1 1 0 0,1-1 0 0 0,0 0 0 0 0,0-1 0 0 0,-22-16 0 0 0,36 23-14 0 0,-1 0 0 0 0,1 0 1 0 0,0 0-1 0 0,-1 0 0 0 0,1 0 1 0 0,0 0-1 0 0,0 0 0 0 0,0 0 1 0 0,0 0-1 0 0,0-1 0 0 0,0 1 1 0 0,0 0-1 0 0,0-1 0 0 0,0 1 1 0 0,1-1-1 0 0,-1 1 0 0 0,0-1 1 0 0,1 0-1 0 0,-1 1 0 0 0,1-1 1 0 0,0 1-1 0 0,0-1 0 0 0,0 0 0 0 0,-1 1 1 0 0,1-1-1 0 0,1 0 0 0 0,-1 1 1 0 0,0-1-1 0 0,0 0 0 0 0,1 1 1 0 0,-1-1-1 0 0,1 1 0 0 0,-1-1 1 0 0,1 1-1 0 0,-1-1 0 0 0,1 1 1 0 0,0-1-1 0 0,0 1 0 0 0,0-1 1 0 0,2-1-1 0 0,1-2-568 0 0,1 1-1 0 0,0 0 1 0 0,0 0 0 0 0,1 0 0 0 0,-1 1-1 0 0,1 0 1 0 0,-1 0 0 0 0,1 0 0 0 0,0 0-1 0 0,7-1 1 0 0,17 1-1995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39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32 625 2081 0 0,'-8'8'5096'0'0,"-9"-5"-3746"0"0,17-3-940 0 0,-6 1 978 0 0,5-3-836 0 0,8-1-557 0 0,6 1 33 0 0,-26 3 50 0 0,7-1 69 0 0,12 0 0 0 0,44 3 84 0 0,-31-2-117 0 0,1 0 0 0 0,0-1 0 0 0,-1 0-1 0 0,28-6 1 0 0,6-2-26 0 0,70-14 91 0 0,123-47-112 0 0,-165 43-14 0 0,1 4 0 0 0,142-20 1 0 0,7 8-41 0 0,-206 33 38 0 0,0-1 0 0 0,-1-2 0 0 0,1 0 1 0 0,-1-2-1 0 0,39-14 0 0 0,-2-17 122 0 0,-54 33-150 0 0,1 0 0 0 0,-1 0 0 0 0,1-1 0 0 0,11-10 0 0 0,-12 10-2 0 0,-1 0 1 0 0,1 0-1 0 0,-1 1 0 0 0,2-1 1 0 0,-1 2-1 0 0,0-1 0 0 0,1 1 1 0 0,7-3-1 0 0,6-2 43 0 0,14-3 46 0 0,110-8 530 0 0,-125 14-497 0 0,0-1 1 0 0,23-9-1 0 0,30-9 67 0 0,77-27 110 0 0,-101 42-266 0 0,-23 4-52 0 0,-1-1 1 0 0,0 0 0 0 0,-1-2-1 0 0,34-15 1 0 0,-28 11-3 0 0,-27 8 0 0 0,24 2 13 0 0,-77 7-4108 0 0,22-12-434 0 0,0-5 2869 0 0,23 9 1086 0 0,1 1 88 0 0,-1-1 0 0 0,1-1 0 0 0,-1 1 0 0 0,1 0 0 0 0,0-1 0 0 0,-5-6 0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41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331 204 2081 0 0,'5'0'1867'0'0,"-4"0"-1561"0"0,0 1-203 0 0,0-1 1 0 0,0 0-1 0 0,0 0 1 0 0,0 0-1 0 0,0 0 0 0 0,0 0 1 0 0,0 0-1 0 0,0 0 1 0 0,0 0-1 0 0,0 0 1 0 0,0 0-1 0 0,0 0 1 0 0,0-1-1 0 0,0 1 0 0 0,0 0 1 0 0,0-1-1 0 0,-1 1 1 0 0,1-1-1 0 0,0 1 1 0 0,0-1-1 0 0,0 1 1 0 0,0-1-1 0 0,1-1 0 0 0,-2 1 1351 0 0,28 6-838 0 0,-22-3-624 0 0,0 0-1 0 0,0-1 0 0 0,0 0 1 0 0,0 0-1 0 0,0 0 1 0 0,0-1-1 0 0,9 0 0 0 0,-6 2-1 0 0,42-10-73 0 0,-49 7 93 0 0,-1 2-10 0 0,0-1 1 0 0,1 0-1 0 0,-1 0 1 0 0,0 0-1 0 0,0-1 0 0 0,0 1 1 0 0,0 0-1 0 0,0 0 1 0 0,0-1-1 0 0,0 1 1 0 0,0 0-1 0 0,0-1 1 0 0,0 1-1 0 0,0-1 1 0 0,0 1-1 0 0,0-1 0 0 0,-1 0 1 0 0,1 1-1 0 0,0-1 1 0 0,0 0-1 0 0,0 0 1 0 0,-1 1-1 0 0,1-1 1 0 0,0 0-1 0 0,-1 0 1 0 0,1 0-1 0 0,-1 0 1 0 0,1 0-1 0 0,-1 0 0 0 0,0 0 1 0 0,1 0-1 0 0,-1 0 1 0 0,0 0-1 0 0,1 0 1 0 0,-1 0-1 0 0,0-2 1 0 0,-5 1 132 0 0,-28-12 244 0 0,26 10-213 0 0,-1 0 0 0 0,0 0 0 0 0,0 1 0 0 0,0 0 0 0 0,-10-1 0 0 0,-87-10 1103 0 0,100 14-1014 0 0,10 0-186 0 0,22 0-56 0 0,-11-1-45 0 0,0 0 0 0 0,-1 2 0 0 0,1 0 0 0 0,0 0 0 0 0,-1 1 0 0 0,29 9 0 0 0,-99 13 128 0 0,28-17 64 0 0,0-1 1 0 0,0-1 0 0 0,-1-1 0 0 0,1-1-1 0 0,-1-2 1 0 0,0 0 0 0 0,0-2 0 0 0,0-2-1 0 0,-46-8 1 0 0,72 10-159 0 0,0 0-1 0 0,0 1 1 0 0,0-1-1 0 0,0 0 1 0 0,0 0 0 0 0,0 0-1 0 0,0 0 1 0 0,0 0-1 0 0,0 0 1 0 0,0-1 0 0 0,-2-1-1 0 0,0 0-7 0 0,4 2 5 0 0,0 1 1 0 0,0 0 0 0 0,0-1-1 0 0,0 1 1 0 0,0-1-1 0 0,0 1 1 0 0,-1 0-1 0 0,1-1 1 0 0,0 1 0 0 0,1 0-1 0 0,-1-1 1 0 0,0 1-1 0 0,0 0 1 0 0,0-1 0 0 0,0 1-1 0 0,0 0 1 0 0,0-1-1 0 0,0 1 1 0 0,0 0 0 0 0,1-1-1 0 0,-1 1 1 0 0,0 0-1 0 0,0-1 1 0 0,0 1 0 0 0,1 0-1 0 0,-1 0 1 0 0,0-1-1 0 0,0 1 1 0 0,1 0 0 0 0,-1 0-1 0 0,0-1 1 0 0,1 1-1 0 0,-1 0 1 0 0,0 0 0 0 0,1 0-1 0 0,-1 0 1 0 0,0 0-1 0 0,1-1 1 0 0,-1 1 0 0 0,0 0-1 0 0,1 0 1 0 0,-1 0-1 0 0,13-6-27 0 0,-1-1 4 0 0,0 0-1 0 0,1 1 0 0 0,-1 1 1 0 0,1 0-1 0 0,0 1 0 0 0,0 0 1 0 0,1 1-1 0 0,-1 0 0 0 0,1 1 1 0 0,0 1-1 0 0,-1 0 0 0 0,1 1 0 0 0,0 1 1 0 0,-1 0-1 0 0,1 0 0 0 0,0 2 1 0 0,-1 0-1 0 0,26 8 0 0 0,-38-10 25 0 0,0-1-1 0 0,0 0 1 0 0,1 1-1 0 0,-1-1 1 0 0,0 0-1 0 0,0 1 1 0 0,0 0-1 0 0,0-1 1 0 0,0 1-1 0 0,0 0 1 0 0,0-1-1 0 0,0 1 1 0 0,-1 0-1 0 0,1 0 0 0 0,0 0 1 0 0,0 0-1 0 0,-1 0 1 0 0,2 1-1 0 0,-11 11-17 0 0,4-9 22 0 0,-2 2 27 0 0,-1-1-1 0 0,0-1 1 0 0,0 0 0 0 0,0 0 0 0 0,-1 0 0 0 0,1-1 0 0 0,-1-1 0 0 0,0 1-1 0 0,0-1 1 0 0,-14 1 0 0 0,3 1 54 0 0,1-1 29 0 0,-1-1 1 0 0,0-1-1 0 0,0-1 1 0 0,0-1-1 0 0,0 0 0 0 0,-37-8 1 0 0,57 9-116 0 0,0 0 1 0 0,0 0-1 0 0,-1 0 1 0 0,1 0-1 0 0,0 0 1 0 0,0 0-1 0 0,0 0 1 0 0,-1 0 0 0 0,1 0-1 0 0,0 0 1 0 0,0 0-1 0 0,0-1 1 0 0,0 1-1 0 0,-1 0 1 0 0,1 0-1 0 0,0 0 1 0 0,0 0-1 0 0,0 0 1 0 0,0 0-1 0 0,-1 0 1 0 0,1-1-1 0 0,0 1 1 0 0,0 0-1 0 0,0 0 1 0 0,0 0-1 0 0,0 0 1 0 0,0 0-1 0 0,0-1 1 0 0,0 1-1 0 0,-1 0 1 0 0,1 0-1 0 0,0 0 1 0 0,0-1-1 0 0,0 1 1 0 0,0 0-1 0 0,0 0 1 0 0,0 0-1 0 0,0 0 1 0 0,0-1-1 0 0,0 1 1 0 0,0 0-1 0 0,0 0 1 0 0,0 0-1 0 0,0-1 1 0 0,0 1-1 0 0,1 0 1 0 0,-1 0-1 0 0,8-9-50 0 0,8 0-14 0 0,1 0 6 0 0,1 1-1 0 0,0 1 1 0 0,0 1 0 0 0,1 1 0 0 0,-1 0-1 0 0,1 2 1 0 0,0 0 0 0 0,33-1 0 0 0,-33 2-55 0 0,22-2-275 0 0,1 1-1 0 0,-1 2 1 0 0,1 2 0 0 0,-1 2-1 0 0,42 8 1 0 0,-81-10 368 0 0,0-1 0 0 0,1 0-1 0 0,-1 1 1 0 0,0-1 0 0 0,-1 1 0 0 0,1 0-1 0 0,0-1 1 0 0,0 1 0 0 0,0 0 0 0 0,0 0-1 0 0,-1 0 1 0 0,4 3 0 0 0,-5-4 23 0 0,0 1 0 0 0,0-1 0 0 0,0 0 0 0 0,0 1 0 0 0,0-1 0 0 0,1 1 0 0 0,-1-1 0 0 0,0 0-1 0 0,0 1 1 0 0,0-1 0 0 0,-1 1 0 0 0,1-1 0 0 0,0 0 0 0 0,0 1 0 0 0,0-1 0 0 0,0 1 0 0 0,0-1 0 0 0,0 0 0 0 0,-1 1 0 0 0,1-1 0 0 0,0 0 0 0 0,0 1 0 0 0,0-1 0 0 0,-1 0 0 0 0,1 1 0 0 0,0-1 0 0 0,-1 0 0 0 0,1 0 0 0 0,0 1-1 0 0,0-1 1 0 0,-1 0 0 0 0,1 0 0 0 0,-1 1 0 0 0,1-1 0 0 0,-1 0 0 0 0,-51 21 451 0 0,6-10-72 0 0,-1-1 0 0 0,0-2-1 0 0,-1-3 1 0 0,0-1 0 0 0,1-3 0 0 0,-1-2 0 0 0,0-2 0 0 0,1-2-1 0 0,-59-13 1 0 0,56 4-192 0 0,49 14-187 0 0,1-1 0 0 0,-1 1 0 0 0,1 0 1 0 0,0 0-1 0 0,-1 0 0 0 0,1 0 0 0 0,-1 0 0 0 0,1 0 0 0 0,0-1 0 0 0,-1 1 1 0 0,1 0-1 0 0,0 0 0 0 0,-1-1 0 0 0,1 1 0 0 0,0 0 0 0 0,0 0 0 0 0,-1-1 1 0 0,1 1-1 0 0,0 0 0 0 0,0-1 0 0 0,-1 1 0 0 0,1 0 0 0 0,0-1 1 0 0,0 1-1 0 0,0 0 0 0 0,0-1 0 0 0,-1 1 0 0 0,1-1 0 0 0,0 1 0 0 0,0 0 1 0 0,0-1-1 0 0,0 1 0 0 0,0-1 0 0 0,0 1 0 0 0,0 0 0 0 0,0-1 0 0 0,0 1 1 0 0,0-1-1 0 0,0 1 0 0 0,1 0 0 0 0,-1-1 0 0 0,0 1 0 0 0,0-1 0 0 0,0 1 1 0 0,0 0-1 0 0,1-1 0 0 0,-1 1 0 0 0,0 0 0 0 0,0-1 0 0 0,1 1 0 0 0,-1 0 1 0 0,0 0-1 0 0,0-1 0 0 0,1 1 0 0 0,-1 0 0 0 0,1-1 0 0 0,21-11-54 0 0,-20 11 47 0 0,28-11-243 0 0,1 1 1 0 0,1 1-1 0 0,0 1 1 0 0,0 2 0 0 0,64-5-1 0 0,-43 10-496 0 0,1 2 0 0 0,88 11 0 0 0,-132-10 638 0 0,1 0 0 0 0,-1 1 0 0 0,0 0 0 0 0,1 0 0 0 0,-1 1 0 0 0,-1 1 0 0 0,1-1 0 0 0,0 2 0 0 0,-1-1 0 0 0,12 8 0 0 0,-21-11 111 0 0,0-1 1 0 0,0 0-1 0 0,1 0 0 0 0,-1 0 0 0 0,0 1 0 0 0,0-1 0 0 0,0 0 0 0 0,1 0 0 0 0,-1 1 1 0 0,0-1-1 0 0,0 0 0 0 0,0 0 0 0 0,0 1 0 0 0,0-1 0 0 0,0 0 0 0 0,1 1 0 0 0,-1-1 0 0 0,0 0 1 0 0,0 1-1 0 0,0-1 0 0 0,0 0 0 0 0,0 1 0 0 0,0-1 0 0 0,0 0 0 0 0,0 0 0 0 0,0 1 0 0 0,0-1 1 0 0,-1 0-1 0 0,1 1 0 0 0,0-1 0 0 0,0 0 0 0 0,0 1 0 0 0,0-1 0 0 0,0 0 0 0 0,-1 0 0 0 0,1 1 1 0 0,0-1-1 0 0,0 0 0 0 0,0 0 0 0 0,-1 1 0 0 0,1-1 0 0 0,0 0 0 0 0,0 0 0 0 0,-1 0 0 0 0,1 1 1 0 0,0-1-1 0 0,0 0 0 0 0,-1 0 0 0 0,1 0 0 0 0,0 0 0 0 0,-1 0 0 0 0,1 0 0 0 0,0 0 0 0 0,0 0 1 0 0,-1 1-1 0 0,1-1 0 0 0,0 0 0 0 0,-1 0 0 0 0,1-1 0 0 0,-18 8 281 0 0,0-1 1 0 0,-1-2-1 0 0,1 0 0 0 0,-1 0 1 0 0,-25 0-1 0 0,-4-2 237 0 0,-55-4 0 0 0,80 1-515 0 0,1-1 1 0 0,0-1-1 0 0,0-1 0 0 0,-26-9 0 0 0,41 11-230 0 0,1 0 0 0 0,0-1 0 0 0,0 0-1 0 0,0 0 1 0 0,0 0 0 0 0,1 0 0 0 0,-1-1 0 0 0,1 0-1 0 0,0 0 1 0 0,0-1 0 0 0,1 1 0 0 0,-1-1 0 0 0,1 0-1 0 0,0-1 1 0 0,0 1 0 0 0,1 0 0 0 0,-1-1 0 0 0,-4-11-1 0 0,3-26-4924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43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1 179 640 0 0,'11'5'749'0'0,"0"-1"-1"0"0,1-1 1 0 0,-1 0-1 0 0,1 0 0 0 0,0-1 1 0 0,0-1-1 0 0,0 0 1 0 0,13-1-1 0 0,-19 0-623 0 0,-1-1-1 0 0,0 0 1 0 0,1 0-1 0 0,-1 0 1 0 0,0-1-1 0 0,0 0 1 0 0,0 0-1 0 0,0 0 1 0 0,0 0 0 0 0,0-1-1 0 0,-1 0 1 0 0,1 0-1 0 0,-1 0 1 0 0,0-1-1 0 0,0 0 1 0 0,0 1-1 0 0,6-9 1 0 0,8-7 80 0 0,-15 16-156 0 0,0 0 1 0 0,0 0-1 0 0,0-1 0 0 0,0 1 1 0 0,0-1-1 0 0,-1 1 1 0 0,1-1-1 0 0,-1 0 0 0 0,0 0 1 0 0,0 0-1 0 0,0 0 0 0 0,-1 0 1 0 0,0 0-1 0 0,1-1 0 0 0,-1 1 1 0 0,-1 0-1 0 0,1-6 1 0 0,-1 3 75 0 0,-1 3-89 0 0,1 1-1 0 0,-1-1 1 0 0,1 1-1 0 0,0-1 1 0 0,0 1-1 0 0,0-1 1 0 0,1 1-1 0 0,-1-1 1 0 0,1 1-1 0 0,0-1 1 0 0,0 1-1 0 0,2-5 1 0 0,17 7 30 0 0,-15 1 14 0 0,0 1 0 0 0,6 3-28 0 0,0 2-1 0 0,0 0 1 0 0,-1 0 0 0 0,0 1-1 0 0,0 0 1 0 0,-1 0-1 0 0,0 1 1 0 0,0 1-1 0 0,-1-1 1 0 0,0 1 0 0 0,0 1-1 0 0,-1 0 1 0 0,-1 0-1 0 0,8 15 1 0 0,-9-15-37 0 0,-4-5-14 0 0,1 0 1 0 0,0 0-1 0 0,0 0 0 0 0,1-1 1 0 0,0 1-1 0 0,0-1 0 0 0,0 1 0 0 0,4 3 1 0 0,-7-8-2 0 0,1 1 0 0 0,-1 0 0 0 0,1-1 0 0 0,-1 1 0 0 0,1 0 0 0 0,-1-1 0 0 0,1 1 0 0 0,-1 0 0 0 0,1 0 0 0 0,-1-1 0 0 0,0 1 0 0 0,1 0 0 0 0,-1 0 0 0 0,0 0 0 0 0,0-1 0 0 0,0 1 0 0 0,1 0 0 0 0,-1 0 0 0 0,0 0 0 0 0,0 0 0 0 0,0 0 0 0 0,-1-1 0 0 0,1 1 0 0 0,0 0 0 0 0,0 0 0 0 0,0 0 0 0 0,0 0 0 0 0,-1-1 0 0 0,0 2 0 0 0,-3 0-2815 0 0,-82-27-4655 0 0,56 13 5509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43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61 102 80 0 0,'-31'-11'2721'0'0,"31"3"1"0"0,-30 8 1519 0 0,60 0-2880 0 0,1-6-481 0 0,29 6-319 0 0,31 0-241 0 0,-1-5-400 0 0,1-3-320 0 0,-1-4-1521 0 0,-29-1-1361 0 0,-31-6 241 0 0,-30 0 480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45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14 1361 0 0,'-86'0'4415'0'0,"76"-6"-3028"0"0,-40-1-213 0 0,45 7-787 0 0,0 0 13 0 0,-106 6 2241 0 0,106-6-1840 0 0,10 0-735 0 0,262 15 278 0 0,-86-3-47 0 0,140 11 130 0 0,-75-16-41 0 0,-29 1-132 0 0,-52-1 53 0 0,21 12 346 0 0,139 27 268 0 0,-193-24-801 0 0,124 12 200 0 0,-101-15-76 0 0,-89-8-101 0 0,75 3 97 0 0,32 7-41 0 0,-108-11-145 0 0,89 2 0 0 0,32 0 185 0 0,-161-9-292 0 0,16 2 153 0 0,51 15 0 0 0,-14-2-19 0 0,37 7-55 0 0,-54-11-92 0 0,0-2-39 0 0,-46-9 111 0 0,0 0 0 0 0,1 0 0 0 0,27 0 1 0 0,46 7 58 0 0,-27-1 3 0 0,-29-6-6 0 0,-13 0-224 0 0,0-1 0 0 0,0-2-1 0 0,38-2 1 0 0,-60 2 21 0 0,-1 0 1 0 0,1-1-1 0 0,-1 1 0 0 0,1-1 0 0 0,-1 1 1 0 0,1-1-1 0 0,0 0 0 0 0,-1 0 0 0 0,1 0 1 0 0,0 0-1 0 0,-1-1 0 0 0,1 1 1 0 0,0 0-1 0 0,0-1 0 0 0,-3-3 0 0 0,-15-9-1195 0 0,15 11 732 0 0,-1 0 1 0 0,1-1 0 0 0,0 1-1 0 0,1-1 1 0 0,-8-8 0 0 0,-21-17-3047 0 0,-48-21-2020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46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272 123 1040 0 0,'0'0'3642'0'0,"5"0"-2215"0"0,-3 0-1206 0 0,-1 0-146 0 0,-1 0-1 0 0,1 0 0 0 0,0 1 0 0 0,0-1 0 0 0,0 0 0 0 0,0 0 1 0 0,0 0-1 0 0,0 0 0 0 0,0 0 0 0 0,0-1 0 0 0,0 1 0 0 0,0 0 1 0 0,0 0-1 0 0,0-1 0 0 0,0 1 0 0 0,0 0 0 0 0,0-1 0 0 0,0 1 1 0 0,0-1-1 0 0,0 1 0 0 0,-1-1 0 0 0,1 0 0 0 0,1-1 0 0 0,-2 1 913 0 0,0 0-700 0 0,0 1-269 0 0,1-1 0 0 0,-1 1 0 0 0,0-1 0 0 0,0 1 0 0 0,0 0 0 0 0,0-1 0 0 0,0 1 0 0 0,0-1 0 0 0,0 1 0 0 0,-1 0 0 0 0,1-1 0 0 0,0 1 0 0 0,0-1 0 0 0,0 1 0 0 0,0 0 0 0 0,0-1 0 0 0,-1 1 0 0 0,1 0 0 0 0,0-1 0 0 0,0 1 0 0 0,-1 0 0 0 0,1-1 0 0 0,0 1 0 0 0,0 0 0 0 0,-1-1 0 0 0,1 1 0 0 0,0 0 1 0 0,-1 0-1 0 0,0-1 0 0 0,-4-1-35 0 0,4 2 42 0 0,0-1 1 0 0,0 1-1 0 0,0-1 0 0 0,-1 1 0 0 0,1-1 1 0 0,0 0-1 0 0,0 1 0 0 0,0-1 0 0 0,0 0 1 0 0,0 0-1 0 0,0 1 0 0 0,1-1 0 0 0,-1 0 1 0 0,0 0-1 0 0,0 0 0 0 0,0 0 0 0 0,1 0 1 0 0,-1 0-1 0 0,1-1 0 0 0,-1 1 0 0 0,1 0 0 0 0,-1 0 1 0 0,1 0-1 0 0,0-1 0 0 0,-1 1 0 0 0,1 0 1 0 0,0 0-1 0 0,0 0 0 0 0,0-1 0 0 0,0 1 1 0 0,0 0-1 0 0,0 0 0 0 0,0-1 0 0 0,1-1 1 0 0,0 2-17 0 0,-1 0 1 0 0,1 1 0 0 0,-1-1 0 0 0,1 0-1 0 0,0 0 1 0 0,-1 1 0 0 0,1-1 0 0 0,0 1-1 0 0,0-1 1 0 0,0 1 0 0 0,-1-1-1 0 0,1 1 1 0 0,0-1 0 0 0,0 1 0 0 0,0-1-1 0 0,0 1 1 0 0,0 0 0 0 0,0 0 0 0 0,0 0-1 0 0,0-1 1 0 0,1 1 0 0 0,33-5 76 0 0,-23 3-53 0 0,-1 1-31 0 0,0 0-1 0 0,0 1 1 0 0,0 1-1 0 0,0 0 1 0 0,0 0-1 0 0,0 1 0 0 0,0 0 1 0 0,11 5-1 0 0,-21-6 5 0 0,0 1 0 0 0,0-1 1 0 0,0 1-1 0 0,-1-1 0 0 0,1 1 0 0 0,-1-1 0 0 0,1 1 0 0 0,-1 0 0 0 0,0-1 0 0 0,1 1 0 0 0,-1 0 0 0 0,0-1 0 0 0,0 1 0 0 0,0 0 0 0 0,0-1 0 0 0,0 1 0 0 0,-1 0 0 0 0,1-1 0 0 0,0 1 0 0 0,-1 0 0 0 0,1-1 0 0 0,-1 1 0 0 0,0-1 0 0 0,0 1 0 0 0,1-1 0 0 0,-1 1 0 0 0,0-1 0 0 0,0 0 0 0 0,0 1 0 0 0,-2 0 0 0 0,-12 3 111 0 0,0-1 0 0 0,-1 0 0 0 0,0-2 0 0 0,1 1 0 0 0,-1-2 0 0 0,-28-1 0 0 0,35 1-55 0 0,-21 0 274 0 0,-1-2 1 0 0,1 0 0 0 0,-55-11 0 0 0,68 9-193 0 0,-48-10 225 0 0,63 13-354 0 0,0 0-1 0 0,0-1 0 0 0,0 1 0 0 0,0-1 0 0 0,0 1 0 0 0,0-1 1 0 0,1 0-1 0 0,-1 1 0 0 0,0-1 0 0 0,1 0 0 0 0,-1 0 1 0 0,0 0-1 0 0,1 0 0 0 0,-1-1 0 0 0,1 1 0 0 0,-1 0 0 0 0,1-1 1 0 0,0 1-1 0 0,0-1 0 0 0,0 1 0 0 0,0-1 0 0 0,0 0 0 0 0,-1-2 1 0 0,2 3-12 0 0,0 0 1 0 0,1 0 0 0 0,-1 0 0 0 0,1 0 0 0 0,-1 0 0 0 0,1 0-1 0 0,0 0 1 0 0,0 0 0 0 0,-1 1 0 0 0,1-1 0 0 0,0 0 0 0 0,0 0-1 0 0,0 1 1 0 0,0-1 0 0 0,0 0 0 0 0,0 1 0 0 0,0-1-1 0 0,0 1 1 0 0,0-1 0 0 0,1 1 0 0 0,30-12-54 0 0,-21 8 20 0 0,7-4-73 0 0,1 1 0 0 0,-1 1 0 0 0,2 1 0 0 0,-1 1 0 0 0,0 0 0 0 0,1 1 0 0 0,0 1 0 0 0,-1 2 0 0 0,1-1 1 0 0,0 2-1 0 0,0 1 0 0 0,-1 0 0 0 0,27 7 0 0 0,-42-7 91 0 0,0 0-1 0 0,0 0 1 0 0,0 0-1 0 0,0 0 1 0 0,0 0-1 0 0,0 1 1 0 0,0 0 0 0 0,-1 0-1 0 0,0 0 1 0 0,1 0-1 0 0,-1 0 1 0 0,0 1 0 0 0,0-1-1 0 0,-1 1 1 0 0,1 0-1 0 0,1 4 1 0 0,-3-6 18 0 0,0 0 0 0 0,-1 0 0 0 0,1 0 0 0 0,-1-1 1 0 0,0 1-1 0 0,0 0 0 0 0,1 0 0 0 0,-1 0 0 0 0,0 0 0 0 0,-1 0 0 0 0,1 0 0 0 0,0 0 0 0 0,0 0 1 0 0,-1-1-1 0 0,1 1 0 0 0,-1 0 0 0 0,0 0 0 0 0,0 0 0 0 0,1-1 0 0 0,-1 1 0 0 0,0 0 1 0 0,0-1-1 0 0,-1 1 0 0 0,1-1 0 0 0,0 1 0 0 0,0-1 0 0 0,-1 0 0 0 0,1 1 0 0 0,-1-1 1 0 0,1 0-1 0 0,-1 0 0 0 0,0 0 0 0 0,1 0 0 0 0,-1 0 0 0 0,0 0 0 0 0,0-1 0 0 0,1 1 1 0 0,-1-1-1 0 0,0 1 0 0 0,-2 0 0 0 0,-24 7 193 0 0,0-2-1 0 0,0 0 1 0 0,0-1-1 0 0,-1-2 1 0 0,1-1 0 0 0,-1-2-1 0 0,0 0 1 0 0,-31-6-1 0 0,61 5-211 0 0,1-1 0 0 0,-1 1-1 0 0,0-1 1 0 0,1 1 0 0 0,-1-1-1 0 0,1 1 1 0 0,0 0 0 0 0,-1-1-1 0 0,1 1 1 0 0,3-1 0 0 0,14-10-23 0 0,-5 2-40 0 0,0 1 1 0 0,0 0-1 0 0,1 1 1 0 0,1 1-1 0 0,-1 1 1 0 0,1 0-1 0 0,22-5 0 0 0,-30 9 50 0 0,0 0-1 0 0,0 0 0 0 0,1 0 1 0 0,0 1-1 0 0,-1 0 0 0 0,1 0 1 0 0,-1 1-1 0 0,1 0 0 0 0,0 1 1 0 0,-1 0-1 0 0,10 2 0 0 0,-17-2 30 0 0,-1 0 0 0 0,1-1 0 0 0,0 1 0 0 0,-1 0 0 0 0,1 0 0 0 0,-1 0 0 0 0,1 0-1 0 0,-1 0 1 0 0,1 0 0 0 0,-1 0 0 0 0,0 0 0 0 0,1 0 0 0 0,-1 0 0 0 0,0 0 0 0 0,0 1 0 0 0,0-1-1 0 0,0 0 1 0 0,0 0 0 0 0,0 0 0 0 0,0 0 0 0 0,0 0 0 0 0,0 0 0 0 0,-1 1 0 0 0,-5 24 194 0 0,1-20-141 0 0,0-1 1 0 0,0 0-1 0 0,0-1 0 0 0,-1 1 0 0 0,1-1 1 0 0,-1 0-1 0 0,0 0 0 0 0,0 0 0 0 0,-12 4 1 0 0,4-1 34 0 0,4-2-34 0 0,0 0 0 0 0,0 0 0 0 0,-1-1 0 0 0,0 0 0 0 0,-18 4 0 0 0,25-7-192 0 0,0-1-1 0 0,-1 1 0 0 0,1-1 1 0 0,0 0-1 0 0,0 0 0 0 0,0 0 1 0 0,0-1-1 0 0,-1 0 1 0 0,1 0-1 0 0,0 0 0 0 0,0 0 1 0 0,0 0-1 0 0,1-1 0 0 0,-1 0 1 0 0,-5-2-1 0 0,9 4 105 0 0,0 0 0 0 0,0-1 0 0 0,-1 1 0 0 0,1 0 0 0 0,0 0 1 0 0,0 0-1 0 0,0-1 0 0 0,-1 1 0 0 0,1 0 0 0 0,0 0 0 0 0,0 0 0 0 0,0-1 0 0 0,0 1 0 0 0,-1 0 0 0 0,1-1 0 0 0,0 1 0 0 0,0 0 0 0 0,0 0 0 0 0,0-1 0 0 0,0 1 0 0 0,0 0 0 0 0,0-1 0 0 0,0 1 0 0 0,0 0 1 0 0,0 0-1 0 0,0-1 0 0 0,0 1 0 0 0,0 0 0 0 0,0-1 0 0 0,0 1 0 0 0,0 0 0 0 0,0 0 0 0 0,0-1 0 0 0,0 1 0 0 0,0 0 0 0 0,0-1 0 0 0,1 1 0 0 0,-1 0 0 0 0,0 0 0 0 0,0 0 0 0 0,0-1 0 0 0,1 1 0 0 0,-1 0 1 0 0,0 0-1 0 0,0-1 0 0 0,0 1 0 0 0,1 0 0 0 0,-1 0 0 0 0,0 0 0 0 0,15-12-1330 0 0,1 0 1 0 0,0 1-1 0 0,0 1 0 0 0,1 1 1 0 0,19-8-1 0 0,25-13-1147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2:47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719 178 4242 0 0,'-6'-1'470'0'0,"0"1"0"0"0,0-1 1 0 0,0 0-1 0 0,0-1 0 0 0,0 1 0 0 0,0-1 0 0 0,-7-3 1 0 0,12 4-460 0 0,1 1 1 0 0,-1 0 0 0 0,1 0 0 0 0,0-1-1 0 0,-1 1 1 0 0,1 0 0 0 0,0-1 0 0 0,-1 1 0 0 0,1 0-1 0 0,0-1 1 0 0,-1 1 0 0 0,1-1 0 0 0,0 1-1 0 0,0-1 1 0 0,-1 1 0 0 0,1 0 0 0 0,0-1-1 0 0,0 1 1 0 0,0-1 0 0 0,0 1 0 0 0,-1-1-1 0 0,1 1 1 0 0,0-1 0 0 0,0 1 0 0 0,0-1-1 0 0,0 1 1 0 0,0-1 0 0 0,0 1 0 0 0,1-1 0 0 0,-5-11 302 0 0,-27-1 237 0 0,25 11-453 0 0,0 0 0 0 0,1-1 0 0 0,-1 0 0 0 0,0 0-1 0 0,1 0 1 0 0,0 0 0 0 0,-6-5 0 0 0,-19-22 542 0 0,29 28-618 0 0,0 1 0 0 0,0-1 0 0 0,1 0-1 0 0,-1 1 1 0 0,1-1 0 0 0,-1 1 0 0 0,1-1 0 0 0,-1 0 0 0 0,1 0 0 0 0,0 1 0 0 0,0-1-1 0 0,0 0 1 0 0,0 0 0 0 0,0 1 0 0 0,0-1 0 0 0,0 0 0 0 0,1 0 0 0 0,-1 1 0 0 0,0-1-1 0 0,1 0 1 0 0,0 1 0 0 0,-1-1 0 0 0,1 1 0 0 0,1-3 0 0 0,8 1-9 0 0,-1-1 1 0 0,1 1 0 0 0,0 1-1 0 0,1 0 1 0 0,-1 0 0 0 0,18 0-1 0 0,-5 0-28 0 0,-14 0-3 0 0,0 1 0 0 0,0 0 0 0 0,0 0-1 0 0,0 0 1 0 0,1 1 0 0 0,-1 1 0 0 0,0 0 0 0 0,0 0 0 0 0,17 5 0 0 0,-4-1-28 0 0,-20-5 41 0 0,52 16-79 0 0,-29 1 43 0 0,-25-16 40 0 0,1 0 1 0 0,-1 0-1 0 0,1-1 0 0 0,-1 1 1 0 0,0 0-1 0 0,1 0 1 0 0,-1 0-1 0 0,0 0 0 0 0,0-1 1 0 0,1 1-1 0 0,-1 0 1 0 0,0 0-1 0 0,0 0 1 0 0,0 0-1 0 0,0 0 0 0 0,0 0 1 0 0,0 0-1 0 0,0-1 1 0 0,-1 1-1 0 0,1 0 0 0 0,0 0 1 0 0,0 0-1 0 0,-1 0 1 0 0,1 0-1 0 0,0-1 0 0 0,-1 1 1 0 0,0 1-1 0 0,-4 4 35 0 0,0 0 0 0 0,-1-1 0 0 0,1 0 0 0 0,-1 0-1 0 0,-1 0 1 0 0,1 0 0 0 0,-1-1 0 0 0,1 0 0 0 0,-1-1-1 0 0,0 0 1 0 0,0 0 0 0 0,-1 0 0 0 0,1-1 0 0 0,-10 2-1 0 0,-9 3 239 0 0,0-2-1 0 0,-52 3 0 0 0,-38-10 476 0 0,91-3-407 0 0,20 3-293 0 0,0 1 19 0 0,10 1-199 0 0,151-12-441 0 0,-94 14 343 0 0,82 13 0 0 0,-115-11 169 0 0,0 1 0 0 0,-1 2-1 0 0,1 1 1 0 0,47 21 0 0 0,-74-29 59 0 0,0 1 0 0 0,0 0 0 0 0,0 0-1 0 0,0 0 1 0 0,0 0 0 0 0,0 1 0 0 0,-1-1 0 0 0,1 0 0 0 0,0 1 0 0 0,-1 0 0 0 0,1-1 0 0 0,-1 1 0 0 0,1 0 0 0 0,-1-1 0 0 0,0 1-1 0 0,0 0 1 0 0,1 2 0 0 0,-2-2 5 0 0,0-1 0 0 0,0 0 0 0 0,0 0 0 0 0,0 0-1 0 0,0 0 1 0 0,0 0 0 0 0,-1 0 0 0 0,1 0 0 0 0,0 1 0 0 0,-1-1 0 0 0,1 0-1 0 0,0 0 1 0 0,-1 0 0 0 0,0 0 0 0 0,1 0 0 0 0,-1 0 0 0 0,0-1-1 0 0,1 1 1 0 0,-1 0 0 0 0,0 0 0 0 0,0 0 0 0 0,0-1 0 0 0,-1 2-1 0 0,-8 5 68 0 0,-1-1 0 0 0,0 0-1 0 0,-1 0 1 0 0,-20 6 0 0 0,15-5 79 0 0,-15 5 61 0 0,-1-2 1 0 0,1-1-1 0 0,-1-2 1 0 0,-46 5-1 0 0,-134 0 318 0 0,158-12-671 0 0,0-2 0 0 0,0-2 0 0 0,0-3 0 0 0,-77-20 0 0 0,121 24-151 0 0,0 0 1 0 0,0-1-1 0 0,0 0 1 0 0,1 0 0 0 0,-1-1-1 0 0,1-1 1 0 0,0 0-1 0 0,1 0 1 0 0,-1-1 0 0 0,1 0-1 0 0,1 0 1 0 0,-1-1-1 0 0,-12-16 1 0 0,13 11-1073 0 0,0 0-1 0 0,1-1 1 0 0,-5-15 0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3:57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4 800 0 0,'-86'6'5430'0'0,"81"-6"-3816"0"0,0 0-1468 0 0,-15 0-52 0 0,15 0-14 0 0,10 0 13 0 0,15 0 54 0 0,-15 0 266 0 0,-10 0-266 0 0,-15 0 13 0 0,-15-6 654 0 0,1 5-371 0 0,24 0-343 0 0,1 0 1 0 0,0 1 0 0 0,0 0 0 0 0,-16 3 0 0 0,5-3 59 0 0,-10 0 320 0 0,25 0 241 0 0,10 0-641 0 0,20 0 160 0 0,-25 0-236 0 0,0 0 1 0 0,0 0 0 0 0,0 0 0 0 0,0 0-1 0 0,0 0 1 0 0,0 0 0 0 0,-1 0-1 0 0,1 0 1 0 0,0 0 0 0 0,0 0 0 0 0,0 0-1 0 0,0 0 1 0 0,0 0 0 0 0,0 0-1 0 0,0 0 1 0 0,0 0 0 0 0,0 0-1 0 0,0 0 1 0 0,0 0 0 0 0,-1 0 0 0 0,1 0-1 0 0,0 0 1 0 0,0 0 0 0 0,0 0-1 0 0,0 0 1 0 0,0-1 0 0 0,0 1 0 0 0,0 0-1 0 0,0 0 1 0 0,0 0 0 0 0,0 0-1 0 0,0 0 1 0 0,0 0 0 0 0,0 0-1 0 0,0 0 1 0 0,0 0 0 0 0,0 0 0 0 0,0-1-1 0 0,0 1 1 0 0,0 0 0 0 0,0 0-1 0 0,0 0 1 0 0,0 0 0 0 0,0 0 0 0 0,0 0-1 0 0,0 0 1 0 0,0 0 0 0 0,0 0-1 0 0,0-1 1 0 0,0 1 0 0 0,0 0 0 0 0,0 0-1 0 0,0 0 1 0 0,0 0 0 0 0,0 0-1 0 0,0 0 1 0 0,1 0 0 0 0,-1 0-1 0 0,0 0 1 0 0,0 0 0 0 0,0 0 0 0 0,0 0-1 0 0,0 0 1 0 0,0 0 0 0 0,0-1-1 0 0,26 12 19 0 0,-2-4 35 0 0,-17-6-49 0 0,-2 4-9 0 0,0 1 0 0 0,7-2 10 0 0,-10-4-6 0 0,1 1-1 0 0,-1-1 0 0 0,0 1 1 0 0,1 0-1 0 0,-1-1 0 0 0,0 1 0 0 0,0 0 1 0 0,1 0-1 0 0,-1 0 0 0 0,0 1 1 0 0,0-1-1 0 0,0 1 0 0 0,0-1 1 0 0,-1 1-1 0 0,1-1 0 0 0,0 1 1 0 0,-1 0-1 0 0,1 0 0 0 0,-1 0 1 0 0,2 2-1 0 0,-2-3-3 0 0,0 0 0 0 0,0-1 0 0 0,0 1 0 0 0,0 0 0 0 0,0-1 0 0 0,0 1 0 0 0,0-1 0 0 0,0 1 0 0 0,0-1 0 0 0,0 1 0 0 0,0-1 0 0 0,1 0 0 0 0,-1 0 0 0 0,0 0 0 0 0,0 1 0 0 0,0-1 0 0 0,1 0 0 0 0,-1-1 0 0 0,2 1 0 0 0,-2 0 0 0 0,-1 0 1 0 0,0 0 0 0 0,1 0-1 0 0,-1 0 1 0 0,0 0 0 0 0,0 0 0 0 0,1 0-1 0 0,-1 0 1 0 0,0 0 0 0 0,0 0 0 0 0,0 0-1 0 0,1 0 1 0 0,-1 0 0 0 0,0 0 0 0 0,0 0-1 0 0,0 0 1 0 0,1 0 0 0 0,-1 1 0 0 0,0-1 0 0 0,0 0-1 0 0,0 0 1 0 0,1 0 0 0 0,-1 0 0 0 0,0 0-1 0 0,0 0 1 0 0,0 1 0 0 0,0-1 0 0 0,0 0-1 0 0,1 0 1 0 0,-1 0 0 0 0,0 0 0 0 0,0 1-1 0 0,0-1 1 0 0,0 0 0 0 0,0 0 0 0 0,0 0 0 0 0,0 1-1 0 0,0-1 1 0 0,0 0 0 0 0,0 0 0 0 0,0 0-1 0 0,0 1 1 0 0,1-1 0 0 0,-2 0 0 0 0,1 0-1 0 0,0 1 1 0 0,0-1 0 0 0,0 0 0 0 0,0 0-1 0 0,0 0 1 0 0,0 1 0 0 0,0-1 0 0 0,0 0 0 0 0,0 0-1 0 0,0 0 1 0 0,0 1 0 0 0,0-1 0 0 0,-1 0-1 0 0,1 0 0 0 0,0 0-1 0 0,1 0 1 0 0,-1 0 0 0 0,0 0-1 0 0,0 0 1 0 0,0 0-1 0 0,0 0 1 0 0,0-1-1 0 0,0 1 1 0 0,1 0-1 0 0,-1 0 1 0 0,0 0-1 0 0,0 0 1 0 0,0 0-1 0 0,0 0 1 0 0,0 0 0 0 0,0 0-1 0 0,1 0 1 0 0,-1 0-1 0 0,0 0 1 0 0,0 0-1 0 0,0 0 1 0 0,0 0-1 0 0,0 0 1 0 0,1 0-1 0 0,-1 0 1 0 0,0 0 0 0 0,0 1-1 0 0,0-1 1 0 0,0 0-1 0 0,0 0 1 0 0,0 0-1 0 0,1 0 1 0 0,-1 0-1 0 0,0 0 1 0 0,0 0-1 0 0,0 0 1 0 0,0 0 0 0 0,0 0-1 0 0,0 1 1 0 0,0-1-1 0 0,0 0 1 0 0,0 0-1 0 0,1 0 1 0 0,-1 0-1 0 0,0 0 1 0 0,0 1-1 0 0,0-1 1 0 0,0 0 0 0 0,0 0-1 0 0,0 0 1 0 0,0 0-1 0 0,0 0 1 0 0,0 0-1 0 0,0 1 1 0 0,0-1-1 0 0,0 0 1 0 0,0 0-1 0 0,0 0 1 0 0,0 0-1 0 0,0 0 1 0 0,0 1 0 0 0,0-1-1 0 0,-1 0 1 0 0,1 0-1 0 0,0 0 1 0 0,0 0-1 0 0,24 1 3 0 0,-23 2 28 0 0,-1-3-30 0 0,0 1 1 0 0,0-1-1 0 0,-1 0 1 0 0,1 0 0 0 0,0 0-1 0 0,0 1 1 0 0,0-1 0 0 0,0 0-1 0 0,0 0 1 0 0,0 0-1 0 0,0 1 1 0 0,0-1 0 0 0,0 0-1 0 0,0 0 1 0 0,0 1-1 0 0,0-1 1 0 0,0 0 0 0 0,0 0-1 0 0,0 1 1 0 0,0-1 0 0 0,0 0-1 0 0,0 0 1 0 0,0 1-1 0 0,0-1 1 0 0,0 0 0 0 0,0 0-1 0 0,0 1 1 0 0,0-1 0 0 0,0 0-1 0 0,0 0 1 0 0,1 0-1 0 0,-1 1 1 0 0,0-1 0 0 0,0 0-1 0 0,0 0 1 0 0,0 0 0 0 0,1 0-1 0 0,-1 1 1 0 0,0-1-1 0 0,0 0 1 0 0,0 0 0 0 0,1 0-1 0 0,-1 0 1 0 0,0 0 0 0 0,0 0-1 0 0,1 0 1 0 0,-1 0-1 0 0,0 1 1 0 0,0-1 0 0 0,1 0-1 0 0,-1 0 1 0 0,0 0 0 0 0,0 0-1 0 0,0 0 1 0 0,1 0-1 0 0,-1-1 1 0 0,20 7-14 0 0,-18-6 20 0 0,0 0 0 0 0,0 0-1 0 0,-1 0 1 0 0,1 1 0 0 0,0-1 0 0 0,-1 1 0 0 0,1 0 0 0 0,0-1 0 0 0,-1 1 0 0 0,1 0 0 0 0,-1 0 0 0 0,1 0 0 0 0,-1 0 0 0 0,0 0 0 0 0,1 0 0 0 0,-1 0 0 0 0,0 0 0 0 0,0 1-1 0 0,0-1 1 0 0,0 0 0 0 0,0 1 0 0 0,0-1 0 0 0,0 1 0 0 0,1 1 0 0 0,-2-2 0 0 0,0-1-1 0 0,0 1 1 0 0,0-1-1 0 0,1 1 1 0 0,-1-1-1 0 0,0 0 1 0 0,0 1-1 0 0,1-1 1 0 0,-1 0 0 0 0,0 1-1 0 0,0-1 1 0 0,1 1-1 0 0,-1-1 1 0 0,1 0-1 0 0,-1 0 1 0 0,0 1-1 0 0,1-1 1 0 0,-1 0-1 0 0,1 0 1 0 0,-1 1 0 0 0,0-1-1 0 0,1 0 1 0 0,-1 0-1 0 0,1 0 1 0 0,-1 0-1 0 0,1 0 1 0 0,-1 0-1 0 0,1 0 1 0 0,-1 0-1 0 0,1 0 1 0 0,-1 0 0 0 0,1 0-1 0 0,-1 0 1 0 0,1 0-1 0 0,-1 0 1 0 0,0 0-1 0 0,2-1 1 0 0,-2 1-3 0 0,1 0 0 0 0,-1 0 0 0 0,1 0 0 0 0,-1 0 0 0 0,0 0 0 0 0,1 0 0 0 0,-1 0 0 0 0,1 0 0 0 0,-1 0 0 0 0,1 0 0 0 0,-1 0 0 0 0,1 0 0 0 0,-1 0 0 0 0,1 0 0 0 0,-1 0 0 0 0,1 0 0 0 0,-1 0 0 0 0,1 0 0 0 0,-1 1 0 0 0,0-1 0 0 0,1 0 0 0 0,-1 0-1 0 0,1 1 1 0 0,-1-1 0 0 0,0 0 0 0 0,1 0 0 0 0,-1 1 0 0 0,0-1 0 0 0,1 1 0 0 0,-1-1 0 0 0,0 0 0 0 0,1 1 0 0 0,-1-1 0 0 0,0 0 0 0 0,0 1 0 0 0,0-1 0 0 0,1 2 0 0 0,4 4 63 0 0,26 5 14 0 0,-20-8-70 0 0,-3-3-10 0 0,2 10-1 0 0,10-8 0 0 0,-19-2 2 0 0,-1 0-1 0 0,0 0 0 0 0,1 0 1 0 0,-1 0-1 0 0,0 0 0 0 0,1 0 1 0 0,-1 1-1 0 0,0-1 0 0 0,1 0 1 0 0,-1 0-1 0 0,0 0 0 0 0,0 0 1 0 0,1 1-1 0 0,-1-1 1 0 0,0 0-1 0 0,0 0 0 0 0,1 0 1 0 0,-1 1-1 0 0,0-1 0 0 0,0 0 1 0 0,0 0-1 0 0,1 1 0 0 0,-1-1 1 0 0,0 0-1 0 0,0 1 0 0 0,0-1 1 0 0,0 0-1 0 0,0 1 0 0 0,0-1 1 0 0,1 0-1 0 0,-1 0 0 0 0,0 1 1 0 0,0 0-1 0 0,2 3 20 0 0,2-3-11 0 0,-3-1-8 0 0,0 0 0 0 0,0 0 1 0 0,0 0-1 0 0,0 0 0 0 0,0 0 0 0 0,0 0 1 0 0,0 1-1 0 0,0-1 0 0 0,-1 0 0 0 0,1 1 1 0 0,0-1-1 0 0,0 1 0 0 0,0-1 1 0 0,0 1-1 0 0,0-1 0 0 0,0 1 0 0 0,-1 0 1 0 0,1-1-1 0 0,0 1 0 0 0,-1 0 1 0 0,1-1-1 0 0,0 1 0 0 0,-1 0 0 0 0,2 1 1 0 0,3 4-43 0 0,15-1 40 0 0,-20-5 2 0 0,0 0 1 0 0,1 0 0 0 0,-1 0-1 0 0,0 1 1 0 0,0-1 0 0 0,1 0-1 0 0,-1 0 1 0 0,0 0 0 0 0,0 0-1 0 0,1 0 1 0 0,-1 0 0 0 0,0 1-1 0 0,0-1 1 0 0,1 0-1 0 0,-1 0 1 0 0,0 0 0 0 0,0 0-1 0 0,0 1 1 0 0,1-1 0 0 0,-1 0-1 0 0,0 0 1 0 0,0 1 0 0 0,0-1-1 0 0,0 0 1 0 0,0 0 0 0 0,0 1-1 0 0,1-1 1 0 0,-1 0 0 0 0,0 0-1 0 0,0 1 1 0 0,0-1-1 0 0,0 0 1 0 0,0 1 0 0 0,0-1-1 0 0,0 1 1 0 0,3 5 35 0 0,0-5-27 0 0,-2-1-8 0 0,0 0 0 0 0,-1 0 0 0 0,1 1-1 0 0,0-1 1 0 0,0 0 0 0 0,0 0 0 0 0,-1 0-1 0 0,1 1 1 0 0,0-1 0 0 0,0 0 0 0 0,-1 1-1 0 0,1-1 1 0 0,0 1 0 0 0,-1-1 0 0 0,1 1-1 0 0,0-1 1 0 0,-1 1 0 0 0,1 0 0 0 0,-1-1-1 0 0,1 1 1 0 0,-1 0 0 0 0,1-1 0 0 0,-1 1-1 0 0,1 1 1 0 0,-1-2-2 0 0,1 1-1 0 0,-1 0 1 0 0,0 0-1 0 0,1-1 1 0 0,-1 1-1 0 0,1 0 1 0 0,-1-1-1 0 0,1 1 1 0 0,-1-1-1 0 0,1 1 1 0 0,0 0-1 0 0,-1-1 1 0 0,1 1-1 0 0,0-1 1 0 0,-1 0-1 0 0,1 1 1 0 0,0-1-1 0 0,0 1 1 0 0,-1-1-1 0 0,1 0 1 0 0,0 0-1 0 0,0 0 1 0 0,0 1-1 0 0,1-1 1 0 0,16 8 13 0 0,-16-7-5 0 0,0-1-6 0 0,-1 0 0 0 0,0 1 0 0 0,1-1 0 0 0,-1 1 0 0 0,0-1-1 0 0,1 1 1 0 0,-1-1 0 0 0,0 1 0 0 0,0 0 0 0 0,0 0 0 0 0,0 0 0 0 0,0 0-1 0 0,0 0 1 0 0,0 0 0 0 0,0 0 0 0 0,0 0 0 0 0,0 0 0 0 0,0 0 0 0 0,0 2 0 0 0,-1-3-4 0 0,1 1 1 0 0,-1-1 0 0 0,0 1 0 0 0,0-1 0 0 0,1 1 0 0 0,-1-1 0 0 0,0 1 0 0 0,1-1 0 0 0,-1 0 0 0 0,0 1 0 0 0,1-1 0 0 0,-1 0 0 0 0,0 1 0 0 0,1-1 0 0 0,-1 0-1 0 0,1 1 1 0 0,-1-1 0 0 0,1 0 0 0 0,-1 0 0 0 0,1 1 0 0 0,-1-1 0 0 0,1 0 0 0 0,-1 0 0 0 0,1 0 0 0 0,-1 0 0 0 0,1 0 0 0 0,-1 0 0 0 0,1 0 0 0 0,-1 0-1 0 0,1 0 1 0 0,-1 0 0 0 0,1 0 0 0 0,-1 0 0 0 0,1 0 0 0 0,-1 0 0 0 0,1-1 0 0 0,0 1 2 0 0,-1 0 0 0 0,1 0 0 0 0,-1 0 0 0 0,0 0 0 0 0,1 0 0 0 0,-1-1 0 0 0,1 1 0 0 0,-1 0 0 0 0,1 0 0 0 0,-1 0 0 0 0,1 0 0 0 0,-1 1 0 0 0,1-1 0 0 0,-1 0 0 0 0,1 0 0 0 0,-1 0 0 0 0,0 0 0 0 0,1 0 0 0 0,-1 0 0 0 0,1 1 0 0 0,-1-1 0 0 0,1 0 0 0 0,-1 0-1 0 0,0 1 1 0 0,1-1 0 0 0,-1 0 0 0 0,0 1 0 0 0,1-1 0 0 0,-1 0 0 0 0,0 1 0 0 0,0-1 0 0 0,1 1 0 0 0,-1-1 0 0 0,1 1 0 0 0,-1 0-1 0 0,0-1-1 0 0,0 1 1 0 0,0-1-1 0 0,0 1 1 0 0,1-1-1 0 0,-1 0 1 0 0,0 1-1 0 0,1-1 0 0 0,-1 1 1 0 0,0-1-1 0 0,1 1 1 0 0,-1-1-1 0 0,0 0 1 0 0,1 1-1 0 0,-1-1 1 0 0,1 0-1 0 0,-1 0 1 0 0,1 1-1 0 0,-1-1 1 0 0,0 0-1 0 0,1 0 1 0 0,-1 1-1 0 0,1-1 1 0 0,-1 0-1 0 0,1 0 1 0 0,-1 0-1 0 0,1 0 1 0 0,0 0-1 0 0,-1 0 0 0 0,1 0 1 0 0,-1 0-1 0 0,1 0 1 0 0,0 0-1 0 0,0 0-2 0 0,-1 0 0 0 0,1 0 0 0 0,-1 0 0 0 0,1 0 0 0 0,-1 0 0 0 0,1 0 0 0 0,0 0 0 0 0,-1 0 0 0 0,1 0 0 0 0,-1 0 1 0 0,1 0-1 0 0,-1 0 0 0 0,1 0 0 0 0,-1 1 0 0 0,1-1 0 0 0,-1 0 0 0 0,1 1 0 0 0,-1-1 0 0 0,1 0 0 0 0,-1 1 0 0 0,1-1 0 0 0,-1 0 0 0 0,0 1 0 0 0,1-1 0 0 0,-1 1 0 0 0,1-1 0 0 0,-1 1 0 0 0,0-1 0 0 0,0 1 0 0 0,1-1 0 0 0,-1 1 0 0 0,0-1 0 0 0,0 1 0 0 0,1 0 0 0 0,-3 1-10 0 0,29 8 11 0 0,-10 0-4 0 0,36 13 156 0 0,58 21-137 0 0,-111-44-14 0 0,1 0 0 0 0,-1 0 0 0 0,0 0 0 0 0,0 0 0 0 0,1 0 0 0 0,-1 0 0 0 0,0 1 0 0 0,0-1 0 0 0,1 0 0 0 0,-1 0 0 0 0,0 0 0 0 0,0 0 0 0 0,1 1 0 0 0,-1-1 0 0 0,0 0 0 0 0,0 0 0 0 0,0 1 0 0 0,1-1 0 0 0,-1 0 0 0 0,0 0 0 0 0,0 1 0 0 0,0-1 0 0 0,0 0 0 0 0,0 0 0 0 0,0 1 0 0 0,0-1 0 0 0,1 0 0 0 0,-1 1 0 0 0,0-1 0 0 0,0 0 0 0 0,0 1 0 0 0,0-1 0 0 0,0 0 0 0 0,0 0 0 0 0,0 1 0 0 0,-1-1 0 0 0,1 0 0 0 0,0 1 0 0 0,0-1 0 0 0,0 1 0 0 0,0-1 0 0 0,0 0 0 0 0,0 1 0 0 0,0-1 0 0 0,-1 0 0 0 0,1 0 0 0 0,0 1 0 0 0,0-1 0 0 0,0 0 0 0 0,0 1 0 0 0,0-1 0 0 0,0 0 0 0 0,1 1 0 0 0,-1-1 0 0 0,0 0 0 0 0,0 0 0 0 0,0 1 0 0 0,0-1 0 0 0,0 0 0 0 0,0 0 0 0 0,0 1 0 0 0,1-1 0 0 0,-1 0 0 0 0,0 0 0 0 0,0 1 0 0 0,0-1 0 0 0,0 0 0 0 0,1 0 0 0 0,-1 1 0 0 0,0-1 0 0 0,0 0 0 0 0,1 0 0 0 0,-1 0 0 0 0,0 0 0 0 0,0 0 0 0 0,1 1 0 0 0,-1-1 0 0 0,0 0 0 0 0,1 0 0 0 0,49 19-14 0 0,-40-6 14 0 0,-8-12 10 0 0,0-1-6 0 0,-1 0-1 0 0,0 0 0 0 0,0 0 1 0 0,0 0-1 0 0,1 1 0 0 0,-1-1 1 0 0,0 0-1 0 0,0 1 0 0 0,0-1 1 0 0,0 1-1 0 0,0-1 0 0 0,0 1 1 0 0,0-1-1 0 0,0 1 0 0 0,0 0 1 0 0,0 0-1 0 0,0 0 0 0 0,0-1 1 0 0,0 1-1 0 0,1 1 0 0 0,-2-1 0 0 0,0 0-1 0 0,1 0 1 0 0,-1-1-1 0 0,0 1 0 0 0,1 0 1 0 0,-1 0-1 0 0,1-1 1 0 0,-1 1-1 0 0,1-1 0 0 0,0 1 1 0 0,-1 0-1 0 0,1-1 1 0 0,0 1-1 0 0,-1-1 1 0 0,1 0-1 0 0,0 1 0 0 0,-1-1 1 0 0,1 0-1 0 0,0 1 1 0 0,0-1-1 0 0,0 0 0 0 0,-1 0 1 0 0,1 1-1 0 0,2-1 1 0 0,15 8 96 0 0,-16-7-89 0 0,-1-1-9 0 0,1 0-1 0 0,-1 1 0 0 0,1-1 0 0 0,-1 1 0 0 0,0-1 0 0 0,0 1 1 0 0,1 0-1 0 0,-1-1 0 0 0,0 1 0 0 0,0 0 0 0 0,0 0 0 0 0,0 0 1 0 0,0 0-1 0 0,0 0 0 0 0,0 0 0 0 0,0 0 0 0 0,0 0 1 0 0,1 3-1 0 0,0-3 0 0 0,0 1 0 0 0,0 0 0 0 0,0-1 0 0 0,0 1 0 0 0,0-1 0 0 0,0 1 0 0 0,0-1 0 0 0,1 0 0 0 0,-1 0 0 0 0,0 0 0 0 0,1 0 0 0 0,-1-1 0 0 0,5 2 0 0 0,-6-2 0 0 0,0 0 0 0 0,0-1 0 0 0,1 1 0 0 0,-1 0 0 0 0,0 0 0 0 0,0 0 0 0 0,0 0 0 0 0,0 0 0 0 0,0 1 0 0 0,1-1 0 0 0,-1 0 0 0 0,0 0 0 0 0,0 1 0 0 0,0-1 0 0 0,0 1 0 0 0,0-1 0 0 0,0 1 0 0 0,0-1 0 0 0,0 1 0 0 0,0 0 0 0 0,1 1 0 0 0,-2-2 1 0 0,0 1-1 0 0,1-1 1 0 0,-1 0 0 0 0,0 1 0 0 0,0-1 0 0 0,0 1-1 0 0,0-1 1 0 0,0 0 0 0 0,1 1 0 0 0,-1-1 0 0 0,0 0-1 0 0,0 1 1 0 0,0-1 0 0 0,1 0 0 0 0,-1 0 0 0 0,0 1 0 0 0,1-1-1 0 0,-1 0 1 0 0,0 0 0 0 0,1 1 0 0 0,-1-1 0 0 0,0 0-1 0 0,1 0 1 0 0,-1 0 0 0 0,0 1 0 0 0,1-1 0 0 0,-1 0-1 0 0,1 0 1 0 0,-1 0 0 0 0,0 0 0 0 0,1 0 0 0 0,-1 0 0 0 0,0 0-1 0 0,1 0 1 0 0,-1 0 0 0 0,1 0 0 0 0,-1 0 0 0 0,0 0-1 0 0,1 0 1 0 0,-1 0 0 0 0,1-1 0 0 0,0 1 0 0 0,-1 0 0 0 0,1 0 0 0 0,-1 0 0 0 0,1-1 0 0 0,-1 1 0 0 0,1 0 0 0 0,-1 0 0 0 0,1 0 0 0 0,-1 0 0 0 0,1 0-1 0 0,-1 0 1 0 0,1 0 0 0 0,-1 0 0 0 0,1 0 0 0 0,-1 0 0 0 0,1 1 0 0 0,-1-1 0 0 0,1 0 0 0 0,-1 0 0 0 0,1 0 0 0 0,-1 1 0 0 0,1-1 0 0 0,-1 0 0 0 0,1 0 0 0 0,-1 1 0 0 0,0-1 0 0 0,1 0 0 0 0,-1 1 0 0 0,1-1 0 0 0,-1 1 0 0 0,0-1 0 0 0,1 1 0 0 0,-1-1 0 0 0,0 0 0 0 0,0 1 0 0 0,1-1 0 0 0,-1 1 0 0 0,0-1 0 0 0,0 1 0 0 0,0-1 0 0 0,0 1 0 0 0,0-1 0 0 0,0 1 0 0 0,1 0 0 0 0,-1-1 0 0 0,0 1 0 0 0,0 0-2 0 0,0-1-1 0 0,0 1 1 0 0,0-1 0 0 0,0 1 0 0 0,0-1 0 0 0,1 1-1 0 0,-1-1 1 0 0,0 1 0 0 0,0-1 0 0 0,1 0 0 0 0,-1 1-1 0 0,0-1 1 0 0,1 1 0 0 0,-1-1 0 0 0,1 0 0 0 0,-1 1-1 0 0,0-1 1 0 0,1 0 0 0 0,-1 1 0 0 0,1-1 0 0 0,-1 0-1 0 0,1 0 1 0 0,-1 1 0 0 0,1-1 0 0 0,-1 0 0 0 0,1 0-1 0 0,-1 0 1 0 0,1 0 0 0 0,-1 0 0 0 0,1 0 0 0 0,-1 0-1 0 0,1 0 1 0 0,0 0 0 0 0,-1 0 0 0 0,1 0 0 0 0,0 0 0 0 0,0 0 0 0 0,-1 0 1 0 0,1 0-1 0 0,-1 0 0 0 0,1 0 1 0 0,-1 0-1 0 0,1 0 0 0 0,-1 0 1 0 0,1 0-1 0 0,-1 0 0 0 0,1 0 1 0 0,-1 0-1 0 0,1 1 1 0 0,-1-1-1 0 0,1 0 0 0 0,-1 0 1 0 0,1 1-1 0 0,-1-1 0 0 0,1 0 1 0 0,-1 1-1 0 0,1-1 0 0 0,-1 0 1 0 0,0 1-1 0 0,1-1 0 0 0,-1 0 1 0 0,0 1-1 0 0,1-1 0 0 0,-1 1 1 0 0,0-1-1 0 0,1 1 0 0 0,-1-1 1 0 0,0 1-1 0 0,0-1 0 0 0,0 1 1 0 0,1 0-1 0 0,-1 0 3 0 0,0-1-1 0 0,0 1 1 0 0,0-1-1 0 0,0 1 0 0 0,0 0 1 0 0,0-1-1 0 0,0 1 1 0 0,0-1-1 0 0,0 1 1 0 0,1-1-1 0 0,-1 1 1 0 0,0-1-1 0 0,0 0 1 0 0,1 1-1 0 0,-1-1 1 0 0,0 1-1 0 0,1-1 1 0 0,-1 1-1 0 0,0-1 1 0 0,1 0-1 0 0,-1 1 1 0 0,0-1-1 0 0,1 0 1 0 0,-1 1-1 0 0,1-1 1 0 0,-1 0-1 0 0,1 0 1 0 0,-1 1-1 0 0,1-1 1 0 0,-1 0-1 0 0,1 0 1 0 0,-1 0-1 0 0,1 0 1 0 0,-1 0-1 0 0,1 1 0 0 0,-1-1 1 0 0,1 0-1 0 0,-1 0 1 0 0,2-1-1 0 0,-2 1 1 0 0,1 0 0 0 0,0 0 0 0 0,-1 0 0 0 0,1 1 0 0 0,0-1 0 0 0,-1 0-1 0 0,1 0 1 0 0,-1 0 0 0 0,1 0 0 0 0,0 1 0 0 0,-1-1 0 0 0,1 0-1 0 0,0 1 1 0 0,-1-1 0 0 0,1 0 0 0 0,-1 1 0 0 0,1-1 0 0 0,-1 1 0 0 0,1-1-1 0 0,-1 0 1 0 0,1 1 0 0 0,-1 0 0 0 0,0-1 0 0 0,1 1 0 0 0,-1-1 0 0 0,0 1-1 0 0,1-1 1 0 0,-1 1 0 0 0,0 0 0 0 0,0-1 0 0 0,1 1 0 0 0,-1 0-1 0 0,0-1 1 0 0,0 1 0 0 0,0 0 0 0 0,0-1 0 0 0,0 1 0 0 0,0 0 0 0 0,0 0-1 0 0,0 0 0 0 0,0-1-1 0 0,0 1 1 0 0,1-1-1 0 0,-1 1 1 0 0,0-1-1 0 0,0 1 1 0 0,1-1-1 0 0,-1 1 1 0 0,0-1-1 0 0,0 1 1 0 0,1-1-1 0 0,-1 0 1 0 0,1 1-1 0 0,-1-1 1 0 0,0 0-1 0 0,1 1 1 0 0,-1-1-1 0 0,1 0 0 0 0,-1 0 1 0 0,1 1-1 0 0,-1-1 1 0 0,1 0-1 0 0,-1 0 1 0 0,1 0-1 0 0,-1 1 1 0 0,1-1-1 0 0,-1 0 1 0 0,1 0-1 0 0,-1 0 1 0 0,1 0-1 0 0,-1 0 1 0 0,1 0-1 0 0,-1 0 1 0 0,2 0-1 0 0,-2-1 0 0 0,1 1 0 0 0,-1 0 0 0 0,1 0 0 0 0,-1 0 0 0 0,1 0 0 0 0,-1 0-1 0 0,1 0 1 0 0,0 0 0 0 0,-1 0 0 0 0,1 1 0 0 0,-1-1 0 0 0,1 0 0 0 0,-1 0 0 0 0,1 0 0 0 0,-1 1 0 0 0,1-1-1 0 0,-1 0 1 0 0,1 0 0 0 0,-1 1 0 0 0,1-1 0 0 0,-1 0 0 0 0,0 1 0 0 0,1-1 0 0 0,-1 1 0 0 0,1-1 0 0 0,-1 1 0 0 0,0-1-1 0 0,1 1 1 0 0,-1-1 0 0 0,0 1 0 0 0,0-1 0 0 0,0 1 0 0 0,1-1 0 0 0,-1 2 0 0 0,1-2 0 0 0,0 1 0 0 0,0 0 0 0 0,0 0 0 0 0,-1-1 0 0 0,1 1 0 0 0,0-1 0 0 0,0 1 0 0 0,1-1 0 0 0,-1 1 0 0 0,0-1 0 0 0,0 0 0 0 0,0 1 0 0 0,0-1 0 0 0,0 0 0 0 0,0 0 0 0 0,0 0 0 0 0,1 0 0 0 0,-1 0 0 0 0,0 0 0 0 0,2 0 0 0 0,-2 0 0 0 0,4 5 13 0 0,0 2 27 0 0,20 1-25 0 0,-4 3-3 0 0,-51-24 329 0 0,-52-16 1 0 0,42 16-277 0 0,-70-33 1 0 0,91 37-41 0 0,-1 1 1 0 0,-26-7 0 0 0,30 10-9 0 0,0-1 0 0 0,0 0 1 0 0,-27-15-1 0 0,42 20-83 0 0,0-1-1 0 0,1 1 0 0 0,-1 0 0 0 0,0 0 1 0 0,1-1-1 0 0,-1 1 0 0 0,1 0 1 0 0,-1-1-1 0 0,1 1 0 0 0,0 0 1 0 0,0-1-1 0 0,0 1 0 0 0,0-1 0 0 0,-1 1 1 0 0,2 0-1 0 0,-1-1 0 0 0,0 1 1 0 0,0-1-1 0 0,0 1 0 0 0,1 0 1 0 0,-1-1-1 0 0,1 1 0 0 0,-1 0 1 0 0,1-1-1 0 0,-1 1 0 0 0,1 0 0 0 0,1-2 1 0 0,5 0-401 0 0,0 0 1 0 0,1 1-1 0 0,-1 0 1 0 0,1 0-1 0 0,0 0 1 0 0,9 0 0 0 0,1-1-618 0 0,-6 0 146 0 0,1 1-1 0 0,-1 1 1 0 0,0 0 0 0 0,1 1-1 0 0,14 1 1 0 0,-20-1 619 0 0,53 5-2323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3:59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119 248 560 0 0,'-2'-1'307'0'0,"1"0"-161"0"0,-1 0 1 0 0,0 0 0 0 0,1 0 0 0 0,-1 0-1 0 0,1 0 1 0 0,0-1 0 0 0,-1 1 0 0 0,1 0-1 0 0,0-1 1 0 0,0 1 0 0 0,0-1 0 0 0,0 0-1 0 0,0 1 1 0 0,0-1 0 0 0,1 0 0 0 0,-1 0-1 0 0,0 1 1 0 0,1-1 0 0 0,-1 0 0 0 0,1 0-1 0 0,0 0 1 0 0,-1-2 0 0 0,1 3-66 0 0,0-1 0 0 0,0 1-1 0 0,0-1 1 0 0,0 1 0 0 0,0 0 0 0 0,0-1 0 0 0,-1 1 0 0 0,1 0 0 0 0,-1-1-1 0 0,1 1 1 0 0,-1 0 0 0 0,0 0 0 0 0,1-1 0 0 0,-1 1 0 0 0,0 0 0 0 0,0 0-1 0 0,1 0 1 0 0,-1 0 0 0 0,0 0 0 0 0,0 0 0 0 0,0 0 0 0 0,-3-1 0 0 0,3 1-35 0 0,0 1 0 0 0,0-1 0 0 0,0 0 0 0 0,0 0 0 0 0,0 0 1 0 0,0 0-1 0 0,0 0 0 0 0,0 0 0 0 0,0 0 0 0 0,1-1 0 0 0,-1 1 0 0 0,0 0 1 0 0,1 0-1 0 0,-1-1 0 0 0,1 1 0 0 0,-1 0 0 0 0,1 0 0 0 0,0-1 1 0 0,0 1-1 0 0,-1-1 0 0 0,1 1 0 0 0,0-3 0 0 0,0 3-17 0 0,0-1-1 0 0,0 1 1 0 0,0-1-1 0 0,0 1 1 0 0,-1-1-1 0 0,1 1 1 0 0,0-1-1 0 0,-1 1 1 0 0,1-1-1 0 0,-1 1 1 0 0,0 0-1 0 0,1-1 1 0 0,-1 1-1 0 0,0 0 1 0 0,0-1-1 0 0,0 1 1 0 0,0 0-1 0 0,0 0 1 0 0,0 0-1 0 0,-2-1 1 0 0,2 1-14 0 0,-1-1 1 0 0,1 1-1 0 0,0 0 0 0 0,0 0 1 0 0,-1-1-1 0 0,1 1 0 0 0,0-1 1 0 0,0 1-1 0 0,1-1 0 0 0,-1 1 0 0 0,0-1 1 0 0,0 0-1 0 0,1 1 0 0 0,-1-1 1 0 0,1 0-1 0 0,0 1 0 0 0,-1-1 1 0 0,1 0-1 0 0,0 0 0 0 0,0-2 1 0 0,0 2-12 0 0,0-1 0 0 0,0 1 0 0 0,0 0-1 0 0,-1 0 1 0 0,1 0 0 0 0,0 0 0 0 0,-1 0 0 0 0,0 0 0 0 0,0 0 0 0 0,1 0 0 0 0,-1 0 0 0 0,0 0 0 0 0,-1 0 0 0 0,1 0 0 0 0,0 0 0 0 0,0 0 0 0 0,-1 1 0 0 0,1-1 0 0 0,-4-2 0 0 0,-1-2-3 0 0,5 5-44 0 0,0 1 1 0 0,1-1 0 0 0,-1 0-1 0 0,0 0 1 0 0,1 1 0 0 0,-1-1-1 0 0,1 0 1 0 0,-1 0 0 0 0,1 1-1 0 0,-1-1 1 0 0,1 0 0 0 0,0 0-1 0 0,-1 0 1 0 0,1 0 0 0 0,0 0-1 0 0,0 0 1 0 0,-1 0-1 0 0,1 0 1 0 0,0 0 0 0 0,0 0-1 0 0,0 0 1 0 0,0 0 0 0 0,0 0-1 0 0,1 1 1 0 0,-1-1 0 0 0,0 0-1 0 0,0 0 1 0 0,1 0 0 0 0,-1 0-1 0 0,0 0 1 0 0,1 0 0 0 0,-1 0-1 0 0,1 1 1 0 0,-1-1 0 0 0,1 0-1 0 0,-1 0 1 0 0,1 0 0 0 0,0 1-1 0 0,-1-1 1 0 0,1 0-1 0 0,0 1 1 0 0,0-1 0 0 0,-1 1-1 0 0,1-1 1 0 0,0 1 0 0 0,0-1-1 0 0,0 1 1 0 0,0 0 0 0 0,0-1-1 0 0,0 1 1 0 0,-1 0 0 0 0,1 0-1 0 0,0-1 1 0 0,0 1 0 0 0,0 0-1 0 0,0 0 1 0 0,0 0 0 0 0,0 0-1 0 0,0 0 1 0 0,0 1 0 0 0,0-1-1 0 0,1 0 1 0 0,3 6-2146 0 0,-5 7 1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3:59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447 50 1681 0 0,'-28'-6'1045'0'0,"-29"-8"870"0"0,-2 3 0 0 0,-62-3 0 0 0,93 12-1691 0 0,-3 0 106 0 0,1 1 0 0 0,-58 6-1 0 0,83-4-249 0 0,5 0-26 0 0,5 4-108 0 0,6-2 17 0 0,-1-1 0 0 0,1 1 0 0 0,-1-2 0 0 0,1 0-1 0 0,-1 0 1 0 0,22-1 0 0 0,19 1-103 0 0,10 6 47 0 0,-29 3 9 0 0,-39-7-184 0 0,7-3 100 0 0,-61 0-3354 0 0,6 0-346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03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149 346 2241 0 0,'-25'0'1601'0'0,"20"0"3201"0"0,0 0-4642 0 0,-15 0 0 0 0,40 5 334 0 0,-15-6-441 0 0,-5-3-26 0 0,0 4 280 0 0,0-1-303 0 0,0 1 0 0 0,0 0 0 0 0,0 0 0 0 0,0 0 0 0 0,1-1 0 0 0,-1 1 0 0 0,0 0 0 0 0,0 0 1 0 0,0-1-1 0 0,0 1 0 0 0,0 0 0 0 0,0 0 0 0 0,0 0 0 0 0,0-1 0 0 0,0 1 0 0 0,0 0 1 0 0,0 0-1 0 0,0-1 0 0 0,0 1 0 0 0,0 0 0 0 0,0 0 0 0 0,0 0 0 0 0,0-1 0 0 0,0 1 1 0 0,0 0-1 0 0,-1 0 0 0 0,1-1 0 0 0,0 1 0 0 0,0 0 0 0 0,0 0 0 0 0,0 0 0 0 0,0 0 1 0 0,0-1-1 0 0,-1 1 0 0 0,1 0 0 0 0,0 0 0 0 0,0 0 0 0 0,0 0 0 0 0,-1 0 0 0 0,1-1 1 0 0,0 1-1 0 0,0 0 0 0 0,0 0 0 0 0,-1 0 0 0 0,1 0 0 0 0,0 0 0 0 0,0 0 0 0 0,-1 0 1 0 0,1 0-1 0 0,0 0 0 0 0,0 0 0 0 0,0 0 0 0 0,-1 0 0 0 0,1 0 0 0 0,-20-4 23 0 0,15 2 40 0 0,5 2-64 0 0,0-1 0 0 0,0 1 0 0 0,0-1 1 0 0,0 1-1 0 0,0-1 0 0 0,0 1 0 0 0,0 0 0 0 0,0-1 1 0 0,0 1-1 0 0,0-1 0 0 0,0 1 0 0 0,0-1 0 0 0,0 1 1 0 0,0 0-1 0 0,-1-1 0 0 0,1 1 0 0 0,0-1 1 0 0,0 1-1 0 0,0 0 0 0 0,-1-1 0 0 0,1 1 0 0 0,0-1 1 0 0,0 1-1 0 0,-1 0 0 0 0,1 0 0 0 0,0-1 0 0 0,-1 1 1 0 0,1 0-1 0 0,-1-1 0 0 0,1 1 0 0 0,0 0 1 0 0,-1 0-1 0 0,1 0 0 0 0,0-1 0 0 0,-1 1 0 0 0,1 0 1 0 0,-1 0-1 0 0,1 0 0 0 0,-1 0 0 0 0,1 0 0 0 0,-1 0 1 0 0,1 0-1 0 0,0 0 0 0 0,-1 0 0 0 0,1 0 1 0 0,-1 0-1 0 0,1 0 0 0 0,-1 0 0 0 0,1 0 2 0 0,-1 0 0 0 0,1 1 0 0 0,-1-1-1 0 0,1 0 1 0 0,0 0 0 0 0,-1 0 0 0 0,1 0-1 0 0,0 0 1 0 0,-1 0 0 0 0,1 0 0 0 0,-1 0 0 0 0,1 0-1 0 0,0 0 1 0 0,-1-1 0 0 0,1 1 0 0 0,0 0-1 0 0,-1 0 1 0 0,1 0 0 0 0,0 0 0 0 0,-1-1 0 0 0,1 1-1 0 0,0 0 1 0 0,-1 0 0 0 0,1 0 0 0 0,0-1-1 0 0,0 1 1 0 0,-1 0 0 0 0,1-1 0 0 0,0 1-1 0 0,0 0 1 0 0,-1 0 0 0 0,1-1 0 0 0,0 1 0 0 0,0 0-1 0 0,0-1 1 0 0,0 1 0 0 0,0-1 0 0 0,-1 1-1 0 0,1 0 1 0 0,0-1 0 0 0,0 1 0 0 0,0 0 0 0 0,0-1-1 0 0,0 1 1 0 0,0 0 0 0 0,0-1 0 0 0,0 0-1 0 0,-5-1 90 0 0,-15-3-1 0 0,20 4-82 0 0,-1 1 0 0 0,1 0 0 0 0,0 0 0 0 0,-1-1 0 0 0,1 1 0 0 0,-1 0 0 0 0,1-1 0 0 0,0 1 0 0 0,-1 0 0 0 0,1-1 0 0 0,0 1 0 0 0,-1 0 0 0 0,1-1 0 0 0,0 1 0 0 0,0-1 0 0 0,0 1 0 0 0,-1-1 0 0 0,1 1 0 0 0,0-1 0 0 0,0 1 0 0 0,0-1 0 0 0,0 1 0 0 0,0-1 0 0 0,0 1 0 0 0,0-1 0 0 0,0 1 0 0 0,0-1 0 0 0,0 1 0 0 0,0 0 0 0 0,0-1 0 0 0,0 1 0 0 0,0-1 0 0 0,0 1 0 0 0,0-1 0 0 0,1 0 0 0 0,-1 0-2 0 0,0 1 1 0 0,1-1 0 0 0,-1 1 0 0 0,0-1-1 0 0,0 1 1 0 0,0-1 0 0 0,0 1 0 0 0,0-1-1 0 0,0 1 1 0 0,0-1 0 0 0,0 0 0 0 0,0 1-1 0 0,0-1 1 0 0,0 1 0 0 0,0-1-1 0 0,0 1 1 0 0,-1-1 0 0 0,1 1 0 0 0,0-1-1 0 0,0 1 1 0 0,0-1 0 0 0,-1 1 0 0 0,1-1-1 0 0,0 1 1 0 0,-1-1 0 0 0,1 1 0 0 0,0-1-1 0 0,-1 1 1 0 0,1 0 0 0 0,-1-1-1 0 0,0 1 1 0 0,-17-8 51 0 0,18 8-56 0 0,-1 0 0 0 0,1 0 0 0 0,-1 0 0 0 0,1 0 0 0 0,0 0-1 0 0,-1 0 1 0 0,1 0 0 0 0,0 0 0 0 0,-1-1 0 0 0,1 1 0 0 0,-1 0 0 0 0,1 0 0 0 0,0 0-1 0 0,-1-1 1 0 0,1 1 0 0 0,0 0 0 0 0,0 0 0 0 0,-1-1 0 0 0,1 1 0 0 0,0 0-1 0 0,0 0 1 0 0,-1-1 0 0 0,1 1 0 0 0,0 0 0 0 0,0-1 0 0 0,0 1 0 0 0,-1 0-1 0 0,1-1 1 0 0,0 1 0 0 0,0-1 0 0 0,0 1 0 0 0,0 0 0 0 0,0-1 0 0 0,0 1-1 0 0,0 0 1 0 0,0-1 0 0 0,0 1 0 0 0,0-1 0 0 0,0 1 0 0 0,0 0 0 0 0,0-1 0 0 0,0 1-1 0 0,0-1 1 0 0,0 1 0 0 0,0 0 0 0 0,1-1 0 0 0,-1 1 0 0 0,0 0 0 0 0,0-1-1 0 0,0 1 1 0 0,1 0 0 0 0,-1-1 0 0 0,0 1 0 0 0,0 0 0 0 0,1 0 0 0 0,-1-1-1 0 0,0 1 1 0 0,1 0 0 0 0,-1 0 0 0 0,0-1 0 0 0,1 1 0 0 0,-1 0 0 0 0,0 0-1 0 0,1 0 1 0 0,-1 0 0 0 0,1-1 0 0 0,5-1 21 0 0,2-3 43 0 0,-17 1-8 0 0,4 2-43 0 0,5 2-11 0 0,-1-1 1 0 0,1 1 0 0 0,-1-1 0 0 0,1 1 0 0 0,-1-1 0 0 0,1 1 0 0 0,-1-1-1 0 0,1 0 1 0 0,0 1 0 0 0,0-1 0 0 0,-1 0 0 0 0,1 1 0 0 0,0-1 0 0 0,0 0 0 0 0,0 1-1 0 0,-1-1 1 0 0,1 0 0 0 0,0 1 0 0 0,0-1 0 0 0,0 0 0 0 0,0 0 0 0 0,0 1-1 0 0,0-1 1 0 0,1 0 0 0 0,-1 1 0 0 0,0-1 0 0 0,0 0 0 0 0,0 1 0 0 0,1-1 0 0 0,-1 0-1 0 0,0 1 1 0 0,1-1 0 0 0,-1 1 0 0 0,0-1 0 0 0,1 0 0 0 0,-1 1 0 0 0,1-1-1 0 0,0 0 1 0 0,16 2 235 0 0,-34 3-232 0 0,16-3-15 0 0,0 1 0 0 0,1-1 0 0 0,-1 0 0 0 0,0 1 0 0 0,1-1 1 0 0,-1 1-1 0 0,1-1 0 0 0,-1 1 0 0 0,1-1 0 0 0,0 1 0 0 0,0 0 0 0 0,-1-1 1 0 0,1 1-1 0 0,0-1 0 0 0,0 1 0 0 0,1-1 0 0 0,-1 1 0 0 0,1 2 1 0 0,-1 0-4 0 0,-1 8-2 0 0,0-8 3 0 0,1 0 1 0 0,-1 0-1 0 0,1 1 1 0 0,0-1-1 0 0,0 1 1 0 0,0-1-1 0 0,1 0 1 0 0,-1 1 0 0 0,1-1-1 0 0,0 0 1 0 0,0 0-1 0 0,3 7 1 0 0,3-7 7 0 0,-6-3-3 0 0,1-1 0 0 0,-1 1 1 0 0,0-1-1 0 0,0 1 0 0 0,0-1 1 0 0,-1 1-1 0 0,1-1 0 0 0,0 1 1 0 0,0 0-1 0 0,0 0 0 0 0,0-1 1 0 0,0 1-1 0 0,-1 0 0 0 0,1 0 1 0 0,0 0-1 0 0,-1 0 0 0 0,1 0 1 0 0,-1 0-1 0 0,1 0 0 0 0,-1 0 1 0 0,0 0-1 0 0,1 2 0 0 0,4 0-52 0 0,-3-2 40 0 0,-1-1 1 0 0,1 0-1 0 0,-1 1 0 0 0,0-1 1 0 0,1 1-1 0 0,-1-1 0 0 0,0 1 1 0 0,1-1-1 0 0,-1 1 0 0 0,0 0 1 0 0,0 0-1 0 0,0 0 0 0 0,1 0 1 0 0,-1 0-1 0 0,0 0 0 0 0,0 0 1 0 0,0 0-1 0 0,-1 0 0 0 0,2 2 1 0 0,-1-14 34 0 0,1-1 0 0 0,-1 1 0 0 0,2 0 0 0 0,-1 0 0 0 0,2 0 0 0 0,-1 0 0 0 0,2 0 0 0 0,7-15 0 0 0,5-11 33 0 0,-9 13-17 0 0,-6 18-23 0 0,1-1 1 0 0,-1 1 0 0 0,1 0-1 0 0,0 0 1 0 0,0 0-1 0 0,8-10 1 0 0,44-72 77 0 0,-51 72-50 0 0,-4 15-42 0 0,0 1 0 0 0,0-1 0 0 0,0 0 0 0 0,0 0 0 0 0,0 1 0 0 0,0-1 0 0 0,0 0 0 0 0,1 0 1 0 0,-1 1-1 0 0,0-1 0 0 0,0 0 0 0 0,1 1 0 0 0,-1-1 0 0 0,0 0 0 0 0,1 0 0 0 0,-1 1 0 0 0,1-1 0 0 0,-1 1 1 0 0,1-1-1 0 0,-1 0 0 0 0,1 0 0 0 0,20-11-15 0 0,-46 11-54 0 0,20 6 74 0 0,4-2-10 0 0,-32 21 24 0 0,31-22-12 0 0,0-1 0 0 0,0 1 0 0 0,1-1 0 0 0,-1 1 0 0 0,1 0-1 0 0,-1 0 1 0 0,1 0 0 0 0,-1 0 0 0 0,1 0 0 0 0,0 0 0 0 0,0 0 0 0 0,0 1 0 0 0,0-1 0 0 0,0 0 0 0 0,0 5-1 0 0,0-6-9 0 0,1 1 0 0 0,-1-1 0 0 0,1 1-1 0 0,-1-1 1 0 0,0 0 0 0 0,0 1-1 0 0,0-1 1 0 0,0 0 0 0 0,0 0 0 0 0,0 1-1 0 0,0-1 1 0 0,0 0 0 0 0,-1 0 0 0 0,1 0-1 0 0,0-1 1 0 0,-1 1 0 0 0,1 0-1 0 0,-1 0 1 0 0,1-1 0 0 0,0 1 0 0 0,-1-1-1 0 0,0 1 1 0 0,1-1 0 0 0,-1 1-1 0 0,-1-1 1 0 0,1 0 2 0 0,1 0-1 0 0,-1 1 1 0 0,1-1 0 0 0,0 0 0 0 0,-1 1-1 0 0,1-1 1 0 0,0 1 0 0 0,-1-1-1 0 0,1 1 1 0 0,0 0 0 0 0,0-1-1 0 0,0 1 1 0 0,0 0 0 0 0,-1 0 0 0 0,1 0-1 0 0,0 0 1 0 0,0 0 0 0 0,1 0-1 0 0,-1 0 1 0 0,0 0 0 0 0,0 0-1 0 0,0 1 1 0 0,0 1 0 0 0,1-2 2 0 0,0 1 1 0 0,1-1-1 0 0,-1 0 1 0 0,0 1-1 0 0,0-1 1 0 0,0 0-1 0 0,0 1 1 0 0,0-1-1 0 0,0 0 1 0 0,0 1-1 0 0,0-1 1 0 0,-1 0-1 0 0,1 0 1 0 0,0 1-1 0 0,-1-1 1 0 0,1 0-1 0 0,-1 0 1 0 0,1 1-1 0 0,-1-1 1 0 0,0 0-1 0 0,0 0 0 0 0,1 0 1 0 0,-1 0-1 0 0,0 0 1 0 0,0 0-1 0 0,0 0 1 0 0,0 0-1 0 0,0-1 1 0 0,0 1-1 0 0,0 0 1 0 0,0 0-1 0 0,-1-1 1 0 0,0 1-1 0 0,-1 1-6 0 0,2 1 4 0 0,0 0 0 0 0,0 0 0 0 0,0 0 0 0 0,0 0 0 0 0,1 1 0 0 0,-1-1 0 0 0,1 0 0 0 0,0 1 0 0 0,0-1 0 0 0,0 0 0 0 0,0 1 0 0 0,2 5 0 0 0,-2-1 0 0 0,1 8 59 0 0,0-12-46 0 0,0 0-1 0 0,-1 1 1 0 0,1-1 0 0 0,-1 0 0 0 0,0 0 0 0 0,0 1 0 0 0,-1-1 0 0 0,1 0 0 0 0,-1 0 0 0 0,0 0 0 0 0,0 0 0 0 0,-4 8 0 0 0,0-9-32 0 0,4-3 18 0 0,0 0 0 0 0,0 0-1 0 0,0 1 1 0 0,0-1 0 0 0,0 1-1 0 0,0-1 1 0 0,0 0 0 0 0,0 1-1 0 0,0 0 1 0 0,1-1 0 0 0,-1 1-1 0 0,0 0 1 0 0,0-1 0 0 0,0 1-1 0 0,1 0 1 0 0,-1 0 0 0 0,1 0-1 0 0,-1-1 1 0 0,0 1 0 0 0,1 0-1 0 0,-1 0 1 0 0,1 0 0 0 0,0 0-1 0 0,-1 0 1 0 0,1 0-1 0 0,0 0 1 0 0,0 0 0 0 0,-1 0-1 0 0,1 0 1 0 0,0 0 0 0 0,0 0-1 0 0,0 0 1 0 0,0 0 0 0 0,0 0-1 0 0,1 0 1 0 0,-1 0 0 0 0,0 1-1 0 0,0-1 1 0 0,1 0 0 0 0,-1-1-1 0 0,0 1 1 0 0,1 0 0 0 0,-1 0-1 0 0,1 0 1 0 0,0 1 0 0 0,3 5 14 0 0,0 1 0 0 0,-1-1 1 0 0,1 1-1 0 0,-2 0 0 0 0,1 0 1 0 0,-1 0-1 0 0,-1 0 0 0 0,1 0 1 0 0,-1 1-1 0 0,-1-1 0 0 0,1 0 1 0 0,-3 14-1 0 0,2 42-186 0 0,21-61 119 0 0,-16 10 114 0 0,-1 2-53 0 0,116 100-7 0 0,-112-110-4 0 0,-1 0 1 0 0,1 0 0 0 0,0 0-1 0 0,16 6 1 0 0,12 8-73 0 0,-29-16 62 0 0,-1 0 0 0 0,1 0 0 0 0,0-1 1 0 0,0 0-1 0 0,0 0 0 0 0,1-1 0 0 0,-1 0 1 0 0,0 0-1 0 0,8-1 0 0 0,74-2-87 0 0,-55 0 126 0 0,24 2 24 0 0,0-4 0 0 0,68-12 0 0 0,-117 14-25 0 0,0-1 1 0 0,0 0-1 0 0,0-1 0 0 0,-1 0 1 0 0,0 0-1 0 0,1-1 0 0 0,-1 0 1 0 0,-1-1-1 0 0,1 1 0 0 0,-1-1 1 0 0,0-1-1 0 0,0 1 0 0 0,-1-1 1 0 0,10-14-1 0 0,2-4 128 0 0,-2-1 0 0 0,-1-1 0 0 0,14-32 1 0 0,-5 1-39 0 0,17-32-2 0 0,-27 62-32 0 0,19-55-1 0 0,-24 58-78 0 0,-8 19-1 0 0,0 1 0 0 0,0-1 0 0 0,0 1 0 0 0,-1-1-1 0 0,0 0 1 0 0,0 1 0 0 0,-1-7 0 0 0,0 7 2 0 0,1 1 0 0 0,-1-1 1 0 0,1 1-1 0 0,0-1 0 0 0,1 1 1 0 0,-1-1-1 0 0,1 1 1 0 0,0 0-1 0 0,0-1 0 0 0,0 1 1 0 0,3-7-1 0 0,8-1 57 0 0,-12 12-57 0 0,0 0-1 0 0,-1 0 0 0 0,1 0 0 0 0,0 0 0 0 0,0 0 1 0 0,0 0-1 0 0,0 0 0 0 0,0 0 0 0 0,0 0 1 0 0,-1-1-1 0 0,1 1 0 0 0,0 0 0 0 0,0 0 1 0 0,0 0-1 0 0,0 0 0 0 0,0 0 0 0 0,0-1 0 0 0,0 1 1 0 0,0 0-1 0 0,0 0 0 0 0,0 0 0 0 0,-1 0 1 0 0,1-1-1 0 0,0 1 0 0 0,0 0 0 0 0,0 0 0 0 0,0 0 1 0 0,0 0-1 0 0,0-1 0 0 0,0 1 0 0 0,0 0 1 0 0,1 0-1 0 0,-1 0 0 0 0,0 0 0 0 0,0-1 1 0 0,0 1-1 0 0,0 0 0 0 0,0 0 0 0 0,0 0 0 0 0,0 0 1 0 0,0-1-1 0 0,0 1 0 0 0,0 0 0 0 0,0 0 1 0 0,1 0-1 0 0,-1 0 0 0 0,0 0 0 0 0,0 0 1 0 0,0-1-1 0 0,0 1 0 0 0,0 0 0 0 0,1 0 0 0 0,-1 0 1 0 0,0 0-1 0 0,0 0 0 0 0,0 0 0 0 0,0 0 1 0 0,1 0-1 0 0,-1 0 0 0 0,0 0 0 0 0,0 0 0 0 0,0 0 1 0 0,0 0-1 0 0,1 0 0 0 0,-1 0 0 0 0,0 0 1 0 0,0 0-1 0 0,1 0 0 0 0,-51-2 69 0 0,-41 2-2218 0 0,91 1 1908 0 0,0-1 1 0 0,0 1-1 0 0,0-1 1 0 0,0 1-1 0 0,0-1 0 0 0,0 1 1 0 0,0 0-1 0 0,0-1 1 0 0,0 1-1 0 0,0-1 1 0 0,0 1-1 0 0,-1-1 0 0 0,1 1 1 0 0,0-1-1 0 0,0 1 1 0 0,-1-1-1 0 0,1 1 1 0 0,0-1-1 0 0,-1 1 0 0 0,1-1 1 0 0,0 0-1 0 0,-1 1 1 0 0,1-1-1 0 0,-1 1 0 0 0,-24 11-2828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05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12 335 1921 0 0,'0'3'475'0'0,"0"-3"-405"0"0,0 1-1 0 0,0-1 0 0 0,0 1 1 0 0,1-1-1 0 0,-1 1 1 0 0,0-1-1 0 0,0 1 0 0 0,0-1 1 0 0,0 1-1 0 0,0-1 0 0 0,0 1 1 0 0,0 0-1 0 0,0-1 0 0 0,-1 1 1 0 0,1-1-1 0 0,0 1 0 0 0,0-1 1 0 0,0 1-1 0 0,0-1 0 0 0,-1 1 1 0 0,1-1-1 0 0,0 1 0 0 0,-1-1 1 0 0,1 0-1 0 0,0 1 0 0 0,-1-1 1 0 0,1 1-1 0 0,0-1 0 0 0,-1 0 1 0 0,1 1-1 0 0,-2 0 0 0 0,-4 0 250 0 0,11 0-246 0 0,19-2 470 0 0,-11 0 1030 0 0,12-4-706 0 0,-20 5 347 0 0,-30 0-880 0 0,24 0-320 0 0,-1 0 28 0 0,0 0 1 0 0,1 0-1 0 0,-1 1 0 0 0,0-1 0 0 0,0-1 0 0 0,0 1 0 0 0,0 0 0 0 0,1 0 0 0 0,-1-1 0 0 0,0 1 0 0 0,0-1 0 0 0,0 1 0 0 0,1-1 0 0 0,-4-1 0 0 0,4-1-9 0 0,0 1 0 0 0,0 0 0 0 0,1-1 0 0 0,-1 1 0 0 0,1-1 0 0 0,-1 1 0 0 0,1-1 0 0 0,0 1-1 0 0,0-1 1 0 0,0 0 0 0 0,1-4 0 0 0,-1-3 47 0 0,1-1-1 0 0,1 1 0 0 0,0-1 1 0 0,0 1-1 0 0,7-20 0 0 0,0 5-8 0 0,-5 11-25 0 0,-1-2 4 0 0,2-1 1 0 0,0 1 0 0 0,0 0-1 0 0,2 1 1 0 0,0-1 0 0 0,17-25-1 0 0,-19 27 11 0 0,0 2-28 0 0,-2 11-22 0 0,-2 1-9 0 0,0 0-1 0 0,0 0 1 0 0,0 0 0 0 0,0-1-1 0 0,0 1 1 0 0,0 0 0 0 0,0 0 0 0 0,0-1-1 0 0,-1 1 1 0 0,1 0 0 0 0,0-1 0 0 0,0 1-1 0 0,0-1 1 0 0,0 1 0 0 0,-1-1 0 0 0,1 0-1 0 0,0 1 1 0 0,-1-1 0 0 0,1 0 0 0 0,0 1-1 0 0,-1-1 1 0 0,1 0 0 0 0,-1 0-1 0 0,1 0 1 0 0,-1 1 0 0 0,1-1 0 0 0,-1 0-1 0 0,0 0 1 0 0,1 0 0 0 0,-1 0 0 0 0,0-1-1 0 0,5-2-1 0 0,-5 4 0 0 0,0 0 0 0 0,0 0 0 0 0,0 0 0 0 0,0 0 0 0 0,0 0-1 0 0,-1 1 1 0 0,1-1 0 0 0,0 0 0 0 0,0 0 0 0 0,0 0 0 0 0,0 0 0 0 0,0 0-1 0 0,0 1 1 0 0,0-1 0 0 0,0 0 0 0 0,0 0 0 0 0,0 0 0 0 0,0 0-1 0 0,0 0 1 0 0,0 1 0 0 0,0-1 0 0 0,0 0 0 0 0,0 0 0 0 0,0 0 0 0 0,0 0-1 0 0,0 1 1 0 0,0-1 0 0 0,0 0 0 0 0,0 0 0 0 0,0 0 0 0 0,0 0 0 0 0,0 0-1 0 0,0 1 1 0 0,0-1 0 0 0,0 0 0 0 0,0 0 0 0 0,0 0 0 0 0,0 0-1 0 0,1 0 1 0 0,-1 1 0 0 0,0-1 0 0 0,0 0 0 0 0,0 0 0 0 0,0 0 0 0 0,0 0-1 0 0,0 0 1 0 0,1 0 0 0 0,-1 0 0 0 0,0 0 0 0 0,0 0 0 0 0,0 0 0 0 0,0 0-1 0 0,0 1 1 0 0,1-1 0 0 0,-1 0 0 0 0,0 0 0 0 0,0 0 0 0 0,0 0-1 0 0,0 0 1 0 0,1 0 0 0 0,-1 0 0 0 0,0 0 0 0 0,0 0 0 0 0,0-1 0 0 0,-1 3-7 0 0,0 1 1 0 0,0-1-1 0 0,0 0 1 0 0,0 0 0 0 0,1 0-1 0 0,-1 1 1 0 0,0-1-1 0 0,1 0 1 0 0,0 1 0 0 0,-1 4-1 0 0,1-5 7 0 0,0 0 0 0 0,0 0 0 0 0,-1 1 0 0 0,1-1 0 0 0,-1 0 0 0 0,0 0 0 0 0,1 0 0 0 0,-1 0 0 0 0,0 0 0 0 0,0 0 0 0 0,0 0 0 0 0,0 0 0 0 0,-3 2 0 0 0,-9 21 0 0 0,9 1-12 0 0,1 1 0 0 0,1-1 0 0 0,1 0-1 0 0,4 38 1 0 0,-1 2-7 0 0,-2-64 17 0 0,0 0 0 0 0,0 0 0 0 0,0 0 0 0 0,0 0-1 0 0,0-1 1 0 0,0 1 0 0 0,1 0 0 0 0,-1 0 0 0 0,1 0-1 0 0,-1 0 1 0 0,1-1 0 0 0,0 1 0 0 0,0 0 0 0 0,-1-1 0 0 0,1 1-1 0 0,0 0 1 0 0,1-1 0 0 0,-1 1 0 0 0,0-1 0 0 0,0 0-1 0 0,1 1 1 0 0,-1-1 0 0 0,1 0 0 0 0,-1 0 0 0 0,1 0 0 0 0,-1 0-1 0 0,4 2 1 0 0,1-2-698 0 0,0 1 0 0 0,0-1 0 0 0,1 0 0 0 0,-1 0 0 0 0,0-1 0 0 0,11 0 0 0 0,-6-1-1795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05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1601 0 0,'30'-6'2001'0'0,"-30"0"1280"0"0,0 0-1200 0 0,30 12-1441 0 0,0-6-239 0 0,0 6-241 0 0,0 0-480 0 0,1-6-961 0 0,29 7-960 0 0,-30-7-240 0 0,0 0 80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06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90 230 720 0 0,'0'-2'185'0'0,"0"0"0"0"0,1 0 0 0 0,-1 0 0 0 0,1 0 0 0 0,-1 0 0 0 0,1 0 0 0 0,0 0 0 0 0,0 1 0 0 0,0-1 0 0 0,0 0 0 0 0,0 0 0 0 0,0 1 0 0 0,0-1-1 0 0,0 1 1 0 0,1-1 0 0 0,-1 1 0 0 0,3-3 0 0 0,13-15 1569 0 0,-9 10-1231 0 0,-6 7-442 0 0,-1 1 1 0 0,1 0-1 0 0,-1-1 0 0 0,0 1 0 0 0,1-1 0 0 0,-1 1 1 0 0,0-1-1 0 0,0 0 0 0 0,0 1 0 0 0,-1-1 0 0 0,1 0 1 0 0,0 0-1 0 0,-1 1 0 0 0,1-1 0 0 0,-1 0 0 0 0,1 0 1 0 0,-1 0-1 0 0,0 0 0 0 0,0-2 0 0 0,0 1-21 0 0,1 0-1 0 0,-1 0 1 0 0,0 1-1 0 0,1-1 1 0 0,0 0-1 0 0,0 1 1 0 0,0-1-1 0 0,0 1 1 0 0,0-1-1 0 0,0 1 0 0 0,1-1 1 0 0,-1 1-1 0 0,3-3 1 0 0,-2 3-26 0 0,-1-1 0 0 0,1 1 0 0 0,0-1 0 0 0,-1 1-1 0 0,0-1 1 0 0,0 0 0 0 0,0 1 0 0 0,0-1 0 0 0,0 0 0 0 0,0 0 0 0 0,-1 0 0 0 0,1 0 0 0 0,-1-4 0 0 0,0 5-25 0 0,0 0 0 0 0,-1 0 1 0 0,1 0-1 0 0,0 0 0 0 0,0 0 1 0 0,0 1-1 0 0,1-1 0 0 0,-1 0 1 0 0,0 0-1 0 0,1 0 0 0 0,-1 0 1 0 0,1 0-1 0 0,0 0 0 0 0,0 0 1 0 0,-1 1-1 0 0,1-1 0 0 0,0 0 1 0 0,0 1-1 0 0,1-1 0 0 0,-1 1 1 0 0,0-1-1 0 0,1 1 0 0 0,-1-1 1 0 0,0 1-1 0 0,1 0 0 0 0,0 0 1 0 0,-1 0-1 0 0,1 0 0 0 0,2-1 1 0 0,26 21 136 0 0,-30-18-146 0 0,1-1 0 0 0,0 1 0 0 0,-1 0 0 0 0,1 0 0 0 0,-1 0 0 0 0,0 0 0 0 0,1 0 0 0 0,-1 0 0 0 0,0 0 0 0 0,1 0 0 0 0,-1 0 0 0 0,0 0 0 0 0,0 0 0 0 0,0 0 0 0 0,0 0 0 0 0,0 0 0 0 0,0 1 0 0 0,5 17 0 0 0,2-10 0 0 0,-5-7 0 0 0,0 0 0 0 0,-1 0 0 0 0,1 0 0 0 0,-1 0 0 0 0,1 0 0 0 0,-1 0 0 0 0,0 0 0 0 0,0 1 0 0 0,0-1 0 0 0,0 1 0 0 0,0-1 0 0 0,0 1 0 0 0,-1-1 0 0 0,1 1 0 0 0,-1-1 0 0 0,0 1 0 0 0,0-1 0 0 0,0 5 0 0 0,0-7 2 0 0,0 1-1 0 0,0 0 1 0 0,1-1-1 0 0,-1 1 1 0 0,0 0-1 0 0,0 0 1 0 0,0-1-1 0 0,-1 1 0 0 0,1 0 1 0 0,0-1-1 0 0,0 1 1 0 0,0 0-1 0 0,0-1 1 0 0,-1 1-1 0 0,1 0 1 0 0,0-1-1 0 0,0 1 1 0 0,-1 0-1 0 0,1-1 0 0 0,-1 1 1 0 0,1-1-1 0 0,0 1 1 0 0,-1 0-1 0 0,0 0 1 0 0,-12-6 59 0 0,6 2-65 0 0,7 3 7 0 0,-1 0 0 0 0,1 0 1 0 0,0 0-1 0 0,-1-1 0 0 0,1 1 1 0 0,0 0-1 0 0,0 0 0 0 0,-1 0 0 0 0,1 0 1 0 0,0 0-1 0 0,0 0 0 0 0,-1 0 1 0 0,1-1-1 0 0,0 1 0 0 0,0 0 0 0 0,0 0 1 0 0,-1 0-1 0 0,1-1 0 0 0,0 1 1 0 0,0 0-1 0 0,0 0 0 0 0,-1 0 0 0 0,1-1 1 0 0,0 1-1 0 0,0 0 0 0 0,0 0 1 0 0,0-1-1 0 0,0 1 0 0 0,0 0 0 0 0,0-1 1 0 0,0 1-1 0 0,0 0 0 0 0,0 0 1 0 0,0-1-1 0 0,0 1 0 0 0,0 0 0 0 0,0 0 1 0 0,0-1-1 0 0,0 1 0 0 0,0 0 1 0 0,0-1-1 0 0,0 1 0 0 0,0 0 0 0 0,0 0 1 0 0,0-1-1 0 0,0 1 0 0 0,0 0 1 0 0,1 0-1 0 0,-1-1 0 0 0,0 1 0 0 0,0 0 1 0 0,0 0-1 0 0,1 0 0 0 0,-1-1 1 0 0,0 1-1 0 0,0 0 0 0 0,0 0 0 0 0,1 0 1 0 0,-1 0-1 0 0,0-1 0 0 0,0 1 1 0 0,1 0-1 0 0,-1 0 0 0 0,0 0 0 0 0,0 0 1 0 0,1 0-1 0 0,-1 0 0 0 0,1 0 1 0 0,17 3 28 0 0,20 4-48 0 0,42 13 0 0 0,-68-9 16 0 0,-9-6 0 0 0,-1-2 1 0 0,21 36 95 0 0,-22-38-79 0 0,-1 0-1 0 0,1 1 1 0 0,-1-1 0 0 0,0 1 0 0 0,1-1-1 0 0,-1 0 1 0 0,0 1 0 0 0,0-1 0 0 0,0 1-1 0 0,0-1 1 0 0,0 0 0 0 0,0 1 0 0 0,0-1-1 0 0,0 1 1 0 0,-1-1 0 0 0,1 1 0 0 0,-1-1-1 0 0,1 0 1 0 0,-1 1 0 0 0,1-1 0 0 0,-1 0-1 0 0,0 0 1 0 0,1 1 0 0 0,-1-1 0 0 0,0 0-1 0 0,0 0 1 0 0,0 0 0 0 0,0 0 0 0 0,0 0 0 0 0,0 0-1 0 0,-1 0 1 0 0,1-1 0 0 0,-2 2 0 0 0,-25 10 92 0 0,-1-2 0 0 0,0-1 1 0 0,0-1-1 0 0,0-1 0 0 0,-1-2 1 0 0,0-1-1 0 0,0-2 1 0 0,-1 0-1 0 0,-46-5 0 0 0,71 2-193 0 0,0 0-1 0 0,0 0 0 0 0,0-1 0 0 0,1 0 0 0 0,-1 0 1 0 0,-8-4-1 0 0,13 5 32 0 0,0 1 1 0 0,1-1-1 0 0,-1 1 1 0 0,0-1-1 0 0,0 1 1 0 0,0-1-1 0 0,0 0 1 0 0,0 0-1 0 0,1 1 1 0 0,-1-1 0 0 0,0 0-1 0 0,1 0 1 0 0,-1 0-1 0 0,0 0 1 0 0,1 1-1 0 0,-1-1 1 0 0,1 0-1 0 0,0 0 1 0 0,-1 0-1 0 0,1 0 1 0 0,0 0-1 0 0,-1-1 1 0 0,1 1-1 0 0,0 0 1 0 0,0 0-1 0 0,0 0 1 0 0,0 0-1 0 0,0 0 1 0 0,0 0-1 0 0,0 0 1 0 0,1 0-1 0 0,-1 0 1 0 0,0 0-1 0 0,0 0 1 0 0,1 0 0 0 0,-1 0-1 0 0,1-1 1 0 0,24-29-3443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07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25 4482 0 0,'0'0'2961'0'0,"0"-6"-640"0"0,-30 12-1520 0 0,60-6-561 0 0,0 0 0 0 0,1 8-80 0 0,-1-8 0 0 0,30 0-80 0 0,1 5 0 0 0,-1-5-160 0 0,0-5-480 0 0,31-3-1041 0 0,-37-3-1520 0 0,7 3-1 0 0,-31 2 561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07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1 880 0 0,'-30'0'6804'0'0,"30"5"-4403"0"0,30 3-1681 0 0,0-2-240 0 0,31 0-240 0 0,-1-6-80 0 0,31 0-320 0 0,-1 0-880 0 0,1-12-1842 0 0,-7 12-559 0 0,-23 6 480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12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174 120 1681 0 0,'-141'-73'6950'0'0,"140"73"-6947"0"0,1 0 1 0 0,-1 0-1 0 0,1 0 1 0 0,0-1-1 0 0,-1 1 1 0 0,1 0 0 0 0,-1 0-1 0 0,1 0 1 0 0,-1 0-1 0 0,1 0 1 0 0,-1-1-1 0 0,1 1 1 0 0,0 0-1 0 0,-1 0 1 0 0,1-1 0 0 0,-1 1-1 0 0,1 0 1 0 0,0-1-1 0 0,-1 1 1 0 0,1 0-1 0 0,0-1 1 0 0,0 1-1 0 0,-1-1 1 0 0,1 1 0 0 0,0 0-1 0 0,0-1 1 0 0,-1 1-1 0 0,1-1 1 0 0,0 1-1 0 0,0-1 1 0 0,0 1 0 0 0,0-1-1 0 0,0 1 1 0 0,0 0-1 0 0,0-1 1 0 0,0 1-1 0 0,0-1 1 0 0,0 1-1 0 0,0-1 1 0 0,0 1 0 0 0,0-1-1 0 0,0 1 1 0 0,0-1-1 0 0,0 1 1 0 0,1-1-1 0 0,-1 1 1 0 0,0 0-1 0 0,0-1 1 0 0,0 1 0 0 0,1-1-1 0 0,-1 1 1 0 0,0 0-1 0 0,1-1 1 0 0,-1 1-1 0 0,0 0 1 0 0,1-1 0 0 0,-1 1-1 0 0,0 0 1 0 0,1-1-1 0 0,-1 1 1 0 0,1 0-1 0 0,-1 0 1 0 0,1-1-1 0 0,18-6 50 0 0,-19 7-39 0 0,1 0 0 0 0,-1-1 0 0 0,0 1 0 0 0,1 0 0 0 0,-1 0 1 0 0,0-1-1 0 0,1 1 0 0 0,-1 0 0 0 0,0-1 0 0 0,1 1 0 0 0,-1 0 0 0 0,0-1 1 0 0,0 1-1 0 0,1 0 0 0 0,-1-1 0 0 0,0 1 0 0 0,0-1 0 0 0,0 1 0 0 0,0 0 1 0 0,0-1-1 0 0,0 1 0 0 0,0-1 0 0 0,1 1 0 0 0,-1-1 0 0 0,0 1 0 0 0,0-1 1 0 0,-1 1-1 0 0,1 0 0 0 0,0-1 0 0 0,0 1 0 0 0,0-1 0 0 0,0 1 0 0 0,0 0 1 0 0,0-1-1 0 0,0 1 0 0 0,-1-1 0 0 0,1 1 0 0 0,0 0 0 0 0,0-1 0 0 0,-1 1 0 0 0,1 0 1 0 0,0-1-1 0 0,-1 1 0 0 0,1 0 0 0 0,0-1 0 0 0,-1 1 0 0 0,1 0 0 0 0,0 0 1 0 0,-1-1-1 0 0,-19 5 132 0 0,-8 4 371 0 0,37 0-240 0 0,0-3-177 0 0,-5 6 112 0 0,-4-10-198 0 0,0 0 0 0 0,-1-1 1 0 0,1 1-1 0 0,0-1 0 0 0,0 1 1 0 0,0-1-1 0 0,0 1 0 0 0,1-1 1 0 0,-1 1-1 0 0,0-1 0 0 0,0 1 1 0 0,0-1-1 0 0,0 1 0 0 0,0-1 1 0 0,1 1-1 0 0,-1-1 0 0 0,0 1 1 0 0,0-1-1 0 0,1 1 0 0 0,-1-1 1 0 0,0 1-1 0 0,1-1 0 0 0,-1 0 1 0 0,1 1-1 0 0,-1-1 0 0 0,0 1 1 0 0,1-1-1 0 0,0 0 0 0 0,4 3 36 0 0,-4-3-43 0 0,0 0 0 0 0,0 1 1 0 0,0-1-1 0 0,0 0 0 0 0,0 1 1 0 0,0-1-1 0 0,0 1 0 0 0,0 0 1 0 0,0-1-1 0 0,0 1 0 0 0,0 0 1 0 0,0-1-1 0 0,-1 1 0 0 0,1 0 1 0 0,0 0-1 0 0,-1 0 0 0 0,1 0 1 0 0,0 0-1 0 0,-1-1 0 0 0,1 1 1 0 0,-1 0-1 0 0,1 1 0 0 0,-1-1 1 0 0,0 0-1 0 0,1 2 0 0 0,-1-2-1 0 0,1 0-1 0 0,-1 0 0 0 0,1 0 1 0 0,-1 0-1 0 0,1 0 0 0 0,-1-1 1 0 0,1 1-1 0 0,-1 0 0 0 0,1 0 1 0 0,0 0-1 0 0,0 0 0 0 0,-1-1 1 0 0,1 1-1 0 0,0 0 0 0 0,0-1 1 0 0,0 1-1 0 0,0 0 0 0 0,0-1 1 0 0,0 0-1 0 0,0 1 0 0 0,0-1 1 0 0,0 1-1 0 0,0-1 0 0 0,1 0 1 0 0,8 5 34 0 0,68 50 294 0 0,25 15-135 0 0,162 59 35 0 0,-118-62-228 0 0,-139-63-23 0 0,12 7-12 0 0,1-2 0 0 0,-1 0 0 0 0,37 9 0 0 0,-32-16 2 0 0,-24-2 31 0 0,0 0 0 0 0,1 1 0 0 0,-1-1 0 0 0,0 0 0 0 0,1 0 0 0 0,-1-1-1 0 0,0 1 1 0 0,1 0 0 0 0,-1 0 0 0 0,0-1 0 0 0,1 1 0 0 0,-1-1 0 0 0,0 1 0 0 0,0-1 0 0 0,0 1-1 0 0,1-1 1 0 0,-1 0 0 0 0,0 0 0 0 0,0 1 0 0 0,0-1 0 0 0,0 0 0 0 0,0 0 0 0 0,0 0-1 0 0,-1 0 1 0 0,1 0 0 0 0,0 0 0 0 0,0 0 0 0 0,-1-1 0 0 0,1 1 0 0 0,0 0 0 0 0,-1 0 0 0 0,0 0-1 0 0,1-1 1 0 0,-1 1 0 0 0,0 0 0 0 0,1-1 0 0 0,-1 1 0 0 0,0 0 0 0 0,0-1 0 0 0,0 1-1 0 0,0-3 1 0 0,4-18 100 0 0,7-8 4 0 0,2 0-1 0 0,1 1 0 0 0,31-49 1 0 0,8-14 9 0 0,-18 21 30 0 0,-35 70-148 0 0,1 0 1 0 0,-1-1-1 0 0,1 1 1 0 0,-1 0 0 0 0,1 0-1 0 0,-1 0 1 0 0,1 0-1 0 0,0 0 1 0 0,-1 0 0 0 0,1 0-1 0 0,0 1 1 0 0,0-1-1 0 0,0 0 1 0 0,0 0-1 0 0,0 0 1 0 0,0 1 0 0 0,0-1-1 0 0,0 1 1 0 0,0-1-1 0 0,0 1 1 0 0,0-1 0 0 0,0 1-1 0 0,0-1 1 0 0,0 1-1 0 0,0 0 1 0 0,1 0-1 0 0,-1-1 1 0 0,0 1 0 0 0,0 0-1 0 0,0 0 1 0 0,2 1-1 0 0,-2-1-21 0 0,-1 0-1 0 0,0 0 1 0 0,0 0-1 0 0,0 0 0 0 0,1 0 1 0 0,-1 0-1 0 0,0 0 1 0 0,0 0-1 0 0,1 0 0 0 0,-1 0 1 0 0,0 0-1 0 0,0 0 0 0 0,0 0 1 0 0,1 0-1 0 0,-1 1 1 0 0,0-1-1 0 0,0 0 0 0 0,0 0 1 0 0,1 0-1 0 0,-1 0 1 0 0,0 0-1 0 0,0 1 0 0 0,0-1 1 0 0,0 0-1 0 0,0 0 0 0 0,1 0 1 0 0,-1 1-1 0 0,0-1 1 0 0,0 0-1 0 0,0 0 0 0 0,0 1 1 0 0,0-1-1 0 0,0 0 1 0 0,0 0-1 0 0,0 0 0 0 0,0 1 1 0 0,0-1-1 0 0,0 0 1 0 0,0 1-1 0 0,3 6-1127 0 0,13 13-1731 0 0,-12 10-1281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13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1 287 880 0 0,'121'-147'6977'0'0,"-118"143"-6852"0"0,1-1 1 0 0,-1 1-1 0 0,0-1 0 0 0,0 0 1 0 0,-1 0-1 0 0,1-1 1 0 0,-1 1-1 0 0,0 0 0 0 0,-1-1 1 0 0,1 0-1 0 0,-1 1 0 0 0,0-1 1 0 0,0 0-1 0 0,-1 1 1 0 0,0-1-1 0 0,0 0 0 0 0,-1-10 1 0 0,1 2 85 0 0,0 13-193 0 0,0 0-1 0 0,1 0 1 0 0,-1 0 0 0 0,0 0 0 0 0,1 0-1 0 0,-1 0 1 0 0,1 0 0 0 0,-1 0 0 0 0,1 0 0 0 0,0 0-1 0 0,-1 0 1 0 0,1 1 0 0 0,0-1 0 0 0,0 0 0 0 0,-1 0-1 0 0,1 1 1 0 0,0-1 0 0 0,0 1 0 0 0,0-1-1 0 0,0 1 1 0 0,0-1 0 0 0,0 1 0 0 0,0-1 0 0 0,0 1-1 0 0,0 0 1 0 0,0-1 0 0 0,0 1 0 0 0,0 0 0 0 0,0 0-1 0 0,0 0 1 0 0,0 0 0 0 0,0 0 0 0 0,0 0-1 0 0,1 0 1 0 0,0 1 0 0 0,-2 40 235 0 0,0-25-187 0 0,0 0-1 0 0,1 0 0 0 0,1 0 0 0 0,1 0 0 0 0,0 0 0 0 0,1-1 0 0 0,8 21 0 0 0,-10-31-74 0 0,-1 0 1 0 0,0 0-1 0 0,0 0 1 0 0,-1 0 0 0 0,1 0-1 0 0,-1 1 1 0 0,-1 8-1 0 0,1 2-203 0 0,0-16 166 0 0,0 1 0 0 0,0 0 1 0 0,1-1-1 0 0,-1 1 0 0 0,0 0 1 0 0,0-1-1 0 0,1 1 0 0 0,-1-1 1 0 0,0 1-1 0 0,1 0 0 0 0,-1-1 1 0 0,1 1-1 0 0,-1-1 0 0 0,1 1 1 0 0,-1-1-1 0 0,1 1 0 0 0,-1-1 1 0 0,1 1-1 0 0,-1-1 0 0 0,1 0 1 0 0,-1 1-1 0 0,1-1 0 0 0,0 0 1 0 0,-1 0-1 0 0,1 1 0 0 0,0-1 1 0 0,-1 0-1 0 0,1 0 0 0 0,0 0 1 0 0,-1 0-1 0 0,1 0 0 0 0,1 0 1 0 0,28 0-4345 0 0,-22 0 2710 0 0,-3 0-1402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13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2161 0 0,'0'-11'2561'0'0,"30"-3"-240"0"0,-30 3-400 0 0,30 3-480 0 0,0 2-641 0 0,61 1-1840 0 0,0-3-1922 0 0,23 2-399 0 0,-53 0 559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14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1040 0 0,'30'6'2322'0'0,"1"-6"-161"0"0,-31 7 1360 0 0,0-1-2320 0 0,30-6 239 0 0,0 0-1039 0 0,0 6-241 0 0,31-6-80 0 0,23-6-80 0 0,-23 6-80 0 0,29-6 0 0 0,1-1-561 0 0,-31-13-1600 0 0,-30 3-1120 0 0,0-2 239 0 0,-30 5 641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14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34 2481 0 0,'-93'-7'5485'0'0,"9"1"-1872"0"0,79 6-3146 0 0,6 1-440 0 0,0 0 1 0 0,0 0-1 0 0,0 0 1 0 0,0 0-1 0 0,-1 0 1 0 0,1-1-1 0 0,0 1 1 0 0,0 0 0 0 0,1 0-1 0 0,-1-1 1 0 0,0 1-1 0 0,0-1 1 0 0,0 1-1 0 0,0-1 1 0 0,1 1-1 0 0,-1-1 1 0 0,0 0 0 0 0,2 1-1 0 0,1 0 36 0 0,36 40 124 0 0,-21-24-110 0 0,-1 1 0 0 0,19 23 0 0 0,30 30-14 0 0,-49-55-40 0 0,-1 2-1 0 0,-1 0 1 0 0,27 40 0 0 0,-11-15 6 0 0,-2 6 3 0 0,-26-42-15 0 0,-1 0 0 0 0,1-1 0 0 0,0 1 1 0 0,1-1-1 0 0,0 0 0 0 0,0 0 0 0 0,0 0 0 0 0,10 8 0 0 0,-6-14 90 0 0,3-6-103 0 0,3 0 237 0 0,0-2 1 0 0,0 0-1 0 0,-1 0 0 0 0,-1-2 1 0 0,1 1-1 0 0,-1-2 0 0 0,12-12 0 0 0,96-83 1067 0 0,60-80-161 0 0,-149 151-1015 0 0,6-4 163 0 0,-17 20-92 0 0,-20 18-279 0 0,0-1 0 0 0,0 1 0 0 0,0 0 0 0 0,0-1 1 0 0,1 1-1 0 0,-1 0 0 0 0,0 0 0 0 0,1 0 1 0 0,-1 0-1 0 0,1 0 0 0 0,-1 0 0 0 0,1 1 0 0 0,2-2 1 0 0,-3 3-207 0 0,1-1 1 0 0,-1 0 0 0 0,0 1 0 0 0,1 0 0 0 0,-1-1 0 0 0,0 1 0 0 0,0 0 0 0 0,1 0 0 0 0,-1 0 0 0 0,0 0 0 0 0,0 0-1 0 0,0 0 1 0 0,0 0 0 0 0,0 0 0 0 0,0 0 0 0 0,-1 0 0 0 0,1 0 0 0 0,0 1 0 0 0,-1-1 0 0 0,1 0 0 0 0,0 1-1 0 0,0 1 1 0 0,24 32-5775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15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242 166 2721 0 0,'-13'-10'1006'0'0,"1"-1"1"0"0,1 0-1 0 0,0-1 0 0 0,1 0 0 0 0,0 0 0 0 0,-9-16 0 0 0,18 27-967 0 0,1-1-1 0 0,-1 1 0 0 0,1 0 0 0 0,-1 0 0 0 0,1-1 0 0 0,0 1 0 0 0,-1 0 0 0 0,1 0 0 0 0,0-1 0 0 0,0 1 0 0 0,0 0 0 0 0,0-1 0 0 0,0 1 0 0 0,0 0 1 0 0,1-1-1 0 0,-1 1 0 0 0,0 0 0 0 0,0-1 0 0 0,1 1 0 0 0,-1 0 0 0 0,1 0 0 0 0,0-1 0 0 0,-1 1 0 0 0,1 0 0 0 0,1-2 0 0 0,0 1-15 0 0,0 0-1 0 0,1 0 0 0 0,-1 0 0 0 0,1 0 0 0 0,0 0 1 0 0,-1 1-1 0 0,1-1 0 0 0,0 1 0 0 0,0-1 1 0 0,4 0-1 0 0,6-2-51 0 0,0 1 1 0 0,0 1-1 0 0,23-2 1 0 0,7 2-103 0 0,0 3 0 0 0,0 2-1 0 0,0 1 1 0 0,0 3 0 0 0,69 19 0 0 0,-94-22 56 0 0,-1 2 1 0 0,1 0-1 0 0,-1 1 0 0 0,23 13 0 0 0,-37-18 63 0 0,0 0-1 0 0,0 0 0 0 0,0 1 0 0 0,0-1 1 0 0,0 1-1 0 0,-1-1 0 0 0,1 1 0 0 0,2 3 0 0 0,-5-5 12 0 0,1 0-1 0 0,-1-1 0 0 0,1 1 0 0 0,-1 0 0 0 0,0 0 0 0 0,0-1 1 0 0,1 1-1 0 0,-1 0 0 0 0,0 0 0 0 0,0 0 0 0 0,0-1 0 0 0,0 1 0 0 0,0 0 1 0 0,0 0-1 0 0,0 0 0 0 0,0-1 0 0 0,0 1 0 0 0,0 0 0 0 0,0 0 0 0 0,0 0 1 0 0,-1-1-1 0 0,1 1 0 0 0,0 0 0 0 0,-1 1 0 0 0,-2 1 7 0 0,0-1 1 0 0,0 1-1 0 0,-1 0 0 0 0,1-1 0 0 0,-1 0 1 0 0,1 1-1 0 0,-1-1 0 0 0,0-1 0 0 0,1 1 0 0 0,-1-1 1 0 0,0 1-1 0 0,-9 1 0 0 0,-54 12 362 0 0,-1-2 0 0 0,0-4 0 0 0,0-2-1 0 0,-1-4 1 0 0,-88-6 0 0 0,137 2-183 0 0,0-1-1 0 0,0-1 0 0 0,-30-9 1 0 0,49 12-170 0 0,0 0 0 0 0,1-1 1 0 0,-1 1-1 0 0,1 0 0 0 0,-1 0 0 0 0,0 0 1 0 0,1-1-1 0 0,-1 1 0 0 0,1 0 0 0 0,-1-1 1 0 0,1 1-1 0 0,-1-1 0 0 0,1 1 1 0 0,0 0-1 0 0,-1-1 0 0 0,1 1 0 0 0,-1-1 1 0 0,1 1-1 0 0,0-1 0 0 0,-1 0 0 0 0,1 1 1 0 0,0-1-1 0 0,0 1 0 0 0,-1-1 1 0 0,1 1-1 0 0,0-1 0 0 0,0 0 0 0 0,0 1 1 0 0,0-1-1 0 0,0 1 0 0 0,0-1 0 0 0,0 0 1 0 0,0 1-1 0 0,0-1 0 0 0,0 0 1 0 0,0 1-1 0 0,0-1 0 0 0,0 1 0 0 0,1-1 1 0 0,-1 0-1 0 0,0 1 0 0 0,0-1 0 0 0,1 1 1 0 0,-1-1-1 0 0,0 1 0 0 0,1-1 1 0 0,-1 1-1 0 0,0-1 0 0 0,1 1 0 0 0,-1-1 1 0 0,1 1-1 0 0,-1 0 0 0 0,1-1 0 0 0,0 0 1 0 0,24-17 200 0 0,-11 12-211 0 0,1 1 0 0 0,0 0 0 0 0,0 1-1 0 0,0 1 1 0 0,0 0 0 0 0,27-1 0 0 0,58-3-355 0 0,109 7-1 0 0,-166 1 228 0 0,-8 0 14 0 0,150 7-472 0 0,-150-5 438 0 0,-1 2 0 0 0,1 2 0 0 0,42 13 1 0 0,-70-19 130 0 0,0 1 1 0 0,0 1-1 0 0,-1-1 1 0 0,1 1-1 0 0,-1 0 1 0 0,0 0-1 0 0,0 1 1 0 0,0 0-1 0 0,0 0 1 0 0,0 1-1 0 0,-1-1 1 0 0,0 1-1 0 0,0 0 1 0 0,0 1-1 0 0,6 8 1 0 0,-11-13 16 0 0,1 0 0 0 0,-1 0 0 0 0,1 1 0 0 0,-1-1 0 0 0,0 0 1 0 0,1 0-1 0 0,-1 0 0 0 0,0 0 0 0 0,0 0 0 0 0,0 0 0 0 0,0 1 1 0 0,0-1-1 0 0,0 0 0 0 0,0 0 0 0 0,0 0 0 0 0,-1 0 0 0 0,1 0 1 0 0,0 1-1 0 0,-1-1 0 0 0,1 0 0 0 0,0 0 0 0 0,-1 0 0 0 0,0 0 1 0 0,1 0-1 0 0,-1 0 0 0 0,0 0 0 0 0,1 0 0 0 0,-1-1 0 0 0,0 1 1 0 0,0 0-1 0 0,0 0 0 0 0,0 0 0 0 0,-1 0 0 0 0,-37 17 218 0 0,32-15-172 0 0,-30 9 229 0 0,-1-2-1 0 0,0-1 1 0 0,-71 6 0 0 0,-117-5 108 0 0,171-9-355 0 0,-52 1-712 0 0,-207-23-1 0 0,297 18 37 0 0,0 0-1 0 0,-30-9 0 0 0,46 12 538 0 0,1 0-1 0 0,-1-1 1 0 0,0 1-1 0 0,0 0 1 0 0,1 0-1 0 0,-1-1 1 0 0,0 1-1 0 0,1-1 1 0 0,-1 1-1 0 0,0 0 0 0 0,1-1 1 0 0,-1 1-1 0 0,1-1 1 0 0,-1 0-1 0 0,1 1 1 0 0,-1-1-1 0 0,1 1 1 0 0,-1-1-1 0 0,1 0 1 0 0,-1 1-1 0 0,1-1 1 0 0,0 0-1 0 0,-1 1 1 0 0,1-1-1 0 0,0 0 1 0 0,0 0-1 0 0,-1 1 1 0 0,1-1-1 0 0,0 0 1 0 0,0 0-1 0 0,0 0 0 0 0,0 0 1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16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25 1121 0 0,'-61'-5'2881'0'0,"1"-3"-320"0"0,30 2-480 0 0,0 6-560 0 0,0-6 880 0 0,60 12-2001 0 0,30 0-160 0 0,0 2-240 0 0,31 3-400 0 0,60 16-641 0 0,-30-15-399 0 0,-31 1-561 0 0,-60-13-1761 0 0,1 0-240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16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1 480 0 0,'-24'6'6643'0'0,"-66"5"-2481"0"0,59-3-2961 0 0,62-16-1121 0 0,29 8 160 0 0,-6 0 160 0 0,7 0 0 0 0,59 0 241 0 0,62 8-241 0 0,-1-2-1361 0 0,-91-6-1600 0 0,-29 13-2641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19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957 1 1521 0 0,'-5'0'2161'0'0,"-16"0"-401"0"0,16 0 441 0 0,1 1-1560 0 0,-22 5-155 0 0,0-1 0 0 0,0-2 0 0 0,-41 1 0 0 0,-19 2-2 0 0,47-1-121 0 0,19-4-286 0 0,0 1-1 0 0,0 1 1 0 0,1 0 0 0 0,-1 2 0 0 0,1 0-1 0 0,0 2 1 0 0,0 0 0 0 0,-22 12-1 0 0,28-10 5 0 0,-9 2 45 0 0,-39-3 54 0 0,53-6-175 0 0,0-1 0 0 0,0 1 1 0 0,0 0-1 0 0,1 1 0 0 0,-1 0 0 0 0,1 0 0 0 0,0 1 0 0 0,-1 0 0 0 0,2 0 0 0 0,-1 0 0 0 0,0 1 0 0 0,1 0 1 0 0,0 1-1 0 0,0-1 0 0 0,0 1 0 0 0,-5 8 0 0 0,-16 13 2 0 0,23-23-7 0 0,2-3 0 0 0,0 1 0 0 0,0-1 0 0 0,0 1 0 0 0,0 0 0 0 0,0 0 0 0 0,1 0 0 0 0,-1 0 0 0 0,1 0 0 0 0,-1 0 0 0 0,1 0 0 0 0,0 1 0 0 0,0-1 0 0 0,0 0 0 0 0,0 1 0 0 0,0-1 0 0 0,0 1 0 0 0,1-1 0 0 0,-1 1 0 0 0,1 2 0 0 0,0-4 0 0 0,0 0 0 0 0,0 0 0 0 0,0 0 0 0 0,0 1 0 0 0,0-1 0 0 0,-1 0 0 0 0,1 0 0 0 0,0 0 0 0 0,0 0 0 0 0,-1 0 0 0 0,1 0 0 0 0,-1-1 0 0 0,1 1 0 0 0,-1 0 0 0 0,1 0 0 0 0,-1 0 0 0 0,0 0 0 0 0,1 0 0 0 0,-1-1 0 0 0,0 1 0 0 0,1 0 0 0 0,-1-1 0 0 0,0 1 0 0 0,-1 0 0 0 0,1 0 0 0 0,0-1 0 0 0,0 1 0 0 0,0 0 0 0 0,1 0 0 0 0,-1 0 0 0 0,0-1 0 0 0,0 1 0 0 0,1 0 0 0 0,-1 0 0 0 0,0 0 0 0 0,1 0 0 0 0,-1 0 0 0 0,1 0 0 0 0,-1 0 0 0 0,1 0 0 0 0,0 0 0 0 0,-1 0 0 0 0,1 1 0 0 0,0-1 0 0 0,0 0 0 0 0,0 0 0 0 0,0 0 0 0 0,0 0 0 0 0,0 2 0 0 0,0 0 3 0 0,0 0 0 0 0,0 1 1 0 0,0-1-1 0 0,0 1 0 0 0,0-1 1 0 0,-1 0-1 0 0,0 1 0 0 0,0-1 1 0 0,0 0-1 0 0,0 1 0 0 0,0-1 1 0 0,0 0-1 0 0,-1 0 0 0 0,0 0 1 0 0,1 0-1 0 0,-1 0 0 0 0,0-1 1 0 0,0 1-1 0 0,-5 4 0 0 0,6-6-2 0 0,0 0 0 0 0,1 0-1 0 0,-1-1 1 0 0,0 1-1 0 0,1 0 1 0 0,-1 0 0 0 0,1 0-1 0 0,0 0 1 0 0,-1 0-1 0 0,1 0 1 0 0,0 0 0 0 0,0 0-1 0 0,-1 0 1 0 0,1 0-1 0 0,0 0 1 0 0,0 0 0 0 0,0 0-1 0 0,0 0 1 0 0,0 0-1 0 0,0 0 1 0 0,1 0 0 0 0,-1 0-1 0 0,1 1 1 0 0,-1-1-1 0 0,0 0 0 0 0,0 0 0 0 0,0-1 0 0 0,1 1 0 0 0,-1 0 0 0 0,0 0-1 0 0,0 0 1 0 0,0-1 0 0 0,0 1 0 0 0,0 0 0 0 0,0 0 0 0 0,0 0 0 0 0,-1-1 0 0 0,1 1 0 0 0,0 0 0 0 0,0 0 0 0 0,-1 0 0 0 0,1-1 0 0 0,0 1 0 0 0,-1 0 0 0 0,1-1 0 0 0,-1 1 0 0 0,1 0 0 0 0,-1-1 0 0 0,1 1 0 0 0,-2 0 0 0 0,-5 4 1 0 0,6-5 1 0 0,0 0 0 0 0,0 0 1 0 0,0 1-1 0 0,0-1 0 0 0,0 1 0 0 0,0-1 1 0 0,1 1-1 0 0,-1-1 0 0 0,0 1 0 0 0,0 0 1 0 0,0-1-1 0 0,1 1 0 0 0,-1 0 1 0 0,0-1-1 0 0,1 1 0 0 0,-1 0 0 0 0,1 0 1 0 0,-1 0-1 0 0,1 0 0 0 0,-1 0 0 0 0,1 0 1 0 0,0-1-1 0 0,-1 1 0 0 0,1 0 0 0 0,0 0 1 0 0,0 0-1 0 0,-1 0 0 0 0,1 2 0 0 0,0-2-1 0 0,0 0 0 0 0,0 1 0 0 0,0-1-1 0 0,0 0 1 0 0,0 1 0 0 0,-1-1-1 0 0,1 0 1 0 0,-1 1 0 0 0,1-1 0 0 0,-1 0-1 0 0,1 0 1 0 0,-1 0 0 0 0,0 1-1 0 0,1-1 1 0 0,-1 0 0 0 0,0 0 0 0 0,0 0-1 0 0,0 0 1 0 0,0 0 0 0 0,0 0 0 0 0,0-1-1 0 0,-2 2 1 0 0,2-1-1 0 0,0 0 0 0 0,0 0 0 0 0,0 0-1 0 0,0 0 1 0 0,0 0 0 0 0,0 0 0 0 0,0 0 0 0 0,0 0 0 0 0,0 0 0 0 0,1 0-1 0 0,-1 0 1 0 0,0 1 0 0 0,1-1 0 0 0,-1 0 0 0 0,1 1 0 0 0,-1-1 0 0 0,1 0-1 0 0,0 1 1 0 0,-1-1 0 0 0,1 0 0 0 0,0 1 0 0 0,0 1 0 0 0,0-1-3 0 0,0-1 1 0 0,0 0-1 0 0,0 0 1 0 0,0 1-1 0 0,0-1 1 0 0,-1 0-1 0 0,1 0 1 0 0,0 1-1 0 0,-1-1 0 0 0,1 0 1 0 0,-1 0-1 0 0,1 0 1 0 0,-1 0-1 0 0,0 0 1 0 0,1 0-1 0 0,-1 0 1 0 0,0 0-1 0 0,0 0 1 0 0,0 0-1 0 0,0 0 1 0 0,0 0-1 0 0,0-1 1 0 0,-1 2-1 0 0,0-1 0 0 0,1 0-1 0 0,0 0 0 0 0,0-1 1 0 0,0 1-1 0 0,0 0 1 0 0,0 0-1 0 0,0 0 0 0 0,0 1 1 0 0,0-1-1 0 0,1 0 1 0 0,-1 0-1 0 0,0 0 0 0 0,1 1 1 0 0,-1-1-1 0 0,1 0 1 0 0,-1 1-1 0 0,1-1 1 0 0,-1 0-1 0 0,1 1 0 0 0,0-1 1 0 0,0 1-1 0 0,0-1 1 0 0,0 3-1 0 0,0-1-1 0 0,0 0-1 0 0,0 0 1 0 0,0 0-1 0 0,-1 0 1 0 0,1 0-1 0 0,-1 0 1 0 0,0 0 0 0 0,1 0-1 0 0,-2 0 1 0 0,1 0-1 0 0,0 0 1 0 0,0 0 0 0 0,-1 0-1 0 0,0-1 1 0 0,1 1-1 0 0,-4 2 1 0 0,-2 6 17 0 0,5-8-8 0 0,1 1 0 0 0,0-1 0 0 0,0 1 0 0 0,0 0 0 0 0,1 0-1 0 0,-1-1 1 0 0,1 1 0 0 0,0 0 0 0 0,0 0 0 0 0,0 0 0 0 0,0-1 0 0 0,1 1 0 0 0,-1 0 0 0 0,1 0 0 0 0,0-1 0 0 0,3 7 0 0 0,4-6 10 0 0,-7-4-13 0 0,0 0 1 0 0,0 0 0 0 0,0 1 0 0 0,0-1 0 0 0,-1 0 0 0 0,1 1 0 0 0,0-1 0 0 0,0 0 0 0 0,-1 1-1 0 0,1-1 1 0 0,0 1 0 0 0,-1-1 0 0 0,1 1 0 0 0,0-1 0 0 0,-1 1 0 0 0,1 0 0 0 0,-1-1 0 0 0,1 1-1 0 0,-1 0 1 0 0,1 0 0 0 0,-1-1 0 0 0,0 1 0 0 0,1 0 0 0 0,-1 0 0 0 0,0 0 0 0 0,1-1 0 0 0,-1 1-1 0 0,0 0 1 0 0,0 0 0 0 0,0 0 0 0 0,0 0 0 0 0,0-1 0 0 0,0 1 0 0 0,0 1 0 0 0,2 0-4 0 0,0 1 0 0 0,0-1 0 0 0,0 0 1 0 0,0 0-1 0 0,1 0 0 0 0,-1 0 0 0 0,1 0 1 0 0,-1 0-1 0 0,1-1 0 0 0,0 1 0 0 0,-1-1 1 0 0,4 1-1 0 0,15 11-42 0 0,-14-4 42 0 0,-1-1 0 0 0,1 0 0 0 0,1 0 0 0 0,0 0 0 0 0,0-1 1 0 0,13 9-1 0 0,26 22 2 0 0,-37-28 0 0 0,0-2 0 0 0,1 1 0 0 0,0-2 0 0 0,15 10 0 0 0,9 3-40 0 0,51 39 0 0 0,-83-58 43 0 0,-1 1 0 0 0,0 0 0 0 0,0 0 0 0 0,0 0 0 0 0,0 0 0 0 0,0 0 0 0 0,0 0 0 0 0,0 0 0 0 0,0 1 0 0 0,-1-1 0 0 0,1 1 1 0 0,-1-1-1 0 0,0 1 0 0 0,0-1 0 0 0,0 1 0 0 0,0 0 0 0 0,0 0 0 0 0,-1 0 0 0 0,1-1 0 0 0,-1 1 0 0 0,0 0 0 0 0,0 0 0 0 0,0 0 0 0 0,0 0 1 0 0,-1 4-1 0 0,2-4-3 0 0,-1-1 0 0 0,1 1 0 0 0,-1-1 0 0 0,1 1 0 0 0,0-1 1 0 0,0 1-1 0 0,0-1 0 0 0,0 0 0 0 0,0 1 0 0 0,1-1 0 0 0,-1 0 1 0 0,1 0-1 0 0,0 0 0 0 0,-1 0 0 0 0,1 0 0 0 0,0 0 0 0 0,0 0 1 0 0,4 2-1 0 0,45 26-9 0 0,-39-23 1 0 0,7 3-6 0 0,2 0-1 0 0,-1-1 0 0 0,1 0 1 0 0,0-2-1 0 0,1-1 0 0 0,-1 0 1 0 0,1-2-1 0 0,0-1 0 0 0,35 2 1 0 0,169-3 14 0 0,-166-4-4 0 0,-49 3 8 0 0,0-1-1 0 0,0-1 0 0 0,0 0 1 0 0,11-3-1 0 0,122-11 68 0 0,-17 4-75 0 0,168-46 143 0 0,-234 44-118 0 0,85-31-115 0 0,-135 41 94 0 0,-1 0-1 0 0,-1 0 1 0 0,1-1-1 0 0,0-1 1 0 0,-1 1-1 0 0,0-2 1 0 0,0 1-1 0 0,0-1 1 0 0,-1 0-1 0 0,0-1 1 0 0,13-14-1 0 0,-8 5 5 0 0,-1-1-1 0 0,-1-1 0 0 0,-1 0 1 0 0,10-23-1 0 0,3-4 0 0 0,-7 21 10 0 0,-14 22-9 0 0,0-1 0 0 0,0 1 0 0 0,0 0-1 0 0,-1-1 1 0 0,1 1 0 0 0,-1-1 0 0 0,0 0 0 0 0,1 1-1 0 0,-1-1 1 0 0,0 0 0 0 0,-1 0 0 0 0,1 0 0 0 0,0-2-1 0 0,-1 3 1 0 0,-1 1-1 0 0,1-1 0 0 0,0 1 1 0 0,-1-1-1 0 0,1 1 0 0 0,-1 0 0 0 0,1-1 1 0 0,-1 1-1 0 0,0 0 0 0 0,1 0 1 0 0,-1-1-1 0 0,0 1 0 0 0,0 0 1 0 0,0 0-1 0 0,0 0 0 0 0,0 0 1 0 0,0 0-1 0 0,0 0 0 0 0,-1 0 0 0 0,1 1 1 0 0,-2-2-1 0 0,-13-12 111 0 0,3 3-35 0 0,0 1-1 0 0,0 0 1 0 0,-1 0 0 0 0,-1 2-1 0 0,-20-10 1 0 0,-8-5 49 0 0,-149-106 322 0 0,-33-20-86 0 0,167 120-135 0 0,-2 2 0 0 0,-1 2 0 0 0,0 3 0 0 0,-2 3 0 0 0,-117-19 0 0 0,-80-19 185 0 0,169 40-214 0 0,86 17-307 0 0,5 4-2614 0 0,-5-16-6817 0 0,-20 6 6803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22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614 181 160 0 0,'50'-57'5376'0'0,"-48"55"-5152"0"0,-1 0 1 0 0,0 1-1 0 0,-1-1 0 0 0,1 0 1 0 0,0 0-1 0 0,0 0 1 0 0,-1 0-1 0 0,1 0 0 0 0,-1 0 1 0 0,0 0-1 0 0,1-4 1 0 0,-1 5-165 0 0,0 0 1 0 0,0 0 0 0 0,0 0 0 0 0,0 0-1 0 0,0 1 1 0 0,0-1 0 0 0,0 0 0 0 0,1 0 0 0 0,-1 0-1 0 0,0 0 1 0 0,0 0 0 0 0,1 0 0 0 0,-1 1 0 0 0,1-1-1 0 0,-1 0 1 0 0,1 0 0 0 0,-1 0 0 0 0,1 1 0 0 0,0-2-1 0 0,8-2 15 0 0,-8 4-57 0 0,-1-1 0 0 0,1 1 0 0 0,0 0-1 0 0,0-1 1 0 0,0 1 0 0 0,0 0 0 0 0,0-1 0 0 0,-1 1-1 0 0,1-1 1 0 0,0 0 0 0 0,0 1 0 0 0,-1-1 0 0 0,1 0 0 0 0,0 1-1 0 0,-1-1 1 0 0,1 0 0 0 0,-1 1 0 0 0,1-1 0 0 0,-1 0-1 0 0,1 0 1 0 0,-1 0 0 0 0,0 0 0 0 0,1 0 0 0 0,-1 1-1 0 0,0-1 1 0 0,0 0 0 0 0,1-2 0 0 0,-6 1 275 0 0,-16-2-39 0 0,-1 7 322 0 0,14-1-499 0 0,3-2 857 0 0,0 0-840 0 0,-133 6 339 0 0,-150 25 1 0 0,267-28-359 0 0,0 1 1 0 0,0 0 0 0 0,-31 12-1 0 0,42-11-80 0 0,0 0 0 0 0,0 0 0 0 0,1 1 0 0 0,-1 1 0 0 0,1-1 0 0 0,-15 16-1 0 0,23-21 8 0 0,0-1-1 0 0,0 1 1 0 0,0 0-1 0 0,0 0 1 0 0,0 0-1 0 0,0 0 0 0 0,0 0 1 0 0,0 0-1 0 0,0 0 1 0 0,0 0-1 0 0,0 1 1 0 0,1-1-1 0 0,-1 0 1 0 0,1 0-1 0 0,-1 1 0 0 0,1-1 1 0 0,-1 0-1 0 0,1 1 1 0 0,0-1-1 0 0,-1 0 1 0 0,1 1-1 0 0,0-1 0 0 0,0 1 1 0 0,0-1-1 0 0,0 0 1 0 0,0 2-1 0 0,2 0 10 0 0,0 0-1 0 0,1-1 1 0 0,-1 1-1 0 0,0-1 1 0 0,1 0-1 0 0,-1 1 1 0 0,1-1-1 0 0,-1 0 1 0 0,6 2 0 0 0,10 8-22 0 0,-3-2-4 0 0,1-1 0 0 0,0-1 1 0 0,1 0-1 0 0,-1-1 0 0 0,2-1 0 0 0,-1 0 0 0 0,1-2 1 0 0,24 4-1 0 0,14-1 15 0 0,70 1-1 0 0,-115-8 7 0 0,24 2 47 0 0,66-7-1 0 0,-87 3-48 0 0,-1-1 0 0 0,0 0 0 0 0,0-1 0 0 0,0 0 0 0 0,0-1 0 0 0,-1-1 0 0 0,0 0 0 0 0,13-8 0 0 0,-16 9 15 0 0,0 0-1 0 0,-1 0 0 0 0,0-1 1 0 0,0 0-1 0 0,-1-1 0 0 0,0 1 1 0 0,0-1-1 0 0,0-1 0 0 0,-1 1 1 0 0,0-1-1 0 0,-1 0 0 0 0,0-1 1 0 0,0 1-1 0 0,0-1 0 0 0,4-14 1 0 0,-6 6-10 0 0,-1 0 1 0 0,-1 0 0 0 0,-1-28 0 0 0,-1 16 44 0 0,1 28-53 0 0,0 1 0 0 0,0-1 0 0 0,1 1 0 0 0,-1-1 0 0 0,0 1 0 0 0,0-1 0 0 0,-1 0 0 0 0,1 1 0 0 0,0-1 0 0 0,0 1 0 0 0,0-1 0 0 0,0 1 0 0 0,0-1 0 0 0,-1 1 0 0 0,1-1 0 0 0,0 1 0 0 0,0-1 1 0 0,-1 1-1 0 0,1-1 0 0 0,0 1 0 0 0,-1-1 0 0 0,1 1 0 0 0,0 0 0 0 0,-1-1 0 0 0,0 0 0 0 0,-11-8 34 0 0,20 10-72 0 0,-4 0-55 0 0,-8 0 75 0 0,-11 7-61 0 0,14-6 75 0 0,0 0 0 0 0,0 0 1 0 0,0 0-1 0 0,1 0 0 0 0,-1 0 0 0 0,1 0 0 0 0,-1 0 0 0 0,1 0 0 0 0,0 0 0 0 0,0 0 0 0 0,0 1 0 0 0,0 1 0 0 0,-1 7 9 0 0,0 0 0 0 0,-1 1-1 0 0,0-2 1 0 0,-6 17 0 0 0,5-19 4 0 0,0 0-1 0 0,1 0 1 0 0,0 0 0 0 0,0 0 0 0 0,1 0 0 0 0,0 1 0 0 0,0-1-1 0 0,1 0 1 0 0,0 1 0 0 0,1-1 0 0 0,2 13 0 0 0,22 30 127 0 0,-20-43-120 0 0,-1 0 1 0 0,0 0 0 0 0,0 0 0 0 0,4 14 0 0 0,22 117 62 0 0,-25-99-92 0 0,-1-1 0 0 0,-3 1-1 0 0,-4 45 1 0 0,1-6-45 0 0,2-1-463 0 0,0-76 426 0 0,0-1 0 0 0,0 0 0 0 0,0 0 1 0 0,0 0-1 0 0,1 1 0 0 0,-1-1 1 0 0,0 0-1 0 0,0 0 0 0 0,1 0 1 0 0,-1 1-1 0 0,1-1 0 0 0,-1 0 1 0 0,1 0-1 0 0,-1 0 0 0 0,1 0 1 0 0,0 0-1 0 0,-1 0 0 0 0,1 0 0 0 0,0 0 1 0 0,0 0-1 0 0,0-1 0 0 0,0 1 1 0 0,0 0-1 0 0,0 0 0 0 0,0-1 1 0 0,0 1-1 0 0,0 0 0 0 0,0-1 1 0 0,0 0-1 0 0,0 1 0 0 0,1-1 1 0 0,-1 1-1 0 0,0-1 0 0 0,0 0 1 0 0,0 0-1 0 0,1 0 0 0 0,-1 0 0 0 0,0 0 1 0 0,0 0-1 0 0,1 0 0 0 0,-1 0 1 0 0,2-1-1 0 0,52-1-5255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22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14 880 0 0,'0'-14'4402'0'0,"-30"22"-2241"0"0,0 11-80 0 0,30 18-160 0 0,60 20-800 0 0,0-12-961 0 0,1-18-320 0 0,-31-8 80 0 0,30-8 160 0 0,1 9-160 0 0,-31-15-481 0 0,0 3-1039 0 0,0-2-1602 0 0,-30 0-2560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22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1 363 1040 0 0,'30'-5'3682'0'0,"-30"-1"-1201"0"0,0-8-720 0 0,30 1-400 0 0,-30-12-481 0 0,121-58-240 0 0,0-24-880 0 0,-1 35-1681 0 0,-59 34-3521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23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66 1841 0 0,'1'0'164'0'0,"0"0"0"0"0,1 0 1 0 0,-1-1-1 0 0,0 1 0 0 0,0 0 1 0 0,1-1-1 0 0,-1 1 0 0 0,0-1 1 0 0,0 1-1 0 0,0-1 0 0 0,0 0 1 0 0,0 1-1 0 0,0-1 0 0 0,0 0 1 0 0,0 0-1 0 0,0 0 0 0 0,0 0 1 0 0,0 0-1 0 0,0 0 0 0 0,-1 0 0 0 0,1 0 1 0 0,0 0-1 0 0,-1 0 0 0 0,1 0 1 0 0,-1 0-1 0 0,1-1 0 0 0,0-1 1 0 0,-2 2 78 0 0,0-1 1 0 0,0 0-1 0 0,0 1 1 0 0,0-1-1 0 0,0 1 1 0 0,0-1-1 0 0,-1 1 1 0 0,1 0-1 0 0,0-1 1 0 0,-1 1-1 0 0,1 0 1 0 0,-1 0-1 0 0,1 0 1 0 0,-1 0 0 0 0,-1-1-1 0 0,-2-14 1539 0 0,5 12-952 0 0,0 11-654 0 0,-1 24-196 0 0,-1 0 0 0 0,-2-1 0 0 0,-1 1 0 0 0,-1-1 0 0 0,-1 0 0 0 0,-2-1 0 0 0,-17 40 0 0 0,9-26 9 0 0,10-20-79 0 0,-2 1 0 0 0,-1-1 0 0 0,-1-1 0 0 0,0 0 0 0 0,-2 0 0 0 0,-25 32 1 0 0,35-48-432 0 0,11-7-239 0 0,37-17-1761 0 0,-40 14 1886 0 0,0 0 1 0 0,0 0-1 0 0,-1 0 1 0 0,1-1-1 0 0,-1 1 0 0 0,3-6 1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23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441 147 800 0 0,'0'-1'80'0'0,"0"0"-1"0"0,0 1 1 0 0,0-1-1 0 0,0 0 1 0 0,0 1-1 0 0,1-1 1 0 0,-1 0-1 0 0,0 1 1 0 0,0-1-1 0 0,1 0 0 0 0,-1 1 1 0 0,0-1-1 0 0,1 0 1 0 0,-1 1-1 0 0,1-1 1 0 0,-1 1-1 0 0,1-1 1 0 0,-1 1-1 0 0,1-1 1 0 0,-1 1-1 0 0,1-1 1 0 0,0 1-1 0 0,-1 0 1 0 0,1-1-1 0 0,0 1 0 0 0,-1 0 1 0 0,1 0-1 0 0,0-1 1 0 0,-1 1-1 0 0,1 0 1 0 0,0 0-1 0 0,0 0 1 0 0,-1 0-1 0 0,1 0 1 0 0,1 0-1 0 0,-2 0 11 0 0,1 0-1 0 0,-1 0 0 0 0,1 0 1 0 0,-1 0-1 0 0,0 0 1 0 0,1 0-1 0 0,-1 0 1 0 0,1 0-1 0 0,-1 0 0 0 0,1-1 1 0 0,-1 1-1 0 0,1 0 1 0 0,-1 0-1 0 0,1 0 1 0 0,-1-1-1 0 0,0 1 1 0 0,1 0-1 0 0,-1 0 0 0 0,0-1 1 0 0,1 1-1 0 0,-1 0 1 0 0,0-1-1 0 0,1 1 1 0 0,-1 0-1 0 0,0-1 0 0 0,1 1 1 0 0,-1-1-1 0 0,0 1 1 0 0,0 0-1 0 0,0-1 1 0 0,1-1 1506 0 0,-2 1-1501 0 0,-1 1-1 0 0,1-1 1 0 0,0 1-1 0 0,-1 0 1 0 0,1 0-1 0 0,-1-1 1 0 0,1 1-1 0 0,0 0 1 0 0,-1 0-1 0 0,1 0 0 0 0,0 1 1 0 0,-1-1-1 0 0,1 0 1 0 0,-1 0-1 0 0,1 1 1 0 0,0-1-1 0 0,0 1 1 0 0,-1-1-1 0 0,1 1 1 0 0,0-1-1 0 0,0 1 1 0 0,-1 0-1 0 0,0 1 1 0 0,-5 1 479 0 0,-190 64 853 0 0,179-60-1389 0 0,0 1 0 0 0,0 0-1 0 0,0 2 1 0 0,1 0 0 0 0,1 1 0 0 0,-1 0 0 0 0,2 1-1 0 0,0 1 1 0 0,0 1 0 0 0,1 0 0 0 0,-21 28 0 0 0,33-39-33 0 0,0-1 0 0 0,0 1 0 0 0,1 0 0 0 0,-1 0 0 0 0,1 0 0 0 0,-1 0 0 0 0,1 0 0 0 0,0 0 0 0 0,0 0 0 0 0,0 0 0 0 0,1 0 0 0 0,-1 0 0 0 0,1 1 0 0 0,0-1 0 0 0,0 0 0 0 0,0 0 0 0 0,0 1 0 0 0,0-1 0 0 0,1 0 0 0 0,-1 0 0 0 0,1 0 0 0 0,0 1 0 0 0,0-1 0 0 0,0 0 0 0 0,1 0 0 0 0,-1 0 0 0 0,1-1 0 0 0,-1 1 0 0 0,1 0 0 0 0,0-1 0 0 0,0 1 0 0 0,0-1 0 0 0,1 1 0 0 0,-1-1 0 0 0,0 0 0 0 0,1 0 0 0 0,5 3 0 0 0,1 2 10 0 0,1-1 1 0 0,0 0-1 0 0,1 0 0 0 0,0-1 1 0 0,-1-1-1 0 0,2 0 1 0 0,-1 0-1 0 0,0-1 1 0 0,1-1-1 0 0,12 2 1 0 0,3-3-56 0 0,-1-1 0 0 0,1 0 0 0 0,0-2 0 0 0,36-8 1 0 0,-62 10 38 0 0,22-5 32 0 0,-1 0 1 0 0,0-2 0 0 0,0 0-1 0 0,-1-2 1 0 0,0 0 0 0 0,0-1-1 0 0,-1-2 1 0 0,0 0 0 0 0,-1 0-1 0 0,-1-2 1 0 0,0-1 0 0 0,-1 0-1 0 0,0-1 1 0 0,-1-1 0 0 0,19-26-1 0 0,-32 39-33 0 0,1-1 0 0 0,-1 0 0 0 0,-1 1 0 0 0,1-1 0 0 0,-1 0 0 0 0,0-1 0 0 0,0 1 0 0 0,0 0 0 0 0,-1-1 0 0 0,1 1 0 0 0,-1-1 0 0 0,-1 1 0 0 0,1-1 0 0 0,-1 1 0 0 0,0-1-1 0 0,0 0 1 0 0,-1 1 0 0 0,-1-7 0 0 0,-2-3-205 0 0,-1 1 0 0 0,0-1 0 0 0,-1 1 0 0 0,-1 1 0 0 0,-9-14 0 0 0,14 22 101 0 0,-1-1-233 0 0,-1 0 0 0 0,0 1-1 0 0,0-1 1 0 0,0 1 0 0 0,-1 0-1 0 0,0 0 1 0 0,0 0 0 0 0,0 0-1 0 0,-1 1 1 0 0,1 0 0 0 0,-1 0-1 0 0,0 1 1 0 0,0-1 0 0 0,0 1-1 0 0,-11-3 1 0 0,-43-9-5464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32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362 235 4482 0 0,'-90'-6'2881'0'0,"60"-7"-2400"0"0,0-6-722 0 0,-1-6 241 0 0,1 0 161 0 0,0 0-81 0 0,0 6 80 0 0,0-6 0 0 0,-1 5 0 0 0,1 7-160 0 0,30 7-80 0 0,0-2-160 0 0,0 3-481 0 0,0-1-879 0 0,30-2-401 0 0,-30 2 0 0 0,0 1 400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33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 1681 0 0,'-48'0'7996'0'0,"17"0"-7121"0"0,26 0-635 0 0,5 0-234 0 0,0 1 1 0 0,1-1 0 0 0,-1 0 0 0 0,0 1 0 0 0,0-1 0 0 0,0 1-1 0 0,0-1 1 0 0,0 0 0 0 0,0 1 0 0 0,0-1 0 0 0,0 1 0 0 0,0-1 0 0 0,0 1-1 0 0,0-1 1 0 0,0 0 0 0 0,0 1 0 0 0,0-1 0 0 0,0 1 0 0 0,0-1-1 0 0,0 1 1 0 0,0-1 0 0 0,-1 0 0 0 0,1 1 0 0 0,0-1 0 0 0,0 0-1 0 0,0 1 1 0 0,-1-1 0 0 0,1 0 0 0 0,0 1 0 0 0,-1-1 0 0 0,1 0 0 0 0,0 1-1 0 0,-1-1 1 0 0,1 0 0 0 0,0 0 0 0 0,-1 1 0 0 0,1-1 0 0 0,-1 0-1 0 0,-2 5 11 0 0,0-1-1 0 0,0 1 0 0 0,0-1 0 0 0,1 1 0 0 0,-1 0 1 0 0,1 0-1 0 0,0 0 0 0 0,1 0 0 0 0,-1 0 0 0 0,1 1 1 0 0,0-1-1 0 0,1 0 0 0 0,-1 1 0 0 0,1-1 0 0 0,0 1 1 0 0,0-1-1 0 0,2 6 0 0 0,-2-9-14 0 0,1 21 11 0 0,0-18-12 0 0,-1-1 1 0 0,1 1-1 0 0,-1 0 0 0 0,0 0 0 0 0,-1 0 0 0 0,1 0 1 0 0,-1 0-1 0 0,0-1 0 0 0,0 1 0 0 0,-3 9 1 0 0,0-8 6 0 0,1-2 6 0 0,1 0 0 0 0,-1 0-1 0 0,1 1 1 0 0,0-1 0 0 0,0 1-1 0 0,0 0 1 0 0,1 0-1 0 0,-1 0 1 0 0,1-1 0 0 0,0 1-1 0 0,1 0 1 0 0,-1 0 0 0 0,1 0-1 0 0,1 7 1 0 0,-2-8-16 0 0,0 0 1 0 0,0-1-1 0 0,0 1 0 0 0,0-1 1 0 0,0 1-1 0 0,-1-1 0 0 0,0 1 1 0 0,1-1-1 0 0,-4 4 1 0 0,3-6-1 0 0,1 1 0 0 0,-1 0 0 0 0,1 0 0 0 0,0 0 0 0 0,0 0 0 0 0,-1 0 0 0 0,1 0 1 0 0,0 0-1 0 0,1 0 0 0 0,-1 1 0 0 0,0-1 0 0 0,1 0 0 0 0,-1 1 0 0 0,1-1 1 0 0,0 0-1 0 0,-1 1 0 0 0,1-1 0 0 0,0 0 0 0 0,1 1 0 0 0,-1-1 0 0 0,0 0 1 0 0,1 1-1 0 0,-1-1 0 0 0,1 0 0 0 0,0 0 0 0 0,1 4 0 0 0,-1-5 6 0 0,19 22 59 0 0,-41-22-63 0 0,21-1-6 0 0,0 0 5 0 0,0 0 0 0 0,-1 0 0 0 0,1 0 0 0 0,0 0 0 0 0,0 0 0 0 0,0 0 0 0 0,0 0 1 0 0,-1 0-1 0 0,1 0 0 0 0,0 0 0 0 0,0 0 0 0 0,0 0 0 0 0,0 0 0 0 0,-1 0 0 0 0,1 0 1 0 0,0 0-1 0 0,0 0 0 0 0,0 0 0 0 0,0 0 0 0 0,-1 0 0 0 0,1 0 0 0 0,0 0 0 0 0,0 0 1 0 0,0 0-1 0 0,0 1 0 0 0,0-1 0 0 0,-1 0 0 0 0,1 0 0 0 0,0 0 0 0 0,0 0 0 0 0,0 0 1 0 0,0 0-1 0 0,0 0 0 0 0,0 1 0 0 0,0-1 0 0 0,0 0 0 0 0,-1 0 0 0 0,1 0 1 0 0,0 0-1 0 0,0 1 0 0 0,0-1 0 0 0,0 0 0 0 0,0 0 0 0 0,0 0 0 0 0,0 0 0 0 0,0 1 1 0 0,0-1-1 0 0,0 0 0 0 0,0 0 0 0 0,0 0 0 0 0,0 0 0 0 0,0 1 0 0 0,0-1 0 0 0,0 0 1 0 0,0 0-1 0 0,0 0 0 0 0,0 0 0 0 0,1 0 0 0 0,-1 1 0 0 0,0-1 0 0 0,0 10 61 0 0,5-11-47 0 0,5 0 5 0 0,1 0 0 0 0,-1 1-1 0 0,0 0 1 0 0,16 3-1 0 0,23 1 69 0 0,101 1 47 0 0,26 3-120 0 0,-85-2-13 0 0,-65-5-1 0 0,-20 0 2 0 0,0 0 0 0 0,1-1 0 0 0,-1 1 0 0 0,0-1 0 0 0,0-1 0 0 0,0 1 0 0 0,1-1 0 0 0,-1 0 0 0 0,0 0 0 0 0,0-1 0 0 0,0 0 0 0 0,-1 0 0 0 0,1 0 0 0 0,8-6 0 0 0,8-9 45 0 0,-14 11-34 0 0,0-1 1 0 0,0 0-1 0 0,0-1 1 0 0,0 1-1 0 0,-1-2 1 0 0,10-14-1 0 0,-8 7-11 0 0,-1 1 0 0 0,0-2 1 0 0,-1 1-1 0 0,-1-1 0 0 0,0 0 0 0 0,-2 0 0 0 0,0 0 0 0 0,0 0 0 0 0,-2-1 0 0 0,0 0 0 0 0,-2-33 1 0 0,0 56 1 0 0,0 1 0 0 0,-1-1 0 0 0,0 0 0 0 0,0 1 0 0 0,-1-1 0 0 0,1 0 0 0 0,-5 10 1 0 0,-7 21 64 0 0,9 37 73 0 0,4-55-46 0 0,-1 1 0 0 0,-4 29 1 0 0,-4-8 131 0 0,5-26-152 0 0,0 0 0 0 0,1 0-1 0 0,1 1 1 0 0,0-1-1 0 0,1 1 1 0 0,1 0 0 0 0,0-1-1 0 0,1 1 1 0 0,3 19 0 0 0,-1-24-84 0 0,-1 0 1 0 0,2 0 0 0 0,0 0-1 0 0,0 0 1 0 0,0-1 0 0 0,10 15-1 0 0,-12-21-155 0 0,0-1 0 0 0,0 1 0 0 0,0-1 0 0 0,1 1 0 0 0,-1-1 0 0 0,1 0 0 0 0,-1 0 0 0 0,1 0 0 0 0,0 0 0 0 0,0 0 0 0 0,0 0 0 0 0,0-1 0 0 0,0 0 0 0 0,0 1 0 0 0,0-1 0 0 0,0 0 0 0 0,0-1 0 0 0,1 1 0 0 0,-1 0 0 0 0,0-1 1 0 0,1 0-1 0 0,-1 0 0 0 0,0 0 0 0 0,1 0 0 0 0,5-2 0 0 0,21-11-3732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35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69 160 0 0,'-55'5'5923'0'0,"50"-5"-4843"0"0,6-1 104 0 0,-7-3-980 0 0,-75-17 1890 0 0,110 25-1680 0 0,-1-2 1 0 0,1-1-1 0 0,-1-1 1 0 0,45-6 0 0 0,-23 0-545 0 0,91-26 1 0 0,-129 28-91 0 0,-9 3 4 0 0,0 0 0 0 0,1 0 1 0 0,-1 0-1 0 0,0 0 0 0 0,1 0 0 0 0,-1 1 0 0 0,1-1 0 0 0,-1 1 1 0 0,1 0-1 0 0,-1 0 0 0 0,0 1 0 0 0,1-1 0 0 0,4 2 1 0 0,22 14-3801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36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39 800 0 0,'-1'-4'4915'0'0,"1"-11"-2083"0"0,-1 14-2731 0 0,1 0 0 0 0,0 1-1 0 0,0-1 1 0 0,0 0 0 0 0,0 0-1 0 0,0 1 1 0 0,0-1 0 0 0,0 0-1 0 0,0 0 1 0 0,0 0 0 0 0,0 1-1 0 0,1-1 1 0 0,-1 0 0 0 0,0 0 0 0 0,0 1-1 0 0,1-1 1 0 0,-1 0 0 0 0,0 1-1 0 0,1-1 1 0 0,-1 0 0 0 0,1 1-1 0 0,-1-1 1 0 0,1 1 0 0 0,-1-1-1 0 0,2 0 1 0 0,6 1-110 0 0,1 0-1 0 0,-1 0 1 0 0,1 1-1 0 0,-1 1 0 0 0,1-1 1 0 0,-1 1-1 0 0,0 1 1 0 0,0 0-1 0 0,0 0 1 0 0,0 0-1 0 0,-1 1 1 0 0,1 0-1 0 0,-1 1 1 0 0,0-1-1 0 0,0 1 1 0 0,0 1-1 0 0,-1-1 1 0 0,0 1-1 0 0,0 1 1 0 0,7 8-1 0 0,-11-12 4 0 0,0 0 0 0 0,1 0 0 0 0,-2 0 1 0 0,1 0-1 0 0,0 0 0 0 0,0 0 0 0 0,-1 0 0 0 0,0 1 0 0 0,0-1 0 0 0,0 0 1 0 0,0 1-1 0 0,0-1 0 0 0,-1 1 0 0 0,1-1 0 0 0,-1 1 0 0 0,0 0 1 0 0,0-1-1 0 0,0 1 0 0 0,-1-1 0 0 0,1 1 0 0 0,-1-1 0 0 0,0 1 0 0 0,0-1 1 0 0,-2 6-1 0 0,-2-2 22 0 0,0 1 0 0 0,0-1 0 0 0,-1 1 0 0 0,0-1 0 0 0,0-1-1 0 0,0 1 1 0 0,-1-1 0 0 0,0-1 0 0 0,-9 7 0 0 0,10-8 33 0 0,0-1-1 0 0,1 0 0 0 0,-1 0 1 0 0,0 0-1 0 0,-1-1 0 0 0,1 0 1 0 0,0 0-1 0 0,-1-1 1 0 0,1 1-1 0 0,-1-1 0 0 0,1-1 1 0 0,-1 1-1 0 0,1-1 0 0 0,-1 0 1 0 0,-9-2-1 0 0,16 2-42 0 0,-1 0 0 0 0,1 0-1 0 0,0 0 1 0 0,0 0 0 0 0,-1 0 0 0 0,1 0 0 0 0,0 0 0 0 0,0 0-1 0 0,-1 0 1 0 0,1 0 0 0 0,0 0 0 0 0,0-1 0 0 0,0 1-1 0 0,-1 0 1 0 0,1 0 0 0 0,0 0 0 0 0,0 0 0 0 0,0 0-1 0 0,-1 0 1 0 0,1-1 0 0 0,0 1 0 0 0,0 0 0 0 0,0 0 0 0 0,0 0-1 0 0,-1-1 1 0 0,1 1 0 0 0,0 0 0 0 0,0 0 0 0 0,0 0-1 0 0,0-1 1 0 0,0 1 0 0 0,0 0 0 0 0,0 0 0 0 0,0-1-1 0 0,-1 1 1 0 0,1 0 0 0 0,0 0 0 0 0,0-1 0 0 0,0 1 0 0 0,0 0-1 0 0,0 0 1 0 0,1-1 0 0 0,-1 1 0 0 0,0 0 0 0 0,9-12 121 0 0,8-1-89 0 0,-11 9-25 0 0,-1 1 0 0 0,1-1 0 0 0,0 1 0 0 0,0-1 0 0 0,0 2 0 0 0,1-1 0 0 0,-1 1 0 0 0,1 0 0 0 0,-1 0-1 0 0,1 1 1 0 0,10-1 0 0 0,1 0-35 0 0,1 2 0 0 0,0 0 0 0 0,25 5 0 0 0,15 4-53 0 0,0 3 0 0 0,-1 2 1 0 0,0 3-1 0 0,80 36 0 0 0,-131-50 74 0 0,-1 0 0 0 0,0 0 0 0 0,0 0-1 0 0,-1 1 1 0 0,1 0 0 0 0,-1 0 0 0 0,7 7 0 0 0,-10-9 2 0 0,0 0 1 0 0,-1 0-1 0 0,1 0 1 0 0,-1 0-1 0 0,0 0 1 0 0,1 1-1 0 0,-1-1 1 0 0,0 0-1 0 0,0 1 1 0 0,-1-1 0 0 0,1 1-1 0 0,0-1 1 0 0,-1 1-1 0 0,1-1 1 0 0,-1 4-1 0 0,-1-2 23 0 0,0 1-1 0 0,0-1 0 0 0,0 1 1 0 0,-1-1-1 0 0,0 0 1 0 0,0 0-1 0 0,0 0 1 0 0,0 0-1 0 0,-1 0 0 0 0,1 0 1 0 0,-1-1-1 0 0,0 1 1 0 0,0-1-1 0 0,-1 1 0 0 0,1-1 1 0 0,-1 0-1 0 0,1-1 1 0 0,-1 1-1 0 0,0-1 1 0 0,-5 4-1 0 0,-3 0 128 0 0,1-1 0 0 0,-1 1 0 0 0,0-2 0 0 0,-1 0 0 0 0,1 0 0 0 0,-15 2 0 0 0,-80 8 643 0 0,106-13-791 0 0,-45 3 144 0 0,0-2 0 0 0,0-1-1 0 0,0-3 1 0 0,-1-1 0 0 0,-49-11 0 0 0,17 1-307 0 0,77 13 65 0 0,1-1 0 0 0,-1 1 0 0 0,0 0 0 0 0,1 0 0 0 0,-1-1 0 0 0,1 1 0 0 0,-1 0 0 0 0,1-1 0 0 0,-1 0 0 0 0,1 1 0 0 0,-1-1 0 0 0,1 0 0 0 0,0 0 0 0 0,-1 0 0 0 0,1 0 0 0 0,0 0 0 0 0,0 0 0 0 0,-1 0 0 0 0,1 0 0 0 0,0 0 0 0 0,0 0 0 0 0,0-1 0 0 0,1 1 0 0 0,-1 0 1 0 0,0-1-1 0 0,0 1 0 0 0,1-1 0 0 0,-1 1 0 0 0,1-1 0 0 0,-1 1 0 0 0,1-1 0 0 0,0 0 0 0 0,-1-1 0 0 0,2 0-266 0 0,0 1 0 0 0,0-1 0 0 0,0 1 0 0 0,0-1 0 0 0,0 1 1 0 0,1 0-1 0 0,-1 0 0 0 0,1 0 0 0 0,0-1 0 0 0,-1 2 0 0 0,1-1 0 0 0,0 0 0 0 0,0 0 1 0 0,0 0-1 0 0,0 1 0 0 0,1-1 0 0 0,3-1 0 0 0,49-18-4788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37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 3282 0 0,'0'-6'6563'0'0,"-30"12"-5523"0"0,30 8-480 0 0,30 41 81 0 0,30 41 239 0 0,1-7-160 0 0,-1-18-320 0 0,0-13-320 0 0,-5-22-80 0 0,5-3 81 0 0,-30-20-322 0 0,-30-7-879 0 0,30-19-881 0 0,-30-12-240 0 0,0 0-320 0 0,-30 5-240 0 0,0 15 479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37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0 256 4082 0 0,'0'0'6003'0'0,"0"-5"-4643"0"0,0-9-1040 0 0,30 1 1 0 0,31-7-81 0 0,-1-10-240 0 0,115-47-1441 0 0,6-19-3121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38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55 123 1601 0 0,'-1'-2'210'0'0,"1"-1"0"0"0,0 1 0 0 0,0-1 0 0 0,-1 0 0 0 0,0 1 0 0 0,1-1 0 0 0,-1 1-1 0 0,0-1 1 0 0,0 1 0 0 0,-1 0 0 0 0,1-1 0 0 0,0 1 0 0 0,-1 0 0 0 0,-2-3 0 0 0,2 3 19 0 0,1 0-1 0 0,-1 0 1 0 0,1 0-1 0 0,0 0 1 0 0,0-1-1 0 0,0 1 0 0 0,0 0 1 0 0,0 0-1 0 0,0-1 1 0 0,0 1-1 0 0,1 0 1 0 0,-1-1-1 0 0,1 1 1 0 0,-1-4-1 0 0,1 4-135 0 0,0 1-1 0 0,0 0 0 0 0,0 0 1 0 0,0 0-1 0 0,0 0 1 0 0,0-1-1 0 0,-1 1 0 0 0,1 0 1 0 0,0 0-1 0 0,-1 0 1 0 0,1 0-1 0 0,-1 0 1 0 0,0 0-1 0 0,1 0 0 0 0,-1 0 1 0 0,0 0-1 0 0,1 0 1 0 0,-1 0-1 0 0,0 0 1 0 0,0 0-1 0 0,0 1 0 0 0,0-1 1 0 0,-1 0-1 0 0,-5-5 345 0 0,7 5-419 0 0,0 1 1 0 0,-1 0 0 0 0,1 0-1 0 0,0-1 1 0 0,0 1 0 0 0,0 0-1 0 0,-1 0 1 0 0,1-1 0 0 0,0 1-1 0 0,0 0 1 0 0,0-1 0 0 0,-1 1-1 0 0,1 0 1 0 0,0 0 0 0 0,0-1-1 0 0,0 1 1 0 0,0 0-1 0 0,0-1 1 0 0,0 1 0 0 0,0 0-1 0 0,0-1 1 0 0,0 1 0 0 0,0 0-1 0 0,0-1 1 0 0,0 1 0 0 0,0 0-1 0 0,0-1 1 0 0,0 1 0 0 0,0 0-1 0 0,0-1 1 0 0,1 1 0 0 0,-1 0-1 0 0,0-1 1 0 0,0 1 0 0 0,0 0-1 0 0,0 0 1 0 0,1-1 0 0 0,-1 1-1 0 0,0 0 1 0 0,0 0 0 0 0,1-1-1 0 0,-1 1 1 0 0,0 0 0 0 0,0 0-1 0 0,1 0 1 0 0,-1-1 0 0 0,0 1-1 0 0,1 0 1 0 0,-1 0 0 0 0,0 0-1 0 0,1 0 1 0 0,0-1 8 0 0,0 1 1 0 0,0 0 0 0 0,0-1-1 0 0,0 1 1 0 0,1 0-1 0 0,-1 0 1 0 0,0 0-1 0 0,0 0 1 0 0,0 0 0 0 0,0 0-1 0 0,0 0 1 0 0,0 1-1 0 0,0-1 1 0 0,0 0-1 0 0,0 0 1 0 0,1 1 0 0 0,-1-1-1 0 0,1 2 1 0 0,3 2-37 0 0,-1 0 0 0 0,0 1 1 0 0,-1 0-1 0 0,1 0 1 0 0,-1 0-1 0 0,0 0 1 0 0,0 0-1 0 0,0 1 0 0 0,-1-1 1 0 0,0 1-1 0 0,0 0 1 0 0,0 0-1 0 0,1 9 1 0 0,1 5-22 0 0,0 1 0 0 0,-2-1 0 0 0,1 24 0 0 0,-4-32-70 0 0,0-1 1 0 0,-1 1-1 0 0,0 0 1 0 0,0-1-1 0 0,-6 14 0 0 0,5-15-111 0 0,0 0-1 0 0,0 1 0 0 0,1 0 1 0 0,0-1-1 0 0,1 13 0 0 0,1-64-4510 0 0,0 16 1227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38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39 1040 0 0,'0'0'1908'0'0,"-5"8"1534"0"0,-21 12-1839 0 0,-38 21-1 0 0,46-31-1256 0 0,2 0 0 0 0,-1 1 0 0 0,2 1 0 0 0,-20 18 0 0 0,33-27-297 0 0,0 0-1 0 0,-1 0 1 0 0,1 1 0 0 0,1-1-1 0 0,-1 0 1 0 0,0 1 0 0 0,1-1-1 0 0,0 1 1 0 0,0 0-1 0 0,0-1 1 0 0,0 1 0 0 0,0 0-1 0 0,1 0 1 0 0,0 0 0 0 0,0-1-1 0 0,0 1 1 0 0,0 0-1 0 0,2 6 1 0 0,-2-7-7 0 0,0-1 1 0 0,1 1-1 0 0,-1 0 0 0 0,1-1 0 0 0,0 1 1 0 0,0-1-1 0 0,0 1 0 0 0,0-1 1 0 0,1 1-1 0 0,-1-1 0 0 0,1 0 0 0 0,-1 0 1 0 0,1 0-1 0 0,0 1 0 0 0,-1-2 1 0 0,1 1-1 0 0,0 0 0 0 0,1 0 1 0 0,-1-1-1 0 0,0 1 0 0 0,3 1 0 0 0,14 1 77 0 0,0 0 0 0 0,0-2 0 0 0,0 0 0 0 0,0-1 0 0 0,0-1-1 0 0,0 0 1 0 0,1-2 0 0 0,-1 0 0 0 0,0-1 0 0 0,32-10 0 0 0,-48 12-109 0 0,1 0 1 0 0,0 0-1 0 0,-1 0 1 0 0,0-1-1 0 0,1 0 1 0 0,-1 1 0 0 0,0-1-1 0 0,0 0 1 0 0,1 0-1 0 0,-2-1 1 0 0,1 1-1 0 0,0-1 1 0 0,0 1 0 0 0,-1-1-1 0 0,0 0 1 0 0,3-4-1 0 0,-3 3-74 0 0,-1-1-1 0 0,1 1 1 0 0,-1 0 0 0 0,-1-1-1 0 0,1 1 1 0 0,-1 0-1 0 0,1-1 1 0 0,-1 1-1 0 0,-1-1 1 0 0,1 1-1 0 0,-1 0 1 0 0,1-1 0 0 0,-1 1-1 0 0,-3-8 1 0 0,0 0-371 0 0,0 0 0 0 0,-1 1 1 0 0,-1 0-1 0 0,1 0 0 0 0,-2 0 1 0 0,0 0-1 0 0,0 1 0 0 0,-1 0 1 0 0,0 1-1 0 0,0 0 1 0 0,-13-11-1 0 0,4 9-906 0 0,1 0 1 0 0,-1 1-1 0 0,-19-7 0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39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45 160 0 0,'20'-4'1441'0'0,"-24"2"-371"0"0,3 2-924 0 0,1-1-1 0 0,-1 1 0 0 0,0 0 0 0 0,1 0 0 0 0,-1 0 0 0 0,0 0 0 0 0,0-1 0 0 0,1 1 1 0 0,-1 0-1 0 0,0 0 0 0 0,1-1 0 0 0,-1 1 0 0 0,1-1 0 0 0,-1 1 0 0 0,0 0 0 0 0,1-1 0 0 0,-1 1 1 0 0,1-1-1 0 0,-1 0 0 0 0,1 1 0 0 0,-1-1 0 0 0,1 1 0 0 0,0-1 0 0 0,-1 0 0 0 0,1 1 1 0 0,-1-2-1 0 0,-4 0 1522 0 0,-70-13 1988 0 0,71 12-3508 0 0,-1-2-120 0 0,-15 4-41 0 0,19 3 15 0 0,0 0 0 0 0,0 0 0 0 0,0 0 0 0 0,0 0-1 0 0,1 1 1 0 0,-1-1 0 0 0,1 0 0 0 0,-1 0 0 0 0,1 1 0 0 0,0-1 0 0 0,0 0-1 0 0,0 1 1 0 0,0-1 0 0 0,1 4 0 0 0,0-3 13 0 0,-2 4 23 0 0,0 1 1 0 0,0 0-1 0 0,0 0 1 0 0,-1-1-1 0 0,0 1 0 0 0,-6 13 1 0 0,5-15-11 0 0,1 1 0 0 0,-1 1 1 0 0,1-1-1 0 0,1 0 1 0 0,-1 0-1 0 0,0 14 0 0 0,2-16-10 0 0,0 0-1 0 0,0 0 0 0 0,-1 0 0 0 0,0-1 0 0 0,0 1 0 0 0,-1 0 0 0 0,1-1 0 0 0,-1 1 1 0 0,0-1-1 0 0,-3 7 0 0 0,-5 9 73 0 0,-20 54 378 0 0,29-71-442 0 0,0 0 0 0 0,0 0 0 0 0,0-1 0 0 0,0 1 0 0 0,-1-1 0 0 0,1 1 0 0 0,-1-1 0 0 0,1 0 0 0 0,-1 1 0 0 0,0-1 0 0 0,0 0 0 0 0,0 0 0 0 0,0 0 0 0 0,-1 0 0 0 0,-3 2 0 0 0,-3 9 192 0 0,10-12-194 0 0,-1 0-1 0 0,1 0 1 0 0,0 1-1 0 0,0-1 0 0 0,0 0 1 0 0,0 0-1 0 0,0 0 1 0 0,0 0-1 0 0,0 0 1 0 0,0 0-1 0 0,0 0 1 0 0,1 0-1 0 0,-1 0 0 0 0,0-1 1 0 0,1 1-1 0 0,-1 0 1 0 0,0-1-1 0 0,1 1 1 0 0,-1-1-1 0 0,1 1 0 0 0,-1-1 1 0 0,1 0-1 0 0,-1 0 1 0 0,1 0-1 0 0,2 0 1 0 0,167 26 283 0 0,-152-22-313 0 0,-1 0-1 0 0,1-2 1 0 0,0 0-1 0 0,-1-1 0 0 0,1 0 1 0 0,24-4-1 0 0,-41 4 5 0 0,1-1 0 0 0,-1 0 0 0 0,0 0-1 0 0,1 0 1 0 0,-1 0 0 0 0,0-1 0 0 0,1 1 0 0 0,-1-1 0 0 0,0 1 0 0 0,0-1-1 0 0,1 0 1 0 0,-1 0 0 0 0,0 0 0 0 0,0 0 0 0 0,0 0 0 0 0,0 0-1 0 0,0-1 1 0 0,2-1 0 0 0,-3-1 0 0 0,-1 0-1 0 0,-1 1 0 0 0,1-1 1 0 0,0 1-1 0 0,-1-1 1 0 0,0 1-1 0 0,1-1 0 0 0,-1 1 1 0 0,-1 0-1 0 0,1-1 1 0 0,0 1-1 0 0,-3-3 0 0 0,1-1 4 0 0,-15-52-31 0 0,13 39 39 0 0,0 1 1 0 0,-2-1-1 0 0,0 1 0 0 0,-1 0 0 0 0,-1 1 1 0 0,-17-26-1 0 0,19 38 155 0 0,6 11-36 0 0,14 18 23 0 0,4-2-47 0 0,43 46 309 0 0,-4 3-1 0 0,-3 3 0 0 0,53 96 0 0 0,9 36-278 0 0,-109-196-321 0 0,-1 1-1 0 0,-1 0 1 0 0,0-1-1 0 0,0 1 1 0 0,-1 1 0 0 0,0-1-1 0 0,0 0 1 0 0,-1 1-1 0 0,-1-1 1 0 0,0 1-1 0 0,0 0 1 0 0,-1-1 0 0 0,-1 1-1 0 0,0 0 1 0 0,-4 18-1 0 0,5-27-28 0 0,-1 0 0 0 0,0 0 0 0 0,0 0 0 0 0,0-1 0 0 0,0 1 0 0 0,0-1-1 0 0,0 1 1 0 0,0-1 0 0 0,-1 1 0 0 0,1-1 0 0 0,-1 0 0 0 0,1 1 0 0 0,-1-1-1 0 0,1 0 1 0 0,-1 0 0 0 0,0 0 0 0 0,-2 1 0 0 0,-26 2-5599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43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933 17 880 0 0,'0'-1'254'0'0,"-1"0"0"0"0,0 0 0 0 0,0 0 0 0 0,0 0 0 0 0,-1 0-1 0 0,1 0 1 0 0,0 1 0 0 0,0-1 0 0 0,0 1 0 0 0,0-1 0 0 0,-1 0-1 0 0,1 1 1 0 0,0 0 0 0 0,-1-1 0 0 0,1 1 0 0 0,0 0 0 0 0,-1 0-1 0 0,1 0 1 0 0,0-1 0 0 0,-3 2 0 0 0,-4-3 1379 0 0,-10 0-955 0 0,0 1 1 0 0,0 0-1 0 0,-24 3 1 0 0,-3-1 182 0 0,33 0-797 0 0,-1 0 0 0 0,0 1 0 0 0,1 0 0 0 0,-1 1 0 0 0,-16 6 0 0 0,-4 1 5 0 0,-6-1 115 0 0,0 3 0 0 0,2 0 0 0 0,-1 3 0 0 0,-45 25 1 0 0,8-3 151 0 0,60-32-285 0 0,0 2-1 0 0,1 0 1 0 0,0 0 0 0 0,0 2-1 0 0,-20 15 1 0 0,-4 5 37 0 0,29-23-74 0 0,1 0 0 0 0,0 0 1 0 0,0 1-1 0 0,0 1 0 0 0,-9 10 0 0 0,-4-1-14 0 0,17-15 0 0 0,1 0 0 0 0,0 0 0 0 0,0 0 0 0 0,0 1 0 0 0,0-1 0 0 0,0 1 0 0 0,1-1 0 0 0,-3 4 0 0 0,-25 55 54 0 0,28-48-75 0 0,2-12 20 0 0,0 0 0 0 0,0 0 0 0 0,0 0 0 0 0,0 0 0 0 0,0 0 0 0 0,0 0 0 0 0,0 1 1 0 0,-1-1-1 0 0,1 0 0 0 0,0 0 0 0 0,-1 0 0 0 0,1 0 0 0 0,0 0 0 0 0,-1 0 0 0 0,1 0 0 0 0,-1 0 0 0 0,0-1 0 0 0,1 1 0 0 0,-1 0 0 0 0,-1 1 1 0 0,0 0 10 0 0,0 0 1 0 0,0 0 0 0 0,0 0 0 0 0,0 0 0 0 0,1 0-1 0 0,-1 0 1 0 0,1 0 0 0 0,-1 0 0 0 0,1 1 0 0 0,0-1-1 0 0,0 1 1 0 0,0-1 0 0 0,-1 6 0 0 0,-1 41 131 0 0,1-5-165 0 0,1-25 34 0 0,0 1 0 0 0,4 29-1 0 0,-3-44-6 0 0,1 0 0 0 0,0 0 0 0 0,1 0 0 0 0,-1 0-1 0 0,1 0 1 0 0,0 0 0 0 0,0 0 0 0 0,0 0 0 0 0,1-1 0 0 0,0 1-1 0 0,0-1 1 0 0,0 0 0 0 0,0 0 0 0 0,5 4 0 0 0,14 11-17 0 0,-8-7-27 0 0,0 1-1 0 0,21 25 1 0 0,-23-24 39 0 0,0-1 1 0 0,1 0-1 0 0,1-1 0 0 0,-1 0 0 0 0,18 11 0 0 0,0 0 6 0 0,-7-7-50 0 0,0-1-1 0 0,48 21 0 0 0,-54-30-7 0 0,-1 2 0 0 0,0 0 0 0 0,-1 2 0 0 0,0-1 0 0 0,0 2 0 0 0,-1 0 0 0 0,-1 1 0 0 0,0 0 0 0 0,20 23 0 0 0,-26-26-24 0 0,0 0 0 0 0,1 0 0 0 0,0-1 0 0 0,1 0-1 0 0,0-1 1 0 0,0 0 0 0 0,0 0 0 0 0,1-1 0 0 0,0-1 0 0 0,0 0-1 0 0,1 0 1 0 0,0-1 0 0 0,19 4 0 0 0,3 0-43 0 0,0-2 0 0 0,1-2 0 0 0,61 0 0 0 0,-84-3 124 0 0,0-2 1 0 0,0 1-1 0 0,0-1 0 0 0,0-1 1 0 0,0 0-1 0 0,0-1 1 0 0,-1 0-1 0 0,1-1 1 0 0,-1 0-1 0 0,0-1 1 0 0,0 0-1 0 0,-1-1 0 0 0,1 0 1 0 0,9-8-1 0 0,19-15 122 0 0,-2-2 0 0 0,-1-2 0 0 0,-2-1-1 0 0,-2-2 1 0 0,0-1 0 0 0,25-41 0 0 0,88-127 754 0 0,-140 195-851 0 0,0 0-1 0 0,0-1 1 0 0,-1 1-1 0 0,0-1 1 0 0,-1 0-1 0 0,-1 0 1 0 0,0 0-1 0 0,0-1 1 0 0,-1 1-1 0 0,0 0 1 0 0,-1-1-1 0 0,0 1 1 0 0,-3-20-1 0 0,0 15-18 0 0,0 1-1 0 0,-1 0 1 0 0,0 0-1 0 0,-1 0 0 0 0,-1 1 1 0 0,0-1-1 0 0,-1 1 1 0 0,-1 1-1 0 0,-16-25 1 0 0,5 18-5 0 0,0 0 0 0 0,-1 1 1 0 0,-1 1-1 0 0,0 1 0 0 0,-1 1 1 0 0,-1 1-1 0 0,-1 1 0 0 0,0 1 1 0 0,-40-16-1 0 0,42 22-10 0 0,0 2-1 0 0,0 0 1 0 0,0 1 0 0 0,-1 1-1 0 0,0 1 1 0 0,-31 2-1 0 0,-130 19-1749 0 0,169-16 1360 0 0,-10 1-2593 0 0,45-8-2387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46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780 12 1681 0 0,'-6'1'2187'0'0,"-24"2"-562"0"0,-1-3-1 0 0,0 0 0 0 0,-46-7 0 0 0,50 4-1397 0 0,-6 0 50 0 0,0 1 0 0 0,0 1 1 0 0,0 2-1 0 0,-39 6 1 0 0,62-6-255 0 0,0 1 0 0 0,0 1 0 0 0,0 0 0 0 0,0 0 0 0 0,1 1 0 0 0,-1 0 0 0 0,1 1 0 0 0,0 0 0 0 0,0 1 0 0 0,1-1 0 0 0,-1 2 0 0 0,1-1 0 0 0,1 1-1 0 0,-1 0 1 0 0,1 1 0 0 0,1-1 0 0 0,-7 10 0 0 0,-78 103 244 0 0,87-113-250 0 0,-1-1 1 0 0,1 1-1 0 0,0-1 1 0 0,0 1-1 0 0,-4 12 0 0 0,5-13 1 0 0,0 1-1 0 0,0-1 1 0 0,0 0-1 0 0,-1 0 1 0 0,0 0-1 0 0,-7 8 1 0 0,9-12-9 0 0,-42 51 6 0 0,42-49-5 0 0,0 1 0 0 0,0 0 0 0 0,0 0 0 0 0,0 0 0 0 0,1 0 0 0 0,0 0 0 0 0,0 0 0 0 0,0 0-1 0 0,1 0 1 0 0,0 9 0 0 0,0 249 350 0 0,0-254-360 0 0,1 0-1 0 0,1-1 1 0 0,-1 1-1 0 0,1-1 0 0 0,1 1 1 0 0,0-1-1 0 0,0 0 1 0 0,1 0-1 0 0,-1 0 0 0 0,2 0 1 0 0,-1-1-1 0 0,1 1 1 0 0,0-1-1 0 0,1 0 0 0 0,0-1 1 0 0,10 11-1 0 0,-3-6 10 0 0,-1-1-1 0 0,2 0 1 0 0,-1-1-1 0 0,1 0 1 0 0,1-1 0 0 0,-1-1-1 0 0,1 0 1 0 0,17 5-1 0 0,20 2 5 0 0,1-1 0 0 0,104 10 0 0 0,112-11-92 0 0,-172-10 52 0 0,87-6 69 0 0,-163 3-25 0 0,0-2 0 0 0,0-1 0 0 0,-1 0 0 0 0,0-1 0 0 0,0-2 0 0 0,35-15 0 0 0,-53 21-14 0 0,0 0 1 0 0,0 0-1 0 0,0 0 1 0 0,0-1-1 0 0,0 1 1 0 0,0 0-1 0 0,0-1 1 0 0,-1 0-1 0 0,1 1 1 0 0,-1-1-1 0 0,1 0 1 0 0,-1 0-1 0 0,0 0 1 0 0,0 0-1 0 0,0 0 1 0 0,0 0-1 0 0,0 0 1 0 0,0 0-1 0 0,0-1 1 0 0,-1 1-1 0 0,1 0 1 0 0,0-5-1 0 0,2-5 10 0 0,13-34 70 0 0,-10 30-59 0 0,0 0 0 0 0,-1 0 0 0 0,-1-1 0 0 0,-1 1 0 0 0,3-25 0 0 0,-7 26-16 0 0,-1-1 0 0 0,0 1 1 0 0,-1 0-1 0 0,0 0 1 0 0,-2 0-1 0 0,0 0 0 0 0,0 1 1 0 0,-1-1-1 0 0,-1 1 0 0 0,-10-15 1 0 0,1 4-1 0 0,-1 1 0 0 0,-1 0 1 0 0,-1 1-1 0 0,-31-28 0 0 0,14 23-8 0 0,-1 1 0 0 0,-1 2 0 0 0,-2 1 0 0 0,-71-31 0 0 0,95 49-132 0 0,-1 0 0 0 0,1 0 0 0 0,-1 2 0 0 0,0 0 1 0 0,0 1-1 0 0,-1 0 0 0 0,1 2 0 0 0,-29 0 0 0 0,36 1-374 0 0,9 0 406 0 0,1-1 1 0 0,-1 1-1 0 0,0 0 0 0 0,1 0 1 0 0,-1-1-1 0 0,0 1 1 0 0,0 0-1 0 0,1 0 0 0 0,-1 0 1 0 0,0 0-1 0 0,0 0 1 0 0,1 0-1 0 0,-1 0 0 0 0,0 0 1 0 0,0 0-1 0 0,1 1 1 0 0,-1-1-1 0 0,0 0 0 0 0,0 0 1 0 0,1 1-1 0 0,-1-1 1 0 0,0 0-1 0 0,1 1 0 0 0,-1-1 1 0 0,0 0-1 0 0,1 1 1 0 0,-1-1-1 0 0,1 1 0 0 0,-1-1 1 0 0,1 1-1 0 0,-1 0 1 0 0,1-1-1 0 0,-1 1 0 0 0,1-1 1 0 0,0 1-1 0 0,-1 0 1 0 0,1-1-1 0 0,0 1 0 0 0,-1 0 1 0 0,1 0-1 0 0,0-1 1 0 0,0 2-1 0 0,0 16-4876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48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930 12 4002 0 0,'-5'0'2654'0'0,"-171"-12"1802"0"0,173 13-4428 0 0,0 0 0 0 0,0 0 1 0 0,0 1-1 0 0,0-1 1 0 0,0 1-1 0 0,0 0 0 0 0,1-1 1 0 0,-1 1-1 0 0,0 0 0 0 0,1 1 1 0 0,0-1-1 0 0,-1 0 0 0 0,1 1 1 0 0,0-1-1 0 0,0 1 1 0 0,1 0-1 0 0,-1-1 0 0 0,1 1 1 0 0,-2 4-1 0 0,-14 16 218 0 0,-67 41 541 0 0,-67 72-296 0 0,40-39-208 0 0,96-79-254 0 0,0 0 1 0 0,2 1-1 0 0,0 0 0 0 0,-20 41 0 0 0,-4 6 92 0 0,11-6-76 0 0,23-51-37 0 0,-1 1 0 0 0,1-1 0 0 0,-2 0 0 0 0,1 0 0 0 0,-11 14 0 0 0,10-16-5 0 0,1 1 0 0 0,0 0 0 0 0,1-1 0 0 0,0 1 0 0 0,0 1 0 0 0,0-1-1 0 0,1 0 1 0 0,0 1 0 0 0,1-1 0 0 0,0 1 0 0 0,0-1 0 0 0,1 1 0 0 0,0 0 0 0 0,2 12-1 0 0,-2 0-45 0 0,0-16 53 0 0,-1 1-1 0 0,1-1 1 0 0,-1 1-1 0 0,-1-1 1 0 0,1 0-1 0 0,-1 1 0 0 0,1-1 1 0 0,-6 9-1 0 0,4-9 0 0 0,1 0-1 0 0,0 0 0 0 0,0 1 1 0 0,0-1-1 0 0,1 0 0 0 0,0 0 1 0 0,0 1-1 0 0,0 10 0 0 0,1 0-9 0 0,1-12-1 0 0,-1 0 0 0 0,0 0-1 0 0,0 0 1 0 0,0 0 0 0 0,0 0-1 0 0,-1 0 1 0 0,1 0 0 0 0,-1 0-1 0 0,0 0 1 0 0,-2 6 0 0 0,-11 15-87 0 0,8-17 85 0 0,0 1-1 0 0,1 0 1 0 0,1 0-1 0 0,0 1 1 0 0,0 0-1 0 0,1-1 1 0 0,0 1-1 0 0,0 0 1 0 0,-1 13-1 0 0,4-20 5 0 0,0 1 0 0 0,0 0 0 0 0,-1 0 0 0 0,0-1 0 0 0,0 1 0 0 0,0 0 0 0 0,0-1 0 0 0,0 1 0 0 0,-1-1 0 0 0,0 0 0 0 0,-3 6 0 0 0,3-6-7 0 0,0 1 0 0 0,0-1 1 0 0,1 0-1 0 0,-1 0 1 0 0,1 1-1 0 0,0-1 0 0 0,0 1 1 0 0,0-1-1 0 0,0 1 1 0 0,1-1-1 0 0,-1 7 0 0 0,1 181-593 0 0,1-186 587 0 0,0-1 0 0 0,0 0 0 0 0,1 1 0 0 0,-1-1 0 0 0,1 0 0 0 0,0 0 0 0 0,0 0 0 0 0,1 0 0 0 0,-1 0 0 0 0,1 0 0 0 0,0-1 0 0 0,0 1 0 0 0,0-1 0 0 0,0 0 0 0 0,1 0 0 0 0,-1 0 0 0 0,1 0 1 0 0,0-1-1 0 0,7 4 0 0 0,4 3 6 0 0,0 0 0 0 0,1-2 0 0 0,0 0 0 0 0,20 6 1 0 0,18-2-98 0 0,0-1 0 0 0,75 2 0 0 0,-74-8-78 0 0,392 24-965 0 0,-413-29 1171 0 0,1-2 1 0 0,-1-1 0 0 0,1-2-1 0 0,-1-1 1 0 0,-1-2 0 0 0,33-13-1 0 0,179-89 229 0 0,-188 83-225 0 0,450-220 533 0 0,-342 151-141 0 0,-59 33-120 0 0,-92 53-241 0 0,0 1 0 0 0,0-2 0 0 0,-1 0 0 0 0,-1 0 0 0 0,0-1 0 0 0,0-1 0 0 0,16-26 0 0 0,4-3 29 0 0,-17 24-45 0 0,4-4-17 0 0,-1 0 0 0 0,-1-1 0 0 0,25-48 0 0 0,-27 1-93 0 0,-9 48 40 0 0,3-17-12 0 0,-11 23 24 0 0,0 1 0 0 0,-2 0 0 0 0,-7-26 0 0 0,5 22-19 0 0,2 11 29 0 0,0 1 0 0 0,0-1-1 0 0,-1 1 1 0 0,0 0 0 0 0,0 1 0 0 0,-1-1-1 0 0,0 1 1 0 0,0 0 0 0 0,-1 0 0 0 0,0 1-1 0 0,0 0 1 0 0,0 0 0 0 0,-1 1 0 0 0,0 0-1 0 0,-13-7 1 0 0,-20-8 35 0 0,-81-29 0 0 0,98 40-19 0 0,-14-5-5 0 0,3 0-17 0 0,-1 2-1 0 0,0 1 0 0 0,-66-10 1 0 0,45 15-293 0 0,-1 4 0 0 0,0 1-1 0 0,1 3 1 0 0,-1 3 0 0 0,1 2 0 0 0,0 3 0 0 0,0 2 0 0 0,1 2 0 0 0,-102 42-1 0 0,33 2-2282 0 0,5 0-2056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50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1172 10 400 0 0,'37'1'2558'0'0,"11"3"3341"0"0,-69-9-5650 0 0,0 1-1 0 0,-1 1 0 0 0,0 1 0 0 0,1 1 0 0 0,-1 1 0 0 0,0 1 0 0 0,0 1 0 0 0,1 1 0 0 0,-1 1 1 0 0,1 1-1 0 0,0 0 0 0 0,0 2 0 0 0,1 0 0 0 0,-38 20 0 0 0,14-2-71 0 0,-41 23 191 0 0,2 2 0 0 0,-87 73 0 0 0,15 4-75 0 0,133-113-280 0 0,-12 11-26 0 0,17-3 2 0 0,-152 179 35 0 0,158-187-7 0 0,1 0-1 0 0,0 1 0 0 0,-15 31 0 0 0,-4 4-81 0 0,28-48 60 0 0,0-1 0 0 0,0 1 0 0 0,1-1 0 0 0,-1 1 0 0 0,0-1 0 0 0,1 1 0 0 0,0 0 0 0 0,-1-1 0 0 0,1 1-1 0 0,0 0 1 0 0,0-1 0 0 0,0 1 0 0 0,0 2 0 0 0,-4 17 10 0 0,-5-9 15 0 0,7-10-2 0 0,0 1-1 0 0,1 0 0 0 0,-1-1 0 0 0,0 1 1 0 0,1 0-1 0 0,0 0 0 0 0,0 0 1 0 0,0 0-1 0 0,0 0 0 0 0,0 1 1 0 0,0-1-1 0 0,1 0 0 0 0,0 0 1 0 0,-1 7-1 0 0,1-7-23 0 0,0-1 0 0 0,0 1 0 0 0,0-1 0 0 0,0 1 1 0 0,1-1-1 0 0,-1 1 0 0 0,1-1 0 0 0,0 1 0 0 0,-1-1 0 0 0,1 1 0 0 0,0-1 0 0 0,0 1 0 0 0,1-1 1 0 0,-1 0-1 0 0,0 0 0 0 0,1 0 0 0 0,-1 0 0 0 0,4 4 0 0 0,3 3-15 0 0,-8-8 17 0 0,1 0 1 0 0,0 0 0 0 0,0 1-1 0 0,-1-1 1 0 0,1 1 0 0 0,-1-1-1 0 0,1 0 1 0 0,-1 1 0 0 0,0-1-1 0 0,0 1 1 0 0,1-1 0 0 0,-1 1 0 0 0,0-1-1 0 0,0 3 1 0 0,4 17 39 0 0,3-10-25 0 0,-5-8-10 0 0,0 0 0 0 0,0 1 0 0 0,0-1 0 0 0,0 1 0 0 0,-1-1 0 0 0,1 1 0 0 0,-1 0 0 0 0,0-1 0 0 0,0 1 0 0 0,0 0 1 0 0,-1 0-1 0 0,1 0 0 0 0,-1 0 0 0 0,0 5 0 0 0,0-7 5 0 0,0 0 1 0 0,-1 0 0 0 0,2 0-1 0 0,-1 1 1 0 0,0-1-1 0 0,0 0 1 0 0,1 0 0 0 0,-1 0-1 0 0,1 0 1 0 0,0 0 0 0 0,0 1-1 0 0,0-1 1 0 0,0-1-1 0 0,0 1 1 0 0,0 0 0 0 0,0 0-1 0 0,0 0 1 0 0,1 0-1 0 0,-1-1 1 0 0,3 3 0 0 0,1-1-27 0 0,0-1 0 0 0,0 1 0 0 0,1-1 0 0 0,-1 0 0 0 0,1 0 1 0 0,10 2-1 0 0,45 8-25 0 0,70 6 0 0 0,-56-9 41 0 0,27-1 60 0 0,106-4 0 0 0,44 3-234 0 0,-245-7 175 0 0,-1 1-1 0 0,1-1 1 0 0,-1 0 0 0 0,1-1-1 0 0,-1 0 1 0 0,1 0 0 0 0,-1 0 0 0 0,0 0-1 0 0,0-1 1 0 0,1 0 0 0 0,-1-1 0 0 0,-1 1-1 0 0,1-1 1 0 0,7-5 0 0 0,-2 2 28 0 0,-1 1 1 0 0,1 0 0 0 0,17-6-1 0 0,13-5-2 0 0,0-2 1 0 0,-2-2-1 0 0,42-27 1 0 0,-65 38-24 0 0,-13 7 0 0 0,1 1 0 0 0,-1-1 0 0 0,0 0 0 0 0,0 0 0 0 0,-1 0 0 0 0,1 0 0 0 0,0-1 0 0 0,-1 1 0 0 0,1-1 0 0 0,-1 1 0 0 0,0-1 0 0 0,0 0 0 0 0,0 0 0 0 0,0 0 0 0 0,0 0 0 0 0,0-1 0 0 0,-1 1 0 0 0,0 0 0 0 0,2-7 0 0 0,2 0-6 0 0,0 0 1 0 0,1 0 0 0 0,0 0 0 0 0,1 1 0 0 0,11-13-1 0 0,16-22-29 0 0,-29 35 36 0 0,-1 0 1 0 0,1 0 0 0 0,-1-1-1 0 0,-1 1 1 0 0,0-1-1 0 0,0 0 1 0 0,-1 1 0 0 0,0-1-1 0 0,0 0 1 0 0,-1-1-1 0 0,-1 1 1 0 0,0 0 0 0 0,-2-16-1 0 0,0 11-3 0 0,-1 1 0 0 0,-1 0-1 0 0,0 0 1 0 0,-1 0 0 0 0,0 0 0 0 0,-1 1 0 0 0,-1 0-1 0 0,0 0 1 0 0,-13-16 0 0 0,-81-86-64 0 0,88 100 52 0 0,1 4 17 0 0,1 0 1 0 0,-2 1-1 0 0,1 0 0 0 0,-1 1 1 0 0,-1 0-1 0 0,-20-10 1 0 0,-2 4 72 0 0,-47-14 1 0 0,14 5 66 0 0,45 15-88 0 0,-63-24 188 0 0,-2 3 0 0 0,-1 5 0 0 0,-98-16 0 0 0,163 37-351 0 0,-1 1-1 0 0,1 1 1 0 0,-1 1 0 0 0,1 1-1 0 0,-1 2 1 0 0,1 0-1 0 0,-33 8 1 0 0,57-10-11 0 0,-1 0-1 0 0,0 1 1 0 0,1-1-1 0 0,-1 0 1 0 0,0 1-1 0 0,1 0 1 0 0,-1-1-1 0 0,0 1 1 0 0,1 0-1 0 0,-1 0 1 0 0,1 0-1 0 0,-1 0 1 0 0,1 0-1 0 0,0 0 1 0 0,-1 0-1 0 0,1 0 1 0 0,0 0-1 0 0,0 1 1 0 0,0-1-1 0 0,0 0 1 0 0,0 1-1 0 0,0-1 1 0 0,0 1-1 0 0,1-1 1 0 0,-1 1-1 0 0,0 0 1 0 0,1-1-1 0 0,-1 1 1 0 0,1 0-1 0 0,0-1 1 0 0,-1 1-1 0 0,1 0 1 0 0,0 0-1 0 0,0-1 1 0 0,0 1-1 0 0,0 0 1 0 0,1-1-1 0 0,-1 1 1 0 0,0 0 0 0 0,1 0-1 0 0,-1-1 1 0 0,1 1-1 0 0,-1-1 1 0 0,1 1-1 0 0,0 0 1 0 0,1 1-1 0 0,23 17-3962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21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1 212 1521 0 0,'2'0'170'0'0,"-1"-1"-1"0"0,1 0 1 0 0,0 0 0 0 0,0 0 0 0 0,0 0 0 0 0,-1 0 0 0 0,1 0-1 0 0,0 0 1 0 0,-1 0 0 0 0,1-1 0 0 0,-1 1 0 0 0,1-1 0 0 0,-1 1-1 0 0,2-4 1 0 0,1-31 3123 0 0,-4 33-3157 0 0,0 3-133 0 0,0-1 0 0 0,0 1 1 0 0,0 0-1 0 0,0-1 0 0 0,1 1 0 0 0,-1-1 1 0 0,0 1-1 0 0,0-1 0 0 0,1 1 0 0 0,-1 0 1 0 0,0-1-1 0 0,0 1 0 0 0,1-1 1 0 0,-1 1-1 0 0,0 0 0 0 0,1-1 0 0 0,-1 1 1 0 0,1 0-1 0 0,-1 0 0 0 0,0-1 0 0 0,1 1 1 0 0,-1 0-1 0 0,1 0 0 0 0,-1 0 0 0 0,1-1 1 0 0,-1 1-1 0 0,1 0 0 0 0,-1 0 1 0 0,1 0-1 0 0,-1 0 0 0 0,1 0 0 0 0,-1 0 1 0 0,1 0-1 0 0,0 0 0 0 0,0 0-5 0 0,-1 0-1 0 0,1 0 1 0 0,0 0 0 0 0,-1 0-1 0 0,1 0 1 0 0,-1 0 0 0 0,1 0-1 0 0,0 0 1 0 0,-1 0-1 0 0,1-1 1 0 0,0 1 0 0 0,-1 0-1 0 0,1 0 1 0 0,-1-1 0 0 0,1 1-1 0 0,0 0 1 0 0,-1-1-1 0 0,1 1 1 0 0,-1-1 0 0 0,1 1-1 0 0,-1-1 1 0 0,0 1 0 0 0,1-1-1 0 0,-1 1 1 0 0,1-1 0 0 0,-1 1-1 0 0,0-1 1 0 0,1 1-1 0 0,-1-1 1 0 0,0 0 0 0 0,0 1-1 0 0,0-1 1 0 0,1 1 0 0 0,-1-1-1 0 0,0 0 1 0 0,0-1-1 0 0,1-3-46 0 0,0-1 1 0 0,0 1-1 0 0,1-1 0 0 0,0 1 0 0 0,0-1 0 0 0,0 1 0 0 0,0 0 0 0 0,1 0 0 0 0,0 0 0 0 0,0 0 0 0 0,0 0 0 0 0,1 1 0 0 0,0 0 0 0 0,0 0 0 0 0,0 0 0 0 0,0 0 0 0 0,0 0 0 0 0,1 1 0 0 0,7-5 0 0 0,1-3-12 0 0,-9 2 5 0 0,3-1 112 0 0,13 10 64 0 0,-15 0 480 0 0,-10 1-266 0 0,-6 3-88 0 0,0 0 0 0 0,1 0 0 0 0,0 1 0 0 0,0 1 0 0 0,0-1 0 0 0,0 2 0 0 0,1-1 0 0 0,-16 16 0 0 0,25-21-235 0 0,-1 0 1 0 0,1 0-1 0 0,0 0 0 0 0,0 1 1 0 0,0-1-1 0 0,0 0 0 0 0,0 0 0 0 0,0 0 1 0 0,0 1-1 0 0,0-1 0 0 0,0 0 0 0 0,0 0 1 0 0,1 0-1 0 0,-1 1 0 0 0,1-1 1 0 0,-1 0-1 0 0,1 0 0 0 0,-1 0 0 0 0,1 0 1 0 0,-1 0-1 0 0,1 0 0 0 0,0 0 0 0 0,0 0 1 0 0,0 0-1 0 0,-1 0 0 0 0,1-1 1 0 0,1 2-1 0 0,4 6 60 0 0,-5-5-58 0 0,5 9 17 0 0,0 1 0 0 0,-2-1 0 0 0,0 1 0 0 0,0-1 0 0 0,-1 1 0 0 0,0 0 0 0 0,0 22 0 0 0,-2-30-33 0 0,-1 1-1 0 0,1-1 1 0 0,0 0-1 0 0,1 0 1 0 0,-1 0-1 0 0,1 0 1 0 0,0 0-1 0 0,5 10 1 0 0,-5-12-2 0 0,0 0 0 0 0,0 0 0 0 0,-1 0 0 0 0,1 1 1 0 0,-1-1-1 0 0,0 1 0 0 0,0-1 0 0 0,0 1 0 0 0,0-1 0 0 0,-1 1 0 0 0,1 0 1 0 0,-1-1-1 0 0,0 1 0 0 0,0 0 0 0 0,-1-1 0 0 0,1 1 0 0 0,-1 0 1 0 0,1-1-1 0 0,-1 1 0 0 0,-3 5 0 0 0,-4 8 29 0 0,6-13-19 0 0,-1 1 0 0 0,1 0 0 0 0,0 0 0 0 0,1-1 0 0 0,-1 1 1 0 0,1 0-1 0 0,0 0 0 0 0,0 1 0 0 0,0-1 0 0 0,0 5 0 0 0,2 17 44 0 0,0-18-30 0 0,0 0 1 0 0,-1 0 0 0 0,0 0 0 0 0,-1 0-1 0 0,0 0 1 0 0,-5 18 0 0 0,-2-8 61 0 0,5-13-18 0 0,0-1-1 0 0,1 1 1 0 0,0-1-1 0 0,0 1 1 0 0,1 0 0 0 0,0 0-1 0 0,0-1 1 0 0,0 1-1 0 0,0 6 1 0 0,1 8-2 0 0,-2-1 1 0 0,0 1-1 0 0,-1-1 0 0 0,-10 36 1 0 0,11-49-47 0 0,1 0 1 0 0,0-1-1 0 0,0 1 0 0 0,1 0 1 0 0,-1-1-1 0 0,1 1 1 0 0,0 0-1 0 0,1 0 1 0 0,0 0-1 0 0,0-1 0 0 0,0 1 1 0 0,0 0-1 0 0,1-1 1 0 0,0 1-1 0 0,0-1 1 0 0,5 9-1 0 0,1-1 7 0 0,1 0 1 0 0,0-1-1 0 0,1 0 0 0 0,22 20 0 0 0,-23-22-9 0 0,-2 0 1 0 0,0 0-1 0 0,0 1 0 0 0,-1 0 1 0 0,0 0-1 0 0,8 22 0 0 0,-12-27-6 0 0,-1-1 0 0 0,1 1 0 0 0,-1 0 0 0 0,0 0 0 0 0,-1 0-1 0 0,1 0 1 0 0,-1 0 0 0 0,-1 0 0 0 0,1 1 0 0 0,-1-1 0 0 0,-2 7-1 0 0,-20 58 139 0 0,21-67-141 0 0,1-1 0 0 0,0 1 0 0 0,0 0 0 0 0,1 0-1 0 0,-1-1 1 0 0,1 1 0 0 0,0 0 0 0 0,0 4 0 0 0,-4 25 55 0 0,-1-24-42 0 0,-1 1 0 0 0,0-1 0 0 0,0 0 0 0 0,-1 0 1 0 0,0-1-1 0 0,-12 11 0 0 0,11-10 27 0 0,0-1 1 0 0,0 1-1 0 0,1 0 1 0 0,0 1-1 0 0,-5 10 0 0 0,11-17-39 0 0,-1 1 0 0 0,0-1 0 0 0,0 0 0 0 0,0 1 0 0 0,0-1-1 0 0,0 0 1 0 0,-1 0 0 0 0,-4 4 0 0 0,1-1-8 0 0,-12 6 41 0 0,16-11-13 0 0,7-1-10 0 0,0 0-13 0 0,0 0-109 0 0,0 1-27 0 0,49 24 254 0 0,-4-5-13 0 0,-39-8-27 0 0,104 15 160 0 0,-55-12-206 0 0,0-2-1 0 0,0-4 0 0 0,97 4 1 0 0,-16-8-101 0 0,-19 1 233 0 0,-1 6 0 0 0,179 40 0 0 0,-9-1-117 0 0,-35-12-178 0 0,1-1 258 0 0,-146-31-178 0 0,2-4 0 0 0,141-16 0 0 0,-190 9 76 0 0,1252-115 1160 0 0,-1091 99-1122 0 0,329 12-1 0 0,-303 10-46 0 0,-184-2-14 0 0,106 0 41 0 0,205 25-1 0 0,45 51 23 0 0,-347-64-68 0 0,1-3 0 0 0,0-4 0 0 0,92-4 0 0 0,-96-2-8 0 0,-56 3-19 0 0,31 2 56 0 0,-26-5-27 0 0,-1 0 1 0 0,1-2-1 0 0,-1 0 1 0 0,0-2-1 0 0,0 0 0 0 0,0-1 1 0 0,0-2-1 0 0,21-9 1 0 0,-30 9 5 0 0,1 1-1 0 0,-1-1 1 0 0,-1-1 0 0 0,1 0-1 0 0,-1-1 1 0 0,-1 0 0 0 0,0-1-1 0 0,0 0 1 0 0,-1 0 0 0 0,-1-1-1 0 0,13-23 1 0 0,10-45-20 0 0,-30 74 0 0 0,0 1 0 0 0,0-1 1 0 0,-1 0-1 0 0,0 1 0 0 0,0-1 1 0 0,0 1-1 0 0,-1-1 1 0 0,1 0-1 0 0,-1 1 0 0 0,0-1 1 0 0,-1 1-1 0 0,-2-7 0 0 0,-32-66-262 0 0,22 49 168 0 0,-9-16-49 0 0,-3 1 0 0 0,-36-48 1 0 0,28 43 155 0 0,19 24 98 0 0,-21-44 0 0 0,32 61-94 0 0,2 2-12 0 0,1 0 1 0 0,-1 0-1 0 0,1 0 1 0 0,1 0-1 0 0,-1 0 1 0 0,1 0-1 0 0,0-1 1 0 0,1-8-1 0 0,0-4 23 0 0,-1 17 145 0 0,-6 1-153 0 0,0 0 1 0 0,0-1 0 0 0,0 0-1 0 0,0 0 1 0 0,0 0 0 0 0,1-1-1 0 0,-1 0 1 0 0,1 0 0 0 0,0 0-1 0 0,0 0 1 0 0,0-1 0 0 0,0 0-1 0 0,0 0 1 0 0,-5-7 0 0 0,3 4-1 0 0,-1 0 1 0 0,0 0-1 0 0,-1 1 1 0 0,0 0-1 0 0,-14-7 1 0 0,-103-30 5 0 0,73 26 55 0 0,0 2 1 0 0,-1 3-1 0 0,-1 2 1 0 0,0 3-1 0 0,0 2 0 0 0,0 2 1 0 0,-67 6-1 0 0,32-1 37 0 0,48-2-4 0 0,-42 6 0 0 0,-574 37 339 0 0,527-43-404 0 0,-421 5 315 0 0,414-6-338 0 0,-179-26 1 0 0,290 24 12 0 0,-237-39-201 0 0,110 14 57 0 0,67 14 106 0 0,-47-9 58 0 0,-243-9 0 0 0,304 33-59 0 0,16 1-7 0 0,-89-10-1 0 0,81 0 1 0 0,-70-8-363 0 0,-253-64-1 0 0,338 67 604 0 0,-69-11-1 0 0,41 11-97 0 0,-42-11-176 0 0,-146-9 374 0 0,-96 6 67 0 0,235 19-364 0 0,-103-2-233 0 0,194 15-724 0 0,34-5 771 0 0,1 1 1 0 0,0-1-1 0 0,0 0 1 0 0,0 1-1 0 0,0-1 1 0 0,0 1-1 0 0,-1-1 1 0 0,1 1-1 0 0,0-1 1 0 0,0 1-1 0 0,0 0 1 0 0,1-1-1 0 0,-1 1 1 0 0,0 0-1 0 0,0 0 1 0 0,0 0-1 0 0,0 0 1 0 0,1 0-1 0 0,-1 0 1 0 0,0 0-1 0 0,1 0 1 0 0,-1 0-1 0 0,1 0 1 0 0,-1 0-1 0 0,1 0 1 0 0,-1 2-1 0 0,1 22-5680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37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1921 0 0,'-1'-2'3165'0'0,"7"-1"-2475"0"0,-3 3-264 0 0,-2 0-334 0 0,0 1 1 0 0,0-1-1 0 0,0 0 0 0 0,0 0 1 0 0,0 0-1 0 0,0 0 0 0 0,0 0 1 0 0,0 0-1 0 0,0-1 0 0 0,0 1 0 0 0,0 0 1 0 0,0 0-1 0 0,0-1 0 0 0,0 1 1 0 0,0-1-1 0 0,0 1 0 0 0,-1-1 0 0 0,1 1 1 0 0,0-1-1 0 0,0 1 0 0 0,0-1 1 0 0,-1 0-1 0 0,2 0 0 0 0,-7 0 749 0 0,-21 1 2560 0 0,31 2-3253 0 0,0 1-1 0 0,0-1 1 0 0,0 0 0 0 0,1 0 0 0 0,-1-1-1 0 0,0 1 1 0 0,1-1 0 0 0,9 0-1 0 0,-6 1 18 0 0,51 5-152 0 0,-52-6-7 0 0,-1 0-1 0 0,1-1 0 0 0,-1 0 0 0 0,1 0 0 0 0,-1-1 0 0 0,1 0 0 0 0,13-3 0 0 0,21-3 35 0 0,157-25 134 0 0,-168 26-175 0 0,-18 3 49 0 0,-7 3-27 0 0,41 2-10 0 0,13-2 56 0 0,15-2-40 0 0,83-11 0 0 0,-72 4-8 0 0,98 2 1 0 0,-119 12-100 0 0,-40-4 80 0 0,-44 0 71 0 0,0 1 0 0 0,-34 8 0 0 0,33-5-71 0 0,-26 4 218 0 0,-77 5 0 0 0,82-10-240 0 0,31-4 10 0 0,0 1 1 0 0,0 0-1 0 0,1 1 1 0 0,-1-1-1 0 0,1 2 0 0 0,-1 0 1 0 0,1 0-1 0 0,-9 5 1 0 0,-8 2-18 0 0,-29 20 149 0 0,54-30-120 0 0,1 0 0 0 0,0 1 1 0 0,0-1-1 0 0,-1 0 0 0 0,1 0 1 0 0,0 0-1 0 0,0 0 0 0 0,-1 0 1 0 0,1 0-1 0 0,0 0 1 0 0,0 1-1 0 0,-1-1 0 0 0,1 0 1 0 0,0 0-1 0 0,0 0 0 0 0,0 1 1 0 0,-1-1-1 0 0,1 0 0 0 0,0 0 1 0 0,0 1-1 0 0,0-1 0 0 0,0 0 1 0 0,0 0-1 0 0,-1 1 0 0 0,1-1 1 0 0,0 0-1 0 0,0 0 1 0 0,0 1-1 0 0,0-1 0 0 0,0 0 1 0 0,0 1-1 0 0,0-1 0 0 0,0 0 1 0 0,0 0-1 0 0,0 1 0 0 0,0-1 1 0 0,0 0-1 0 0,0 1 0 0 0,0-1 1 0 0,1 0-1 0 0,-1 1 0 0 0,0-1 0 0 0,0 1 0 0 0,0-1 0 0 0,0 0 0 0 0,0 1 0 0 0,0-1 0 0 0,0 1 0 0 0,0-1 0 0 0,0 0 0 0 0,0 1 0 0 0,0-1 0 0 0,0 1 0 0 0,0-1 0 0 0,0 0 0 0 0,-1 1 0 0 0,1-1 0 0 0,0 0-1 0 0,0 1 1 0 0,0-1 0 0 0,0 1 0 0 0,-1-1 0 0 0,1 0 0 0 0,0 0 0 0 0,0 1 0 0 0,-1-1 0 0 0,1 0 0 0 0,0 1 0 0 0,-1-1 0 0 0,1 0 0 0 0,0 0 0 0 0,-1 0 0 0 0,1 1 0 0 0,-43 31 80 0 0,33-23-48 0 0,-1-1 0 0 0,0 0 0 0 0,0 0 0 0 0,-19 8 0 0 0,-9 8-55 0 0,37-23 20 0 0,1 0 1 0 0,-1 1 0 0 0,0-1-1 0 0,1 1 1 0 0,-1-1-1 0 0,1 1 1 0 0,0 0-1 0 0,0-1 1 0 0,-1 1 0 0 0,1 0-1 0 0,0 0 1 0 0,0 0-1 0 0,1 0 1 0 0,-1 0 0 0 0,0 0-1 0 0,1 0 1 0 0,-1 3-1 0 0,1-3 5 0 0,-1 0-1 0 0,1-1 0 0 0,0 1 0 0 0,0 0 0 0 0,-1 0 0 0 0,1 0 1 0 0,-1-1-1 0 0,1 1 0 0 0,-1 0 0 0 0,0-1 0 0 0,0 1 1 0 0,0 0-1 0 0,0-1 0 0 0,0 1 0 0 0,0-1 0 0 0,0 0 1 0 0,-3 3-1 0 0,3-3 1 0 0,-1 1 1 0 0,1-1-1 0 0,0 1 1 0 0,-1 0-1 0 0,1 0 1 0 0,0-1-1 0 0,0 1 1 0 0,0 0-1 0 0,0 0 1 0 0,0 0-1 0 0,1 0 1 0 0,-1 0-1 0 0,1 0 1 0 0,-1 0 0 0 0,1 0-1 0 0,0 0 1 0 0,-1 4-1 0 0,1 11-42 0 0,-1-12 24 0 0,0 0-1 0 0,1 0 0 0 0,-1 0 0 0 0,1 0 1 0 0,1 0-1 0 0,-1 0 0 0 0,1 0 1 0 0,0 0-1 0 0,0 0 0 0 0,0 0 1 0 0,2 5-1 0 0,3-6 30 0 0,0 0 0 0 0,1 0 0 0 0,-1 0 1 0 0,0-1-1 0 0,9 3 0 0 0,-10-4-12 0 0,-5-2 0 0 0,0 1 0 0 0,1-1 0 0 0,-1 0 0 0 0,1 0-1 0 0,-1 0 1 0 0,0 1 0 0 0,1-1 0 0 0,-1 0 0 0 0,0 0 0 0 0,0 1 0 0 0,1-1 0 0 0,-1 0 0 0 0,0 1 0 0 0,0-1-1 0 0,1 0 1 0 0,-1 1 0 0 0,0-1 0 0 0,0 0 0 0 0,0 1 0 0 0,1-1 0 0 0,-1 0 0 0 0,0 1 0 0 0,0-1-1 0 0,0 1 1 0 0,0-1 0 0 0,0 0 0 0 0,0 1 0 0 0,0-1 0 0 0,0 1 0 0 0,4 8 39 0 0,46 16-27 0 0,-40-12-26 0 0,-8-13-5 0 0,-1 0 8 0 0,0 0 0 0 0,1 0 1 0 0,-1 1-1 0 0,0-1 0 0 0,1 0 0 0 0,-1 1 1 0 0,0-1-1 0 0,0 1 0 0 0,0-1 0 0 0,0 1 0 0 0,1 0 1 0 0,-1-1-1 0 0,0 1 0 0 0,0 0 0 0 0,0 0 0 0 0,0 0 1 0 0,0-1-1 0 0,-1 1 0 0 0,2 2 0 0 0,34 11-150 0 0,-21-6 199 0 0,1-1 0 0 0,1-1-1 0 0,0 0 1 0 0,-1-1-1 0 0,2-1 1 0 0,30 4 0 0 0,11 3 64 0 0,-49-7-91 0 0,1-2 0 0 0,0 1-1 0 0,0-1 1 0 0,0-1 0 0 0,0 0 0 0 0,19-1 0 0 0,-14-1-2 0 0,12-1 2 0 0,0-1-1 0 0,0-1 0 0 0,-1-1 1 0 0,1-2-1 0 0,-1 0 1 0 0,47-21-1 0 0,-64 15-11 0 0,-9 13 3 0 0,19-14-9 0 0,-20 14 7 0 0,1 0 1 0 0,-1-1-1 0 0,1 1 1 0 0,-1-1 0 0 0,1 1-1 0 0,-1-1 1 0 0,0 1-1 0 0,1-1 1 0 0,-1 1-1 0 0,0-1 1 0 0,1 1 0 0 0,-1-1-1 0 0,0 1 1 0 0,0-1-1 0 0,0 0 1 0 0,1 1 0 0 0,-1-1-1 0 0,0 1 1 0 0,0-1-1 0 0,0 0 1 0 0,0 1 0 0 0,0-1-1 0 0,0 0 1 0 0,0 1-1 0 0,0-1 1 0 0,0 1 0 0 0,-1-1-1 0 0,1 0 1 0 0,0 1-1 0 0,0-1 1 0 0,0 1 0 0 0,-1-1-1 0 0,1 0 1 0 0,0 1-1 0 0,-1-1 1 0 0,1 1 0 0 0,0-1-1 0 0,-1 1 1 0 0,1 0-1 0 0,-1-1 1 0 0,1 1 0 0 0,-1-1-1 0 0,0 1 1 0 0,-9-8 19 0 0,0 2-1 0 0,0-1 1 0 0,-1 2 0 0 0,0-1 0 0 0,0 1-1 0 0,0 1 1 0 0,-1 0 0 0 0,-22-4 0 0 0,-11-3-50 0 0,-136-24 575 0 0,156 32-777 0 0,0 1 0 0 0,0 1 1 0 0,0 1-1 0 0,0 1 0 0 0,-31 6 0 0 0,116 12-6798 0 0,-9-12 3560 0 0,-16 0 335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40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0 254 800 0 0,'12'-6'739'0'0,"-7"3"-416"0"0,0 1-1 0 0,0-1 1 0 0,0 0 0 0 0,-1 0 0 0 0,1-1 0 0 0,-1 1 0 0 0,7-8 0 0 0,29-52 2812 0 0,10 12-2068 0 0,-49 51-1058 0 0,-1-1 0 0 0,1 1-1 0 0,-1-1 1 0 0,1 0 0 0 0,-1 0 0 0 0,1 1 0 0 0,-1-1 0 0 0,0 0 0 0 0,0 0 0 0 0,1 1-1 0 0,-1-1 1 0 0,0 0 0 0 0,0 0 0 0 0,0 1 0 0 0,0-1 0 0 0,0 0 0 0 0,0 0 0 0 0,0 0-1 0 0,0 0 1 0 0,0 0 0 0 0,0 0-6 0 0,0 1 0 0 0,0-1-1 0 0,0 0 1 0 0,0 1 0 0 0,0-1-1 0 0,0 0 1 0 0,0 1 0 0 0,0-1-1 0 0,0 1 1 0 0,0-1 0 0 0,0 0-1 0 0,0 1 1 0 0,1-1 0 0 0,-1 1-1 0 0,0-1 1 0 0,0 1 0 0 0,1-1-1 0 0,-1 0 1 0 0,0 1 0 0 0,1-1 0 0 0,-1 1-1 0 0,1-1 1 0 0,-1 1 0 0 0,1-1-1 0 0,7-4 16 0 0,-7 5-12 0 0,0-1 1 0 0,1 0-1 0 0,-1 1 1 0 0,0-1-1 0 0,0 0 1 0 0,0 0 0 0 0,0 0-1 0 0,0 0 1 0 0,0 0-1 0 0,0 0 1 0 0,0 0-1 0 0,0 0 1 0 0,-1-1-1 0 0,1 1 1 0 0,0 0-1 0 0,-1 0 1 0 0,1-1-1 0 0,-1 1 1 0 0,1 0 0 0 0,-1-1-1 0 0,0 1 1 0 0,1 0-1 0 0,-1-1 1 0 0,0 1-1 0 0,0-1 1 0 0,0 1-1 0 0,0 0 1 0 0,0-1-1 0 0,0 1 1 0 0,-1-1-1 0 0,0-1 1 0 0,2 2-1 0 0,0 0 0 0 0,-1 0 0 0 0,1 0-1 0 0,0 0 1 0 0,-1 0 0 0 0,1 1 0 0 0,0-1 0 0 0,0 0-1 0 0,0 1 1 0 0,0-1 0 0 0,0 0 0 0 0,0 1 0 0 0,0-1 0 0 0,0 1-1 0 0,0 0 1 0 0,0-1 0 0 0,0 1 0 0 0,0 0 0 0 0,0-1 0 0 0,0 1-1 0 0,0 0 1 0 0,0 0 0 0 0,2 0 0 0 0,-1 0 14 0 0,4-11 191 0 0,-7 9-172 0 0,1 6-35 0 0,0-3 62 0 0,0 0-1 0 0,0 0-62 0 0,-1-1 0 0 0,1 1 0 0 0,0-1-1 0 0,0 1 1 0 0,0-1 0 0 0,0 1 0 0 0,0-1 0 0 0,0 1 0 0 0,0-1-1 0 0,0 0 1 0 0,1 1 0 0 0,-1-1 0 0 0,0 1 0 0 0,0-1-1 0 0,0 1 1 0 0,0-1 0 0 0,1 1 0 0 0,-1-1 0 0 0,0 0 0 0 0,0 1-1 0 0,1-1 1 0 0,-1 0 0 0 0,0 1 0 0 0,0-1 0 0 0,1 0 0 0 0,-1 1-1 0 0,1-1 1 0 0,0 1 0 0 0,4 1-5 0 0,10 7 52 0 0,-10 21 9 0 0,-5 117 167 0 0,-1-140-205 0 0,1 0 0 0 0,-2 0 0 0 0,1 1-1 0 0,-1-1 1 0 0,0 0 0 0 0,0-1 0 0 0,-1 1-1 0 0,0 0 1 0 0,0-1 0 0 0,0 1 0 0 0,-1-1-1 0 0,0 0 1 0 0,0 0 0 0 0,-1 0 0 0 0,0-1-1 0 0,0 0 1 0 0,-7 6 0 0 0,10-8-16 0 0,-15 19-19 0 0,18-21 4 0 0,-1-1 0 0 0,0 1 0 0 0,0 0 1 0 0,1 0-1 0 0,-1-1 0 0 0,1 1 0 0 0,-1 0 0 0 0,1 0 1 0 0,-1-1-1 0 0,1 1 0 0 0,-1-1 0 0 0,1 1 0 0 0,-1 0 1 0 0,1-1-1 0 0,0 1 0 0 0,-1-1 0 0 0,1 1 0 0 0,0-1 1 0 0,0 0-1 0 0,-1 1 0 0 0,1-1 0 0 0,0 0 0 0 0,0 1 1 0 0,0-1-1 0 0,-1 0 0 0 0,1 0 0 0 0,0 0 0 0 0,1 0 1 0 0,17 8-745 0 0,-33-10-1120 0 0,9-2-1981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41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1040 0 0,'0'0'2081'0'0,"0"-7"0"0"0,30 1 881 0 0,0-7-2082 0 0,30 7-560 0 0,-30-8-800 0 0,31 3-1121 0 0,-1-3-560 0 0,1 9-80 0 0,-7 5 240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41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272 193 240 0 0,'0'-1'6250'0'0,"0"-5"-4430"0"0,0 5-1791 0 0,0 0 0 0 0,0 0-1 0 0,0 0 1 0 0,0 0 0 0 0,0 0-1 0 0,0 0 1 0 0,-1 0 0 0 0,1 1-1 0 0,0-1 1 0 0,-1 0 0 0 0,1 0-1 0 0,0 0 1 0 0,-1 0-1 0 0,1 1 1 0 0,-1-1 0 0 0,0 0-1 0 0,1 1 1 0 0,-1-1 0 0 0,1 0-1 0 0,-1 1 1 0 0,0-1 0 0 0,0 1-1 0 0,1-1 1 0 0,-1 1 0 0 0,0-1-1 0 0,0 1 1 0 0,-1-1-1 0 0,1 1-15 0 0,0-1-1 0 0,0 1 0 0 0,0-1 1 0 0,0 1-1 0 0,0-1 0 0 0,1 1 1 0 0,-1-1-1 0 0,0 0 0 0 0,0 1 1 0 0,1-1-1 0 0,-1 0 0 0 0,0 0 1 0 0,1 0-1 0 0,-1 1 0 0 0,1-1 1 0 0,-1 0-1 0 0,1 0 0 0 0,-1 0 1 0 0,1 0-1 0 0,-1 0 0 0 0,1 0 1 0 0,0 0-1 0 0,0 0 0 0 0,-1 0 1 0 0,1 0-1 0 0,0 0 0 0 0,0-2 1 0 0,0 1 13 0 0,0 0 1 0 0,-1 0 0 0 0,0 0-1 0 0,1 0 1 0 0,-1 0 0 0 0,0 0 0 0 0,0 0-1 0 0,0 0 1 0 0,0 0 0 0 0,0 0-1 0 0,0 0 1 0 0,-1 1 0 0 0,1-1-1 0 0,-1 0 1 0 0,1 1 0 0 0,-1-1-1 0 0,0 1 1 0 0,1 0 0 0 0,-1 0 0 0 0,0-1-1 0 0,0 1 1 0 0,0 0 0 0 0,-3-1-1 0 0,-17-15 201 0 0,-8-18 240 0 0,29 33-446 0 0,0 0 1 0 0,0 0-1 0 0,0 1 0 0 0,1-1 1 0 0,-1 0-1 0 0,1 0 1 0 0,-1 0-1 0 0,1 0 1 0 0,0 0-1 0 0,-1 0 1 0 0,1 0-1 0 0,0 1 1 0 0,1-1-1 0 0,-1 0 0 0 0,0 0 1 0 0,0 0-1 0 0,1 0 1 0 0,-1 0-1 0 0,1 0 1 0 0,0 0-1 0 0,-1 1 1 0 0,3-4-1 0 0,22 4 46 0 0,-14 1-74 0 0,1 0 0 0 0,-1 1 0 0 0,1 1 0 0 0,18 4 0 0 0,-27-5 3 0 0,-1-1 0 0 0,0 1-1 0 0,0 0 1 0 0,0-1 0 0 0,1 1-1 0 0,-1 0 1 0 0,0 0 0 0 0,0 1-1 0 0,0-1 1 0 0,-1 0 0 0 0,1 1-1 0 0,0-1 1 0 0,0 1 0 0 0,-1-1-1 0 0,1 1 1 0 0,-1 0 0 0 0,1 0-1 0 0,-1-1 1 0 0,0 1 0 0 0,0 0-1 0 0,0 0 1 0 0,0 1 0 0 0,0-1-1 0 0,0 0 1 0 0,0 0 0 0 0,-1 0-1 0 0,1 1 1 0 0,0 2 0 0 0,-1-1 2 0 0,0 0 0 0 0,0 0 1 0 0,0 0-1 0 0,0 0 1 0 0,-1 0-1 0 0,1 0 0 0 0,-1 0 1 0 0,0 0-1 0 0,0-1 0 0 0,-1 1 1 0 0,1 0-1 0 0,-1-1 0 0 0,0 1 1 0 0,0-1-1 0 0,0 1 0 0 0,-3 3 1 0 0,1-4 19 0 0,0-1 1 0 0,1 1-1 0 0,-1-1 0 0 0,0 0 1 0 0,-1 0-1 0 0,1-1 1 0 0,0 1-1 0 0,-1-1 1 0 0,1 0-1 0 0,-1 0 0 0 0,1 0 1 0 0,-1-1-1 0 0,1 0 1 0 0,-1 1-1 0 0,-7-2 1 0 0,-129 1 754 0 0,136-1-693 0 0,10-4-66 0 0,14 0-20 0 0,1 1 0 0 0,30-2 0 0 0,-23 3-56 0 0,-9 1 0 0 0,0 1 1 0 0,1 1 0 0 0,-1 1 0 0 0,0 0 0 0 0,20 5 0 0 0,-30-5 34 0 0,1 1-1 0 0,-1 0 1 0 0,1 1 0 0 0,-1-1 0 0 0,0 2-1 0 0,0-1 1 0 0,0 1 0 0 0,-1 0 0 0 0,1 1-1 0 0,-1 0 1 0 0,12 11 0 0 0,-18-16 29 0 0,0 1-1 0 0,-1-1 1 0 0,1 1 0 0 0,0 0 0 0 0,-1-1-1 0 0,1 1 1 0 0,-1 0 0 0 0,1 0-1 0 0,-1-1 1 0 0,1 1 0 0 0,-1 0 0 0 0,0 0-1 0 0,1 0 1 0 0,-1 0 0 0 0,0 0-1 0 0,0 0 1 0 0,0-1 0 0 0,1 1 0 0 0,-1 0-1 0 0,0 0 1 0 0,0 0 0 0 0,0 0-1 0 0,0 0 1 0 0,-1 0 0 0 0,1 0 0 0 0,0 0-1 0 0,0 0 1 0 0,-1-1 0 0 0,1 1-1 0 0,0 0 1 0 0,-1 0 0 0 0,1 0 0 0 0,-1 0-1 0 0,1-1 1 0 0,-1 1 0 0 0,1 0-1 0 0,-1-1 1 0 0,1 1 0 0 0,-1 0 0 0 0,0-1-1 0 0,1 1 1 0 0,-1-1 0 0 0,0 1-1 0 0,0-1 1 0 0,1 1 0 0 0,-1-1 0 0 0,0 1-1 0 0,0-1 1 0 0,-2 1 0 0 0,-48 15 124 0 0,50-16-125 0 0,-19 4 3 0 0,0-1 0 0 0,-1-1 1 0 0,-36-1-1 0 0,47-2-139 0 0,-1 1 0 0 0,1-2 0 0 0,0 1 0 0 0,0-2 0 0 0,0 1 0 0 0,0-1-1 0 0,0-1 1 0 0,1 0 0 0 0,-14-7 0 0 0,-68-53-5454 0 0,56 33 1147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42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0 3041 0 0,'-96'4'5656'0'0,"70"-5"-4673"0"0,0 2-1 0 0,-26 4 1 0 0,162 19 338 0 0,-55-13-1437 0 0,1-3 1 0 0,104 3-1 0 0,-108-16-1307 0 0,-28 2-1648 0 0,-35 7-732 0 0,6 3 1002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42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14 2721 0 0,'-5'0'6283'0'0,"-5"1"-4213"0"0,5-1-2435 0 0,30-5 1101 0 0,30-1-1269 0 0,0 3-1 0 0,90 6 1 0 0,-138-3-243 0 0,0 0 1 0 0,0 1-1 0 0,0 0 1 0 0,-1 0 0 0 0,1 1-1 0 0,0 0 1 0 0,6 3 0 0 0,-8 7-2067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46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43 2001 0 0,'0'0'172'0'0,"-1"0"0"0"0,1-1 1 0 0,0 1-1 0 0,0 0 0 0 0,0-1 0 0 0,0 1 1 0 0,-1 0-1 0 0,1-1 0 0 0,0 1 0 0 0,0 0 1 0 0,0-1-1 0 0,0 1 0 0 0,0 0 0 0 0,0-1 1 0 0,0 1-1 0 0,0 0 0 0 0,0-1 0 0 0,0 1 1 0 0,0 0-1 0 0,0-1 0 0 0,1 1 0 0 0,-1 0 1 0 0,0-1-1 0 0,0 1 0 0 0,0 0 0 0 0,0-1 1 0 0,0 1-1 0 0,1 0 0 0 0,-1 0 0 0 0,0-1 1 0 0,0 1-1 0 0,0 0 0 0 0,1 0 1 0 0,-1-1-1 0 0,0 1 0 0 0,1 0 0 0 0,-1 0 1 0 0,0 0-1 0 0,0-1 0 0 0,1 1 0 0 0,-1 0 1 0 0,0 0-1 0 0,1 0 0 0 0,-1 0 0 0 0,1 0 1 0 0,84 11 307 0 0,-74-10-426 0 0,0 0 1 0 0,-1-1-1 0 0,1-1 1 0 0,0 0 0 0 0,-1 0-1 0 0,20-5 1 0 0,-8 2 123 0 0,-17 2-98 0 0,-5 1-70 0 0,0 0 0 0 0,0 0 0 0 0,0 0 1 0 0,0 0-1 0 0,0 0 0 0 0,0 0 0 0 0,0 1 0 0 0,-1-1 0 0 0,1 0 0 0 0,0 0 0 0 0,-1 0 0 0 0,1 0 1 0 0,0 1-1 0 0,-1-1 0 0 0,1 0 0 0 0,-1 0 0 0 0,1 1 0 0 0,-1-1 0 0 0,0 0 0 0 0,1 1 0 0 0,-1-1 1 0 0,0 0-1 0 0,1 1 0 0 0,-1-1 0 0 0,0 1 0 0 0,0-1 0 0 0,1 1 0 0 0,-1 0 0 0 0,-1-1 0 0 0,-30-2 27 0 0,13 2 23 0 0,-7 0-8 0 0,-1 0-1 0 0,1 1 0 0 0,-36 6 0 0 0,52-5-33 0 0,0 1-1 0 0,0 0 0 0 0,0 1 1 0 0,1 0-1 0 0,-1 0 1 0 0,0 1-1 0 0,1 1 0 0 0,0-1 1 0 0,0 1-1 0 0,1 1 0 0 0,-14 10 1 0 0,19-13 1 0 0,1-1 1 0 0,-1 1 0 0 0,1-1 0 0 0,-1 1-1 0 0,1 0 1 0 0,0 0 0 0 0,0 1-1 0 0,0-1 1 0 0,1 0 0 0 0,-1 0-1 0 0,1 1 1 0 0,0-1 0 0 0,0 1-1 0 0,-1 3 1 0 0,2-5-10 0 0,0 0 0 0 0,0 0 0 0 0,0 0-1 0 0,1 0 1 0 0,-1 0 0 0 0,1 0 0 0 0,-1 0 0 0 0,1 0-1 0 0,-1 0 1 0 0,1-1 0 0 0,0 1 0 0 0,0 0 0 0 0,0 0 0 0 0,0-1-1 0 0,0 1 1 0 0,1-1 0 0 0,-1 1 0 0 0,0-1 0 0 0,1 1-1 0 0,-1-1 1 0 0,1 0 0 0 0,0 1 0 0 0,-1-1 0 0 0,1 0-1 0 0,0 0 1 0 0,2 1 0 0 0,8 4 13 0 0,1-1-1 0 0,0 0 1 0 0,0-1-1 0 0,0 0 1 0 0,1-1-1 0 0,0 0 0 0 0,-1-1 1 0 0,1-1-1 0 0,0 0 1 0 0,15-1-1 0 0,-1-2-7 0 0,-1-1 0 0 0,1-2-1 0 0,-1 0 1 0 0,33-12-1 0 0,-58 17-8 0 0,0-1 0 0 0,0 1 0 0 0,0-1 1 0 0,0 0-1 0 0,0 1 0 0 0,-1-1 0 0 0,1 0 0 0 0,0 0 0 0 0,0 0 0 0 0,-1 0 0 0 0,1 0 0 0 0,-1-1 1 0 0,2-1-1 0 0,1-30 148 0 0,-4 32-147 0 0,-1-1-1 0 0,0 1 0 0 0,1 0 1 0 0,-1 0-1 0 0,0 0 0 0 0,0 0 1 0 0,0-1-1 0 0,0 1 0 0 0,0 0 1 0 0,0 0-1 0 0,0 1 0 0 0,0-1 1 0 0,0 0-1 0 0,-1 0 0 0 0,1 0 1 0 0,0 1-1 0 0,0-1 0 0 0,-1 1 1 0 0,1-1-1 0 0,-2 0 0 0 0,-29-9 88 0 0,27 9-14 0 0,0 1-13 0 0,-14-3-54 0 0,38 5 0 0 0,-11-1 11 0 0,1 1 0 0 0,0 0 0 0 0,-1 0 1 0 0,0 1-1 0 0,0 0 0 0 0,0 1 0 0 0,0 0 0 0 0,0 0 0 0 0,8 6 0 0 0,31 41 186 0 0,-33-39-167 0 0,-8-6-3 0 0,0 1 0 0 0,0-1 0 0 0,0 2-1 0 0,-1-1 1 0 0,0 0 0 0 0,-1 1 0 0 0,1 0 0 0 0,-1 0 0 0 0,-1 0 0 0 0,0 1 0 0 0,0-1-1 0 0,-1 1 1 0 0,3 12 0 0 0,1 4 96 0 0,0 1-35 0 0,0 0 0 0 0,-2 1 1 0 0,-2 0-1 0 0,0 46 1 0 0,-2 42-1183 0 0,0-111 993 0 0,1 0-1 0 0,-1 1 1 0 0,1-1-1 0 0,0 0 1 0 0,0 1-1 0 0,0-1 1 0 0,1 0 0 0 0,-1 0-1 0 0,1 0 1 0 0,0 0-1 0 0,0 0 1 0 0,1-1-1 0 0,-1 1 1 0 0,1-1-1 0 0,0 1 1 0 0,0-1 0 0 0,0 0-1 0 0,0 0 1 0 0,5 4-1 0 0,6 6-303 0 0,21 24-1836 0 0,-34-36 2012 0 0,1-1 0 0 0,-1 1-1 0 0,1 0 1 0 0,0-1 0 0 0,-1 1-1 0 0,1-1 1 0 0,0 0 0 0 0,-1 0-1 0 0,1 0 1 0 0,0 1 0 0 0,-1-1-1 0 0,1-1 1 0 0,0 1 0 0 0,-1 0-1 0 0,1 0 1 0 0,2-1 0 0 0,-4 1 212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47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122 341 1121 0 0,'1'-14'1527'0'0,"0"11"-1297"0"0,-1-1 0 0 0,1 1 0 0 0,-1 0 0 0 0,0 0 0 0 0,0 0 1 0 0,0 0-1 0 0,0 0 0 0 0,-1 0 0 0 0,1 0 0 0 0,-1 0 0 0 0,0 0 0 0 0,0 0 0 0 0,-3-5 0 0 0,2 5-107 0 0,0 1 1 0 0,-1-1-1 0 0,1 1 0 0 0,0-1 0 0 0,0 0 0 0 0,0 0 0 0 0,1 0 0 0 0,-1 0 0 0 0,1 0 0 0 0,-1 0 0 0 0,1 0 0 0 0,0 0 0 0 0,0 0 1 0 0,1-1-1 0 0,-1 1 0 0 0,1 0 0 0 0,-1-1 0 0 0,1 1 0 0 0,0-1 0 0 0,0 1 0 0 0,1-5 0 0 0,-1 7-112 0 0,-1 0 0 0 0,0 1 0 0 0,0-1 0 0 0,1 0 0 0 0,-1 1 0 0 0,0-1 0 0 0,0 1 0 0 0,0-1 0 0 0,0 1 0 0 0,0 0 0 0 0,0-1 0 0 0,0 1 0 0 0,1 0 0 0 0,-1 0 0 0 0,0-1 0 0 0,0 1 0 0 0,0 0 0 0 0,0 0 0 0 0,0 0 0 0 0,0 0 0 0 0,0 0 0 0 0,0 1 0 0 0,0-1 0 0 0,0 0 0 0 0,-1 1 0 0 0,1-1 10 0 0,-4 0 206 0 0,0 1-134 0 0,-15 3 1 0 0,15-4 39 0 0,5 1-126 0 0,0-1-1 0 0,0 0 1 0 0,0 0-1 0 0,1 1 1 0 0,-1-1-1 0 0,0 0 1 0 0,0 0-1 0 0,0 1 1 0 0,0-1-1 0 0,0 0 1 0 0,0 0-1 0 0,0 1 1 0 0,0-1 0 0 0,0 0-1 0 0,0 0 1 0 0,0 1-1 0 0,0-1 1 0 0,0 0-1 0 0,0 0 1 0 0,0 1-1 0 0,0-1 1 0 0,0 0-1 0 0,0 0 1 0 0,0 1-1 0 0,0-1 1 0 0,-1 0 0 0 0,1 0-1 0 0,0 1 1 0 0,0-1-1 0 0,0 0 1 0 0,0 0-1 0 0,-1 0 1 0 0,1 0-1 0 0,0 1 1 0 0,0-1-1 0 0,0 0 1 0 0,-1 0-1 0 0,1 0 1 0 0,0 0 0 0 0,0 1-1 0 0,0-1 1 0 0,-1 0-1 0 0,1 0 1 0 0,0 0-1 0 0,0 0 1 0 0,-1 0-1 0 0,1 0 1 0 0,0 0-1 0 0,0 0 1 0 0,-1 0-1 0 0,-1 1 2 0 0,1-1 0 0 0,0 1 0 0 0,0-1 0 0 0,-1 1 0 0 0,1 0 0 0 0,0-1 0 0 0,0 1 0 0 0,-1 0 0 0 0,1 0 0 0 0,0 0 0 0 0,0 0 0 0 0,0 0 0 0 0,0 0 0 0 0,1 1 0 0 0,-1-1 0 0 0,0 0 0 0 0,0 0 0 0 0,1 0 0 0 0,-1 1 0 0 0,0 1 0 0 0,-2 37 200 0 0,3-34-197 0 0,-1 1-13 0 0,1 0-1 0 0,-1 0 1 0 0,2 0-1 0 0,-1-1 1 0 0,1 1-1 0 0,0 0 1 0 0,0 0-1 0 0,1-1 1 0 0,0 1-1 0 0,0-1 1 0 0,1 1-1 0 0,-1-1 1 0 0,1 0-1 0 0,1 0 1 0 0,6 9-1 0 0,1-1 13 0 0,-4-3 4 0 0,1-1 1 0 0,0 1 0 0 0,1-1-1 0 0,0-1 1 0 0,1 1 0 0 0,0-2-1 0 0,0 1 1 0 0,1-2 0 0 0,0 1-1 0 0,0-1 1 0 0,1-1 0 0 0,12 5-1 0 0,-13-7-19 0 0,0-1-1 0 0,1 0 0 0 0,0-1 1 0 0,-1 0-1 0 0,1-1 0 0 0,0 0 1 0 0,19-2-1 0 0,-25 0 13 0 0,-1 0-1 0 0,1 0 1 0 0,-1 0-1 0 0,0-1 1 0 0,0 0 0 0 0,0 0-1 0 0,0 0 1 0 0,0-1-1 0 0,0 1 1 0 0,0-1 0 0 0,-1 0-1 0 0,1-1 1 0 0,-1 1 0 0 0,0-1-1 0 0,0 0 1 0 0,0 0-1 0 0,-1 0 1 0 0,1 0 0 0 0,-1-1-1 0 0,4-7 1 0 0,67-154 132 0 0,-62 138-118 0 0,-3 5 2 0 0,-1 0 0 0 0,9-41 1 0 0,-15 54-23 0 0,-1 0 0 0 0,0 0 0 0 0,0 0 0 0 0,-1 0 0 0 0,0 0 0 0 0,-1 0 0 0 0,0 0 0 0 0,-1 0 0 0 0,-3-11 0 0 0,-7-3 15 0 0,10 22-51 0 0,1-1 0 0 0,-1 1 1 0 0,1-1-1 0 0,0 1 0 0 0,-1-1 1 0 0,1 0-1 0 0,1 0 0 0 0,-1 1 1 0 0,0-1-1 0 0,1 0 0 0 0,-1-6 1 0 0,1 21-761 0 0,-1-4 92 0 0,1 0 0 0 0,1 1 0 0 0,0-1 1 0 0,3 14-1 0 0,21 54-4993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48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0 306 720 0 0,'25'0'2335'0'0,"-18"-4"754"0"0,-5 1-2590 0 0,3 0-275 0 0,-4 2-126 0 0,0 0 1 0 0,0 0-1 0 0,0 1 0 0 0,0-1 0 0 0,0 0 1 0 0,0 0-1 0 0,0 0 0 0 0,0 0 1 0 0,0 0-1 0 0,0 0 0 0 0,-1 0 0 0 0,1 0 1 0 0,0 0-1 0 0,-1-1 0 0 0,1 1 1 0 0,-1 0-1 0 0,0 0 0 0 0,1-1 1 0 0,-1 1-1 0 0,0 0 0 0 0,1 0 0 0 0,-1-1 1 0 0,0 1-1 0 0,0-2 0 0 0,0 1-70 0 0,0 1 0 0 0,0-1 0 0 0,0 1 0 0 0,0 0 0 0 0,0 0 0 0 0,1-1 0 0 0,-1 1-1 0 0,0 0 1 0 0,1-1 0 0 0,-1 1 0 0 0,1 0 0 0 0,0 0 0 0 0,-1 0 0 0 0,1 0 0 0 0,0-1 0 0 0,0 1 0 0 0,0 0 0 0 0,0 0-1 0 0,0 1 1 0 0,0-1 0 0 0,0 0 0 0 0,1-1 0 0 0,0 1-12 0 0,-1 0 0 0 0,0 0 1 0 0,0 1-1 0 0,0-1 0 0 0,0 0 0 0 0,0 0 0 0 0,0 0 0 0 0,0-1 1 0 0,-1 1-1 0 0,1 0 0 0 0,0 0 0 0 0,0 0 0 0 0,-1-1 0 0 0,1 1 1 0 0,-1 0-1 0 0,1-1 0 0 0,-1 1 0 0 0,0 0 0 0 0,0-1 1 0 0,1 1-1 0 0,-1-1 0 0 0,0-1 0 0 0,0-1 11 0 0,0 0-1 0 0,1 0 1 0 0,-1 1-1 0 0,1-1 1 0 0,0 0-1 0 0,0 0 1 0 0,0 1 0 0 0,0-1-1 0 0,1 1 1 0 0,0-1-1 0 0,-1 1 1 0 0,4-4-1 0 0,-3 5-16 0 0,-1-1 1 0 0,1 0-1 0 0,-1 0 0 0 0,1 0 0 0 0,-1 0 0 0 0,0 0 0 0 0,0 0 0 0 0,0-1 1 0 0,0 1-1 0 0,-1 0 0 0 0,1-7 0 0 0,-1 8-1 0 0,0-1 0 0 0,0 0 0 0 0,1 1 0 0 0,-1-1 0 0 0,1 0 0 0 0,0 1 1 0 0,0-1-1 0 0,0 1 0 0 0,0 0 0 0 0,0-1 0 0 0,0 1 0 0 0,0 0 0 0 0,1-1 0 0 0,2-2 0 0 0,-2 3 3 0 0,-1 0-1 0 0,1 0 0 0 0,-1-1 1 0 0,1 1-1 0 0,-1-1 0 0 0,0 1 1 0 0,0-1-1 0 0,0 0 1 0 0,0 1-1 0 0,0-1 0 0 0,-1 0 1 0 0,1 0-1 0 0,-1 1 0 0 0,0-5 1 0 0,0 6-11 0 0,0 1 0 0 0,0-1 0 0 0,0 1 1 0 0,0-1-1 0 0,0 0 0 0 0,0 1 0 0 0,0-1 1 0 0,0 1-1 0 0,0-1 0 0 0,1 0 0 0 0,-1 1 1 0 0,0-1-1 0 0,0 1 0 0 0,1-1 0 0 0,-1 1 1 0 0,0-1-1 0 0,1 1 0 0 0,-1-1 0 0 0,0 1 1 0 0,1-1-1 0 0,-1 1 0 0 0,1-1 0 0 0,-1 1 1 0 0,0-1-1 0 0,1 1 0 0 0,-1 0 0 0 0,1-1 1 0 0,0 1-1 0 0,-1 0 0 0 0,1 0 0 0 0,-1-1 0 0 0,1 1 1 0 0,-1 0-1 0 0,1 0 0 0 0,0 0 0 0 0,-1 0 1 0 0,1 0-1 0 0,-1 0 0 0 0,2 0 0 0 0,-1 0 0 0 0,-1 0 0 0 0,1 0 0 0 0,0 0-1 0 0,-1 0 1 0 0,1 0 0 0 0,-1-1 0 0 0,1 1-1 0 0,0 0 1 0 0,-1 0 0 0 0,1 0 0 0 0,-1-1 0 0 0,1 1-1 0 0,-1 0 1 0 0,1 0 0 0 0,0-1 0 0 0,-1 1-1 0 0,0-1 1 0 0,1 1 0 0 0,-1 0 0 0 0,1-1-1 0 0,-1 1 1 0 0,1-1 0 0 0,-1 1 0 0 0,0-1-1 0 0,1 1 1 0 0,-1-1 0 0 0,0 1 0 0 0,0-1-1 0 0,1 1 1 0 0,-1-1 0 0 0,0 0 0 0 0,0 1-1 0 0,0-1 1 0 0,0 1 0 0 0,0-1 0 0 0,1 0 0 0 0,-1 1-1 0 0,0-1 1 0 0,-1-1 0 0 0,6 1-55 0 0,21 5 40 0 0,-23 2 16 0 0,-1-1-3 0 0,3 1 10 0 0,0 0 0 0 0,0 0 0 0 0,0 1 1 0 0,-1 0-1 0 0,1 0 0 0 0,-2 0 0 0 0,1 0 0 0 0,-1 1 0 0 0,0-1 0 0 0,-1 1 1 0 0,2 8-1 0 0,0 8 33 0 0,-2 1 1 0 0,-1 40 0 0 0,-1-47-41 0 0,0-16 1 0 0,0 0-1 0 0,0 1 0 0 0,1-1 1 0 0,-1 0-1 0 0,1 1 1 0 0,-1-1-1 0 0,1 0 1 0 0,0 0-1 0 0,0 0 0 0 0,0 0 1 0 0,0 1-1 0 0,0-1 1 0 0,0 0-1 0 0,1-1 1 0 0,-1 1-1 0 0,1 0 0 0 0,-1 0 1 0 0,1-1-1 0 0,0 1 1 0 0,0-1-1 0 0,2 2 1 0 0,-4-2-11 0 0,1-1 1 0 0,-1 0 0 0 0,1 1 0 0 0,-1-1 0 0 0,0 0 0 0 0,1 1-1 0 0,-1-1 1 0 0,0 1 0 0 0,1-1 0 0 0,-1 0 0 0 0,0 1-1 0 0,0-1 1 0 0,0 1 0 0 0,1-1 0 0 0,-1 1 0 0 0,0-1 0 0 0,0 1-1 0 0,0-1 1 0 0,0 1 0 0 0,0-1 0 0 0,0 1 0 0 0,0-1 0 0 0,0 1-1 0 0,0-1 1 0 0,0 1 0 0 0,0 0 0 0 0,0-1-5 0 0,0 1 0 0 0,0-1 0 0 0,-1 0 1 0 0,1 0-1 0 0,0 1 0 0 0,0-1 0 0 0,0 0 0 0 0,0 1 0 0 0,0-1 1 0 0,0 0-1 0 0,0 0 0 0 0,0 1 0 0 0,1-1 0 0 0,-1 0 0 0 0,0 1 1 0 0,0-1-1 0 0,0 0 0 0 0,0 0 0 0 0,0 1 0 0 0,0-1 0 0 0,0 0 1 0 0,1 0-1 0 0,-1 1 0 0 0,0-1 0 0 0,0 0 0 0 0,0 0 0 0 0,1 0 1 0 0,-1 1-1 0 0,0-1 0 0 0,0 0 0 0 0,1 0 0 0 0,-1 0 0 0 0,0 0 1 0 0,0 0-1 0 0,1 1 0 0 0,-1-1 0 0 0,0 0 0 0 0,0 0 0 0 0,1 0 1 0 0,31 6-1118 0 0,-32-5 980 0 0,1-1 0 0 0,0 0 0 0 0,0 0 0 0 0,-1 0 0 0 0,1 0 0 0 0,0 1 0 0 0,0-1 0 0 0,-1 0 0 0 0,1 0 0 0 0,0-1 0 0 0,0 1 0 0 0,0 0 0 0 0,-1 0 0 0 0,1 0 0 0 0,0 0 0 0 0,0-1 0 0 0,-1 1 0 0 0,1 0 0 0 0,0-1 0 0 0,-1 1 0 0 0,1 0 0 0 0,0-1 0 0 0,-1 1 0 0 0,1-1 0 0 0,-1 1 1 0 0,1-1-1 0 0,0 0 0 0 0,-1 1 0 0 0,1-1 0 0 0,-1 1 0 0 0,0-1 0 0 0,1 0 0 0 0,-1 1 0 0 0,0-1 0 0 0,1 0 0 0 0,-1 0 0 0 0,0 0 0 0 0,0-7-2052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48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13 1361 0 0,'-30'-13'4402'0'0,"0"13"-1361"0"0,60 6-2161 0 0,0 1-319 0 0,0 5-401 0 0,0-4-400 0 0,31 3-881 0 0,-1 3-1520 0 0,0-3-400 0 0,1 3 559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49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719 240 720 0 0,'0'0'71'0'0,"0"-1"0"0"0,0 1-1 0 0,0-1 1 0 0,-1 1-1 0 0,1 0 1 0 0,0-1-1 0 0,0 1 1 0 0,-1 0 0 0 0,1-1-1 0 0,0 1 1 0 0,-1 0-1 0 0,1-1 1 0 0,0 1 0 0 0,-1 0-1 0 0,1 0 1 0 0,0-1-1 0 0,-1 1 1 0 0,1 0 0 0 0,-1 0-1 0 0,1 0 1 0 0,0 0-1 0 0,-1 0 1 0 0,1-1 0 0 0,-1 1-1 0 0,1 0 1 0 0,-1 0-1 0 0,1 0 1 0 0,0 0 0 0 0,-1 0-1 0 0,1 0 1 0 0,-1 0-1 0 0,1 1 1 0 0,-1-1 0 0 0,1 0-1 0 0,0 0 1 0 0,-1 0-1 0 0,0 0-11 0 0,1 1 0 0 0,-1-1 0 0 0,1 0 0 0 0,-1 0 0 0 0,1 0 0 0 0,-1 0 0 0 0,1 0 0 0 0,-1 0-1 0 0,1 0 1 0 0,-1 0 0 0 0,1 0 0 0 0,-1 0 0 0 0,1 0 0 0 0,-1 0 0 0 0,1 0 0 0 0,-1 0 0 0 0,1-1-1 0 0,-1 1 1 0 0,1 0 0 0 0,-1 0 0 0 0,1 0 0 0 0,-1-1 0 0 0,1 1 0 0 0,-1 0 0 0 0,1-1 0 0 0,0 1 0 0 0,-1 0-1 0 0,1-1 1 0 0,0 1 0 0 0,-1-1 0 0 0,1 1 0 0 0,0 0 0 0 0,-1-1 0 0 0,1 1 0 0 0,0-1 0 0 0,0 1-1 0 0,0-1 1 0 0,-1 0 0 0 0,1-2 92 0 0,-1 0 0 0 0,0 0 0 0 0,0 0 0 0 0,0 0 0 0 0,0 1 0 0 0,-1-1 0 0 0,1 0 0 0 0,-1 1 0 0 0,1-1 0 0 0,-1 1 0 0 0,0 0 0 0 0,0-1 0 0 0,0 1 0 0 0,0 0 0 0 0,-1 0 0 0 0,1 0 0 0 0,-1 0 0 0 0,1 1 0 0 0,-1-1 0 0 0,1 1 0 0 0,-6-3 0 0 0,4 2-93 0 0,-1 0 0 0 0,1-1 1 0 0,1 0-1 0 0,-1 0 1 0 0,0 0-1 0 0,1 0 0 0 0,-5-6 1 0 0,3 4 17 0 0,1-1-1 0 0,1 0 1 0 0,-1 0 0 0 0,1-1 0 0 0,0 1 0 0 0,0-1 0 0 0,1 1 0 0 0,-1-1-1 0 0,2 0 1 0 0,-1 0 0 0 0,1 0 0 0 0,0 0 0 0 0,0 0 0 0 0,1 0 0 0 0,1-10 0 0 0,-2 16-68 0 0,2 0 0 0 0,-1 0 0 0 0,0 0 0 0 0,0-1 0 0 0,0 1 0 0 0,0 0 0 0 0,1 0 0 0 0,-1 0 0 0 0,1 0 0 0 0,-1 0 0 0 0,1 0 0 0 0,-1 0 0 0 0,1 0 1 0 0,-1 0-1 0 0,1 0 0 0 0,0 0 0 0 0,0 0 0 0 0,-1 0 0 0 0,1 0 0 0 0,0 0 0 0 0,0 1 0 0 0,0-1 0 0 0,0 0 0 0 0,0 1 0 0 0,0-1 0 0 0,0 1 1 0 0,0-1-1 0 0,0 1 0 0 0,0 0 0 0 0,3-1 0 0 0,1 0 5 0 0,0 0-1 0 0,0 1 1 0 0,1-1 0 0 0,-1 1 0 0 0,0 0-1 0 0,0 1 1 0 0,10 1 0 0 0,-3 1 7 0 0,0 0 0 0 0,0 1 0 0 0,0 0 1 0 0,-1 0-1 0 0,1 1 0 0 0,19 12 0 0 0,-29-16-15 0 0,-1 0-1 0 0,1 1 1 0 0,0-1 0 0 0,0 0 0 0 0,-1 1-1 0 0,1-1 1 0 0,0 1 0 0 0,-1-1-1 0 0,1 1 1 0 0,-1 0 0 0 0,0 0-1 0 0,0-1 1 0 0,0 1 0 0 0,0 0-1 0 0,0 0 1 0 0,0 0 0 0 0,0 0 0 0 0,0 0-1 0 0,-1 1 1 0 0,1-1 0 0 0,-1 0-1 0 0,0 0 1 0 0,0 0 0 0 0,0 0-1 0 0,0 1 1 0 0,0-1 0 0 0,0 0 0 0 0,0 0-1 0 0,-1 0 1 0 0,1 1 0 0 0,-1-1-1 0 0,1 0 1 0 0,-1 0 0 0 0,0 0-1 0 0,0 0 1 0 0,0 0 0 0 0,0 0-1 0 0,0-1 1 0 0,0 1 0 0 0,-1 0 0 0 0,1 0-1 0 0,-1-1 1 0 0,1 1 0 0 0,-1-1-1 0 0,0 1 1 0 0,1-1 0 0 0,-1 0-1 0 0,0 0 1 0 0,0 1 0 0 0,0-1-1 0 0,0-1 1 0 0,0 1 0 0 0,-2 1 0 0 0,-13 5 47 0 0,1-1 1 0 0,-1-1 0 0 0,0 0-1 0 0,0-1 1 0 0,-1-1 0 0 0,-22 2-1 0 0,-120 0 678 0 0,145-5-628 0 0,-1-2 44 0 0,42-3-81 0 0,59-3-143 0 0,55 4-1569 0 0,273 29 0 0 0,-390-22 1407 0 0,0 1-1 0 0,41 14 1 0 0,-63-18 237 0 0,0 0 0 0 0,0 0-1 0 0,0 1 1 0 0,0-1 0 0 0,0 1-1 0 0,0-1 1 0 0,0 1 0 0 0,-1-1-1 0 0,1 1 1 0 0,0-1 0 0 0,0 1-1 0 0,-1 0 1 0 0,1 0 0 0 0,0-1-1 0 0,-1 1 1 0 0,1 0 0 0 0,-1 0-1 0 0,1 0 1 0 0,0 1 0 0 0,-1-2 6 0 0,0 1 1 0 0,0 0 0 0 0,-1-1 0 0 0,1 1-1 0 0,0 0 1 0 0,0-1 0 0 0,0 1-1 0 0,-1 0 1 0 0,1-1 0 0 0,0 1 0 0 0,-1-1-1 0 0,1 1 1 0 0,-1-1 0 0 0,1 1 0 0 0,-1-1-1 0 0,1 1 1 0 0,-1-1 0 0 0,1 1 0 0 0,-1-1-1 0 0,1 0 1 0 0,-1 1 0 0 0,0-1 0 0 0,1 0-1 0 0,-2 1 1 0 0,-38 17 485 0 0,-1-3 0 0 0,-54 14 0 0 0,37-14 26 0 0,0-3 0 0 0,-71 5 0 0 0,-127-2 188 0 0,109-8-590 0 0,90-3-143 0 0,-82 3-335 0 0,124-7-106 0 0,-1-1-1 0 0,1 0 1 0 0,0-1 0 0 0,0 0-1 0 0,0-2 1 0 0,-20-6-1 0 0,31 8-61 0 0,0 0-1 0 0,0 0 1 0 0,0-1-1 0 0,0 1 0 0 0,1-1 1 0 0,-1 0-1 0 0,1 0 1 0 0,-1 0-1 0 0,-2-4 1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51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904 15 2081 0 0,'-4'-1'350'0'0,"1"-1"0"0"0,0 0 0 0 0,-1 1 0 0 0,1 0 0 0 0,-1 0 0 0 0,1 0 0 0 0,-1 0 0 0 0,0 0 0 0 0,1 1 0 0 0,-1-1 0 0 0,0 1 0 0 0,-5 1 0 0 0,0-2 236 0 0,-20-1-85 0 0,0 2 0 0 0,-1 1 1 0 0,1 1-1 0 0,0 1 1 0 0,-44 11-1 0 0,51-8-429 0 0,1 0 1 0 0,1 1-1 0 0,-1 1 1 0 0,1 1-1 0 0,0 1 1 0 0,1 0-1 0 0,-35 27 1 0 0,37-25-17 0 0,0 0-1 0 0,0-1 1 0 0,-36 16-1 0 0,41-21-37 0 0,3-1 7 0 0,0 0 0 0 0,1 1 0 0 0,-1 1 0 0 0,1-1 0 0 0,0 1 0 0 0,-12 15-1 0 0,11-12 8 0 0,1-1 0 0 0,-1-1 0 0 0,0 0 0 0 0,-16 10 0 0 0,5-7 22 0 0,15-9-41 0 0,1 0-1 0 0,-1 0 0 0 0,1 0 0 0 0,-1 1 1 0 0,1-1-1 0 0,0 1 0 0 0,0 0 1 0 0,0 1-1 0 0,1-1 0 0 0,-1 1 0 0 0,1-1 1 0 0,0 1-1 0 0,-5 8 0 0 0,0 9 35 0 0,6-16-34 0 0,1-1 0 0 0,-1 1-1 0 0,0-1 1 0 0,-1 1 0 0 0,1-1-1 0 0,-1 0 1 0 0,1 0-1 0 0,-1 0 1 0 0,-4 4 0 0 0,-49 68 427 0 0,55-72-420 0 0,-1 0 1 0 0,1 0-1 0 0,0 0 1 0 0,0 0 0 0 0,0 0-1 0 0,0 0 1 0 0,1 0-1 0 0,0 1 1 0 0,-1-1-1 0 0,2 0 1 0 0,-1 0-1 0 0,0 0 1 0 0,2 5-1 0 0,-1 7 40 0 0,-1 80 247 0 0,0-95-307 0 0,0 1 0 0 0,0-1 1 0 0,1 1-1 0 0,-1-1 1 0 0,0 1-1 0 0,1 0 0 0 0,-1-1 1 0 0,1 1-1 0 0,-1-1 1 0 0,1 1-1 0 0,0-1 0 0 0,-1 0 1 0 0,1 1-1 0 0,0-1 1 0 0,0 0-1 0 0,0 0 1 0 0,0 1-1 0 0,0-1 0 0 0,3 2 1 0 0,-3-2 3 0 0,0 0 0 0 0,1 0 1 0 0,-1 0-1 0 0,0 1 0 0 0,0-1 0 0 0,0 1 1 0 0,0-1-1 0 0,0 1 0 0 0,0-1 0 0 0,0 1 1 0 0,-1 0-1 0 0,1-1 0 0 0,0 1 0 0 0,-1 0 1 0 0,0-1-1 0 0,1 1 0 0 0,-1 0 0 0 0,0 0 1 0 0,0 3-1 0 0,0-3 5 0 0,0 1 1 0 0,1-1-1 0 0,-1 0 0 0 0,0 0 1 0 0,1 1-1 0 0,-1-1 1 0 0,1 0-1 0 0,0 0 0 0 0,0 0 1 0 0,0 0-1 0 0,0 0 0 0 0,0 0 1 0 0,0 0-1 0 0,1 0 1 0 0,-1 0-1 0 0,3 2 0 0 0,-3-3-8 0 0,1 1 0 0 0,-1 0 0 0 0,0 0 0 0 0,1 0-1 0 0,-1-1 1 0 0,0 1 0 0 0,0 0 0 0 0,0 0 0 0 0,-1 0 0 0 0,1 1-1 0 0,0-1 1 0 0,-1 0 0 0 0,1 0 0 0 0,-1 0 0 0 0,0 0 0 0 0,1 4-1 0 0,-1-4 3 0 0,0 1 0 0 0,0 0 1 0 0,1-1-1 0 0,-1 1 0 0 0,1 0 0 0 0,0-1 0 0 0,0 1 0 0 0,0-1 0 0 0,0 1 0 0 0,1-1 0 0 0,-1 0 0 0 0,1 1 0 0 0,-1-1 0 0 0,1 0 0 0 0,0 0 0 0 0,-1 0 0 0 0,1 0 1 0 0,0 0-1 0 0,1-1 0 0 0,-1 1 0 0 0,2 1 0 0 0,21 22-4 0 0,-17-10 1 0 0,-7-13 1 0 0,0 0 0 0 0,0 0 0 0 0,0 0 0 0 0,1 0-1 0 0,-1 0 1 0 0,0 0 0 0 0,1 0 0 0 0,0-1 0 0 0,-1 1-1 0 0,1 0 1 0 0,0-1 0 0 0,0 1 0 0 0,0-1 0 0 0,0 0 0 0 0,2 1-1 0 0,147 96 281 0 0,-114-77-258 0 0,-10-5 12 0 0,55 22 0 0 0,-51-25-34 0 0,0 1 1 0 0,36 21-1 0 0,-15-6 8 0 0,16 9-50 0 0,14 5-38 0 0,-56-30-42 0 0,-1 0-1 0 0,25 18 1 0 0,-34-20 41 0 0,0-1 1 0 0,0 0-1 0 0,1-1 0 0 0,1-1 1 0 0,0 0-1 0 0,0-2 1 0 0,0 0-1 0 0,21 4 1 0 0,102 3 159 0 0,-104-9-91 0 0,0 2 0 0 0,64 19 0 0 0,5 2-183 0 0,175 24-73 0 0,-73-38 105 0 0,-74-6-143 0 0,-99-4 186 0 0,97 2-124 0 0,-118-5 260 0 0,-1-1 0 0 0,1 0 0 0 0,-1-2 0 0 0,0 1 0 0 0,0-2 0 0 0,0 1 0 0 0,23-11 0 0 0,-12 2 18 0 0,6-2-11 0 0,-1-1 0 0 0,0-1 0 0 0,-2-1 0 0 0,1-1 0 0 0,-2-2 0 0 0,-1-1-1 0 0,29-29 1 0 0,-46 38 11 0 0,0 0-1 0 0,-1-1 1 0 0,0 0-1 0 0,-1 0 1 0 0,0 0-1 0 0,-1-1 1 0 0,-1 0-1 0 0,0 0 1 0 0,2-17-1 0 0,-2 14-59 0 0,5-17 24 0 0,-5 22-12 0 0,0 0 0 0 0,-2-1 0 0 0,1 0 0 0 0,0-23 0 0 0,-3-130-147 0 0,0 163 156 0 0,0 1 0 0 0,-1-1 1 0 0,1 0-1 0 0,-1 0 0 0 0,0 0 1 0 0,1 1-1 0 0,-1-1 0 0 0,-1 0 1 0 0,1 1-1 0 0,0-1 0 0 0,-1 1 1 0 0,1 0-1 0 0,-1-1 0 0 0,0 1 1 0 0,1 0-1 0 0,-1 0 0 0 0,0 0 0 0 0,-1 0 1 0 0,1 0-1 0 0,0 0 0 0 0,-3-1 1 0 0,-18-19-23 0 0,16 12 20 0 0,-1 1 0 0 0,0 1 0 0 0,-1 0 0 0 0,0 0-1 0 0,0 0 1 0 0,0 1 0 0 0,-19-10 0 0 0,-87-40-88 0 0,40 21 104 0 0,-248-109 377 0 0,204 96-41 0 0,35 16 443 0 0,-146-35 0 0 0,52 19 234 0 0,-163-27 47 0 0,119 31-712 0 0,31-7-231 0 0,-42-10-50 0 0,186 52-181 0 0,0 2 1 0 0,-93-3-1 0 0,125 12-94 0 0,-1 0 1 0 0,1 0-1 0 0,0 2 1 0 0,-27 7-1 0 0,39-9 4 0 0,-1 0 0 0 0,1 0 0 0 0,-1 1 1 0 0,1 0-1 0 0,-1 0 0 0 0,1 0 0 0 0,0 0 0 0 0,0 0 0 0 0,0 1 0 0 0,-5 4 0 0 0,7-5-23 0 0,0-1 1 0 0,0 1-1 0 0,0-1 0 0 0,1 1 1 0 0,-1-1-1 0 0,0 1 0 0 0,1 0 1 0 0,-1-1-1 0 0,1 1 1 0 0,0 0-1 0 0,0-1 0 0 0,-1 1 1 0 0,1 0-1 0 0,0-1 0 0 0,0 1 1 0 0,1 0-1 0 0,-1 0 0 0 0,0-1 1 0 0,0 1-1 0 0,1 0 0 0 0,-1-1 1 0 0,1 1-1 0 0,0-1 0 0 0,1 4 1 0 0,23 24-7041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53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721 59 1761 0 0,'7'0'618'0'0,"-6"1"-515"0"0,0-1 1 0 0,-1 0 0 0 0,1 0 0 0 0,0 1-1 0 0,-1-1 1 0 0,1 0 0 0 0,0 0-1 0 0,-1 0 1 0 0,1 0 0 0 0,0 0 0 0 0,-1 0-1 0 0,1 0 1 0 0,0 0 0 0 0,-1 0-1 0 0,1 0 1 0 0,0 0 0 0 0,-1-1 0 0 0,1 1-1 0 0,0 0 1 0 0,-1 0 0 0 0,1-1 0 0 0,-1 1-1 0 0,1 0 1 0 0,-1-1 0 0 0,1 1-1 0 0,0-1 1 0 0,-1 1 0 0 0,0-1 0 0 0,1 1-1 0 0,-1-1 1 0 0,1 1 0 0 0,-1-1 0 0 0,1 1-1 0 0,-1-1 1 0 0,0 1 0 0 0,1-1-1 0 0,-1 0 1 0 0,0 1 0 0 0,0-1 0 0 0,0 0-1 0 0,1 1 1 0 0,-1-1 0 0 0,0 0-1 0 0,0 1 1 0 0,0-2 0 0 0,0 1-74 0 0,0 1 1 0 0,-1-1 0 0 0,1 1-1 0 0,0-1 1 0 0,0 1-1 0 0,0-1 1 0 0,-1 1-1 0 0,1 0 1 0 0,0-1-1 0 0,-1 1 1 0 0,1-1-1 0 0,0 1 1 0 0,-1 0-1 0 0,1-1 1 0 0,-1 1-1 0 0,1 0 1 0 0,0-1-1 0 0,-1 1 1 0 0,1 0 0 0 0,-1 0-1 0 0,1 0 1 0 0,-1-1-1 0 0,1 1 1 0 0,-1 0-1 0 0,1 0 1 0 0,-1 0-1 0 0,1 0 1 0 0,-1 0-1 0 0,1 0 1 0 0,-1 0-1 0 0,0 0 1 0 0,0 0-16 0 0,1 0-1 0 0,-1 0 1 0 0,0 0 0 0 0,0 0 0 0 0,1 0 0 0 0,-1 0-1 0 0,0-1 1 0 0,1 1 0 0 0,-1 0 0 0 0,0 0-1 0 0,1-1 1 0 0,-1 1 0 0 0,1 0 0 0 0,-1-1-1 0 0,0 1 1 0 0,1 0 0 0 0,-1-1 0 0 0,1 1 0 0 0,-1-1-1 0 0,1 1 1 0 0,-1-1 0 0 0,1 1 0 0 0,0-1-1 0 0,-1 1 1 0 0,1-1 0 0 0,-1 0 0 0 0,1 1 0 0 0,0-1-1 0 0,0 1 1 0 0,-1-1 0 0 0,1 0 0 0 0,0 1-1 0 0,0-1 1 0 0,0-1 0 0 0,0 2 14 0 0,0-1-1 0 0,0 0 1 0 0,0 0-1 0 0,0 0 1 0 0,0 1 0 0 0,0-1-1 0 0,0 0 1 0 0,-1 0 0 0 0,1 0-1 0 0,0 1 1 0 0,0-1 0 0 0,-1 0-1 0 0,1 0 1 0 0,0 1-1 0 0,-1-1 1 0 0,1 0 0 0 0,0 1-1 0 0,-1-1 1 0 0,1 0 0 0 0,-1 1-1 0 0,0-1 1 0 0,1 1-1 0 0,-1-1 1 0 0,1 1 0 0 0,-1-1-1 0 0,0 1 1 0 0,1-1 0 0 0,-1 1-1 0 0,0 0 1 0 0,-1-1-1 0 0,-28 0 166 0 0,8 2 166 0 0,14 0-284 0 0,0-1 1 0 0,0 1 0 0 0,0 1 0 0 0,0 0 0 0 0,0 0 0 0 0,1 0-1 0 0,-1 1 1 0 0,1 0 0 0 0,-1 0 0 0 0,-6 5 0 0 0,-10 8 57 0 0,-37 29 1 0 0,2 0 18 0 0,51-39-152 0 0,-12 7 47 0 0,1 1 0 0 0,1 1-1 0 0,0 1 1 0 0,-15 17 0 0 0,1 6 25 0 0,14-15-8 0 0,-2-1 0 0 0,0-1 0 0 0,-41 34 0 0 0,54-51-45 0 0,5-5-15 0 0,1 1 1 0 0,-1 0 0 0 0,1 0-1 0 0,0 0 1 0 0,-1 0-1 0 0,1 0 1 0 0,0 0 0 0 0,0 0-1 0 0,0 0 1 0 0,-1 1 0 0 0,1-1-1 0 0,0 0 1 0 0,1 1 0 0 0,-1-1-1 0 0,0 1 1 0 0,0-1-1 0 0,1 1 1 0 0,-1-1 0 0 0,1 1-1 0 0,-1 0 1 0 0,1-1 0 0 0,-1 1-1 0 0,1 0 1 0 0,0 1 0 0 0,0 0-1 0 0,0-1 1 0 0,-1 1-1 0 0,1 0 1 0 0,-1-1 0 0 0,1 1-1 0 0,-1 0 1 0 0,0-1 0 0 0,0 1-1 0 0,0-1 1 0 0,0 1-1 0 0,-1-1 1 0 0,1 1 0 0 0,-4 3-1 0 0,-5 12-3 0 0,-30 101-16 0 0,19-85-52 0 0,11 1-15 0 0,0-17 38 0 0,8-14 50 0 0,0-1 0 0 0,0 0 0 0 0,1 0-1 0 0,-1 1 1 0 0,1-1 0 0 0,0 0 0 0 0,0 1 0 0 0,0-1 0 0 0,0 1 0 0 0,1 0 0 0 0,-1-1 0 0 0,1 1 0 0 0,0 4 0 0 0,0 1 30 0 0,-1-7-41 0 0,1 0-1 0 0,0 1 1 0 0,-1-1 0 0 0,1 1 0 0 0,0-1-1 0 0,1 0 1 0 0,-1 1 0 0 0,0-1 0 0 0,1 1-1 0 0,-1-1 1 0 0,1 0 0 0 0,0 0 0 0 0,0 1-1 0 0,1 2 1 0 0,6 2 45 0 0,-7-7-30 0 0,0 1 0 0 0,1 0-1 0 0,-1 0 1 0 0,0 0 0 0 0,0 0 0 0 0,0 0 0 0 0,0 0 0 0 0,0 0 0 0 0,0 0 0 0 0,0 1 0 0 0,0-1-1 0 0,-1 0 1 0 0,1 1 0 0 0,0-1 0 0 0,-1 0 0 0 0,1 1 0 0 0,-1-1 0 0 0,0 1 0 0 0,1-1 0 0 0,-1 1-1 0 0,0 2 1 0 0,1 0-1 0 0,0-1 0 0 0,0 1-1 0 0,0-1 1 0 0,0 1-1 0 0,0-1 1 0 0,1 1 0 0 0,-1-1-1 0 0,1 0 1 0 0,0 1-1 0 0,0-1 1 0 0,1 0 0 0 0,-1-1-1 0 0,0 1 1 0 0,1 0-1 0 0,0-1 1 0 0,2 3 0 0 0,18 22 13 0 0,-9 0 36 0 0,1 0 0 0 0,29 38 0 0 0,-34-54-40 0 0,0 0 1 0 0,0 0 0 0 0,1-1-1 0 0,0-1 1 0 0,1 0-1 0 0,0-1 1 0 0,25 14 0 0 0,-21-15-3 0 0,23 17 72 0 0,-35-21-85 0 0,0 0 0 0 0,1 0 0 0 0,-1 0 0 0 0,1-1 0 0 0,-1 1 0 0 0,1-1 0 0 0,0 0 0 0 0,0 0 0 0 0,0-1 0 0 0,0 0 0 0 0,0 0 0 0 0,0 0 0 0 0,0 0 0 0 0,0-1 0 0 0,0 1 0 0 0,1-1 0 0 0,8-2-1 0 0,21 3 20 0 0,58 4 45 0 0,162-13 0 0 0,-211 4-48 0 0,0-3-1 0 0,0-2 1 0 0,-1-1-1 0 0,0-2 1 0 0,74-33-1 0 0,-99 37-19 0 0,-1-1 0 0 0,0 0 0 0 0,18-15 0 0 0,-27 18 0 0 0,-1 0 0 0 0,0-1 0 0 0,-1 0 0 0 0,1-1 0 0 0,-1 0 0 0 0,-1 0 0 0 0,0 0 0 0 0,8-16 0 0 0,-5 7-1 0 0,8-16 8 0 0,16-45 0 0 0,-31 74-3 0 0,-1 0 0 0 0,1 0 0 0 0,-1 0 0 0 0,1 0 0 0 0,-1 0 0 0 0,0 0 0 0 0,-1-1-1 0 0,1 1 1 0 0,-1 0 0 0 0,0 0 0 0 0,0 0 0 0 0,0 0 0 0 0,0 1 0 0 0,-1-1 0 0 0,1 0-1 0 0,-3-3 1 0 0,-7-20-3 0 0,1-12-6 0 0,6 19-16 0 0,-2 0 1 0 0,-9-23-1 0 0,-12-14 30 0 0,-3 0 0 0 0,-39-53 0 0 0,46 79 74 0 0,-1 1 0 0 0,-2 1-1 0 0,0 2 1 0 0,-51-40 0 0 0,62 56 57 0 0,-1 1 1 0 0,0 1 0 0 0,-1 0-1 0 0,0 1 1 0 0,0 0 0 0 0,-1 2-1 0 0,0 0 1 0 0,0 1 0 0 0,-1 0-1 0 0,-26-2 1 0 0,-5-1-12 0 0,0 3 0 0 0,0 1 0 0 0,0 3 0 0 0,-1 1 0 0 0,-54 9 0 0 0,97-8-538 0 0,0 0 0 0 0,0 1 0 0 0,0 0 1 0 0,0 0-1 0 0,1 0 0 0 0,-1 1 0 0 0,1 1 1 0 0,0-1-1 0 0,0 1 0 0 0,0 0 0 0 0,0 1 1 0 0,1-1-1 0 0,-9 9 0 0 0,10 0-3526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55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3121 0 0,'2'18'7325'0'0,"8"-16"-3318"0"0,3-3-4307 0 0,-8 1 647 0 0,25 0 493 0 0,267 6 268 0 0,-287-6-1424 0 0,-1 0 1 0 0,1 0 0 0 0,0 1-1 0 0,-1 1 1 0 0,15 3 0 0 0,30 7-3663 0 0,-10-5 176 0 0,-34-2 241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55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1281 0 0,'0'0'4482'0'0,"-31"8"1120"0"0,62-8-4481 0 0,-1 6-241 0 0,30-1-160 0 0,31 15-79 0 0,90 12-241 0 0,-36-1-2001 0 0,-24-18-2881 0 0,-31-7-2961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6:00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1291 39 960 0 0,'0'-1'175'0'0,"0"0"-1"0"0,0 0 0 0 0,0 0 0 0 0,0 0 0 0 0,0 1 0 0 0,0-1 0 0 0,0 0 0 0 0,0 0 0 0 0,0 0 0 0 0,-1 0 0 0 0,1 1 0 0 0,0-1 0 0 0,0 0 0 0 0,-1 0 1 0 0,1 1-1 0 0,-1-1 0 0 0,1 0 0 0 0,-1 0 0 0 0,1 1 0 0 0,-1-1 0 0 0,1 1 0 0 0,-1-1 0 0 0,1 0 0 0 0,-1 1 0 0 0,0-1 0 0 0,0 1 0 0 0,1-1 0 0 0,-1 1 1 0 0,0 0-1 0 0,0-1 0 0 0,1 1 0 0 0,-1 0 0 0 0,0-1 0 0 0,0 1 0 0 0,0 0 0 0 0,1 0 0 0 0,-2 0 0 0 0,-5-2-279 0 0,-10-3 1643 0 0,16 5-1522 0 0,0 0 0 0 0,0 0 0 0 0,0 0 1 0 0,0 0-1 0 0,0 0 0 0 0,0 0 0 0 0,1 0 0 0 0,-1 0 1 0 0,0-1-1 0 0,0 1 0 0 0,0 0 0 0 0,0-1 0 0 0,1 1 1 0 0,-1-1-1 0 0,0 1 0 0 0,0-1 0 0 0,1 1 0 0 0,-1-1 1 0 0,0 1-1 0 0,1-1 0 0 0,-1 0 0 0 0,1-1 384 0 0,-5 9-93 0 0,-136 26 187 0 0,50 2-267 0 0,62-25-125 0 0,27-8-86 0 0,-1-1-1 0 0,1 0 1 0 0,-1 0-1 0 0,1-1 0 0 0,-1 1 1 0 0,1 0-1 0 0,-1-1 0 0 0,1 0 1 0 0,-1 1-1 0 0,0-1 1 0 0,1 0-1 0 0,-1 0 0 0 0,0-1 1 0 0,-2 1-1 0 0,-51-1 225 0 0,56-1-160 0 0,0-3 0 0 0,0 3-72 0 0,0 0 0 0 0,0 1 1 0 0,0-1-1 0 0,0 0 0 0 0,0 0 0 0 0,-1 0 0 0 0,1 1 0 0 0,-1-1 0 0 0,1 0 0 0 0,-1 0 0 0 0,0 1 0 0 0,0-1 1 0 0,0 0-1 0 0,0 1 0 0 0,0-1 0 0 0,0 1 0 0 0,0-1 0 0 0,0 1 0 0 0,-1 0 0 0 0,1 0 0 0 0,0-1 0 0 0,-1 1 1 0 0,1 0-1 0 0,-1 0 0 0 0,1 0 0 0 0,-1 0 0 0 0,0 1 0 0 0,1-1 0 0 0,-1 0 0 0 0,0 1 0 0 0,0-1 0 0 0,0 1 1 0 0,1-1-1 0 0,-1 1 0 0 0,0 0 0 0 0,0 0 0 0 0,0 0 0 0 0,-2 0 0 0 0,-4-1-4 0 0,5-2-4 0 0,-19 1 14 0 0,13 3 39 0 0,-168 25 43 0 0,27-3-18 0 0,94-15-65 0 0,53-8-15 0 0,0 1 1 0 0,0-1-1 0 0,0 1 0 0 0,-1 0 1 0 0,1 0-1 0 0,0 0 1 0 0,0 1-1 0 0,0-1 0 0 0,-3 3 1 0 0,-11 5 1 0 0,0-2 1 0 0,-1 1-1 0 0,1-2 1 0 0,-36 8 0 0 0,42-13-4 0 0,-33 17 19 0 0,36-13-33 0 0,0 1 0 0 0,0 1 0 0 0,0-1 0 0 0,1 1 0 0 0,0 0 0 0 0,-10 14 0 0 0,-15 14-38 0 0,29-33 52 0 0,1 0 0 0 0,-1 0 0 0 0,1 0 0 0 0,0 0 0 0 0,0 0-1 0 0,0 1 1 0 0,0-1 0 0 0,1 1 0 0 0,-1-1 0 0 0,1 1 0 0 0,-1 0-1 0 0,1-1 1 0 0,0 1 0 0 0,0 0 0 0 0,0 0 0 0 0,0 0-1 0 0,1 0 1 0 0,-1 0 0 0 0,1 0 0 0 0,-1 4 0 0 0,1-3 5 0 0,0-1 0 0 0,0 1 1 0 0,-1-1-1 0 0,0 1 0 0 0,0-1 1 0 0,0 0-1 0 0,0 1 0 0 0,0-1 0 0 0,0 0 1 0 0,-4 5-1 0 0,-3 10 26 0 0,-21 53-15 0 0,27-65-13 0 0,0 0 0 0 0,0 0 0 0 0,1 0 0 0 0,0 0 0 0 0,0 0 0 0 0,1 1 0 0 0,0-1 0 0 0,0 0 0 0 0,0 1 0 0 0,2 9 0 0 0,0 12 0 0 0,-2-27 0 0 0,0 0 0 0 0,0-1 0 0 0,0 1 0 0 0,0 0 0 0 0,0 0 0 0 0,1 0 0 0 0,-1-1 0 0 0,0 1 0 0 0,0 0 0 0 0,1-1 0 0 0,-1 1 0 0 0,1 0 0 0 0,-1 0 0 0 0,0-1 0 0 0,1 1 0 0 0,-1-1 0 0 0,1 1 0 0 0,-1 0 0 0 0,1-1 0 0 0,0 1 0 0 0,-1-1 0 0 0,1 1 0 0 0,0-1 0 0 0,-1 0 0 0 0,1 1 0 0 0,0-1 0 0 0,-1 0 0 0 0,1 1 0 0 0,0-1 0 0 0,1 0 0 0 0,-1 1 0 0 0,-1-1 0 0 0,1 0 0 0 0,0 0 0 0 0,0 1 0 0 0,0-1 0 0 0,-1 0 0 0 0,1 1 0 0 0,0-1 0 0 0,-1 1 0 0 0,1-1 0 0 0,0 1 0 0 0,-1-1 0 0 0,1 1 0 0 0,-1-1 0 0 0,1 1 0 0 0,-1 0 0 0 0,1-1 0 0 0,-1 1 0 0 0,1 0 0 0 0,-1-1 0 0 0,1 1 0 0 0,-1 0 0 0 0,0 0 0 0 0,0-1 0 0 0,1 1 0 0 0,-1 0 0 0 0,0 0 0 0 0,0 0 0 0 0,0-1 0 0 0,0 3 0 0 0,1-2-1 0 0,-1 0 0 0 0,0 1-1 0 0,1-1 1 0 0,-1 0 0 0 0,1 1-1 0 0,0-1 1 0 0,0 0 0 0 0,-1 1-1 0 0,1-1 1 0 0,0 0 0 0 0,0 0-1 0 0,0 0 1 0 0,0 0 0 0 0,0 0-1 0 0,0 0 1 0 0,0 0 0 0 0,1 0-1 0 0,-1-1 1 0 0,0 1-1 0 0,1 0 1 0 0,-1-1 0 0 0,0 1-1 0 0,1-1 1 0 0,-1 1 0 0 0,0-1-1 0 0,1 0 1 0 0,-1 1 0 0 0,2-1-1 0 0,15 8-12 0 0,-3 4 35 0 0,0-1 1 0 0,0-1-1 0 0,1 0 0 0 0,0-1 1 0 0,0 0-1 0 0,1-1 1 0 0,1-1-1 0 0,-1-1 0 0 0,30 6 1 0 0,-37-8-20 0 0,0 1 0 0 0,0 0 0 0 0,-1 0 0 0 0,1 1 0 0 0,-1 0 0 0 0,0 0 0 0 0,8 9 0 0 0,-6-5-3 0 0,1-1 1 0 0,1 0-1 0 0,-1-1 1 0 0,1-1-1 0 0,23 10 1 0 0,17-2-5 0 0,1-3-1 0 0,1-3 1 0 0,0-2 0 0 0,75 0-1 0 0,-28-7 69 0 0,-1-4-1 0 0,1-5 0 0 0,105-23 0 0 0,-111 16 36 0 0,46 1 69 0 0,285 8 0 0 0,-253 9-114 0 0,-160-2-54 0 0,-1 1 0 0 0,0 0 0 0 0,20 5 1 0 0,-14-2 4 0 0,0-1 0 0 0,1-1 0 0 0,29 0 0 0 0,-25 0 19 0 0,-1 1 0 0 0,0 1-1 0 0,34 10 1 0 0,-25-5 5 0 0,51 6 0 0 0,-22-7-31 0 0,24 0 19 0 0,-75-6 38 0 0,-4 0-38 0 0,1-1 0 0 0,-1 1 1 0 0,1-1-1 0 0,0 0 0 0 0,-1 0 1 0 0,1-1-1 0 0,0 0 0 0 0,-1 0 1 0 0,1-1-1 0 0,0 0 0 0 0,11-3 1 0 0,7-1 53 0 0,121-18 397 0 0,-130 20-415 0 0,1-1 0 0 0,-1-1 0 0 0,18-7 0 0 0,32-9-20 0 0,-64 21-34 0 0,38-12 37 0 0,-39 11-33 0 0,1 0 0 0 0,-1 1 0 0 0,0-1-1 0 0,0 0 1 0 0,1 0 0 0 0,-1 0 0 0 0,0 0 0 0 0,0-1 0 0 0,0 1 0 0 0,0 0 0 0 0,-1 0 0 0 0,1-1 0 0 0,0 1-1 0 0,0 0 1 0 0,-1-1 0 0 0,1 1 0 0 0,-1-1 0 0 0,1 1 0 0 0,-1-1 0 0 0,0 1 0 0 0,1-1 0 0 0,-1 1 0 0 0,0-1 0 0 0,0-1-1 0 0,0 1 2 0 0,0 0-1 0 0,0 0 1 0 0,1 0-1 0 0,-1 0 0 0 0,1 1 1 0 0,-1-1-1 0 0,1 0 0 0 0,0 0 1 0 0,0 1-1 0 0,0-1 1 0 0,0 1-1 0 0,0-1 0 0 0,0 1 1 0 0,0-1-1 0 0,0 1 0 0 0,2-3 1 0 0,8-9 36 0 0,-1-9 0 0 0,-1 0 0 0 0,9-33-1 0 0,5-15-73 0 0,-22 68 33 0 0,0 1 0 0 0,0-1 0 0 0,-1 1 1 0 0,1-1-1 0 0,-1 0 0 0 0,1 1 1 0 0,-1-1-1 0 0,0 0 0 0 0,1 0 0 0 0,-1 1 1 0 0,0-1-1 0 0,0 0 0 0 0,0 0 1 0 0,-1 1-1 0 0,1-1 0 0 0,0 0 0 0 0,-1 0 1 0 0,1 1-1 0 0,-1-1 0 0 0,1 0 1 0 0,-1 1-1 0 0,0-1 0 0 0,0 1 0 0 0,1-1 1 0 0,-1 1-1 0 0,0-1 0 0 0,-1 1 1 0 0,1-1-1 0 0,0 1 0 0 0,0 0 1 0 0,-1 0-1 0 0,1 0 0 0 0,0 0 0 0 0,-1 0 1 0 0,1 0-1 0 0,-1 0 0 0 0,1 0 1 0 0,-1 0-1 0 0,0 1 0 0 0,-1-1 0 0 0,1 0 8 0 0,0 0 0 0 0,0 0 0 0 0,0 0-1 0 0,1 0 1 0 0,-1 0 0 0 0,0 0-1 0 0,1 0 1 0 0,-1 0 0 0 0,1-1-1 0 0,-1 1 1 0 0,1 0 0 0 0,0-1 0 0 0,-1 1-1 0 0,1-1 1 0 0,0 0 0 0 0,0 1-1 0 0,0-1 1 0 0,1 0 0 0 0,-1 0-1 0 0,0 0 1 0 0,0 0 0 0 0,1 1 0 0 0,-1-4-1 0 0,1 2 0 0 0,0 1 0 0 0,0 0-1 0 0,0 0 1 0 0,-1 0 0 0 0,1-1 0 0 0,-1 1-1 0 0,1 0 1 0 0,-1 0 0 0 0,0 0 0 0 0,0 0-1 0 0,0 0 1 0 0,0 0 0 0 0,0 0-1 0 0,0 0 1 0 0,0 1 0 0 0,-1-1 0 0 0,-2-2-1 0 0,3 2-3 0 0,0 1-1 0 0,-1-1 1 0 0,1 1-1 0 0,0-1 1 0 0,0 0-1 0 0,0 1 1 0 0,0-1-1 0 0,0 0 0 0 0,0 0 1 0 0,0 0-1 0 0,1 1 1 0 0,-1-1-1 0 0,1 0 1 0 0,-1 0-1 0 0,1 0 1 0 0,0 0-1 0 0,0-3 1 0 0,-1 0 3 0 0,1 0 1 0 0,-1 0 0 0 0,-1 1-1 0 0,1-1 1 0 0,-1 1-1 0 0,1-1 1 0 0,-1 1 0 0 0,0 0-1 0 0,-1 0 1 0 0,1-1 0 0 0,-1 1-1 0 0,0 1 1 0 0,0-1 0 0 0,0 0-1 0 0,-4-3 1 0 0,-18-23 1 0 0,17 16 13 0 0,0 1-1 0 0,-2 0 1 0 0,1 1 0 0 0,-2 0 0 0 0,0 0 0 0 0,0 1 0 0 0,-1 0 0 0 0,0 1 0 0 0,-1 1 0 0 0,0 0 0 0 0,-18-9-1 0 0,13 10 7 0 0,-3-2-92 0 0,-1 1 1 0 0,-1 1 0 0 0,1 0-1 0 0,-1 2 1 0 0,-1 1 0 0 0,-35-4-1 0 0,-23 10 13 0 0,-112 15-1 0 0,-68 3 57 0 0,-59-32 92 0 0,181-7-44 0 0,94 12-27 0 0,0 1 1 0 0,-88 0-1 0 0,23 7-770 0 0,105-1 580 0 0,1 1 0 0 0,-1 0 0 0 0,0 0 0 0 0,0 0 0 0 0,1 1 0 0 0,-1 0 0 0 0,1 0 0 0 0,-1 0-1 0 0,1 1 1 0 0,-1-1 0 0 0,1 1 0 0 0,0 1 0 0 0,-1-1 0 0 0,1 1 0 0 0,1 0 0 0 0,-1 0 0 0 0,-7 6 0 0 0,-15 10-1895 0 0,-28 7-3781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6:03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989 281 1121 0 0,'25'-6'1627'0'0,"-25"6"-1532"0"0,1 0 1 0 0,-1-1-1 0 0,1 1 1 0 0,-1 0-1 0 0,0 0 1 0 0,1-1-1 0 0,-1 1 1 0 0,0 0-1 0 0,1-1 1 0 0,-1 1-1 0 0,0 0 1 0 0,0-1-1 0 0,1 1 0 0 0,-1 0 1 0 0,0-1-1 0 0,0 1 1 0 0,0-1-1 0 0,1 1 1 0 0,-1 0-1 0 0,0-1 1 0 0,0 1-1 0 0,0-1 1 0 0,0 1-1 0 0,0-1 1 0 0,0 1-1 0 0,0-1 1 0 0,0 1-1 0 0,0 0 1 0 0,0-1-1 0 0,0 1 0 0 0,0-1 1 0 0,0 1-1 0 0,0-1 1 0 0,-1 1-1 0 0,1 0 1 0 0,0-1-1 0 0,0 1 1 0 0,0-1-1 0 0,-1 1 1 0 0,1 0-1 0 0,0-1 1 0 0,0 1-1 0 0,-1 0 1 0 0,1-1-1 0 0,0 1 0 0 0,-1 0 1 0 0,1-1-1 0 0,0 1 1 0 0,-1 0-1 0 0,0-1 1 0 0,-96 2 589 0 0,0 4-1 0 0,-146 25 1 0 0,229-28-656 0 0,1 1 0 0 0,-1 0 0 0 0,0 1 1 0 0,1 0-1 0 0,0 1 0 0 0,0 0 0 0 0,0 1 0 0 0,1 1 0 0 0,-1 0 0 0 0,-11 9 0 0 0,4-1-5 0 0,-1-1-1 0 0,0-2 0 0 0,-32 14 1 0 0,43-12-11 0 0,-13-3 33 0 0,17-8 0 0 0,0-1 1 0 0,-1 2 0 0 0,1-1 0 0 0,0 1 0 0 0,1-1-1 0 0,-1 2 1 0 0,1-1 0 0 0,-6 6 0 0 0,2 6 243 0 0,8-14-275 0 0,0 0-1 0 0,0 0 1 0 0,-1 0 0 0 0,1 0 0 0 0,0-1-1 0 0,-1 1 1 0 0,1 0 0 0 0,-1-1-1 0 0,0 1 1 0 0,0-1 0 0 0,-3 3 0 0 0,-54 54 145 0 0,53-53-148 0 0,1 1 0 0 0,-1 0 1 0 0,2 0-1 0 0,-1 1 0 0 0,1 0 0 0 0,0-1 0 0 0,0 1 1 0 0,1 1-1 0 0,0-1 0 0 0,0 0 0 0 0,-2 11 1 0 0,-9 18 13 0 0,-36 58 134 0 0,49-91-157 0 0,-1-1-1 0 0,1 1 1 0 0,0-1-1 0 0,0 1 1 0 0,0-1-1 0 0,1 1 1 0 0,-1-1-1 0 0,1 1 1 0 0,-1 0 0 0 0,1-1-1 0 0,0 1 1 0 0,0 0-1 0 0,0 0 1 0 0,0-1-1 0 0,1 1 1 0 0,-1 0-1 0 0,1-1 1 0 0,-1 1-1 0 0,1-1 1 0 0,0 1-1 0 0,0-1 1 0 0,0 1-1 0 0,1-1 1 0 0,1 4-1 0 0,3 2-16 0 0,1 0-1 0 0,0 0 1 0 0,1 0-1 0 0,16 12 1 0 0,7 8 37 0 0,175 168 203 0 0,-186-180-194 0 0,0 0 1 0 0,1-2-1 0 0,1 0 0 0 0,39 17 0 0 0,6 5 47 0 0,-13-7-26 0 0,99 38 0 0 0,-88-41 68 0 0,-13-8-112 0 0,0-2-1 0 0,2-2 1 0 0,93 11-1 0 0,-85-17 66 0 0,-1 4-1 0 0,73 22 0 0 0,-55-6 0 0 0,-11-2 29 0 0,0-4 0 0 0,2-3-1 0 0,97 15 1 0 0,-16-15-8 0 0,121 11-28 0 0,230 4 494 0 0,-427-27-560 0 0,162 10-80 0 0,79 2 14 0 0,498 38 146 0 0,-427-66-58 0 0,-206 1-231 0 0,180-7-98 0 0,-300 9-142 0 0,-2-3 0 0 0,93-25 0 0 0,-89 20 106 0 0,0 1 0 0 0,1 4 0 0 0,1 2 0 0 0,-1 4 1 0 0,1 2-1 0 0,-1 3 0 0 0,1 2 0 0 0,-1 4 0 0 0,67 16 0 0 0,-113-19 350 0 0,-1 0 0 0 0,0 1-1 0 0,20 10 1 0 0,-26-11 20 0 0,-6-3-18 0 0,0 0 1 0 0,0 0-1 0 0,0-1 0 0 0,0 1 1 0 0,0-1-1 0 0,1-1 1 0 0,-1 1-1 0 0,0-1 0 0 0,1 0 1 0 0,-1 0-1 0 0,0 0 0 0 0,1-1 1 0 0,-1 0-1 0 0,0 0 1 0 0,0 0-1 0 0,0-1 0 0 0,6-2 1 0 0,6-4 1 0 0,1-1 1 0 0,-1-1 0 0 0,22-17 0 0 0,-24 16-4 0 0,1 1 0 0 0,30-15 0 0 0,110-27-13 0 0,-71 26 90 0 0,-77 22-41 0 0,0 0-1 0 0,0 0 1 0 0,0-1 0 0 0,-1 0-1 0 0,0 0 1 0 0,0-1 0 0 0,0 0-1 0 0,-1 0 1 0 0,0 0 0 0 0,8-11-1 0 0,-13 14-33 0 0,1-1 0 0 0,-1 1 0 0 0,0 0 0 0 0,0 0 0 0 0,-1-1 0 0 0,1 1 0 0 0,-1 0 0 0 0,1-1 0 0 0,-1 1 0 0 0,0 0 0 0 0,0-1 0 0 0,0 1 0 0 0,-2-6 0 0 0,1-12 10 0 0,0 9-20 0 0,0 1 0 0 0,-1-1 0 0 0,0 1 0 0 0,-6-18 0 0 0,-3-16 0 0 0,-20-114-66 0 0,28 115 52 0 0,3 38 14 0 0,0 0 0 0 0,0 1 0 0 0,-1-1 0 0 0,1 1 0 0 0,-1-1 0 0 0,0 1 0 0 0,-3-6 0 0 0,-29-58 37 0 0,31 64-20 0 0,-1 1 0 0 0,0-1-1 0 0,-1 1 1 0 0,1 0 0 0 0,-1 0-1 0 0,1 0 1 0 0,-1 1-1 0 0,-1-1 1 0 0,1 1 0 0 0,0 0-1 0 0,-1 0 1 0 0,-8-4 0 0 0,7 4-1 0 0,-5 0 16 0 0,2-1 0 0 0,-1 0 0 0 0,0 0 0 0 0,1-1 0 0 0,-1-1 0 0 0,-11-9 0 0 0,11 7-6 0 0,0 1 0 0 0,-1-1 0 0 0,0 2 0 0 0,0-1 0 0 0,-15-5 0 0 0,-20-10 31 0 0,-38-17 112 0 0,-1 3 0 0 0,-153-42 0 0 0,-34 3 618 0 0,121 31 14 0 0,-114-15-94 0 0,179 36-397 0 0,-14-3-100 0 0,39 12-283 0 0,2-2 0 0 0,0-3 0 0 0,-89-41 0 0 0,-63-22 298 0 0,-91 5 295 0 0,197 48-234 0 0,-2 5-1 0 0,0 5 1 0 0,-1 4-1 0 0,-158 0 1 0 0,-387-5 47 0 0,386 15-400 0 0,144 4 174 0 0,-1 5 0 0 0,-226 38 0 0 0,331-37-120 0 0,0 1 1 0 0,1 0 0 0 0,0 2-1 0 0,-25 13 1 0 0,-32 13 60 0 0,31-19 0 0 0,22-8 34 0 0,1 0 0 0 0,-32 17 0 0 0,37-15-74 0 0,0-2 0 0 0,0 0 1 0 0,-1 0-1 0 0,0-2 0 0 0,0 0 1 0 0,-1-1-1 0 0,1 0 0 0 0,-1-2 1 0 0,1 0-1 0 0,-1-1 0 0 0,0-1 1 0 0,0 0-1 0 0,0-1 0 0 0,1-1 1 0 0,-21-6-1 0 0,32 7-198 0 0,0-1 0 0 0,0-1 0 0 0,1 1 0 0 0,-1-1 0 0 0,1 0 0 0 0,-1 0-1 0 0,1-1 1 0 0,0 1 0 0 0,0-1 0 0 0,1 0 0 0 0,-1-1 0 0 0,1 1 0 0 0,0-1 0 0 0,0 0 0 0 0,-6-9 0 0 0,9 11 64 0 0,0 0 1 0 0,0 0 0 0 0,0 1 0 0 0,0-1 0 0 0,0 0-1 0 0,1 0 1 0 0,-1 0 0 0 0,1 0 0 0 0,0 0 0 0 0,0 0-1 0 0,0 0 1 0 0,0 0 0 0 0,1 0 0 0 0,-1 0 0 0 0,1 0-1 0 0,0 0 1 0 0,-1 0 0 0 0,2 0 0 0 0,-1 0-1 0 0,0 1 1 0 0,0-1 0 0 0,3-4 0 0 0,4-4-451 0 0,0 1 1 0 0,1-1-1 0 0,17-16 1 0 0,-6 7-486 0 0,45-62-4248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6:07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425 104 2721 0 0,'-17'1'1969'0'0,"-13"-1"-109"0"0,19-8-1262 0 0,8-4-236 0 0,-2 12-108 0 0,2 0-99 0 0,2-1-119 0 0,0 1 1 0 0,1 0 0 0 0,-1 0 0 0 0,1 0 0 0 0,-1 0-1 0 0,0-1 1 0 0,1 1 0 0 0,-1 0 0 0 0,0 0 0 0 0,1 0 0 0 0,-1 0-1 0 0,0 0 1 0 0,1 1 0 0 0,-1-1 0 0 0,0 0 0 0 0,1 0-1 0 0,-1 0 1 0 0,0 0 0 0 0,1 1 0 0 0,-1-1 0 0 0,1 0-1 0 0,-1 1 1 0 0,0-1 0 0 0,1 0 0 0 0,-1 1 0 0 0,1-1-1 0 0,-1 1 1 0 0,1-1 0 0 0,0 1 0 0 0,-1-1 0 0 0,1 1 0 0 0,-1-1-1 0 0,1 1 1 0 0,0-1 0 0 0,-1 1 0 0 0,1 0 0 0 0,0-1-1 0 0,0 1 1 0 0,-1 1 0 0 0,1-1 523 0 0,0 2 604 0 0,0-3-1085 0 0,0 0-1 0 0,0 1 1 0 0,0-1-1 0 0,0 0 1 0 0,0 0-1 0 0,-1 1 1 0 0,1-1-1 0 0,0 0 1 0 0,0 1-1 0 0,0-1 1 0 0,0 0-1 0 0,0 0 1 0 0,0 1-1 0 0,0-1 1 0 0,0 0-1 0 0,0 1 1 0 0,0-1-1 0 0,0 0 1 0 0,0 0-1 0 0,1 1 1 0 0,-1-1-1 0 0,0 0 1 0 0,0 0-1 0 0,0 1 1 0 0,0-1-1 0 0,0 0 1 0 0,0 0 0 0 0,1 1-1 0 0,-1-1 1 0 0,0 0-1 0 0,0 0 1 0 0,0 0-1 0 0,1 1 1 0 0,-1-1-1 0 0,0 0 1 0 0,0 0-1 0 0,1 0 1 0 0,-1 0-1 0 0,0 0 1 0 0,0 1-1 0 0,1-1 1 0 0,-1 0-1 0 0,0 0 1 0 0,0 0-1 0 0,1 0 1 0 0,145-14 243 0 0,-61 4-244 0 0,-30 0-65 0 0,-50 7 54 0 0,-5 2 106 0 0,0 0 16 0 0,0 1-183 0 0,0 0 0 0 0,0-1 0 0 0,0 1-1 0 0,0 0 1 0 0,0 0 0 0 0,0 0-1 0 0,0-1 1 0 0,0 1 0 0 0,0 0 0 0 0,1 0-1 0 0,-2 0 1 0 0,1-1 0 0 0,0 1-1 0 0,0 0 1 0 0,0 0 0 0 0,0 0-1 0 0,0 0 1 0 0,0-1 0 0 0,0 1 0 0 0,0 0-1 0 0,0 0 1 0 0,0 0 0 0 0,0-1-1 0 0,0 1 1 0 0,0 0 0 0 0,-1 0 0 0 0,1 0-1 0 0,0 0 1 0 0,0 0 0 0 0,0-1-1 0 0,0 1 1 0 0,0 0 0 0 0,-1 0 0 0 0,1 0-1 0 0,0 0 1 0 0,0 0 0 0 0,0 0-1 0 0,0 0 1 0 0,-1 0 0 0 0,1 0 0 0 0,0-1-1 0 0,0 1 1 0 0,0 0 0 0 0,-1 0-1 0 0,1 0 1 0 0,0 0 0 0 0,0 0-1 0 0,0 0 1 0 0,-1 0 0 0 0,1 1 0 0 0,-64-21 551 0 0,35 10-202 0 0,-58-11 0 0 0,67 18-291 0 0,1-1-13 0 0,-1 1 0 0 0,1 1 1 0 0,0 1-1 0 0,-25 1 0 0 0,19 1-64 0 0,-2 0-86 0 0,32 3-68 0 0,17 12 46 0 0,33 58 281 0 0,-52-71-149 0 0,0 0 1 0 0,0 0-1 0 0,-1 0 0 0 0,1 0 1 0 0,-1 1-1 0 0,0-1 0 0 0,0 1 1 0 0,0-1-1 0 0,0 1 0 0 0,-1 0 1 0 0,1 0-1 0 0,-1 0 0 0 0,0 0 1 0 0,0 0-1 0 0,-1 0 0 0 0,1 0 1 0 0,-1 0-1 0 0,0 0 0 0 0,-1 8 1 0 0,1-11-79 0 0,5-1-160 0 0,50 0-13 0 0,-25 1 227 0 0,0 1-1 0 0,0 2 1 0 0,0 1 0 0 0,0 1-1 0 0,51 18 1 0 0,-76-21 18 0 0,-1 0 0 0 0,1 0 0 0 0,-1 0 0 0 0,0 0 0 0 0,0 1 0 0 0,0 0 0 0 0,0 0 0 0 0,-1 0 0 0 0,0 0 0 0 0,1 0 0 0 0,-2 1 0 0 0,4 5 0 0 0,-4-7 0 0 0,-1 0 0 0 0,1 1 0 0 0,-1-1 0 0 0,1 1-1 0 0,-1-1 1 0 0,0 1 0 0 0,-1-1 0 0 0,1 1 0 0 0,0 0-1 0 0,-1-1 1 0 0,0 1 0 0 0,0 0 0 0 0,0 0-1 0 0,-1-1 1 0 0,1 1 0 0 0,-2 7 0 0 0,-2-5 11 0 0,1 0 0 0 0,-1 0 0 0 0,0 0 0 0 0,0-1 0 0 0,-7 9 0 0 0,-15 19 48 0 0,20-23-44 0 0,-1 0 1 0 0,-1-1-1 0 0,0 1 0 0 0,0-1 1 0 0,0-1-1 0 0,-1 0 1 0 0,-14 10-1 0 0,-6 1 119 0 0,-50 22-1 0 0,55-31-67 0 0,-1 0 0 0 0,-1-1 0 0 0,0-2 0 0 0,0-1 0 0 0,0 0 0 0 0,0-2 0 0 0,-1-2 0 0 0,-46 0 0 0 0,44-3-549 0 0,1-1 1 0 0,-1-2 0 0 0,1-1 0 0 0,-42-12 0 0 0,70 17 368 0 0,-1 0 0 0 0,0-1 0 0 0,1 1 0 0 0,-1 0 0 0 0,0-1 0 0 0,1 1 0 0 0,-1 0 0 0 0,1-1 0 0 0,-1 1 0 0 0,1-1 0 0 0,-1 1 0 0 0,1-1 0 0 0,-1 1 0 0 0,1-1 0 0 0,-1 0 0 0 0,1 1 0 0 0,0-1 0 0 0,-1 1 1 0 0,1-1-1 0 0,0 0 0 0 0,-1 1 0 0 0,1-1 0 0 0,0 0 0 0 0,0 1 0 0 0,0-1 0 0 0,0 0 0 0 0,0 1 0 0 0,0-1 0 0 0,0 0 0 0 0,0 1 0 0 0,0-1 0 0 0,0 0 0 0 0,0 0 0 0 0,0 1 0 0 0,0-1 0 0 0,0 0 0 0 0,1 1 0 0 0,-1-1 1 0 0,0 0-1 0 0,1 1 0 0 0,-1-1 0 0 0,0 1 0 0 0,1-1 0 0 0,-1 1 0 0 0,1-1 0 0 0,-1 0 0 0 0,1 0 0 0 0,0-1-477 0 0,29-34-4430 0 0,26-7 107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6:24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1 960 0 0,'0'0'1828'0'0,"-5"1"-441"0"0,-16 2-400 0 0,16-2-266 0 0,6 0-689 0 0,-1-1 0 0 0,0 0 0 0 0,0 0 1 0 0,0 1-1 0 0,0-1 0 0 0,0 0 0 0 0,0 1 1 0 0,1-1-1 0 0,-1 0 0 0 0,0 0 0 0 0,0 1 1 0 0,0-1-1 0 0,0 0 0 0 0,0 1 0 0 0,0-1 0 0 0,0 0 1 0 0,0 0-1 0 0,0 1 0 0 0,0-1 0 0 0,-1 0 1 0 0,1 1-1 0 0,0-1 0 0 0,0 0 0 0 0,0 0 1 0 0,0 1-1 0 0,0-1 0 0 0,0 0 0 0 0,-1 0 1 0 0,1 1-1 0 0,0-1 0 0 0,0 0 0 0 0,0 0 1 0 0,-1 0-1 0 0,1 1 0 0 0,0-1 0 0 0,0 0 0 0 0,0 0 1 0 0,-1 0-1 0 0,1 0 0 0 0,0 0 0 0 0,-1 1 1 0 0,1-1-1 0 0,0 0 0 0 0,0 0 0 0 0,-1 0 1 0 0,1 0-1 0 0,-1 0 0 0 0,-79 20 395 0 0,70-13-294 0 0,-15-5-119 0 0,0 3-1 0 0,19-1 54 0 0,6-3 13 0 0,0 1-14 0 0,0-1-63 0 0,0-1 0 0 0,0 1 0 0 0,0 0 0 0 0,0 0 0 0 0,-1 0-1 0 0,1 0 1 0 0,0 0 0 0 0,-1-1 0 0 0,1 1 0 0 0,-1 0 0 0 0,1 0-1 0 0,-1-1 1 0 0,1 1 0 0 0,-1 0 0 0 0,1-1 0 0 0,-1 1 0 0 0,0 0-1 0 0,1-1 1 0 0,-1 1 0 0 0,0-1 0 0 0,1 1 0 0 0,-1-1 0 0 0,0 0-1 0 0,0 1 1 0 0,0-1 0 0 0,1 0 0 0 0,-1 1 0 0 0,0-1 0 0 0,0 0-1 0 0,0 0 1 0 0,0 0 0 0 0,-1 0 0 0 0,-3 2 10 0 0,2 7 16 0 0,3-8-25 0 0,1-1 1 0 0,-1 1-1 0 0,0 0 1 0 0,0-1-1 0 0,-1 1 0 0 0,1-1 1 0 0,0 1-1 0 0,0-1 0 0 0,0 1 1 0 0,0-1-1 0 0,0 1 0 0 0,-1 0 1 0 0,1-1-1 0 0,0 1 1 0 0,0-1-1 0 0,-1 1 0 0 0,1-1 1 0 0,0 0-1 0 0,-1 1 0 0 0,1-1 1 0 0,-1 1-1 0 0,1-1 0 0 0,0 0 1 0 0,-1 1-1 0 0,1-1 1 0 0,-2 1-1 0 0,-19 13 68 0 0,17 16-51 0 0,4-28-18 0 0,-1-1 0 0 0,1 1 0 0 0,-1-1 0 0 0,0 0 0 0 0,0 1 0 0 0,1-1 0 0 0,-1 0 0 0 0,0 0 0 0 0,0 0 0 0 0,0 0 0 0 0,0 0 0 0 0,0 0 0 0 0,-1 0 0 0 0,1 0 0 0 0,0 0 0 0 0,0 0 0 0 0,-1 0 0 0 0,1-1 0 0 0,0 1 0 0 0,-2 0 0 0 0,0 1 1 0 0,3-2-4 0 0,0 0 0 0 0,-1 0 0 0 0,1 0 0 0 0,0 0 0 0 0,0 0 0 0 0,0 0 0 0 0,-1 0 0 0 0,1 0 0 0 0,0 0 0 0 0,0 0 0 0 0,0 1 0 0 0,0-1 0 0 0,-1 0 0 0 0,1 0 0 0 0,0 0 0 0 0,0 0 0 0 0,0 1 0 0 0,0-1 0 0 0,0 0 0 0 0,0 0 0 0 0,0 0 0 0 0,-1 0 0 0 0,1 1 0 0 0,0-1 0 0 0,0 0 0 0 0,0 0 0 0 0,0 0 0 0 0,0 1 0 0 0,0-1 0 0 0,0 0 0 0 0,0 0 0 0 0,0 0 0 0 0,0 1 0 0 0,0-1 0 0 0,0 0 0 0 0,0 0 0 0 0,0 1 0 0 0,0-1 0 0 0,0 0 0 0 0,1 0 0 0 0,-1 0 0 0 0,0 0 0 0 0,0 1 0 0 0,0-1 0 0 0,0 0 0 0 0,0 0 0 0 0,0 0 0 0 0,0 0 0 0 0,1 1 0 0 0,-1-1 0 0 0,0 0 0 0 0,0 0 0 0 0,0 0 0 0 0,0 0 0 0 0,1 0 0 0 0,-1 0 0 0 0,0 1 0 0 0,0-1 0 0 0,0 0 0 0 0,1 0 0 0 0,12 11 15 0 0,-26 1 37 0 0,12-9-45 0 0,-1-1 1 0 0,1 1-1 0 0,0 0 1 0 0,1 0-1 0 0,-1 0 1 0 0,0-1 0 0 0,1 1-1 0 0,-1 0 1 0 0,1 0-1 0 0,0 0 1 0 0,0 0-1 0 0,0 0 1 0 0,1 0 0 0 0,0 6-1 0 0,0 0 40 0 0,-1-7-46 0 0,-3 43 96 0 0,2-43-93 0 0,1-1 0 0 0,-1 1 0 0 0,1-1-1 0 0,-1 1 1 0 0,0-1 0 0 0,0 0 0 0 0,0 0-1 0 0,1 1 1 0 0,-1-1 0 0 0,0 0-1 0 0,-1 0 1 0 0,1 0 0 0 0,0 0 0 0 0,0 0-1 0 0,0 0 1 0 0,-1 0 0 0 0,1 0 0 0 0,0-1-1 0 0,-3 2 1 0 0,3 0 1 0 0,0 0 0 0 0,0 0 0 0 0,0 0 0 0 0,0 1-1 0 0,1-1 1 0 0,-1 0 0 0 0,1 0 0 0 0,-1 1 0 0 0,1-1 0 0 0,0 0 0 0 0,0 1-1 0 0,0-1 1 0 0,0 0 0 0 0,1 5 0 0 0,0-1 2 0 0,-1 0-7 0 0,5 0 0 0 0,21 9-21 0 0,-25-7-16 0 0,2 3 28 0 0,3-4 26 0 0,-3-3-2 0 0,0 0 1 0 0,0-1-1 0 0,0 1 0 0 0,0-1 0 0 0,1 0 0 0 0,0 1 0 0 0,-1-2 0 0 0,1 1 0 0 0,0 0 1 0 0,1-1-1 0 0,-1 0 0 0 0,7 3 0 0 0,14-2-68 0 0,143 6 85 0 0,-34-1 2 0 0,-103-2-34 0 0,-1-1 0 0 0,-5-4 14 0 0,-15-1 39 0 0,17-2-37 0 0,-25 0-19 0 0,2 1 2 0 0,-4 2 1 0 0,1-1 1 0 0,-1 0-1 0 0,1 0 1 0 0,-1 0-1 0 0,1 0 1 0 0,0 0-1 0 0,-1 0 1 0 0,1 0-1 0 0,-1 0 0 0 0,1 0 1 0 0,0 0-1 0 0,-1-1 1 0 0,1 1-1 0 0,-1 0 1 0 0,1 0-1 0 0,-1 0 1 0 0,1-1-1 0 0,-1 1 0 0 0,1 0 1 0 0,-1-1-1 0 0,1 1 1 0 0,-1 0-1 0 0,1-1 1 0 0,-1 1-1 0 0,1-1 1 0 0,-1 1-1 0 0,0-1 0 0 0,1 1 1 0 0,-1 0-1 0 0,0-1 1 0 0,1 0-1 0 0,-1 0 1 0 0,1 0 2 0 0,0 1 0 0 0,0-1 1 0 0,0 0-1 0 0,0 1 1 0 0,0-1-1 0 0,0 1 0 0 0,0-1 1 0 0,0 1-1 0 0,0-1 1 0 0,0 1-1 0 0,0-1 1 0 0,0 1-1 0 0,0 0 0 0 0,0 0 1 0 0,0 0-1 0 0,1 0 1 0 0,-1 0-1 0 0,0 0 0 0 0,0 0 1 0 0,2 0-1 0 0,-2 0 6 0 0,4-4 57 0 0,-5 3 14 0 0,2 0 46 0 0,-9-4-105 0 0,-8 0-7 0 0,15 5-12 0 0,0 0-1 0 0,-1 0 0 0 0,1 0 1 0 0,-1 0-1 0 0,1 0 1 0 0,0 0-1 0 0,0-1 1 0 0,-1 1-1 0 0,1 0 1 0 0,0 0-1 0 0,-1 0 0 0 0,1 0 1 0 0,0-1-1 0 0,-1 1 1 0 0,1 0-1 0 0,0 0 1 0 0,0 0-1 0 0,-1-1 1 0 0,1 1-1 0 0,0 0 0 0 0,0 0 1 0 0,0-1-1 0 0,-1 1 1 0 0,1 0-1 0 0,0-1 1 0 0,0 1-1 0 0,0 0 1 0 0,0-1-1 0 0,0 1 0 0 0,0 0 1 0 0,0-1-1 0 0,-1 1 1 0 0,1 0-1 0 0,0-1 1 0 0,0 1-1 0 0,0 0 1 0 0,0-1-1 0 0,0 1 0 0 0,1 0 1 0 0,-1-1-1 0 0,0 1 1 0 0,0 0-1 0 0,0-1 1 0 0,0 1-1 0 0,0 0 1 0 0,0-1-1 0 0,1 1 0 0 0,-1 0 1 0 0,0 0-1 0 0,0-1 1 0 0,0 1-1 0 0,1 0 1 0 0,-1 0-1 0 0,0-1 1 0 0,31-39 171 0 0,-6 4-40 0 0,30-46 187 0 0,-53 77-296 0 0,-1 0 0 0 0,1 0 0 0 0,-1 0 0 0 0,0 0 0 0 0,0 0 0 0 0,0 0 0 0 0,-1 0 0 0 0,0 0 0 0 0,0 0 0 0 0,0 0 0 0 0,-3-10 0 0 0,2-5 35 0 0,2 11-26 0 0,-1 8-40 0 0,1 0 0 0 0,-1-1 0 0 0,0 1 0 0 0,0 0 0 0 0,0-1 0 0 0,0 1 1 0 0,0-1-1 0 0,0 1 0 0 0,0 0 0 0 0,0-1 0 0 0,0 1 0 0 0,-1 0 0 0 0,1-1 0 0 0,0 1 0 0 0,-1 0 0 0 0,1-1 0 0 0,-1 1 0 0 0,0 0 0 0 0,1 0 0 0 0,-1-1 0 0 0,-1 0 0 0 0,-18-17-768 0 0,16 14 133 0 0,0 1 0 0 0,-1-1 0 0 0,1 1 0 0 0,-1 0 0 0 0,0 1 0 0 0,-8-6 0 0 0,-43-20-4227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13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33 6083 0 0,'-61'14'1761'0'0,"61"-28"-3922"0"0,0-19-1601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40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76 1201 0 0,'1'2'4235'0'0,"-1"-2"-4167"0"0,0 0 1 0 0,1 1-1 0 0,-1-1 0 0 0,0 0 1 0 0,0 0-1 0 0,0 1 0 0 0,0-1 1 0 0,0 0-1 0 0,0 1 1 0 0,0-1-1 0 0,0 0 0 0 0,0 0 1 0 0,0 1-1 0 0,0-1 0 0 0,0 0 1 0 0,-1 0-1 0 0,1 1 0 0 0,0-1 1 0 0,0 0-1 0 0,0 0 1 0 0,0 1-1 0 0,0-1 0 0 0,0 0 1 0 0,-1 0-1 0 0,1 0 0 0 0,0 1 1 0 0,0-1-1 0 0,0 0 0 0 0,-1 0 1 0 0,1 0-1 0 0,0 1 1 0 0,0-1-1 0 0,0 0 0 0 0,-1 0 1 0 0,1 0-1 0 0,0 0 0 0 0,0 0 1 0 0,-1 0-1 0 0,1 0 0 0 0,0 0 1 0 0,-1 0-1 0 0,1 1 1 0 0,-1-1-1 0 0,-1 0 449 0 0,1-1-403 0 0,0 1 0 0 0,0 0 0 0 0,0 0 0 0 0,0 0 0 0 0,0 0 0 0 0,0 0 0 0 0,0 0 0 0 0,0 0 0 0 0,0 1 1 0 0,0-1-1 0 0,0 0 0 0 0,0 0 0 0 0,0 1 0 0 0,0-1 0 0 0,0 0 0 0 0,0 1 0 0 0,1-1 0 0 0,-1 1 0 0 0,0 0 0 0 0,0-1 0 0 0,0 1 1 0 0,1-1-1 0 0,-2 2 0 0 0,-3-1 953 0 0,-10-2-565 0 0,16-2 295 0 0,27-5 727 0 0,-7 2-1319 0 0,57-26 1182 0 0,-65 25-1367 0 0,1 1 0 0 0,0 0 0 0 0,0 0 0 0 0,0 2 0 0 0,1 0 0 0 0,-1 0 0 0 0,1 1 0 0 0,0 1 0 0 0,0 1 0 0 0,0 0 0 0 0,20 1 0 0 0,47 16-3161 0 0,42 5-4456 0 0,-63-16 3395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41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0 320 0 0,'-30'0'4082'0'0,"0"0"-720"0"0,-31 0-1201 0 0,37 0 1280 0 0,24 6-2881 0 0,24-6-239 0 0,6 6-81 0 0,1 0-80 0 0,-1 7 0 0 0,30 0 0 0 0,0-1 0 0 0,31 15 80 0 0,0 4-320 0 0,-31-6-1281 0 0,0-6-2480 0 0,-60-11-2482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04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14 2081 0 0,'-55'-13'7910'0'0,"50"12"-4015"0"0,9 3-3727 0 0,1 0-1 0 0,0 0 0 0 0,0-1 1 0 0,-1 0-1 0 0,1 0 0 0 0,0 0 0 0 0,7 0 1 0 0,3 1-26 0 0,50 10-18 0 0,0-3 0 0 0,1-2 0 0 0,101-5-1 0 0,-17-13-5674 0 0,-124 6 2123 0 0,-21 3-93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04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6 720 0 0,'0'-6'5363'0'0,"-30"6"-3282"0"0,30 6 880 0 0,30 2-1200 0 0,-6 3-1281 0 0,37-3-160 0 0,-1 3-80 0 0,0-3-80 0 0,-30-2-160 0 0,1 0-720 0 0,29 7-1681 0 0,-30-1-1601 0 0,0 26-2401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52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25 184 2641 0 0,'-4'-11'5951'0'0,"-12"12"-5344"0"0,11 1-188 0 0,237-59 3569 0 0,-224 54-3943 0 0,1 0 1 0 0,-1-1-1 0 0,0 0 0 0 0,0 0 0 0 0,-1-1 1 0 0,1 0-1 0 0,-1 0 0 0 0,0-1 0 0 0,0 0 1 0 0,-1 0-1 0 0,0-1 0 0 0,7-9 1 0 0,-1 2-8 0 0,-10 13-32 0 0,-1-1-1 0 0,0 1 1 0 0,1-1 0 0 0,-1 1-1 0 0,1-1 1 0 0,-1 1-1 0 0,1 0 1 0 0,0 0 0 0 0,0 0-1 0 0,-1 0 1 0 0,1 0-1 0 0,4-2 1 0 0,0 1 15 0 0,-7 2-19 0 0,1 0 0 0 0,0 0 0 0 0,0 0 0 0 0,0 0 1 0 0,-1 0-1 0 0,1 0 0 0 0,0 0 0 0 0,0 0 0 0 0,-1 0 0 0 0,1 0 1 0 0,0-1-1 0 0,0 1 0 0 0,0 0 0 0 0,-1 0 0 0 0,1 0 1 0 0,0 0-1 0 0,0-1 0 0 0,0 1 0 0 0,0 0 0 0 0,0 0 1 0 0,-1 0-1 0 0,1 0 0 0 0,0-1 0 0 0,0 1 0 0 0,0 0 1 0 0,0 0-1 0 0,0-1 0 0 0,0 1 0 0 0,0 0 0 0 0,0 0 0 0 0,0 0 1 0 0,0-1-1 0 0,0 1 0 0 0,0 0 0 0 0,0 0 0 0 0,0-1 1 0 0,0 1-1 0 0,0 0 0 0 0,0 0 0 0 0,0 0 0 0 0,0-1 1 0 0,0 1-1 0 0,0 0 0 0 0,0 0 0 0 0,0-1 0 0 0,0 1 1 0 0,1 0-1 0 0,-1 0 0 0 0,0 0 0 0 0,0 0 0 0 0,0-1 0 0 0,0 1 1 0 0,1 0-1 0 0,-1 0 0 0 0,0 0 0 0 0,0 0 0 0 0,0-1 1 0 0,0 1-1 0 0,1 0 0 0 0,-1 0 0 0 0,0 0 0 0 0,0 0 1 0 0,1 0-1 0 0,-1 0 0 0 0,0 0 0 0 0,1 0 0 0 0,-6 1-6 0 0,5-1 8 0 0,-1 0-1 0 0,0 0 1 0 0,0 0 0 0 0,1 0-1 0 0,-1 0 1 0 0,0 0-1 0 0,1 0 1 0 0,-1 1 0 0 0,0-1-1 0 0,1 0 1 0 0,-1 0 0 0 0,0 1-1 0 0,1-1 1 0 0,-1 1 0 0 0,1-1-1 0 0,-1 0 1 0 0,1 1 0 0 0,-1-1-1 0 0,1 1 1 0 0,-1-1 0 0 0,1 1-1 0 0,-1 0 1 0 0,1-1 0 0 0,0 1-1 0 0,-1-1 1 0 0,1 1-1 0 0,0 0 1 0 0,-1-1 0 0 0,1 1-1 0 0,0 1 1 0 0,-15 24 154 0 0,-51 100 223 0 0,59-110-370 0 0,0 1-1 0 0,2-1 1 0 0,0 1 0 0 0,0 0 0 0 0,2 0-1 0 0,0 0 1 0 0,0 20 0 0 0,1-8-166 0 0,1-20 114 0 0,1-1 0 0 0,-1 0 0 0 0,1 0 0 0 0,1 0 0 0 0,-1 0 0 0 0,2 1 0 0 0,1 8 0 0 0,-2-15-111 0 0,0 0 1 0 0,0 1 0 0 0,1-1 0 0 0,-1 0 0 0 0,0 0-1 0 0,1 0 1 0 0,0 0 0 0 0,-1 0 0 0 0,1 0-1 0 0,0-1 1 0 0,0 1 0 0 0,0-1 0 0 0,0 1 0 0 0,0-1-1 0 0,0 1 1 0 0,1-1 0 0 0,-1 0 0 0 0,0 0-1 0 0,1 0 1 0 0,-1-1 0 0 0,1 1 0 0 0,-1 0-1 0 0,0-1 1 0 0,1 0 0 0 0,0 1 0 0 0,-1-1 0 0 0,1 0-1 0 0,4-1 1 0 0,73-5-3184 0 0,10-11-1507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52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51 480 0 0,'-8'-6'5600'0'0,"-11"6"-4192"0"0,-15 8-692 0 0,7 3-98 0 0,0 1 1 0 0,-43 28-1 0 0,60-33-524 0 0,1 0-1 0 0,-1 1 0 0 0,1 0 0 0 0,1 0 1 0 0,-1 1-1 0 0,2 0 0 0 0,-1 1 0 0 0,1 0 0 0 0,-8 15 1 0 0,9-15 7 0 0,3-5 12 0 0,0 0 1 0 0,1 1-1 0 0,-1-1 0 0 0,1 0 1 0 0,0 1-1 0 0,0-1 0 0 0,-1 9 1 0 0,3-13-92 0 0,0 1 1 0 0,0 0-1 0 0,0-1 1 0 0,1 1-1 0 0,-1 0 1 0 0,0-1 0 0 0,1 1-1 0 0,-1 0 1 0 0,1-1-1 0 0,0 1 1 0 0,-1-1-1 0 0,1 1 1 0 0,0-1-1 0 0,0 1 1 0 0,0-1-1 0 0,0 0 1 0 0,0 0-1 0 0,0 1 1 0 0,0-1-1 0 0,1 0 1 0 0,-1 0-1 0 0,0 0 1 0 0,1 0 0 0 0,-1 0-1 0 0,1 0 1 0 0,-1-1-1 0 0,1 1 1 0 0,-1 0-1 0 0,1-1 1 0 0,-1 1-1 0 0,1-1 1 0 0,0 1-1 0 0,2-1 1 0 0,17 5 13 0 0,0 0-1 0 0,0-2 1 0 0,33 2 0 0 0,-46-5-21 0 0,-1 1 1 0 0,1-2-1 0 0,0 1 1 0 0,-1-1-1 0 0,1 0 1 0 0,-1-1-1 0 0,1 1 1 0 0,-1-1-1 0 0,0-1 1 0 0,0 0-1 0 0,0 0 1 0 0,0 0-1 0 0,11-8 1 0 0,-8-6 64 0 0,-4 3-66 0 0,-1 0 1 0 0,0 0-1 0 0,-2 0 1 0 0,0-1-1 0 0,0 1 0 0 0,-1-1 1 0 0,-1 0-1 0 0,0 1 0 0 0,-1-1 1 0 0,-1 0-1 0 0,0 0 0 0 0,-5-22 1 0 0,5 34-61 0 0,0-1 1 0 0,0 0-1 0 0,0 1 1 0 0,0-1-1 0 0,0 1 1 0 0,-1-1-1 0 0,1 1 1 0 0,-1 0-1 0 0,0-1 1 0 0,0 1-1 0 0,0 0 1 0 0,-1 0-1 0 0,1 0 1 0 0,-1 1-1 0 0,1-1 1 0 0,-1 1-1 0 0,0-1 1 0 0,0 1-1 0 0,-4-2 1 0 0,1 1-523 0 0,0 0 0 0 0,-1 1 0 0 0,1 0 0 0 0,-1 1 0 0 0,1 0 0 0 0,-1 0 0 0 0,0 0 0 0 0,1 0 0 0 0,-9 2 0 0 0,-15-1-3514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53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334 138 800 0 0,'-5'0'1895'0'0,"-15"0"-135"0"0,15 0-186 0 0,0 1-293 0 0,-46 11 1160 0 0,33-9-925 0 0,5-4-754 0 0,9-21 268 0 0,4 20-1014 0 0,0 1 0 0 0,0 0 0 0 0,0-1 0 0 0,0 1 0 0 0,0-1 0 0 0,-1 1 0 0 0,1 0 0 0 0,-1-1 0 0 0,1 1 0 0 0,-1 0 0 0 0,1-1-1 0 0,-1 1 1 0 0,0 0 0 0 0,1 0 0 0 0,-1 0 0 0 0,0-1 0 0 0,0 1 0 0 0,0 0 0 0 0,0 0 0 0 0,0 0 0 0 0,0 1 0 0 0,0-1 0 0 0,-2-1 0 0 0,2 1-9 0 0,0 1 0 0 0,0-1 0 0 0,0 0 0 0 0,0 0 0 0 0,0 1 1 0 0,1-1-1 0 0,-1 0 0 0 0,0 0 0 0 0,0 0 0 0 0,0 0 0 0 0,1 0 1 0 0,-1 0-1 0 0,1-1 0 0 0,-1 1 0 0 0,1 0 0 0 0,-1 0 0 0 0,1 0 0 0 0,0 0 1 0 0,-1-1-1 0 0,1 1 0 0 0,0 0 0 0 0,0-3 0 0 0,0 3-2 0 0,0 0-1 0 0,0 0 1 0 0,0 0-1 0 0,-1 0 1 0 0,1 1-1 0 0,0-1 1 0 0,0 0-1 0 0,-1 0 0 0 0,1 0 1 0 0,-1 0-1 0 0,1 0 1 0 0,-1 0-1 0 0,1 0 1 0 0,-1 1-1 0 0,1-1 1 0 0,-1 0-1 0 0,0 0 1 0 0,1 1-1 0 0,-1-1 1 0 0,0 0-1 0 0,0 1 1 0 0,1-1-1 0 0,-1 1 1 0 0,0-1-1 0 0,0 1 1 0 0,0-1-1 0 0,-1 1 0 0 0,-7-6 31 0 0,-21-20 45 0 0,25 8 147 0 0,5 14-214 0 0,0 9 1 0 0,-5 1 39 0 0,-1-4-45 0 0,5-2-8 0 0,0 0 1 0 0,0 0-1 0 0,0 0 0 0 0,0 1 0 0 0,0-1 0 0 0,1 0 0 0 0,-1 1 0 0 0,0-1 1 0 0,0 1-1 0 0,0-1 0 0 0,0 1 0 0 0,1-1 0 0 0,-1 1 0 0 0,0-1 0 0 0,1 1 1 0 0,-1 0-1 0 0,0-1 0 0 0,1 1 0 0 0,-1 0 0 0 0,1-1 0 0 0,-1 1 1 0 0,1 0-1 0 0,-1 0 0 0 0,1 0 0 0 0,0 0 0 0 0,-1-1 0 0 0,1 1 0 0 0,0 0 1 0 0,0 0-1 0 0,-1 0 0 0 0,1 0 0 0 0,0 0 0 0 0,0 0 0 0 0,0 1 0 0 0,0 0 4 0 0,0 1 0 0 0,0-1-1 0 0,-1 0 1 0 0,1 1-1 0 0,-1-1 1 0 0,1 0-1 0 0,-1 0 1 0 0,0 0 0 0 0,0 1-1 0 0,0-1 1 0 0,0 0-1 0 0,0 0 1 0 0,-1 0-1 0 0,1 0 1 0 0,-2 1-1 0 0,1-1 4 0 0,1 0-1 0 0,-1 0 1 0 0,1 0-1 0 0,-1 1 1 0 0,1-1-1 0 0,0 0 1 0 0,0 0-1 0 0,0 1 0 0 0,0-1 1 0 0,0 1-1 0 0,1-1 1 0 0,-1 1-1 0 0,1-1 1 0 0,-1 1-1 0 0,1 3 1 0 0,0-6-11 0 0,0 1 1 0 0,0 0-1 0 0,0 0 0 0 0,0 0 1 0 0,0 0-1 0 0,0 0 1 0 0,0 0-1 0 0,0 0 1 0 0,-1 0-1 0 0,1 0 1 0 0,0 0-1 0 0,-1 0 1 0 0,1 0-1 0 0,-1 0 1 0 0,1-1-1 0 0,-1 1 1 0 0,1 0-1 0 0,-1 0 1 0 0,0 0-1 0 0,1-1 0 0 0,-1 1 1 0 0,0 0-1 0 0,1-1 1 0 0,-1 1-1 0 0,0-1 1 0 0,0 1-1 0 0,0-1 1 0 0,0 1-1 0 0,1-1 1 0 0,-3 1-1 0 0,3-1 3 0 0,-1 0-1 0 0,0 1 0 0 0,0-1 1 0 0,0 0-1 0 0,1 1 0 0 0,-1-1 1 0 0,0 1-1 0 0,1-1 0 0 0,-1 1 1 0 0,0 0-1 0 0,1-1 1 0 0,-1 1-1 0 0,0-1 0 0 0,1 1 1 0 0,-1 0-1 0 0,1 0 0 0 0,-1-1 1 0 0,1 1-1 0 0,0 0 0 0 0,-1 0 1 0 0,1-1-1 0 0,0 1 1 0 0,0 0-1 0 0,-1 0 0 0 0,1 0 1 0 0,0 0-1 0 0,0-1 0 0 0,0 1 1 0 0,0 0-1 0 0,0 1 0 0 0,0 0 6 0 0,0-1-1 0 0,1 1 0 0 0,-1-1 0 0 0,0 1 0 0 0,-1 0 1 0 0,1-1-1 0 0,0 1 0 0 0,0-1 0 0 0,-1 1 0 0 0,1 0 0 0 0,-1-1 1 0 0,1 1-1 0 0,-1-1 0 0 0,0 1 0 0 0,1-1 0 0 0,-1 0 0 0 0,0 1 1 0 0,0-1-1 0 0,0 0 0 0 0,0 1 0 0 0,0-1 0 0 0,0 0 1 0 0,-1 0-1 0 0,1 0 0 0 0,0 0 0 0 0,0 0 0 0 0,-1 0 0 0 0,1-1 1 0 0,-4 2-1 0 0,4-1-5 0 0,0 2 2 0 0,0-1 0 0 0,0 1 0 0 0,0-1 0 0 0,0 1 0 0 0,1-1 0 0 0,-1 1 0 0 0,1-1 0 0 0,0 1 0 0 0,0 0 0 0 0,0-1 0 0 0,0 1 0 0 0,0 0 0 0 0,0-1 0 0 0,1 1 0 0 0,-1-1 0 0 0,1 1 0 0 0,0-1 0 0 0,0 1 0 0 0,1 2 0 0 0,23-1-28 0 0,0-1 0 0 0,0-2-1 0 0,0 0 1 0 0,1-2 0 0 0,-1 0 0 0 0,0-2 0 0 0,0-1 0 0 0,40-12-1 0 0,-61 15 29 0 0,-1 0 0 0 0,-1-1 0 0 0,1 1 0 0 0,0-1 0 0 0,0 0 0 0 0,-1 0 0 0 0,1 0 0 0 0,-1 0 0 0 0,1 0 0 0 0,-1 0 0 0 0,3-4-1 0 0,21-18 16 0 0,-24 23-8 0 0,0 0 1 0 0,0-1 0 0 0,0 1 0 0 0,0-1-1 0 0,0 1 1 0 0,0-1 0 0 0,-1 0 0 0 0,1 0 0 0 0,-1 0-1 0 0,1 0 1 0 0,-1 0 0 0 0,0 0 0 0 0,0 0-1 0 0,1 0 1 0 0,-2-1 0 0 0,2-3 0 0 0,1-42 166 0 0,-3 29-107 0 0,0-31 13 0 0,-5 50-133 0 0,4 0 53 0 0,0 0 0 0 0,0 0 0 0 0,0 0 0 0 0,0 1 0 0 0,0-1 0 0 0,0 0-1 0 0,0 1 1 0 0,0-1 0 0 0,0 0 0 0 0,0 1 0 0 0,0-1 0 0 0,0 1 0 0 0,0 0 0 0 0,0-1 0 0 0,1 1 0 0 0,-1 0 0 0 0,0-1 0 0 0,-1 2 0 0 0,-8 31 82 0 0,9-28-70 0 0,-6 15 63 0 0,0 0 0 0 0,-2-1 0 0 0,-20 35 0 0 0,18-35 1 0 0,1 0 0 0 0,0 1 0 0 0,2 1 0 0 0,-12 37 1 0 0,-10 55 149 0 0,28-106-247 0 0,1 0-1 0 0,0 0 0 0 0,0 0 0 0 0,0 0 0 0 0,1 0 0 0 0,1 9 1 0 0,-1-4-80 0 0,0-12 87 0 0,0 1 1 0 0,0-1-1 0 0,0 1 0 0 0,0 0 0 0 0,0-1 1 0 0,0 1-1 0 0,0-1 0 0 0,0 1 0 0 0,0-1 1 0 0,0 1-1 0 0,0-1 0 0 0,0 1 1 0 0,1-1-1 0 0,-1 1 0 0 0,0 0 0 0 0,0-1 1 0 0,1 0-1 0 0,-1 1 0 0 0,0-1 1 0 0,1 1-1 0 0,-1-1 0 0 0,0 1 0 0 0,1-1 1 0 0,-1 0-1 0 0,1 1 0 0 0,-1-1 1 0 0,1 0-1 0 0,-1 1 0 0 0,1-1 0 0 0,-1 0 1 0 0,1 0-1 0 0,-1 1 0 0 0,1-1 0 0 0,0 0 1 0 0,12 4-639 0 0,1-1 0 0 0,-1-1 1 0 0,1 0-1 0 0,0 0 0 0 0,0-2 0 0 0,20-1 1 0 0,51-3-5312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54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782 162 880 0 0,'0'-6'482'0'0,"-1"1"0"0"0,0-1 0 0 0,0 0 0 0 0,0 0 0 0 0,-1 1 0 0 0,0-1 0 0 0,0 1 0 0 0,0 0 0 0 0,-1-1 0 0 0,0 1-1 0 0,0 0 1 0 0,0 0 0 0 0,0 1 0 0 0,-1-1 0 0 0,-7-7 0 0 0,-2-4 398 0 0,12 15-766 0 0,-1-1 0 0 0,1 0 0 0 0,0 0-1 0 0,1 0 1 0 0,-1-1 0 0 0,0 1 0 0 0,0 0 0 0 0,1 0 0 0 0,0 0-1 0 0,-1 0 1 0 0,1-1 0 0 0,0 1 0 0 0,0 0 0 0 0,0 0 0 0 0,0-1-1 0 0,1 1 1 0 0,-1 0 0 0 0,1-3 0 0 0,-1 5-98 0 0,0 0 0 0 0,1 0 0 0 0,-1 0 0 0 0,0 0 1 0 0,0-1-1 0 0,0 1 0 0 0,0 0 0 0 0,1 0 0 0 0,-1-1 0 0 0,0 1 0 0 0,0 0 1 0 0,0 0-1 0 0,0-1 0 0 0,0 1 0 0 0,0 0 0 0 0,0 0 0 0 0,0-1 0 0 0,0 1 1 0 0,0 0-1 0 0,0 0 0 0 0,0-1 0 0 0,0 1 0 0 0,0 0 0 0 0,0 0 1 0 0,0-1-1 0 0,0 1 0 0 0,0 0 0 0 0,0 0 0 0 0,0-1 0 0 0,0 1 0 0 0,0 0 1 0 0,0 0-1 0 0,-1-1 0 0 0,1 1 0 0 0,0 0 0 0 0,0 0 0 0 0,0 0 0 0 0,0-1 1 0 0,-1 1-1 0 0,1 0 0 0 0,0 0 0 0 0,0 0 0 0 0,0 0 0 0 0,-1 0 0 0 0,1-1 1 0 0,0 1-1 0 0,0 0 0 0 0,-1 0 0 0 0,1 0 0 0 0,0 0 0 0 0,-1 0 0 0 0,-35 24 210 0 0,-56 48 308 0 0,-107 110-1 0 0,133-117-387 0 0,-159 168 362 0 0,212-218-478 0 0,2 1 1 0 0,-1 0-1 0 0,2 1 1 0 0,0 0-1 0 0,2 1 1 0 0,-1 0-1 0 0,-6 24 0 0 0,12-35-24 0 0,1 0 0 0 0,1 0 0 0 0,-1 0 0 0 0,1 0 0 0 0,0 0 0 0 0,1 0 0 0 0,-1 0 0 0 0,1 0 0 0 0,1 0 0 0 0,0 0 0 0 0,0 0 0 0 0,0 0 0 0 0,1 0 0 0 0,-1 0 0 0 0,2 0 0 0 0,-1 0 0 0 0,1-1 0 0 0,0 1 0 0 0,0-1 0 0 0,1 0 0 0 0,0 0 0 0 0,0 0 0 0 0,7 6 0 0 0,-2-4-17 0 0,0-1 0 0 0,0 0-1 0 0,1 0 1 0 0,1-1 0 0 0,-1 0 0 0 0,1-1 0 0 0,0-1 0 0 0,17 6 0 0 0,3-1-379 0 0,56 8-1 0 0,-67-15-162 0 0,1 0-1 0 0,-1-1 1 0 0,1-1-1 0 0,-1-2 0 0 0,1 1 1 0 0,-1-2-1 0 0,0-1 1 0 0,0-1-1 0 0,0 0 1 0 0,-1-1-1 0 0,26-13 0 0 0,-15 4-2642 0 0,54-38 0 0 0,-74 46 2545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4:55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557 95 2721 0 0,'-142'-1'4721'0'0,"-99"1"-158"0"0,227 1-4411 0 0,0 0-1 0 0,-1 0 0 0 0,1 2 0 0 0,0 0 0 0 0,0 0 1 0 0,1 1-1 0 0,-1 1 0 0 0,-24 12 0 0 0,33-15-84 0 0,4-2-55 0 0,0 0 0 0 0,0 1 0 0 0,-1-1-1 0 0,1 1 1 0 0,0 0 0 0 0,0-1 0 0 0,0 1 0 0 0,0 0 0 0 0,0-1 0 0 0,0 1 0 0 0,0 0 0 0 0,0 0 0 0 0,0 0 0 0 0,0 0-1 0 0,0 0 1 0 0,0 2 0 0 0,7 11 87 0 0,1-4-80 0 0,1 5-10 0 0,-7-13-12 0 0,0 0-1 0 0,0 0 1 0 0,0 0 0 0 0,0 0 0 0 0,1 0-1 0 0,-1-1 1 0 0,0 1 0 0 0,1 0-1 0 0,-1-1 1 0 0,1 1 0 0 0,0-1 0 0 0,-1 0-1 0 0,1 0 1 0 0,0 1 0 0 0,0-1-1 0 0,0 0 1 0 0,0 0 0 0 0,3 0 0 0 0,15 9-12 0 0,1-2 1 0 0,0-1-1 0 0,0 0 1 0 0,1-2-1 0 0,0-1 1 0 0,0 0-1 0 0,1-1 1 0 0,-1-2 0 0 0,0 0-1 0 0,1-2 1 0 0,29-3-1 0 0,-40 0-2 0 0,-1 0 0 0 0,0 0 1 0 0,-1-1-1 0 0,1 0 0 0 0,-1 0 0 0 0,0-2 0 0 0,0 1 0 0 0,-1-1 0 0 0,14-13 1 0 0,-17 15 22 0 0,0 0 0 0 0,-1 0 1 0 0,0-1-1 0 0,0 1 0 0 0,0-1 1 0 0,-1 0-1 0 0,0 0 1 0 0,0-1-1 0 0,-1 0 0 0 0,1 1 1 0 0,-1-1-1 0 0,-1 0 0 0 0,1 0 1 0 0,-1 0-1 0 0,1-12 0 0 0,-2 17-1 0 0,-2 1 0 0 0,1-1 0 0 0,0 0 0 0 0,0 0 0 0 0,0 0 0 0 0,-1 1 0 0 0,1-1 0 0 0,-1 0 0 0 0,0 0 0 0 0,1 1 0 0 0,-1-1 0 0 0,0 0 0 0 0,0 1 0 0 0,0-1 0 0 0,0 1 0 0 0,0 0 0 0 0,-1-1 0 0 0,1 1 0 0 0,-2-2 0 0 0,1 2 2 0 0,1 0-1 0 0,0 0 0 0 0,0-1 1 0 0,0 1-1 0 0,0 0 0 0 0,0 0 1 0 0,0 0-1 0 0,0-1 0 0 0,0 1 1 0 0,1-1-1 0 0,-1 1 0 0 0,1 0 1 0 0,-1-1-1 0 0,1 1 1 0 0,-1-1-1 0 0,1 1 0 0 0,0-1 1 0 0,-1 1-1 0 0,1-3 0 0 0,0 3 0 0 0,0 0-1 0 0,0 0 1 0 0,-1 0-1 0 0,1 0 1 0 0,-1 0-1 0 0,1 0 1 0 0,-1 0-1 0 0,1 0 1 0 0,-1 0-1 0 0,1 0 1 0 0,-1 1-1 0 0,0-1 0 0 0,1 0 1 0 0,-1 0-1 0 0,0 1 1 0 0,0-1-1 0 0,1 1 1 0 0,-1-1-1 0 0,0 0 1 0 0,0 1-1 0 0,0-1 1 0 0,0 1-1 0 0,0 0 1 0 0,0-1-1 0 0,0 1 1 0 0,0 0-1 0 0,0 0 1 0 0,0 0-1 0 0,0-1 1 0 0,-1 1-1 0 0,-30 1 145 0 0,31 0-145 0 0,1-1-1 0 0,-1 1 1 0 0,1-1-1 0 0,0 1 1 0 0,-1-1-1 0 0,1 1 1 0 0,-1 0-1 0 0,1-1 0 0 0,0 1 1 0 0,-1-1-1 0 0,1 1 1 0 0,0 0-1 0 0,0-1 1 0 0,0 1-1 0 0,-1 0 1 0 0,1-1-1 0 0,0 1 0 0 0,0 0 1 0 0,0-1-1 0 0,0 1 1 0 0,0 0-1 0 0,0-1 1 0 0,0 1-1 0 0,0 0 1 0 0,0-1-1 0 0,1 2 0 0 0,-1-2-4 0 0,-1 14 100 0 0,-1 0-1 0 0,0 1 1 0 0,-2-1 0 0 0,-4 14-1 0 0,0 3 57 0 0,7-27-141 0 0,0 0 0 0 0,1-1 0 0 0,-1 1 0 0 0,1 0-1 0 0,0 0 1 0 0,0-1 0 0 0,0 1 0 0 0,1 0 0 0 0,-1 0 0 0 0,1-1 0 0 0,0 1-1 0 0,0 0 1 0 0,0-1 0 0 0,0 1 0 0 0,1-1 0 0 0,3 7 0 0 0,-3-6-18 0 0,0 0 1 0 0,0 0-1 0 0,0 0 0 0 0,0 1 1 0 0,-1-1-1 0 0,0 1 1 0 0,0-1-1 0 0,0 1 0 0 0,0 9 1 0 0,-1 13 70 0 0,1-16-33 0 0,0 1-1 0 0,-1-1 1 0 0,0 0 0 0 0,-1 1 0 0 0,-1-1 0 0 0,1 0-1 0 0,-2 0 1 0 0,0 0 0 0 0,0 0 0 0 0,-1 0 0 0 0,0-1-1 0 0,-7 13 1 0 0,5-12-3 0 0,1-1 0 0 0,0 1 1 0 0,1 0-1 0 0,-5 17 0 0 0,6-17-10 0 0,0-1 0 0 0,-1 1 0 0 0,-1-1 0 0 0,1 0 0 0 0,-9 12 1 0 0,9-14-39 0 0,-1 1 0 0 0,1-1 0 0 0,1 0 0 0 0,0 1 0 0 0,0 0 0 0 0,0 0 0 0 0,1 0 0 0 0,0 0 0 0 0,1 0 0 0 0,0 0 0 0 0,1 0 0 0 0,0 1 0 0 0,1 11 1 0 0,-1-13-43 0 0,0-7-1 0 0,0-1-1 0 0,0 1 0 0 0,1-1 0 0 0,-1 0 0 0 0,0 1 0 0 0,0-1 0 0 0,0 1 1 0 0,0-1-1 0 0,1 0 0 0 0,-1 1 0 0 0,0-1 0 0 0,0 0 0 0 0,1 1 0 0 0,-1-1 1 0 0,0 0-1 0 0,0 1 0 0 0,1-1 0 0 0,-1 0 0 0 0,0 0 0 0 0,1 1 0 0 0,-1-1 1 0 0,1 0-1 0 0,-1 0 0 0 0,0 0 0 0 0,1 1 0 0 0,-1-1 0 0 0,1 0 0 0 0,-1 0 1 0 0,0 0-1 0 0,1 0 0 0 0,-1 0 0 0 0,1 0 0 0 0,-1 0 0 0 0,1 0 0 0 0,-1 0 1 0 0,0 0-1 0 0,1 0 0 0 0,0 0 0 0 0,16-4-2034 0 0,14-15-3082 0 0,-1-14-360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02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35 1761 0 0,'0'-1'168'0'0,"-1"0"-1"0"0,1 0 1 0 0,0 0 0 0 0,0 0 0 0 0,-1 0 0 0 0,1 0-1 0 0,-1 0 1 0 0,1 0 0 0 0,-1 0 0 0 0,1 0-1 0 0,-1 0 1 0 0,1 1 0 0 0,-1-1 0 0 0,0 0 0 0 0,0 0-1 0 0,1 0 1 0 0,-1 1 0 0 0,0-1 0 0 0,0 0 0 0 0,0 1-1 0 0,0-1 1 0 0,0 1 0 0 0,0-1 0 0 0,0 1-1 0 0,0 0 1 0 0,0-1 0 0 0,0 1 0 0 0,0 0 0 0 0,-1-1-1 0 0,-1 0 122 0 0,-2-1 191 0 0,4 2-461 0 0,0-1-1 0 0,1 0 1 0 0,-1 0-1 0 0,1 1 1 0 0,-1-1-1 0 0,0 0 0 0 0,0 1 1 0 0,1-1-1 0 0,-1 1 1 0 0,0-1-1 0 0,0 1 1 0 0,0 0-1 0 0,1-1 0 0 0,-1 1 1 0 0,0 0-1 0 0,0-1 1 0 0,0 1-1 0 0,0 0 1 0 0,0 0-1 0 0,0 0 0 0 0,0 0 1 0 0,0 0-1 0 0,0 0 1 0 0,0 0-1 0 0,0 0 1 0 0,1 0-1 0 0,-1 0 1 0 0,0 0-1 0 0,0 1 0 0 0,-1-1 1 0 0,-7 1 103 0 0,-156-1 2746 0 0,75 8 254 0 0,260 3-1348 0 0,-115-10-1754 0 0,106 17 0 0 0,-161-18-20 0 0,75 14-1267 0 0,26 4-6897 0 0,-71-17 4095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02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478 35 2001 0 0,'-15'-6'844'0'0,"0"2"-1"0"0,0-1 1 0 0,-1 2 0 0 0,1 0 0 0 0,-1 1-1 0 0,0 0 1 0 0,-22 2 0 0 0,38 0-816 0 0,0 0 1 0 0,1 0 0 0 0,-1-1 0 0 0,0 1 0 0 0,0 0-1 0 0,0 0 1 0 0,0 0 0 0 0,0 0 0 0 0,1 0-1 0 0,-1 0 1 0 0,0-1 0 0 0,0 1 0 0 0,0 0-1 0 0,0 0 1 0 0,0 0 0 0 0,0 0 0 0 0,0-1 0 0 0,0 1-1 0 0,0 0 1 0 0,1 0 0 0 0,-1 0 0 0 0,0 0-1 0 0,0-1 1 0 0,0 1 0 0 0,0 0 0 0 0,0 0 0 0 0,0 0-1 0 0,0 0 1 0 0,0-1 0 0 0,0 1 0 0 0,0 0-1 0 0,-1 0 1 0 0,1 0 0 0 0,0-1 0 0 0,0 1-1 0 0,0 0 1 0 0,0 0 0 0 0,0 0 0 0 0,0 0 0 0 0,0-1-1 0 0,0 1 1 0 0,0 0 0 0 0,-1 0 0 0 0,1 0-1 0 0,0 0 1 0 0,0 0 0 0 0,0 0 0 0 0,0-1-1 0 0,0 1 1 0 0,-1 0 0 0 0,36 0 162 0 0,-11-1-205 0 0,-1 0 0 0 0,1 2 0 0 0,0 1 0 0 0,-1 1 0 0 0,30 8 0 0 0,-51-11 11 0 0,0 1 0 0 0,-1-1 0 0 0,1 1 0 0 0,0 0 0 0 0,-1 0 0 0 0,1 0 0 0 0,-1 0 0 0 0,0 0 0 0 0,1 0 0 0 0,-1 0 0 0 0,0 0 0 0 0,1 0 0 0 0,-1 0 0 0 0,0 1 0 0 0,0-1 0 0 0,0 1 0 0 0,0-1 0 0 0,0 1 0 0 0,-1-1 0 0 0,1 1 0 0 0,0-1 1 0 0,-1 1-1 0 0,1 0 0 0 0,-1-1 0 0 0,1 1 0 0 0,-1 0 0 0 0,0-1 0 0 0,0 1 0 0 0,0 0 0 0 0,0-1 0 0 0,0 1 0 0 0,0 0 0 0 0,0 0 0 0 0,-1-1 0 0 0,1 1 0 0 0,0 0 0 0 0,-1-1 0 0 0,0 1 0 0 0,1 0 0 0 0,-1-1 0 0 0,0 1 0 0 0,0-1 0 0 0,0 1 0 0 0,-1 1 0 0 0,-3 4 8 0 0,1 0-1 0 0,-1-1 1 0 0,-1 0-1 0 0,1 0 1 0 0,-1 0-1 0 0,0-1 0 0 0,0 0 1 0 0,-11 8-1 0 0,-59 29 116 0 0,47-30 12 0 0,-1 0-1 0 0,-37 8 1 0 0,-19 8 567 0 0,33-12 58 0 0,48-14-527 0 0,18-5-91 0 0,2 0-118 0 0,-4 1-21 0 0,176-28-17 0 0,-160 27 1 0 0,1 2 1 0 0,1 0 0 0 0,-1 2 0 0 0,45 7 0 0 0,-68-7 6 0 0,0 0 1 0 0,0 0-1 0 0,0 1 1 0 0,0 0-1 0 0,-1 0 0 0 0,1 0 1 0 0,0 1-1 0 0,-1-1 0 0 0,0 1 1 0 0,1 0-1 0 0,-1 0 1 0 0,0 1-1 0 0,-1-1 0 0 0,1 1 1 0 0,-1 0-1 0 0,5 6 1 0 0,-6-7 11 0 0,0 0 1 0 0,-1 0-1 0 0,1 0 1 0 0,-1 0 0 0 0,0 0-1 0 0,1 1 1 0 0,-1-1 0 0 0,-1 0-1 0 0,1 1 1 0 0,0-1-1 0 0,-1 1 1 0 0,0-1 0 0 0,0 1-1 0 0,0-1 1 0 0,0 1 0 0 0,0-1-1 0 0,-1 1 1 0 0,1-1-1 0 0,-1 1 1 0 0,0-1 0 0 0,-3 6-1 0 0,0-2 25 0 0,0-1-1 0 0,0 0 0 0 0,-1 0 1 0 0,1 0-1 0 0,-2-1 0 0 0,1 1 1 0 0,0-1-1 0 0,-1 0 0 0 0,-9 5 1 0 0,-62 35 348 0 0,71-42-345 0 0,-31 15 131 0 0,-1-2 0 0 0,-1-1 1 0 0,-45 9-1 0 0,-15 6-24 0 0,72-19-278 0 0,-1-2 0 0 0,-1-2 0 0 0,-37 7-1 0 0,66-14 141 0 0,-4 0-134 0 0,-1 1 0 0 0,0-1-1 0 0,0 0 1 0 0,0 0 0 0 0,0 0-1 0 0,-9-2 1 0 0,13 1 24 0 0,0 1-1 0 0,0-1 1 0 0,0 1-1 0 0,0-1 1 0 0,0 0-1 0 0,0 1 1 0 0,0-1-1 0 0,0 0 1 0 0,0 0-1 0 0,0 0 1 0 0,1 0-1 0 0,-1 0 1 0 0,0 0-1 0 0,1 0 1 0 0,-1 0-1 0 0,0 0 1 0 0,1 0-1 0 0,-1 0 1 0 0,1-1-1 0 0,0 1 1 0 0,-1 0-1 0 0,1 0 1 0 0,0 0-1 0 0,0-1 1 0 0,0 1-1 0 0,0 0 1 0 0,0 0-1 0 0,0-1 1 0 0,0-1-1 0 0,0-43-4011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03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77 320 0 0,'0'-45'5258'0'0,"0"14"1196"0"0,5 33-5867 0 0,29 15-452 0 0,-1 2 1 0 0,-1 2-1 0 0,-1 1 0 0 0,0 1 1 0 0,-2 1-1 0 0,33 36 0 0 0,-52-49-128 0 0,0 0 0 0 0,-1 1 0 0 0,0 1 0 0 0,0-1 0 0 0,-1 1 0 0 0,-1 1 0 0 0,-1-1 0 0 0,0 1 0 0 0,0 0 0 0 0,-1 1 0 0 0,-1-1-1 0 0,-1 1 1 0 0,4 30 0 0 0,-6-21 16 0 0,0 1 0 0 0,-2 0 0 0 0,-1 0 0 0 0,-1 0 0 0 0,-1-1 0 0 0,-1 1-1 0 0,-12 32 1 0 0,8-25 14 0 0,-7 45 0 0 0,6-21-44 0 0,8-47-2 0 0,-1 0 0 0 0,0 0 0 0 0,-1 0-1 0 0,0 0 1 0 0,0-1 0 0 0,-1 0 0 0 0,-9 13 0 0 0,-50 53-449 0 0,52-61 269 0 0,-7 5-788 0 0,-1-1-1 0 0,-1-1 1 0 0,-35 21 0 0 0,-4 0-3265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09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 55 320 0 0,'-11'2'557'0'0,"0"0"0"0"0,-1 0 0 0 0,1-2 0 0 0,-21 0 0 0 0,-7 0 2007 0 0,34 0-870 0 0,11-3-1420 0 0,1 1 0 0 0,-1 1 0 0 0,0-1 0 0 0,0 1 0 0 0,1 0-1 0 0,-1 0 1 0 0,12 1 0 0 0,-14 0-144 0 0,87-5 738 0 0,254-28 759 0 0,-339 32-1560 0 0,-7-1 14 0 0,2 2-78 0 0,-1-1 0 0 0,0 1-1 0 0,0 0 1 0 0,0 0 0 0 0,0 0-1 0 0,0 0 1 0 0,0-1 0 0 0,0 1 0 0 0,0 0-1 0 0,0 0 1 0 0,0 0 0 0 0,0 0 0 0 0,0-1-1 0 0,0 1 1 0 0,0 0 0 0 0,0 0 0 0 0,0 0-1 0 0,0 0 1 0 0,0-1 0 0 0,0 1 0 0 0,0 0-1 0 0,0 0 1 0 0,0 0 0 0 0,0 0-1 0 0,0-1 1 0 0,-1 1 0 0 0,1 0 0 0 0,0 0-1 0 0,0 0 1 0 0,0 0 0 0 0,0 0 0 0 0,0 0-1 0 0,0-1 1 0 0,0 1 0 0 0,-1 0 0 0 0,1 0-1 0 0,0 0 1 0 0,0 0 0 0 0,0 0-1 0 0,0 0 1 0 0,-1 0 0 0 0,1 0 0 0 0,0 0-1 0 0,0 0 1 0 0,0 0 0 0 0,0 0 0 0 0,-1 0-1 0 0,1 0 1 0 0,0 0 0 0 0,0 0 0 0 0,0 0-1 0 0,0 0 1 0 0,-1 0 0 0 0,1 0 0 0 0,0 0-1 0 0,0 0 1 0 0,-1 0 0 0 0,-45-1 158 0 0,19 0-82 0 0,0 1 1 0 0,0 1 0 0 0,-46 7 0 0 0,16 2 62 0 0,35-7-78 0 0,1 2-1 0 0,-35 10 1 0 0,46-12-23 0 0,-56 23 51 0 0,63-25-94 0 0,1 0-1 0 0,0 1 1 0 0,-1-1 0 0 0,1 0-1 0 0,0 1 1 0 0,0-1-1 0 0,-1 1 1 0 0,1 0 0 0 0,1 0-1 0 0,-1 0 1 0 0,0 0-1 0 0,0 0 1 0 0,1 0 0 0 0,-1 0-1 0 0,1 0 1 0 0,0 1-1 0 0,-1-1 1 0 0,1 0 0 0 0,0 1-1 0 0,0-1 1 0 0,0 6-1 0 0,0-5 12 0 0,1 0-1 0 0,-1 0 0 0 0,1 0 0 0 0,-1 0 0 0 0,0 0 1 0 0,0-1-1 0 0,0 1 0 0 0,0 0 0 0 0,0-1 1 0 0,-1 1-1 0 0,1 0 0 0 0,-1-1 0 0 0,-3 4 0 0 0,-13 23-29 0 0,-3 4 76 0 0,15-26-26 0 0,1 1 0 0 0,1-1 0 0 0,-1 1 0 0 0,-4 11 0 0 0,1 7 28 0 0,6-18-48 0 0,-1 0 0 0 0,0 0 0 0 0,0 0 0 0 0,0 0 0 0 0,-1-1 0 0 0,-5 8 0 0 0,-16 34 151 0 0,22-41-169 0 0,-1 0-1 0 0,0 0 1 0 0,0-1-1 0 0,-1 1 1 0 0,0-1-1 0 0,-11 13 0 0 0,14-18 17 0 0,0 1-1 0 0,0-1 0 0 0,0 1 1 0 0,0 0-1 0 0,0 0 0 0 0,0-1 1 0 0,1 1-1 0 0,-1 0 0 0 0,1 0 1 0 0,0 1-1 0 0,-2 5 0 0 0,0 46 105 0 0,3-55-111 0 0,0 3 1 0 0,0 0 0 0 0,1 1-1 0 0,-1-1 1 0 0,1 0 0 0 0,0 0 0 0 0,-1 0 0 0 0,1 1-1 0 0,1-1 1 0 0,-1 0 0 0 0,0 0 0 0 0,1 0 0 0 0,-1-1-1 0 0,1 1 1 0 0,0 0 0 0 0,0-1 0 0 0,3 4 0 0 0,8 12 12 0 0,-5-10 9 0 0,0 0 1 0 0,0 0-1 0 0,0 0 1 0 0,1-1 0 0 0,13 8-1 0 0,26 23-24 0 0,-43-34-1 0 0,-1 0 0 0 0,1-1 0 0 0,0 0-1 0 0,0 0 1 0 0,0 0 0 0 0,0 0 0 0 0,1-1 0 0 0,-1 0 0 0 0,1 0-1 0 0,-1-1 1 0 0,1 1 0 0 0,0-1 0 0 0,0-1 0 0 0,10 1-1 0 0,-5 0-18 0 0,0-1 0 0 0,0-1-1 0 0,1 0 1 0 0,-1 0 0 0 0,-1-1-1 0 0,1 0 1 0 0,13-6-1 0 0,-8 3 23 0 0,-14 5 4 0 0,1-1-1 0 0,-1 0 1 0 0,1 0-1 0 0,-1 0 1 0 0,0 0-1 0 0,1 0 1 0 0,-1-1-1 0 0,0 1 1 0 0,0-1-1 0 0,0 1 0 0 0,0-1 1 0 0,0 0-1 0 0,0 0 1 0 0,0 0-1 0 0,0 0 1 0 0,-1 0-1 0 0,1 0 1 0 0,-1 0-1 0 0,0 0 1 0 0,0-1-1 0 0,1 1 1 0 0,0-4-1 0 0,15-25-9 0 0,-12 22-5 0 0,0 0 1 0 0,0 0-1 0 0,-1-1 1 0 0,0 1-1 0 0,0-1 1 0 0,2-13-1 0 0,2-54-60 0 0,-7 70 64 0 0,-1 0-1 0 0,-1 0 1 0 0,1 0-1 0 0,-1 1 1 0 0,0-1-1 0 0,0 0 0 0 0,-1 0 1 0 0,0 1-1 0 0,-4-11 1 0 0,2 12 11 0 0,0 1 0 0 0,-1-1 1 0 0,0 0-1 0 0,1 1 0 0 0,-1 0 1 0 0,-1 0-1 0 0,1 1 0 0 0,-1 0 1 0 0,1-1-1 0 0,-1 2 0 0 0,0-1 0 0 0,0 1 1 0 0,0 0-1 0 0,0 0 0 0 0,-1 0 1 0 0,-7 0-1 0 0,-17-3 6 0 0,-59-2-1 0 0,85 7-21 0 0,-14-1 7 0 0,1 1 0 0 0,0 1 0 0 0,0 0 0 0 0,-30 7 0 0 0,41-6-6 0 0,0 0 0 0 0,-1 1 1 0 0,1 0-1 0 0,1 0 1 0 0,-1 0-1 0 0,0 1 0 0 0,1 0 1 0 0,0 0-1 0 0,0 1 1 0 0,0 0-1 0 0,0 0 0 0 0,1 0 1 0 0,-7 8-1 0 0,10-11-47 0 0,1 0-1 0 0,-1 1 1 0 0,0-1-1 0 0,1 1 1 0 0,0-1-1 0 0,-1 1 0 0 0,1-1 1 0 0,0 1-1 0 0,0 0 1 0 0,0-1-1 0 0,1 1 1 0 0,-1 0-1 0 0,1 0 1 0 0,0 0-1 0 0,-1-1 1 0 0,1 1-1 0 0,0 0 0 0 0,1 0 1 0 0,-1 0-1 0 0,0 0 1 0 0,1-1-1 0 0,0 1 1 0 0,-1 0-1 0 0,1 0 1 0 0,0-1-1 0 0,1 1 1 0 0,1 2-1 0 0,0 0-222 0 0,1 0 0 0 0,0 0-1 0 0,0 0 1 0 0,1-1 0 0 0,-1 0 0 0 0,1 0 0 0 0,0 0 0 0 0,0-1-1 0 0,0 1 1 0 0,1-1 0 0 0,-1 0 0 0 0,1-1 0 0 0,11 4-1 0 0,12 2-2332 0 0,52 8-1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09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39 1761 0 0,'-31'-10'3181'0'0,"-54"-10"1"0"0,85 21-3162 0 0,0-1-1 0 0,0 0 1 0 0,0 0 0 0 0,-1 0 0 0 0,1 0 0 0 0,0 0 0 0 0,0 0 0 0 0,0 0 0 0 0,-1 0-1 0 0,1 0 1 0 0,0 0 0 0 0,0 0 0 0 0,0 0 0 0 0,0 0 0 0 0,-1-1 0 0 0,1 1-1 0 0,0 0 1 0 0,0 0 0 0 0,0 0 0 0 0,0 0 0 0 0,0 0 0 0 0,-1 0 0 0 0,1 0 0 0 0,0 0-1 0 0,0 0 1 0 0,0-1 0 0 0,0 1 0 0 0,0 0 0 0 0,0 0 0 0 0,-1 0 0 0 0,1 0 0 0 0,0 0-1 0 0,0-1 1 0 0,0 1 0 0 0,0 0 0 0 0,0 0 0 0 0,0 0 0 0 0,0 0 0 0 0,0-1-1 0 0,0 1 1 0 0,0 0 0 0 0,0 0 0 0 0,0 0 0 0 0,0 0 0 0 0,0-1 0 0 0,0 1 0 0 0,0 0-1 0 0,0 0 1 0 0,0 0 0 0 0,0-1 0 0 0,0 1 0 0 0,-5-3 988 0 0,-2 3-937 0 0,-2 0 359 0 0,14 2-11 0 0,6 3-379 0 0,-10-4-23 0 0,-1-1 0 0 0,1 0 0 0 0,-1 1 0 0 0,1-1 0 0 0,-1 1 0 0 0,1-1 0 0 0,-1 1 0 0 0,1 0 0 0 0,-1-1-1 0 0,0 1 1 0 0,1-1 0 0 0,-1 1 0 0 0,0 0 0 0 0,1-1 0 0 0,-1 1 0 0 0,0 0 0 0 0,0-1 0 0 0,0 1 0 0 0,0 0 0 0 0,1 0 0 0 0,-1-1 0 0 0,0 1 0 0 0,-1 1 0 0 0,4 8 163 0 0,83 96 981 0 0,-76-94-1111 0 0,1 0 1 0 0,0-1 0 0 0,15 11 0 0 0,-17-14-49 0 0,0 0 0 0 0,0 0 0 0 0,0 1 0 0 0,12 17 0 0 0,1 5-718 0 0,-20-28 299 0 0,0-1 0 0 0,0 0 0 0 0,1 1 0 0 0,-1-1 0 0 0,1 0 0 0 0,-1 0 0 0 0,1-1 0 0 0,0 1 0 0 0,0-1 1 0 0,0 1-1 0 0,0-1 0 0 0,5 2 0 0 0,-3-2-4292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10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1 262 400 0 0,'0'-13'2081'0'0,"30"-1"80"0"0,-30 3-240 0 0,30-9-320 0 0,61-18-241 0 0,60-12-399 0 0,30-21-1762 0 0,-30 27-2560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10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98 1761 0 0,'-17'-3'1485'0'0,"-30"-7"1812"0"0,45 10-3159 0 0,1 0 0 0 0,0-1 0 0 0,-1 1 0 0 0,1 0 0 0 0,-1-1 0 0 0,1 1-1 0 0,-1-1 1 0 0,1 1 0 0 0,0-1 0 0 0,-1 0 0 0 0,1 1 0 0 0,0-1 0 0 0,0 0 0 0 0,-1 0 0 0 0,1 0 0 0 0,0 0 0 0 0,0 0 0 0 0,-1-2 0 0 0,4-1-45 0 0,0 1-1 0 0,0 0 0 0 0,0 1 0 0 0,1-1 1 0 0,-1 0-1 0 0,1 1 0 0 0,-1-1 1 0 0,1 1-1 0 0,0 0 0 0 0,0 0 1 0 0,1 0-1 0 0,-1 1 0 0 0,0-1 1 0 0,5-1-1 0 0,2-3 57 0 0,8-2-6 0 0,-17 8-138 0 0,0 0-1 0 0,0 0 1 0 0,-1 0-1 0 0,1 0 0 0 0,0 0 1 0 0,0-1-1 0 0,0 1 1 0 0,-1 0-1 0 0,1-1 0 0 0,0 1 1 0 0,-1 0-1 0 0,1-1 1 0 0,0 1-1 0 0,-1-1 1 0 0,1 1-1 0 0,0-1 0 0 0,-1 0 1 0 0,1 1-1 0 0,-1-1 1 0 0,1 0-1 0 0,-1 1 0 0 0,1-1 1 0 0,-1 0-1 0 0,1-1 1 0 0,0 1-4 0 0,0 1 0 0 0,0-1 0 0 0,0 0 0 0 0,-1 1 0 0 0,1-1 0 0 0,0 1 0 0 0,0-1 0 0 0,0 1 0 0 0,0-1 0 0 0,0 1 0 0 0,0 0 0 0 0,1-1 0 0 0,-1 1 0 0 0,0 0 0 0 0,0 0 0 0 0,0 0 0 0 0,0 0 0 0 0,0 0 0 0 0,0 0 0 0 0,0 0 0 0 0,0 0 0 0 0,2 1 0 0 0,-3-1 2 0 0,1 0 0 0 0,-1 0 1 0 0,0 0-1 0 0,1 1 0 0 0,-1-1 0 0 0,0 0 0 0 0,1 0 0 0 0,-1 1 0 0 0,0-1 0 0 0,1 0 0 0 0,-1 0 0 0 0,0 1 0 0 0,0-1 1 0 0,1 0-1 0 0,-1 1 0 0 0,0-1 0 0 0,0 0 0 0 0,0 1 0 0 0,1-1 0 0 0,-1 0 0 0 0,0 1 0 0 0,0-1 0 0 0,0 1 1 0 0,0-1-1 0 0,0 0 0 0 0,0 1 0 0 0,0-1 0 0 0,0 1 0 0 0,0-1 0 0 0,0 0 0 0 0,0 1 0 0 0,0-1 0 0 0,0 0 0 0 0,0 1 1 0 0,0-1-1 0 0,0 1 0 0 0,0-1 0 0 0,-1 1 0 0 0,-4 17 66 0 0,-7 27 386 0 0,-12 75 0 0 0,17-77-216 0 0,-1 1 0 0 0,-26 74 1 0 0,-7-32-100 0 0,-4 11 53 0 0,44-95-192 0 0,1-1-1 0 0,-1 1 1 0 0,0 0 0 0 0,1 0 0 0 0,0 0-1 0 0,-1 0 1 0 0,1 1 0 0 0,0-1-1 0 0,0 0 1 0 0,0 0 0 0 0,0 0-1 0 0,0 0 1 0 0,1 0 0 0 0,-1 0-1 0 0,0 0 1 0 0,2 2 0 0 0,-2-3-38 0 0,1 0 0 0 0,-1 0 1 0 0,1-1-1 0 0,0 1 0 0 0,0 0 1 0 0,-1 0-1 0 0,1-1 0 0 0,0 1 1 0 0,0 0-1 0 0,0-1 0 0 0,-1 1 0 0 0,1-1 1 0 0,0 1-1 0 0,0-1 0 0 0,0 0 1 0 0,0 1-1 0 0,0-1 0 0 0,0 0 0 0 0,0 1 1 0 0,0-1-1 0 0,0 0 0 0 0,0 0 1 0 0,1 0-1 0 0,3 0-252 0 0,-1-1 0 0 0,0 0-1 0 0,0 0 1 0 0,0 0 0 0 0,0 0 0 0 0,0 0 0 0 0,0-1 0 0 0,0 0-1 0 0,-1 1 1 0 0,1-2 0 0 0,0 1 0 0 0,-1 0 0 0 0,0-1 0 0 0,1 1-1 0 0,4-6 1 0 0,22-34-4700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11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1 560 0 0,'-5'1'1894'0'0,"-20"5"-763"0"0,0 2-1 0 0,1 1 1 0 0,0 0-1 0 0,-33 19 1 0 0,-19 10 300 0 0,26-16-978 0 0,30-3-199 0 0,2-9-154 0 0,12-6-70 0 0,-1-1-1 0 0,0 1 1 0 0,1 0 0 0 0,0 0 0 0 0,0 1 0 0 0,0 0-1 0 0,0 0 1 0 0,1 1 0 0 0,0-1 0 0 0,0 1-1 0 0,0 0 1 0 0,1 0 0 0 0,0 1 0 0 0,-6 11 0 0 0,8-11-18 0 0,1-1-1 0 0,-1 1 1 0 0,1-1 0 0 0,0 1 0 0 0,1-1 0 0 0,0 1 0 0 0,0 0 0 0 0,0-1 0 0 0,1 1 0 0 0,0 0 0 0 0,0-1 0 0 0,0 1-1 0 0,1-1 1 0 0,0 0 0 0 0,1 1 0 0 0,-1-1 0 0 0,1 0 0 0 0,0 0 0 0 0,1-1 0 0 0,-1 1 0 0 0,1-1 0 0 0,0 1 0 0 0,1-1-1 0 0,-1 0 1 0 0,1-1 0 0 0,0 1 0 0 0,10 6 0 0 0,-5-6-8 0 0,2 0 0 0 0,-1-1 0 0 0,0 0-1 0 0,1 0 1 0 0,0-2 0 0 0,0 1 0 0 0,0-1 0 0 0,0-1-1 0 0,0 0 1 0 0,0-1 0 0 0,1-1 0 0 0,-1 1 0 0 0,0-2-1 0 0,0 0 1 0 0,0 0 0 0 0,-1-1 0 0 0,1 0 0 0 0,0-1 0 0 0,-1-1-1 0 0,19-10 1 0 0,-24 11 18 0 0,0-1 1 0 0,-1-1-1 0 0,0 1 0 0 0,0-1 1 0 0,0 0-1 0 0,0 0 0 0 0,-1 0 0 0 0,0-1 1 0 0,-1 1-1 0 0,1-1 0 0 0,3-12 0 0 0,-1 0 45 0 0,0 0-1 0 0,4-35 1 0 0,-9 44-40 0 0,0 0 0 0 0,0 0 0 0 0,0 0 0 0 0,-2 0 0 0 0,1 0 1 0 0,-1 0-1 0 0,-1 0 0 0 0,1 1 0 0 0,-2-1 0 0 0,-6-18 0 0 0,7 23-19 0 0,-1-1 0 0 0,0 1 0 0 0,-1 0 0 0 0,1 0 0 0 0,-1 1 0 0 0,0-1 0 0 0,0 1 0 0 0,0 0 0 0 0,0 0 0 0 0,-1 0 0 0 0,0 1 0 0 0,0-1 1 0 0,0 1-1 0 0,0 0 0 0 0,0 1 0 0 0,-1-1 0 0 0,1 1 0 0 0,-1 0 0 0 0,0 0 0 0 0,-8-1 0 0 0,8 2-35 0 0,-4-2-393 0 0,1 1 1 0 0,-1 0 0 0 0,0 1-1 0 0,0 0 1 0 0,0 0-1 0 0,0 1 1 0 0,0 0 0 0 0,-16 3-1 0 0,21 4-3008 0 0,5-1 200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12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448 193 240 0 0,'-5'-1'2214'0'0,"-53"-15"3757"0"0,2-7-3752 0 0,30 13-1911 0 0,22 8-285 0 0,0-1 0 0 0,0 1 0 0 0,0-1 0 0 0,0 0 0 0 0,0 0 0 0 0,0 0-1 0 0,1 0 1 0 0,0-1 0 0 0,-1 1 0 0 0,1-1 0 0 0,0 0 0 0 0,1 0 0 0 0,-1 0 0 0 0,1 0 0 0 0,0 0 0 0 0,0-1 0 0 0,-3-8 0 0 0,5 12-18 0 0,0-1 0 0 0,0 1 0 0 0,0 0 1 0 0,0 0-1 0 0,0 0 0 0 0,0-1 0 0 0,-1 1 0 0 0,1 0 0 0 0,0 0 0 0 0,-1 0 0 0 0,1 0 0 0 0,-1-1 0 0 0,1 1 0 0 0,-1 0 0 0 0,0 0 0 0 0,1 0 1 0 0,-1 0-1 0 0,0 0 0 0 0,0 1 0 0 0,0-1 0 0 0,0 0 0 0 0,0 0 0 0 0,-1 0 0 0 0,1-1-1 0 0,-1 1 1 0 0,1 0-1 0 0,-1-1 1 0 0,1 1-1 0 0,0-1 0 0 0,0 1 1 0 0,0-1-1 0 0,0 1 0 0 0,0-1 1 0 0,0 0-1 0 0,0 0 1 0 0,0 1-1 0 0,1-1 0 0 0,-1 0 1 0 0,0 0-1 0 0,1 0 0 0 0,0 0 1 0 0,-1 0-1 0 0,1 0 0 0 0,0 0 1 0 0,0 0-1 0 0,0 1 1 0 0,1-4-1 0 0,-1 3-81 0 0,0 11 23 0 0,-5 16 38 0 0,-3-14 16 0 0,6-10 4 0 0,0 1 0 0 0,1 0 0 0 0,-1 0 0 0 0,1 0 0 0 0,0 0 0 0 0,-1 0-1 0 0,1 1 1 0 0,0-1 0 0 0,0 0 0 0 0,1 0 0 0 0,-1 1 0 0 0,0-1 0 0 0,1 1 0 0 0,-1-1 0 0 0,1 0 0 0 0,0 4 0 0 0,-1-4-2 0 0,1 1 1 0 0,0-1-1 0 0,-1 0 1 0 0,0 1 0 0 0,1-1-1 0 0,-1 0 1 0 0,0 1-1 0 0,0-1 1 0 0,0 0-1 0 0,-1 0 1 0 0,1 0-1 0 0,0 0 1 0 0,-1 0-1 0 0,1 0 1 0 0,-1-1-1 0 0,0 1 1 0 0,0 0-1 0 0,0-1 1 0 0,1 1-1 0 0,-1-1 1 0 0,-1 0-1 0 0,1 0 1 0 0,0 0-1 0 0,-4 2 1 0 0,-7 4 14 0 0,-12 23 139 0 0,10-12 75 0 0,-70 74 676 0 0,84-89-894 0 0,0-1-1 0 0,0 0 1 0 0,0 1 0 0 0,0-1-1 0 0,1 0 1 0 0,-1 1 0 0 0,1-1-1 0 0,0 1 1 0 0,-1-1 0 0 0,1 1-1 0 0,0-1 1 0 0,1 1 0 0 0,-1-1-1 0 0,0 0 1 0 0,1 1 0 0 0,-1-1-1 0 0,1 1 1 0 0,0-1 0 0 0,2 4-1 0 0,86 5-58 0 0,143-2-1 0 0,-175-11-6 0 0,62-11-1 0 0,-89 9 1 0 0,-23 3 33 0 0,0 0 0 0 0,0-1 1 0 0,0 0-1 0 0,0 0 0 0 0,8-5 0 0 0,-5 3-8 0 0,-9 2 34 0 0,0 1 0 0 0,0-1 1 0 0,0 1-1 0 0,-1-1 0 0 0,1 0 0 0 0,-1 0 0 0 0,1 1 0 0 0,-1-1 0 0 0,0 0 0 0 0,1 0 0 0 0,-1 0 1 0 0,0 1-1 0 0,0-1 0 0 0,-1 0 0 0 0,1 0 0 0 0,0 0 0 0 0,0 0 0 0 0,-1 1 0 0 0,1-1 0 0 0,-1 0 1 0 0,0 1-1 0 0,1-1 0 0 0,-3-3 0 0 0,1 4 0 0 0,0 0 0 0 0,0-1 0 0 0,0 0 0 0 0,0 1 0 0 0,1-1-1 0 0,-1 0 1 0 0,0 0 0 0 0,1 0 0 0 0,0 0 0 0 0,-1 0 0 0 0,1 0 0 0 0,0-1 0 0 0,0 1 0 0 0,0 0 0 0 0,0-1 0 0 0,0 1 0 0 0,1-1 0 0 0,-1 1 0 0 0,1-1-1 0 0,0 1 1 0 0,-1-1 0 0 0,1 1 0 0 0,0-1 0 0 0,1 1 0 0 0,-1-1 0 0 0,1-3 0 0 0,-1 5-6 0 0,-1 1 0 0 0,1-1 0 0 0,-1 0 0 0 0,1 1 0 0 0,-1-1 0 0 0,1 0 0 0 0,-1 1 0 0 0,0-1 0 0 0,1 1 0 0 0,-1-1 0 0 0,0 1 0 0 0,1-1 0 0 0,-1 1 0 0 0,0 0 0 0 0,0-1 0 0 0,1 1 0 0 0,-1 0 0 0 0,0 0 0 0 0,0-1 0 0 0,0 1 0 0 0,1 0 0 0 0,-1 0 0 0 0,0 0 0 0 0,0 0 0 0 0,0 0 0 0 0,0 0 0 0 0,1 0 0 0 0,-1 0 0 0 0,-1 1 0 0 0,-1-1 0 0 0,-2-4-13 0 0,5 3-54 0 0,0 2 0 0 0,1 39 511 0 0,1 0 0 0 0,15 73 0 0 0,-12-89-335 0 0,25 111 104 0 0,-27-123-312 0 0,-1 1-1 0 0,-1 0 0 0 0,0 0 1 0 0,-2 25-1 0 0,0-12-1483 0 0,1-26 1536 0 0,0 0 0 0 0,0 0 0 0 0,0 0 0 0 0,0 0 0 0 0,0 0 0 0 0,0 0 0 0 0,0 1 0 0 0,0-1 0 0 0,0 0 0 0 0,0 0 0 0 0,0 0 0 0 0,0 0 0 0 0,0 0 0 0 0,0 0 0 0 0,0 1 0 0 0,0-1 0 0 0,0 0 0 0 0,0 0 0 0 0,0 0 0 0 0,0 0 0 0 0,0 0 0 0 0,0 0 0 0 0,0 0 0 0 0,0 0 0 0 0,-1 1 0 0 0,1-1 0 0 0,0 0 0 0 0,0 0 1 0 0,0 0-1 0 0,0 0 0 0 0,0 0 0 0 0,0 0 0 0 0,0 0 0 0 0,0 0 0 0 0,-1 0 0 0 0,1 0 0 0 0,0 0 0 0 0,0 0 0 0 0,0 0 0 0 0,0 0 0 0 0,0 0 0 0 0,0 0 0 0 0,-1 0 0 0 0,1 0 0 0 0,0 0 0 0 0,0 0 0 0 0,0 0 0 0 0,0 0 0 0 0,0 0 0 0 0,0 0 0 0 0,0 0 0 0 0,-1 0 0 0 0,1 0 0 0 0,0 0 0 0 0,0 0 0 0 0,0 0 0 0 0,0 0 0 0 0,0 0 0 0 0,0-1 0 0 0,0 1 0 0 0,0 0 0 0 0,-1 0 0 0 0,1 0 0 0 0,0 0 0 0 0,-25-5-5289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5:14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0 800 0 0,'0'0'3962'0'0,"-5"1"-2388"0"0,-15 3-360 0 0,20-3-1120 0 0,-1 0 1 0 0,0 0-1 0 0,1 0 0 0 0,-1 0 0 0 0,1 0 1 0 0,-1 0-1 0 0,1 0 0 0 0,-1 0 0 0 0,1 0 0 0 0,0 0 1 0 0,0 0-1 0 0,-1 0 0 0 0,1 1 0 0 0,0-1 1 0 0,0 0-1 0 0,0 0 0 0 0,0 0 0 0 0,0 0 1 0 0,1 0-1 0 0,-1 0 0 0 0,0 1 0 0 0,0-1 1 0 0,1 0-1 0 0,-1 0 0 0 0,1 0 0 0 0,-1 0 1 0 0,1 0-1 0 0,-1 0 0 0 0,1 0 0 0 0,0 1 0 0 0,6 0-117 0 0,-6-2 50 0 0,0 0-1 0 0,0 0 1 0 0,0 1-1 0 0,0-1 1 0 0,-1 0 0 0 0,1 1-1 0 0,0-1 1 0 0,0 0-1 0 0,0 1 1 0 0,-1-1 0 0 0,1 1-1 0 0,0 0 1 0 0,0-1-1 0 0,-1 1 1 0 0,1-1-1 0 0,0 1 1 0 0,-1 0 0 0 0,1-1-1 0 0,-1 1 1 0 0,1 0-1 0 0,-1 0 1 0 0,1 0 0 0 0,-1-1-1 0 0,0 1 1 0 0,1 0-1 0 0,-1 0 1 0 0,0 0-1 0 0,0 0 1 0 0,0 0 0 0 0,1 0-1 0 0,-1 0 1 0 0,0-1-1 0 0,0 1 1 0 0,-1 2 0 0 0,0 19 339 0 0,0-16-290 0 0,0 0 0 0 0,1 0 0 0 0,0 0 0 0 0,0 0-1 0 0,0 0 1 0 0,1 0 0 0 0,0 0 0 0 0,0 0-1 0 0,0 0 1 0 0,4 8 0 0 0,-1-5-35 0 0,0 0 1 0 0,-1 1-1 0 0,1-1 0 0 0,-2 1 0 0 0,1-1 0 0 0,-1 1 1 0 0,-1 0-1 0 0,0 0 0 0 0,0 0 0 0 0,-1 13 1 0 0,0 181 598 0 0,-1-199-624 0 0,1-1 0 0 0,0 0 1 0 0,-1 1-1 0 0,0-1 0 0 0,0 0 1 0 0,-1 0-1 0 0,1 1 0 0 0,-1-1 0 0 0,0 0 1 0 0,-4 7-1 0 0,-2 5 45 0 0,-4 6-16 0 0,9-16-15 0 0,0 1 0 0 0,-1-1-1 0 0,2 1 1 0 0,-1 0-1 0 0,1-1 1 0 0,0 1-1 0 0,1 0 1 0 0,-1 1 0 0 0,1-1-1 0 0,1 0 1 0 0,-1 7-1 0 0,1 14 38 0 0,5-28-107 0 0,25-12 38 0 0,-1-1-1 0 0,0-2 1 0 0,-1-1 0 0 0,-1-1 0 0 0,42-34 0 0 0,4-2-6 0 0,-46 36-4 0 0,-2-1 0 0 0,0-2 0 0 0,-1 0 0 0 0,-1-1 0 0 0,36-45 0 0 0,-54 60 16 0 0,6-8-25 0 0,-1-1-1 0 0,14-24 1 0 0,-21 32 10 0 0,0 0 0 0 0,-1 0-1 0 0,0-1 1 0 0,-1 1 0 0 0,1 0 0 0 0,-1 0 0 0 0,-1-1 0 0 0,1-10-1 0 0,-1-14 66 0 0,0 31-134 0 0,0 1 41 0 0,-1 0-1 0 0,1 0 1 0 0,0 0 0 0 0,0 0 0 0 0,0 0 0 0 0,0 0-1 0 0,0 0 1 0 0,-1 0 0 0 0,1 0 0 0 0,0 0 0 0 0,0 0-1 0 0,0 0 1 0 0,0 0 0 0 0,0 0 0 0 0,-1 0 0 0 0,1 0-1 0 0,0 0 1 0 0,0 0 0 0 0,0 0 0 0 0,0 0 0 0 0,-1 0-1 0 0,1 0 1 0 0,0 0 0 0 0,0 0 0 0 0,0 0 0 0 0,0 0-1 0 0,0 0 1 0 0,-1 0 0 0 0,1 0 0 0 0,0 0 0 0 0,0 1-1 0 0,0-1 1 0 0,0 0 0 0 0,0 0 0 0 0,0 0 0 0 0,0 0-1 0 0,0 0 1 0 0,-1 0 0 0 0,1 0 0 0 0,0 1 0 0 0,0-1-1 0 0,0 0 1 0 0,0 0 0 0 0,0 0 0 0 0,0 0 0 0 0,0 0 0 0 0,0 1-1 0 0,0-1 1 0 0,0 0 0 0 0,0 0 0 0 0,0 0 0 0 0,0 0-1 0 0,0 1 1 0 0,0-1 0 0 0,0 0 0 0 0,0 0 0 0 0,0 0-1 0 0,0 0 1 0 0,0 0 0 0 0,0 1 0 0 0,0-1 0 0 0,0 0-1 0 0,0 0 1 0 0,1 0 0 0 0,-2 0-336 0 0,-16-3-798 0 0,9-7-2615 0 0,3-6 880 0 0,-20 2 280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6:29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1441 0 0,'54'-5'5681'0'0,"-74"14"-4180"0"0,16 0 3549 0 0,5-9-5006 0 0,0-1 0 0 0,1 1 0 0 0,-1-1 0 0 0,1 1 0 0 0,-1 0 1 0 0,1 0-1 0 0,-1 0 0 0 0,1 0 0 0 0,-1 0 0 0 0,1 0 0 0 0,-1 0 0 0 0,1 0 0 0 0,-1 0 0 0 0,1 0 1 0 0,-1 1-1 0 0,0-1 0 0 0,1 1 0 0 0,-1-1 0 0 0,0 1 0 0 0,3 1 0 0 0,32 24 543 0 0,1 1-86 0 0,-12-11-264 0 0,13 7 262 0 0,0 2 0 0 0,58 52 0 0 0,-66-50-406 0 0,-20-18-66 0 0,1 0 0 0 0,-2 0 0 0 0,16 20-1 0 0,0-3-426 0 0,-32-22-1773 0 0,19-9-1630 0 0,-11 5 3715 0 0,-1-1 0 0 0,0 1 0 0 0,0 0 0 0 0,1 0-1 0 0,-1 0 1 0 0,0-1 0 0 0,0 1 0 0 0,0 0 0 0 0,0 0 0 0 0,1-1 0 0 0,-1 1-1 0 0,0 0 1 0 0,0 0 0 0 0,0-1 0 0 0,0 1 0 0 0,0 0 0 0 0,0-1-1 0 0,0 1 1 0 0,1 0 0 0 0,-1 0 0 0 0,0-1 0 0 0,0 1 0 0 0,0 0 0 0 0,0-1-1 0 0,0 1 1 0 0,-1 0 0 0 0,1-1 0 0 0,0 1 0 0 0,0 0 0 0 0,0 0 0 0 0,0-1-1 0 0,0 1 1 0 0,0 0 0 0 0,0-1 0 0 0,0 1 0 0 0,-1 0 0 0 0,1 0 0 0 0,0-1-1 0 0,0 1 1 0 0,0 0 0 0 0,-1 0 0 0 0,1 0 0 0 0,0-1 0 0 0,0 1-1 0 0,-1 0 1 0 0,1 0 0 0 0,0 0 0 0 0,-1-1 0 0 0,-14-9-1792 0 0,11 8 943 0 0,-1-16-2051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6:30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1 414 880 0 0,'0'-8'6003'0'0,"0"-3"-2801"0"0,0 5-1522 0 0,30-13-559 0 0,30-28-321 0 0,85-60 161 0 0,6 18-481 0 0,-60 32-400 0 0,-1 24-1361 0 0,-29 8-3361 0 0,-1 13-3041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6:30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78 127 1601 0 0,'0'-1'143'0'0,"0"0"0"0"0,0 0 0 0 0,0 0 1 0 0,0 0-1 0 0,0 0 0 0 0,0-1 0 0 0,1 1 0 0 0,-1 0 1 0 0,0 0-1 0 0,1 0 0 0 0,-1 0 0 0 0,1 0 0 0 0,-1 0 1 0 0,1 0-1 0 0,-1 0 0 0 0,1 1 0 0 0,0-1 0 0 0,-1 0 1 0 0,1 0-1 0 0,0 0 0 0 0,0 1 0 0 0,-1-1 0 0 0,1 0 1 0 0,0 1-1 0 0,0-1 0 0 0,2 0 0 0 0,-2 0 11 0 0,0 1-1 0 0,0-1 0 0 0,0 0 0 0 0,0 1 0 0 0,0-1 1 0 0,0 0-1 0 0,-1 1 0 0 0,1-1 0 0 0,0 0 1 0 0,0 0-1 0 0,-1 0 0 0 0,1 0 0 0 0,0 0 0 0 0,-1 0 1 0 0,1 1-1 0 0,-1-2 0 0 0,1 1 0 0 0,-1 0 1 0 0,0 0-1 0 0,1 0 0 0 0,-1 0 0 0 0,0 0 0 0 0,0 0 1 0 0,0 0-1 0 0,0 0 0 0 0,0-2 0 0 0,1 2-93 0 0,0 0-1 0 0,-1 0 1 0 0,1 0-1 0 0,0 0 1 0 0,0 0-1 0 0,0 1 1 0 0,0-1-1 0 0,0 0 0 0 0,0 1 1 0 0,0-1-1 0 0,0 1 1 0 0,0-1-1 0 0,0 1 1 0 0,0 0-1 0 0,0-1 0 0 0,1 1 1 0 0,-1 0-1 0 0,0 0 1 0 0,0 0-1 0 0,0 0 1 0 0,3 0-1 0 0,-4 0 34 0 0,10-9 507 0 0,46-20-106 0 0,-31 16-358 0 0,-23 11-105 0 0,0 0 1 0 0,0 1 0 0 0,1 0-1 0 0,-1-1 1 0 0,0 1 0 0 0,1 0-1 0 0,-1 0 1 0 0,1 1-1 0 0,0-1 1 0 0,-1 0 0 0 0,1 1-1 0 0,3-1 1 0 0,-11 6 168 0 0,-40 41 243 0 0,3 1 1 0 0,1 2-1 0 0,-37 61 1 0 0,51-79-422 0 0,7-7-145 0 0,20-23 99 0 0,0 0-1 0 0,0-1 1 0 0,0 1-1 0 0,0 0 1 0 0,0-1-1 0 0,0 1 1 0 0,0 0 0 0 0,0-1-1 0 0,1 1 1 0 0,-1 0-1 0 0,0-1 1 0 0,0 1-1 0 0,1-1 1 0 0,-1 1 0 0 0,0 0-1 0 0,1-1 1 0 0,-1 1-1 0 0,1-1 1 0 0,-1 1-1 0 0,1-1 1 0 0,-1 1 0 0 0,1-1-1 0 0,-1 1 1 0 0,1-1-1 0 0,-1 0 1 0 0,1 1-1 0 0,-1-1 1 0 0,1 0 0 0 0,0 1-1 0 0,-1-1 1 0 0,1 0-1 0 0,0 0 1 0 0,-1 0-1 0 0,1 0 1 0 0,0 1 0 0 0,-1-1-1 0 0,1 0 1 0 0,1 0-1 0 0,4 1-466 0 0,1 0-1 0 0,1 0 0 0 0,-1 0 1 0 0,0-1-1 0 0,0 0 1 0 0,0 0-1 0 0,0 0 1 0 0,0-1-1 0 0,11-3 0 0 0,60-20-3626 0 0,-61 18 2854 0 0,18-6-1764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6:31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10 1361 0 0,'0'0'131'0'0,"0"-1"0"0"0,0 1 0 0 0,0 0 0 0 0,0-1 0 0 0,0 1 0 0 0,0-1 0 0 0,-1 1 0 0 0,1-1 0 0 0,0 1 0 0 0,0-1 0 0 0,-1 1 0 0 0,1-1 0 0 0,0 1 0 0 0,-1 0 1 0 0,1-1-1 0 0,0 1 0 0 0,-1 0 0 0 0,1-1 0 0 0,0 1 0 0 0,-1 0 0 0 0,1 0 0 0 0,-1-1 0 0 0,1 1 0 0 0,-1 0 0 0 0,1 0 0 0 0,-1 0 0 0 0,1-1 0 0 0,-1 1 0 0 0,1 0 0 0 0,-1 0 0 0 0,1 0 1 0 0,-1 0-1 0 0,1 0 0 0 0,-1 0 0 0 0,1 0 0 0 0,-1 0 0 0 0,0 0 0 0 0,-20 3 1625 0 0,6 3-1331 0 0,0 0 0 0 0,0 1 0 0 0,0 0 0 0 0,-23 17 0 0 0,-59 46 51 0 0,81-57-314 0 0,1 1 0 0 0,-23 27 0 0 0,11-12 179 0 0,24-24-263 0 0,-1-1 0 0 0,1 1 0 0 0,0 0 0 0 0,0 0 0 0 0,0 0 0 0 0,0 0 0 0 0,1 0 0 0 0,0 0 0 0 0,0 1 0 0 0,1-1 0 0 0,-2 8 0 0 0,3-10-39 0 0,-1-1 0 0 0,1 0 0 0 0,0 0 1 0 0,0 0-1 0 0,0 0 0 0 0,0 0 0 0 0,0 0 0 0 0,0 0 1 0 0,1 1-1 0 0,-1-1 0 0 0,1 0 0 0 0,0 0 0 0 0,-1 0 1 0 0,1 0-1 0 0,0 0 0 0 0,0-1 0 0 0,0 1 1 0 0,0 0-1 0 0,1 0 0 0 0,-1-1 0 0 0,0 1 0 0 0,1 0 1 0 0,-1-1-1 0 0,1 1 0 0 0,-1-1 0 0 0,1 0 0 0 0,0 0 1 0 0,0 0-1 0 0,0 1 0 0 0,0-2 0 0 0,-1 1 0 0 0,1 0 1 0 0,0 0-1 0 0,3 0 0 0 0,19 4 3 0 0,-1 0 0 0 0,1-2-1 0 0,0-1 1 0 0,0-1 0 0 0,0-1 0 0 0,33-4-1 0 0,-44 3-20 0 0,0 0 0 0 0,0-2 0 0 0,0 1 0 0 0,-1-2 1 0 0,1 0-1 0 0,-1 0 0 0 0,1-1 0 0 0,-1-1 0 0 0,-1 0 0 0 0,1 0 0 0 0,-1-1 0 0 0,0-1 0 0 0,12-10 0 0 0,-21 15-33 0 0,1 1 0 0 0,-1-1 0 0 0,1 1 0 0 0,-1-1 0 0 0,0 0 0 0 0,0 0 0 0 0,0 0 0 0 0,0 0 1 0 0,-1 0-1 0 0,1-1 0 0 0,-1 1 0 0 0,0 0 0 0 0,0-1 0 0 0,0 1 0 0 0,0-1 0 0 0,-1 1 0 0 0,1-1 0 0 0,-1 1 0 0 0,0-1 0 0 0,0 1 0 0 0,0-1 0 0 0,-1 1 0 0 0,1-1 0 0 0,-1 1 1 0 0,0-1-1 0 0,0 1 0 0 0,0-1 0 0 0,0 1 0 0 0,-1 0 0 0 0,1 0 0 0 0,-1-1 0 0 0,0 1 0 0 0,0 0 0 0 0,0 1 0 0 0,0-1 0 0 0,-1 0 0 0 0,-4-4 0 0 0,-2 0-580 0 0,1 1 0 0 0,-1 0 0 0 0,0 1 0 0 0,-14-7 0 0 0,-40-11-5919 0 0,33 16 3377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6:31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20 480 0 0,'0'0'2321'0'0,"0"-6"0"0"0,-30 6 4322 0 0,60 0-5762 0 0,-30 6-241 0 0,30-6-160 0 0,0 0-240 0 0,1 0-160 0 0,-1 0-480 0 0,30 0-960 0 0,-30 0-1282 0 0,25 0-559 0 0,-25-6 80 0 0,0-7 399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6:32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453 81 320 0 0,'1'-2'140'0'0,"-1"1"1"0"0,1 0-1 0 0,-1-1 0 0 0,1 1 1 0 0,-1 0-1 0 0,1 0 0 0 0,0-1 1 0 0,0 1-1 0 0,0 0 0 0 0,-1 0 1 0 0,1 0-1 0 0,0 0 0 0 0,0 0 1 0 0,1 0-1 0 0,-1 0 0 0 0,0 0 1 0 0,0 0-1 0 0,0 0 0 0 0,1 1 1 0 0,-1-1-1 0 0,0 1 0 0 0,1-1 1 0 0,-1 1-1 0 0,0-1 0 0 0,1 1 1 0 0,-1 0-1 0 0,3-1 0 0 0,-3 1-39 0 0,1 0 0 0 0,-1 0-1 0 0,0-1 1 0 0,1 1 0 0 0,-1 0 0 0 0,1-1-1 0 0,-1 1 1 0 0,0-1 0 0 0,0 0 0 0 0,1 1-1 0 0,-1-1 1 0 0,0 0 0 0 0,0 0 0 0 0,0 0-1 0 0,0 0 1 0 0,0 1 0 0 0,0-2-1 0 0,0 1 1 0 0,0 0 0 0 0,0 0 0 0 0,0 0-1 0 0,-1 0 1 0 0,1 0 0 0 0,0-1 0 0 0,-1 1-1 0 0,1 0 1 0 0,0-3 0 0 0,-1 4-63 0 0,0-1 1 0 0,-1 1-1 0 0,1-1 1 0 0,0 1-1 0 0,0-1 1 0 0,0 1-1 0 0,-1-1 1 0 0,1 1-1 0 0,0-1 1 0 0,0 1-1 0 0,-1-1 1 0 0,1 1-1 0 0,-1 0 1 0 0,1-1-1 0 0,0 1 1 0 0,-1-1-1 0 0,1 1 1 0 0,-1 0-1 0 0,1 0 1 0 0,-1-1-1 0 0,1 1 1 0 0,-1 0-1 0 0,1 0 1 0 0,-1-1-1 0 0,1 1 1 0 0,-1 0-1 0 0,1 0 1 0 0,-1 0-1 0 0,1 0 1 0 0,-1 0 0 0 0,1 0-1 0 0,-1 0 1 0 0,1 0-1 0 0,-1 0 1 0 0,0 0-1 0 0,0 0-18 0 0,1 0 0 0 0,-1 0 0 0 0,0 0 0 0 0,1 0 0 0 0,-1 0 0 0 0,1 0 0 0 0,-1 0 0 0 0,1 0 0 0 0,-1 0 0 0 0,1 0 0 0 0,-1 0 1 0 0,1 0-1 0 0,-1 0 0 0 0,1-1 0 0 0,-1 1 0 0 0,1 0 0 0 0,-1 0 0 0 0,1-1 0 0 0,-1 1 0 0 0,1 0 0 0 0,0-1 0 0 0,-1 1 0 0 0,1 0 0 0 0,-1-1 0 0 0,1 1 0 0 0,0-1 0 0 0,-1 1 0 0 0,1-1 0 0 0,0 1 0 0 0,0-1 0 0 0,-1 1 0 0 0,1 0 0 0 0,0-1 0 0 0,0 1 1 0 0,0-2-1 0 0,-2 1 28 0 0,0 0 1 0 0,0-1 0 0 0,-1 1 0 0 0,1 0 0 0 0,0 1 0 0 0,0-1-1 0 0,0 0 1 0 0,-1 1 0 0 0,1-1 0 0 0,0 1 0 0 0,0 0 0 0 0,-1 0 0 0 0,1-1-1 0 0,0 2 1 0 0,-1-1 0 0 0,-3 1 0 0 0,-38 0 348 0 0,22 3-134 0 0,-9 2 66 0 0,-45 13 0 0 0,69-16-293 0 0,0 0 1 0 0,0 0 0 0 0,0 0-1 0 0,0 0 1 0 0,1 1 0 0 0,-1 1-1 0 0,1-1 1 0 0,0 1-1 0 0,0 0 1 0 0,1 0 0 0 0,-6 7-1 0 0,6-6-3 0 0,1 0-1 0 0,0 0 0 0 0,0 1 0 0 0,1 0 0 0 0,0 0 0 0 0,0 0 1 0 0,1 0-1 0 0,-1 0 0 0 0,2 1 0 0 0,-1-1 0 0 0,1 1 0 0 0,0-1 1 0 0,0 1-1 0 0,1-1 0 0 0,0 1 0 0 0,2 7 0 0 0,-2-13-33 0 0,0 1 0 0 0,1-1 0 0 0,-1 0-1 0 0,1 0 1 0 0,0 0 0 0 0,0 0 0 0 0,0 0-1 0 0,0 0 1 0 0,0 0 0 0 0,0 0 0 0 0,1 0-1 0 0,-1 0 1 0 0,1 0 0 0 0,-1-1 0 0 0,1 1-1 0 0,-1-1 1 0 0,1 1 0 0 0,0-1 0 0 0,0 0-1 0 0,0 1 1 0 0,0-1 0 0 0,0 0 0 0 0,0 0-1 0 0,0-1 1 0 0,0 1 0 0 0,0 0 0 0 0,4 0 0 0 0,6 2-6 0 0,-1 0 1 0 0,1-1-1 0 0,0-1 1 0 0,23 1 0 0 0,-27-1 32 0 0,0-1 0 0 0,0-1 0 0 0,0 1 0 0 0,0-1 0 0 0,0-1 0 0 0,-1 1 0 0 0,13-6 0 0 0,-16 6 17 0 0,-1-1 1 0 0,0-1-1 0 0,0 1 1 0 0,0 0 0 0 0,0-1-1 0 0,0 0 1 0 0,0 1 0 0 0,-1-1-1 0 0,4-6 1 0 0,-3 6-35 0 0,-3 2 2 0 0,1 0-1 0 0,-1 0 0 0 0,0 0 0 0 0,1 0 1 0 0,-1 0-1 0 0,0 0 0 0 0,0 0 1 0 0,0 0-1 0 0,0 0 0 0 0,0 0 1 0 0,0 0-1 0 0,0 0 0 0 0,0 0 1 0 0,0-1-1 0 0,-1 1 0 0 0,1 0 1 0 0,0 0-1 0 0,-1 0 0 0 0,1 0 0 0 0,-1 1 1 0 0,1-1-1 0 0,-1 0 0 0 0,1 0 1 0 0,-1 0-1 0 0,1 0 0 0 0,-1 0 1 0 0,0 1-1 0 0,0-1 0 0 0,1 0 1 0 0,-1 1-1 0 0,0-1 0 0 0,0 0 1 0 0,0 1-1 0 0,0-1 0 0 0,0 1 0 0 0,-1-1 1 0 0,-4-4 61 0 0,-4-10 65 0 0,9 14-128 0 0,0-1-1 0 0,0 0 0 0 0,0 1 0 0 0,0-1 0 0 0,0 1 1 0 0,-1 0-1 0 0,1-1 0 0 0,-1 1 0 0 0,1 0 0 0 0,-1 0 1 0 0,1-1-1 0 0,-1 1 0 0 0,0 0 0 0 0,0 1 0 0 0,1-1 1 0 0,-1 0-1 0 0,0 0 0 0 0,-2 0 0 0 0,-9-2-178 0 0,0-1-1 0 0,1 2 0 0 0,-1 0 0 0 0,0 0 1 0 0,0 1-1 0 0,0 1 0 0 0,0 0 0 0 0,0 1 1 0 0,-13 2-1 0 0,3 2-1314 0 0,1 0 0 0 0,-28 10-1 0 0,-40 21-5437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6:42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8 1361 0 0,'-3'-1'527'0'0,"-1"-1"1"0"0,1 1 0 0 0,-1 0 0 0 0,1 0 0 0 0,-1 1 0 0 0,1-1-1 0 0,-1 1 1 0 0,1 0 0 0 0,-1 0 0 0 0,0 0 0 0 0,1 0-1 0 0,-5 1 1 0 0,3-1 1 0 0,4 0-492 0 0,1 1 0 0 0,0-1 0 0 0,0 0 0 0 0,-1 0 0 0 0,1 0 0 0 0,0 0 0 0 0,0 0 0 0 0,-1 0 0 0 0,1 0 0 0 0,0 1 0 0 0,0-1 0 0 0,-1 0 0 0 0,1 0 0 0 0,0 0 0 0 0,0 1 0 0 0,0-1 0 0 0,-1 0 0 0 0,1 0 0 0 0,0 1 0 0 0,0-1 0 0 0,0 0 0 0 0,0 0 0 0 0,0 1 0 0 0,0-1 0 0 0,-1 0 0 0 0,1 1 0 0 0,0-1 0 0 0,0 0 0 0 0,0 0 0 0 0,0 1 0 0 0,0-1 0 0 0,0 0 0 0 0,0 1 0 0 0,0-1 0 0 0,0 0 0 0 0,0 0 0 0 0,1 1 0 0 0,-1-1 0 0 0,0 0 0 0 0,0 1 0 0 0,0-1 0 0 0,0 0 0 0 0,0 0 0 0 0,0 1 0 0 0,1-1 0 0 0,-1 0 0 0 0,0 0 0 0 0,0 0 0 0 0,0 1 0 0 0,0-1 0 0 0,1 0 0 0 0,-1 0 0 0 0,0 0 0 0 0,0 1 0 0 0,1-1 0 0 0,-1 0 0 0 0,0 0 0 0 0,0 0 0 0 0,1 0 0 0 0,-1 0 0 0 0,1 1 0 0 0,11 6 388 0 0,0 2 0 0 0,0 0 0 0 0,-1 0 0 0 0,21 22 0 0 0,35 30 398 0 0,-33-34-783 0 0,57 59 0 0 0,-83-78-396 0 0,-2-1-803 0 0,-20-3-767 0 0,9-3-1409 0 0,5-6-3722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6:42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30 262 800 0 0,'0'-6'4562'0'0,"-30"6"-1040"0"0,60-5-1681 0 0,-30-3-721 0 0,30 2-319 0 0,1-7-241 0 0,-1-6-80 0 0,60-1-240 0 0,1-16-80 0 0,90-16-400 0 0,-66 13-960 0 0,6 1-4323 0 0,-61 19-399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6:43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19 800 0 0,'-6'-13'4751'0'0,"-23"7"-1918"0"0,-32 13-2914 0 0,41-4 715 0 0,-1-1-316 0 0,-1 0-1 0 0,1 2 0 0 0,0 0 0 0 0,0 1 0 0 0,0 1 1 0 0,1 1-1 0 0,0 1 0 0 0,-24 13 0 0 0,39-18-255 0 0,1 1 1 0 0,-1-1-1 0 0,1 1 1 0 0,0 0-1 0 0,0 1 0 0 0,0-1 1 0 0,0 0-1 0 0,1 1 0 0 0,-6 9 1 0 0,-10 14 33 0 0,4-11 74 0 0,1 2-1 0 0,-15 23 0 0 0,25-35-149 0 0,0 0-1 0 0,1 0 0 0 0,0 0 1 0 0,0 1-1 0 0,1-1 0 0 0,0 1 0 0 0,0 0 1 0 0,0 0-1 0 0,1 0 0 0 0,0 8 1 0 0,1-11-7 0 0,-1-1 0 0 0,0 1 1 0 0,0-1-1 0 0,0 1 0 0 0,-1-1 0 0 0,1 1 1 0 0,-1-1-1 0 0,0 0 0 0 0,-4 5 1 0 0,5-6-8 0 0,-1-1-1 0 0,0 1 1 0 0,1-1 0 0 0,-1 1 0 0 0,1-1 0 0 0,0 1 0 0 0,0 0 0 0 0,0 0 0 0 0,0 0 0 0 0,1 0-1 0 0,-1 0 1 0 0,1-1 0 0 0,-1 1 0 0 0,1 0 0 0 0,0 0 0 0 0,0 0 0 0 0,1 0 0 0 0,-1 0 0 0 0,0 0-1 0 0,1 0 1 0 0,0 0 0 0 0,0 0 0 0 0,0 0 0 0 0,1 2 0 0 0,3 4 2 0 0,0-1 0 0 0,0 0-1 0 0,0-1 1 0 0,1 1 0 0 0,1-1 0 0 0,13 12 0 0 0,-17-16-7 0 0,1-1 0 0 0,0 1 1 0 0,-1-1-1 0 0,1 0 0 0 0,0-1 0 0 0,1 1 1 0 0,-1-1-1 0 0,0 0 0 0 0,0 0 0 0 0,0 0 1 0 0,1 0-1 0 0,-1-1 0 0 0,1 0 0 0 0,-1 1 1 0 0,0-2-1 0 0,1 1 0 0 0,-1 0 0 0 0,0-1 1 0 0,5-1-1 0 0,15-3 25 0 0,40-12 43 0 0,-26-5-71 0 0,-8 6 26 0 0,7-4 87 0 0,-35 20-93 0 0,-1-1-1 0 0,0 0 0 0 0,0 0 0 0 0,0 0 0 0 0,1 0 0 0 0,-1 0 0 0 0,0 0 0 0 0,0 0 0 0 0,0-1 0 0 0,0 1 0 0 0,-1 0 0 0 0,1-1 0 0 0,0 1 0 0 0,-1 0 0 0 0,1-1 1 0 0,0 1-1 0 0,-1-1 0 0 0,0 1 0 0 0,1-1 0 0 0,-1-1 0 0 0,-1 0 15 0 0,0 1 0 0 0,0 0 0 0 0,0-1 0 0 0,0 1 0 0 0,0 0 1 0 0,-1 0-1 0 0,1 0 0 0 0,-1 0 0 0 0,0 0 0 0 0,0 0 0 0 0,0 0 0 0 0,0 0 0 0 0,0 1 1 0 0,0-1-1 0 0,0 1 0 0 0,0 0 0 0 0,0-1 0 0 0,-5-1 0 0 0,-52-23 438 0 0,43 22-989 0 0,0 0-1 0 0,-32-2 0 0 0,34 5-171 0 0,-1-1-1 0 0,1-1 1 0 0,0 0 0 0 0,-20-7 0 0 0,33 10 589 0 0,1 0 0 0 0,0 0 1 0 0,-1 0-1 0 0,1 0 1 0 0,0-1-1 0 0,0 1 0 0 0,-1 0 1 0 0,1 0-1 0 0,0 0 1 0 0,0 0-1 0 0,-1-1 0 0 0,1 1 1 0 0,0 0-1 0 0,0 0 1 0 0,-1-1-1 0 0,1 1 0 0 0,0 0 1 0 0,0 0-1 0 0,0-1 1 0 0,0 1-1 0 0,0 0 0 0 0,-1 0 1 0 0,1-1-1 0 0,0 1 1 0 0,0 0-1 0 0,0-1 0 0 0,0 1 1 0 0,0 0-1 0 0,0-1 1 0 0,0 1-1 0 0,0 0 0 0 0,0-1 1 0 0,0 1-1 0 0,0 0 1 0 0,0-1-1 0 0,0 1 0 0 0,0 0 1 0 0,0 0-1 0 0,1-1 1 0 0,-1 1-1 0 0,0 0 0 0 0,0-1 1 0 0,0 1-1 0 0,0 0 1 0 0,0 0-1 0 0,1-1 0 0 0,-1 1 1 0 0,0 0-1 0 0,0 0 1 0 0,1 0-1 0 0,-1-1 0 0 0,0 1 1 0 0,0 0-1 0 0,1 0 1 0 0,-1 0-1 0 0,0 0 0 0 0,0-1 1 0 0,1 1-1 0 0,0 0 1 0 0,24-17-2607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6:44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14 320 0 0,'0'-1'104'0'0,"0"1"0"0"0,0-1 0 0 0,1 1 0 0 0,-1 0 1 0 0,0-1-1 0 0,0 1 0 0 0,1-1 0 0 0,-1 1 0 0 0,0 0 0 0 0,1-1 0 0 0,-1 1 0 0 0,1 0 0 0 0,-1 0 0 0 0,1-1 0 0 0,-1 1 1 0 0,0 0-1 0 0,1 0 0 0 0,-1 0 0 0 0,1-1 0 0 0,-1 1 0 0 0,1 0 0 0 0,-1 0 0 0 0,1 0 0 0 0,-1 0 0 0 0,1 0 0 0 0,-1 0 1 0 0,1 0-1 0 0,-1 0 0 0 0,1 0 0 0 0,-1 0 0 0 0,1 0 0 0 0,-1 0 0 0 0,1 1 0 0 0,0-1-10 0 0,-1 0-1 0 0,1 0 1 0 0,-1 0 0 0 0,1 1-1 0 0,-1-1 1 0 0,1 0 0 0 0,-1 0-1 0 0,1 0 1 0 0,-1 0 0 0 0,1 0-1 0 0,-1 0 1 0 0,1 0 0 0 0,-1-1-1 0 0,1 1 1 0 0,-1 0 0 0 0,1 0-1 0 0,-1 0 1 0 0,1 0-1 0 0,-1-1 1 0 0,1 1 0 0 0,-1 0-1 0 0,1 0 1 0 0,-1-1 0 0 0,0 1-1 0 0,1 0 1 0 0,-1-1 0 0 0,1 1-1 0 0,-1 0 1 0 0,0-1 0 0 0,1 1-1 0 0,-1-1 1 0 0,0 1 0 0 0,1-3 1707 0 0,-1 6 327 0 0,0-2-2097 0 0,0-1 0 0 0,0 1 1 0 0,0-1-1 0 0,0 1 0 0 0,0-1 1 0 0,0 1-1 0 0,0-1 0 0 0,0 1 0 0 0,0-1 1 0 0,0 1-1 0 0,0-1 0 0 0,0 1 1 0 0,0-1-1 0 0,0 1 0 0 0,1-1 0 0 0,-1 1 1 0 0,0-1-1 0 0,0 1 0 0 0,1-1 1 0 0,-1 0-1 0 0,0 1 0 0 0,0-1 0 0 0,1 1 1 0 0,-1-1-1 0 0,0 0 0 0 0,1 1 1 0 0,-1-1-1 0 0,1 0 0 0 0,-1 0 0 0 0,0 1 1 0 0,1-1-1 0 0,-1 0 0 0 0,1 0 0 0 0,-1 1 1 0 0,1-1-1 0 0,-1 0 0 0 0,1 0 1 0 0,0 0-1 0 0,58 45 1152 0 0,94 89 1 0 0,-139-121-1110 0 0,-3-2-13 0 0,-1 0 0 0 0,-1 1-1 0 0,0 0 1 0 0,9 16 0 0 0,-12-18 1 0 0,0 0 0 0 0,1 0 0 0 0,0-1 0 0 0,0 0 0 0 0,1-1 0 0 0,0 0 0 0 0,17 14 0 0 0,81 45 218 0 0,-102-64-706 0 0,-8-10-3309 0 0,-42-19-1281 0 0,31 9 2401 0 0,-35 4 228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6:44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61 275 1040 0 0,'-30'0'4402'0'0,"30"-8"-1520"0"0,-30 3-641 0 0,30-1-480 0 0,30-8-401 0 0,-30-5-319 0 0,60-6-321 0 0,91-25-640 0 0,85-27-3762 0 0,-25 6-4161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6:45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206 141 320 0 0,'3'-1'268'0'0,"-1"-1"0"0"0,0 0 0 0 0,0 1 0 0 0,0-1 0 0 0,0 0 0 0 0,0 0 0 0 0,0-1 0 0 0,0 1 0 0 0,-1 0 0 0 0,1-1 0 0 0,-1 1 0 0 0,0-1 0 0 0,0 1 0 0 0,0-1 0 0 0,0 1 0 0 0,0-1 0 0 0,0 0 0 0 0,-1 0 0 0 0,1 1 0 0 0,-1-1 0 0 0,0-5 0 0 0,0 6-131 0 0,0 1 0 0 0,0-1 0 0 0,0 1 0 0 0,0 0 0 0 0,1-1 0 0 0,-1 1 0 0 0,0-1 0 0 0,1 1 0 0 0,-1-1 0 0 0,0 1 1 0 0,1 0-1 0 0,0-1 0 0 0,-1 1 0 0 0,1 0 0 0 0,0-1 0 0 0,0 1 0 0 0,0 0 0 0 0,-1 0 0 0 0,1 0 0 0 0,1 0 0 0 0,-1 0 0 0 0,0 0 0 0 0,2-2 0 0 0,7-5 616 0 0,-5 3-105 0 0,-3 2-462 0 0,0 0 0 0 0,1 0-1 0 0,-1 0 1 0 0,1 0-1 0 0,0 1 1 0 0,0-1-1 0 0,0 1 1 0 0,0 0-1 0 0,0 0 1 0 0,0 0 0 0 0,1 0-1 0 0,-1 0 1 0 0,1 1-1 0 0,-1 0 1 0 0,1 0-1 0 0,0 0 1 0 0,4-1 0 0 0,-8 17-413 0 0,-1-4 207 0 0,0 0 1 0 0,-1-1-1 0 0,0 1 1 0 0,0-1-1 0 0,-1 0 1 0 0,-1 0-1 0 0,0 0 1 0 0,0 0-1 0 0,-1 0 1 0 0,-9 14 0 0 0,-10 11 82 0 0,-39 43 1 0 0,41-52-17 0 0,-56 87-278 0 0,15-20-1006 0 0,56-84 882 0 0,4-6 118 0 0,1-1 1 0 0,-1 1-1 0 0,1 0 0 0 0,-1 1 1 0 0,1-1-1 0 0,0 0 1 0 0,1 1-1 0 0,-1-1 0 0 0,0 1 1 0 0,1-1-1 0 0,0 1 0 0 0,0 0 1 0 0,-1 5-1 0 0,2-17-3885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6:45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88 640 0 0,'-1'-1'145'0'0,"1"1"0"0"0,0-1 0 0 0,-1 0 0 0 0,1 0 0 0 0,-1 1 0 0 0,1-1 0 0 0,-1 0 0 0 0,0 1 0 0 0,1-1 0 0 0,-1 1-1 0 0,0-1 1 0 0,1 0 0 0 0,-1 1 0 0 0,0 0 0 0 0,0-1 0 0 0,1 1 0 0 0,-1-1 0 0 0,0 1 0 0 0,0 0 0 0 0,0 0 0 0 0,0-1 0 0 0,1 1-1 0 0,-1 0 1 0 0,0 0 0 0 0,0 0 0 0 0,0 0 0 0 0,-2 0 0 0 0,-31-1 1643 0 0,29 1-1297 0 0,-5 1-91 0 0,-1 0 0 0 0,0 1 0 0 0,1 0-1 0 0,-1 0 1 0 0,1 2 0 0 0,0-1 0 0 0,-12 6 0 0 0,-71 40 822 0 0,45-23-855 0 0,33-19-248 0 0,-1 1 0 0 0,2 0 0 0 0,-1 1-1 0 0,1 1 1 0 0,1 0 0 0 0,0 0-1 0 0,0 2 1 0 0,1-1 0 0 0,-14 18 0 0 0,25-28-105 0 0,1 0-1 0 0,-1 0 1 0 0,1 0 0 0 0,0 0 0 0 0,-1 0 0 0 0,1 0 0 0 0,0 0 0 0 0,0 0 0 0 0,-1 1 0 0 0,1-1 0 0 0,0 0 0 0 0,0 0-1 0 0,0 0 1 0 0,0 0 0 0 0,1 0 0 0 0,-1 0 0 0 0,0 0 0 0 0,0 0 0 0 0,1 1 0 0 0,-1-1 0 0 0,0 0 0 0 0,1 0 0 0 0,-1 0 0 0 0,1 0-1 0 0,0-1 1 0 0,-1 1 0 0 0,1 0 0 0 0,1 2 0 0 0,24 18 156 0 0,-8-11-76 0 0,0-1-1 0 0,0-1 0 0 0,0 0 1 0 0,1-1-1 0 0,0-1 0 0 0,1-1 1 0 0,-1-1-1 0 0,32 3 0 0 0,-21-5 85 0 0,1-1 0 0 0,-1-1 0 0 0,1-2 0 0 0,-1-1 0 0 0,35-8 0 0 0,-59 11-153 0 0,-1-1 1 0 0,1-1 0 0 0,0 1-1 0 0,-1-1 1 0 0,1 0 0 0 0,-1 0-1 0 0,1 0 1 0 0,-1-1 0 0 0,0 0-1 0 0,0 0 1 0 0,0-1 0 0 0,0 1-1 0 0,-1-1 1 0 0,0 0 0 0 0,1 0-1 0 0,-1 0 1 0 0,-1-1-1 0 0,1 1 1 0 0,-1-1 0 0 0,1 0-1 0 0,-1 0 1 0 0,-1 0 0 0 0,1-1-1 0 0,-1 1 1 0 0,3-8 0 0 0,1-4 42 0 0,0-1 1 0 0,0 0 0 0 0,-2-1-1 0 0,3-25 1 0 0,-6 38-58 0 0,0 0 0 0 0,-1 0-1 0 0,0-1 1 0 0,0 1 0 0 0,-1 0-1 0 0,1-1 1 0 0,-1 1 0 0 0,-1 0 0 0 0,1 0-1 0 0,-1 0 1 0 0,0 0 0 0 0,-1 0-1 0 0,1 0 1 0 0,-1 0 0 0 0,0 1 0 0 0,-1 0-1 0 0,1-1 1 0 0,-7-5 0 0 0,4 5-95 0 0,-2 0 1 0 0,1 1 0 0 0,0 0-1 0 0,-1 1 1 0 0,0 0-1 0 0,0 0 1 0 0,-1 0 0 0 0,1 1-1 0 0,-17-3 1 0 0,7 2-616 0 0,0 0 1 0 0,0 2-1 0 0,-24-1 0 0 0,2 8-4423 0 0,10 1-1815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6:46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145 248 1361 0 0,'-4'0'2561'0'0,"-15"-4"1655"0"0,17-17-770 0 0,2 0-3678 0 0,0-180 3460 0 0,1 201-3205 0 0,0 1 1 0 0,0 0-1 0 0,1-1 0 0 0,-1 1 1 0 0,0-1-1 0 0,0 1 0 0 0,0-1 1 0 0,0 1-1 0 0,0-1 0 0 0,1 0 1 0 0,-1 0-1 0 0,0 1 0 0 0,0-1 1 0 0,0 0-1 0 0,3 0 1 0 0,-6 0-21 0 0,1 0 0 0 0,0 1 1 0 0,0-1-1 0 0,0 1 1 0 0,0-1-1 0 0,0 1 1 0 0,0 0-1 0 0,0-1 0 0 0,0 1 1 0 0,1 0-1 0 0,-1-1 1 0 0,0 1-1 0 0,0 0 1 0 0,0 0-1 0 0,1 0 0 0 0,-1 0 1 0 0,0 0-1 0 0,1 0 1 0 0,-1 0-1 0 0,1 0 1 0 0,0 0-1 0 0,-1 0 0 0 0,1 1 1 0 0,-2 31 189 0 0,3-29-172 0 0,-1 1 0 0 0,0 0 0 0 0,0-1 1 0 0,0 1-1 0 0,-1 0 0 0 0,0-1 1 0 0,0 1-1 0 0,-2 6 0 0 0,0-4-1 0 0,-1 1 0 0 0,0 0 0 0 0,0-1 0 0 0,-1 0 0 0 0,0 0 0 0 0,0 0 0 0 0,-1-1 0 0 0,0 0 0 0 0,0 0 0 0 0,0 0 1 0 0,-1-1-1 0 0,1 0 0 0 0,-12 6 0 0 0,-4 3 62 0 0,14-6 140 0 0,13-5 514 0 0,5-2-757 0 0,0 0 0 0 0,0 1 0 0 0,-1 0 0 0 0,1 0 0 0 0,0 1 0 0 0,11 5 0 0 0,18 6-5 0 0,-1-4 2 0 0,1-1 1 0 0,-1-1 0 0 0,79 3-1 0 0,-71-12-23 0 0,-36-6-7 0 0,-1-4 35 0 0,-4 8 34 0 0,-1 0-1 0 0,0 0 0 0 0,0 0 1 0 0,-1 0-1 0 0,1-1 1 0 0,-1 0-1 0 0,1 0 0 0 0,-1 0 1 0 0,0 0-1 0 0,0 0 1 0 0,-1 0-1 0 0,0-1 0 0 0,1 1 1 0 0,-1-1-1 0 0,-1 0 1 0 0,1 0-1 0 0,-1 0 0 0 0,0 0 1 0 0,0 1-1 0 0,0-2 1 0 0,-1 1-1 0 0,1 0 0 0 0,-1 0 1 0 0,-1-7-1 0 0,1 7 4 0 0,3-34 226 0 0,-2 38-238 0 0,-1 0 0 0 0,0 0 0 0 0,1 0 0 0 0,-1 0 0 0 0,1 0 0 0 0,-1 0 0 0 0,1 0 0 0 0,0 0 0 0 0,-1 0 0 0 0,1 0 0 0 0,0 1-1 0 0,0-1 1 0 0,0 0 0 0 0,-1 0 0 0 0,1 1 0 0 0,0-1 0 0 0,0 1 0 0 0,0-1 0 0 0,0 1 0 0 0,0-1 0 0 0,0 1 0 0 0,0-1 0 0 0,0 1 0 0 0,0 0 0 0 0,0 0 0 0 0,1-1 0 0 0,-1 1 0 0 0,0 0 0 0 0,2 0 0 0 0,-5 2 17 0 0,0-1 0 0 0,0 1 1 0 0,0 0-1 0 0,0-1 0 0 0,0 1 1 0 0,1 0-1 0 0,-1 0 0 0 0,0 0 1 0 0,1 0-1 0 0,0 0 0 0 0,0 1 1 0 0,-1-1-1 0 0,1 0 0 0 0,0 1 1 0 0,0 2-1 0 0,-9 74 471 0 0,0-29-309 0 0,5-27-73 0 0,1 0-1 0 0,-3 44 1 0 0,7-52 16 0 0,-2-1 1 0 0,0 1-1 0 0,0 0 1 0 0,-7 18-1 0 0,5-19-91 0 0,1-1 0 0 0,0 1 0 0 0,1 0 0 0 0,-1 17 0 0 0,4-6-228 0 0,-3 41-1082 0 0,2-64 1038 0 0,0 1-1 0 0,-1-1 1 0 0,1 0-1 0 0,-1 0 1 0 0,1 1-1 0 0,-1-1 1 0 0,0 0 0 0 0,0 0-1 0 0,0 0 1 0 0,0 0-1 0 0,0 0 1 0 0,-1 0 0 0 0,1 0-1 0 0,-1 0 1 0 0,1-1-1 0 0,-1 1 1 0 0,0 0-1 0 0,1-1 1 0 0,-1 0 0 0 0,0 1-1 0 0,-4 1 1 0 0,4-2-305 0 0,0-1-1 0 0,0 1 1 0 0,-1-1 0 0 0,1 0 0 0 0,0 1-1 0 0,0-1 1 0 0,0 0 0 0 0,-1-1 0 0 0,1 1-1 0 0,0 0 1 0 0,-4-2 0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6:52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964 50 320 0 0,'16'-8'231'0'0,"-16"1"160"0"0,-28-7 1198 0 0,5 5-51 0 0,3 4-591 0 0,15 4-160 0 0,-2 2 2037 0 0,-16 3-2407 0 0,23-3-190 0 0,-14-3 24 0 0,-7 3 58 0 0,11-3-281 0 0,-14-2 232 0 0,1 1 0 0 0,-1 1-1 0 0,-36 2 1 0 0,55 0-193 0 0,0 0 13 0 0,-16 0 0 0 0,-39 6 174 0 0,55-6-188 0 0,0 0 14 0 0,-11 0-29 0 0,1 0-1 0 0,-1 1 1 0 0,0 0 0 0 0,1 1-1 0 0,-18 5 1 0 0,-2 1 32 0 0,-1-1-50 0 0,20-5-10 0 0,0 1 1 0 0,0 0-1 0 0,0 2 1 0 0,1 0-1 0 0,-20 9 1 0 0,8 8-24 0 0,25-20 0 0 0,-1 1 0 0 0,1-1 0 0 0,-1 1 0 0 0,1-1 0 0 0,-1 0 0 0 0,0 0 0 0 0,0 0 0 0 0,-4 2 0 0 0,2-2-1 0 0,1 0 0 0 0,-1 1 0 0 0,1 0 0 0 0,0 0 0 0 0,0 0 1 0 0,0 0-1 0 0,1 0 0 0 0,-1 1 0 0 0,1 0 0 0 0,-1-1 0 0 0,1 1 1 0 0,0 1-1 0 0,1-1 0 0 0,-1 0 0 0 0,-3 8 0 0 0,6-8-10 0 0,0-1-1 0 0,0 1 1 0 0,-1-1 0 0 0,1 1-1 0 0,-1-1 1 0 0,0 0-1 0 0,0 1 1 0 0,0-1-1 0 0,-1 0 1 0 0,1 0 0 0 0,-1 0-1 0 0,-3 5 1 0 0,3-5 17 0 0,0-1 0 0 0,1 1 1 0 0,-1 0-1 0 0,1 0 0 0 0,0-1 1 0 0,-1 1-1 0 0,1 0 0 0 0,1 0 0 0 0,-1 0 1 0 0,0 0-1 0 0,1 0 0 0 0,-1 5 0 0 0,0-4-3 0 0,-1 0 0 0 0,1 0 0 0 0,-1 0 0 0 0,0 0 0 0 0,0 0-1 0 0,-1-1 1 0 0,1 1 0 0 0,-1-1 0 0 0,0 0 0 0 0,0 1 0 0 0,0-1-1 0 0,0-1 1 0 0,0 1 0 0 0,-1 0 0 0 0,1-1 0 0 0,-9 4 0 0 0,-21 23 42 0 0,15-9 16 0 0,17-19-65 0 0,-1 0 0 0 0,1 0-1 0 0,0 0 1 0 0,-1 1 0 0 0,1-1 0 0 0,0 0 0 0 0,0 1 0 0 0,0-1 0 0 0,0 1 0 0 0,0 0-1 0 0,0-1 1 0 0,1 1 0 0 0,-1 0 0 0 0,0-1 0 0 0,1 1 0 0 0,-1 0 0 0 0,1 3 0 0 0,0-4 0 0 0,0 1 1 0 0,-1-1-1 0 0,1 0 1 0 0,0 0 0 0 0,0 1-1 0 0,-1-1 1 0 0,1 0-1 0 0,0 0 1 0 0,-1 0 0 0 0,1 0-1 0 0,-1 1 1 0 0,1-1 0 0 0,-1 0-1 0 0,0 0 1 0 0,0 0-1 0 0,1 0 1 0 0,-1 0 0 0 0,0 0-1 0 0,0-1 1 0 0,0 1-1 0 0,0 0 1 0 0,0 0 0 0 0,-2 0-1 0 0,2 0 7 0 0,0 0 0 0 0,0-1 0 0 0,0 1 0 0 0,0 0-1 0 0,0 0 1 0 0,0-1 0 0 0,1 1 0 0 0,-1 0 0 0 0,0 0 0 0 0,0 0-1 0 0,1 0 1 0 0,-1 0 0 0 0,0 0 0 0 0,1 0 0 0 0,-1 0 0 0 0,1 1-1 0 0,0-1 1 0 0,-1 0 0 0 0,1 0 0 0 0,0 0 0 0 0,0 0 0 0 0,-1 1-1 0 0,1 1 1 0 0,-1 14 86 0 0,0-13-95 0 0,1 1 0 0 0,-1-1 0 0 0,1 0 0 0 0,0 0 1 0 0,0 0-1 0 0,0 0 0 0 0,1 1 0 0 0,-1-1 1 0 0,1 0-1 0 0,0 0 0 0 0,0 0 0 0 0,3 8 1 0 0,4-7 36 0 0,-7-4-26 0 0,0-1 0 0 0,0 1 0 0 0,0-1 0 0 0,0 1 0 0 0,0 0 0 0 0,0 0 0 0 0,0 0 0 0 0,0-1 0 0 0,0 1 0 0 0,0 0 0 0 0,0 0 0 0 0,0 0 0 0 0,-1 0 0 0 0,1 0 0 0 0,0 1 0 0 0,-1-1 0 0 0,1 0 0 0 0,-1 0 0 0 0,0 0 0 0 0,1 0 0 0 0,-1 1 0 0 0,1 0 0 0 0,-1-1-5 0 0,0-1 1 0 0,0 1-1 0 0,0-1 0 0 0,0 1 0 0 0,0-1 0 0 0,0 1 0 0 0,1-1 0 0 0,-1 1 1 0 0,0-1-1 0 0,0 1 0 0 0,1-1 0 0 0,-1 1 0 0 0,0-1 0 0 0,1 0 1 0 0,-1 1-1 0 0,0-1 0 0 0,1 1 0 0 0,-1-1 0 0 0,1 0 0 0 0,-1 1 0 0 0,1-1 1 0 0,-1 0-1 0 0,1 0 0 0 0,-1 0 0 0 0,0 1 0 0 0,1-1 0 0 0,0 0 1 0 0,-1 0-1 0 0,1 0 0 0 0,-1 0 0 0 0,1 0 0 0 0,-1 0 0 0 0,1 0 0 0 0,-1 0 1 0 0,1 0-1 0 0,0 0 0 0 0,0 0 5 0 0,-1 0 0 0 0,1 0 0 0 0,-1 0 0 0 0,1 0 0 0 0,0 0 1 0 0,-1 0-1 0 0,1 0 0 0 0,-1 0 0 0 0,1 0 0 0 0,-1 0 0 0 0,1 1 0 0 0,-1-1 0 0 0,1 0 1 0 0,-1 0-1 0 0,1 0 0 0 0,-1 1 0 0 0,1-1 0 0 0,-1 0 0 0 0,1 1 0 0 0,-1-1 0 0 0,1 0 0 0 0,-1 1 1 0 0,0-1-1 0 0,1 1 0 0 0,-1-1 0 0 0,1 1 0 0 0,-1-1 0 0 0,0 1 0 0 0,0-1 0 0 0,1 1 1 0 0,-1-1-1 0 0,0 1 0 0 0,0-1 0 0 0,0 1 0 0 0,0-1 0 0 0,1 1 0 0 0,-1 0 0 0 0,0 2 22 0 0,-1 0-1 0 0,2 0 1 0 0,-1 0 0 0 0,0 0-1 0 0,0 0 1 0 0,1 0-1 0 0,0 0 1 0 0,0 0-1 0 0,0-1 1 0 0,0 1-1 0 0,0 0 1 0 0,0 0-1 0 0,1-1 1 0 0,-1 1 0 0 0,1-1-1 0 0,-1 1 1 0 0,1-1-1 0 0,2 2 1 0 0,2 3-11 0 0,-5-6-17 0 0,-1 1 0 0 0,1-1 1 0 0,-1 0-1 0 0,1 0 0 0 0,-1 0 1 0 0,0 1-1 0 0,1-1 0 0 0,-1 0 0 0 0,0 0 1 0 0,0 1-1 0 0,0-1 0 0 0,0 0 1 0 0,0 0-1 0 0,0 1 0 0 0,0 1 1 0 0,-1-2-2 0 0,1 0 0 0 0,0 0 0 0 0,0 0 0 0 0,0 0 0 0 0,0 0 0 0 0,0 0 0 0 0,0 0 0 0 0,0 0 0 0 0,0 0 0 0 0,1 0 0 0 0,-1 0 1 0 0,0 0-1 0 0,1 0 0 0 0,-1 0 0 0 0,0 0 0 0 0,1 0 0 0 0,-1 0 0 0 0,1 0 0 0 0,0 0 0 0 0,-1 0 0 0 0,2 1 0 0 0,33 31 96 0 0,-15-22-42 0 0,-15-10-44 0 0,0 2 1 0 0,0-1-1 0 0,0 0 1 0 0,0 1 0 0 0,-1 0-1 0 0,1 0 1 0 0,-1 1-1 0 0,0-1 1 0 0,0 1 0 0 0,6 6-1 0 0,-9-7-2 0 0,1 1 3 0 0,0 0 0 0 0,1 1-1 0 0,-1-1 1 0 0,1 0-1 0 0,0-1 1 0 0,0 1-1 0 0,0 0 1 0 0,0-1-1 0 0,1 0 1 0 0,0 0 0 0 0,-1 0-1 0 0,1 0 1 0 0,0 0-1 0 0,1-1 1 0 0,-1 0-1 0 0,0 0 1 0 0,8 3-1 0 0,99 46 219 0 0,-89-43-177 0 0,0 0 0 0 0,1-1 0 0 0,0-1 0 0 0,0-1 0 0 0,1-1 0 0 0,-1-1 0 0 0,28 0 0 0 0,637-9 110 0 0,-646 2-135 0 0,0-1 0 0 0,0-2 0 0 0,-1-2 0 0 0,-1-2-1 0 0,1-2 1 0 0,43-20 0 0 0,-36 13 37 0 0,110-49 116 0 0,-105 43-148 0 0,45-24 7 0 0,-45 27-51 0 0,-48 22 9 0 0,0 0-1 0 0,0-1 1 0 0,0 1 0 0 0,-1-1 0 0 0,1-1 0 0 0,-1 1 0 0 0,1 0 0 0 0,-1-1 0 0 0,0 0 0 0 0,0 0 0 0 0,0 0 0 0 0,4-6 0 0 0,22-29-169 0 0,-28 36 165 0 0,-1 1 0 0 0,0-1 0 0 0,0 1 0 0 0,0-1 0 0 0,-1 0 1 0 0,1 0-1 0 0,0 1 0 0 0,-1-1 0 0 0,1 0 0 0 0,-1 0 0 0 0,1 0 0 0 0,-1 0 0 0 0,0 0 0 0 0,0 0 0 0 0,0 1 0 0 0,0-1 0 0 0,0 0 0 0 0,0 0 0 0 0,-1 0 0 0 0,1 0 0 0 0,-1 0 0 0 0,1 1 0 0 0,-1-1 0 0 0,-1-3 0 0 0,0 1 9 0 0,-1-1 0 0 0,0 1-1 0 0,0 0 1 0 0,0 0 0 0 0,0 0-1 0 0,-1 0 1 0 0,-5-4-1 0 0,-12-8 23 0 0,0 2-1 0 0,-2 0 0 0 0,0 1 0 0 0,0 1 0 0 0,-40-14 1 0 0,-33-16 11 0 0,77 34-23 0 0,0 0 0 0 0,-1 1 1 0 0,0 1-1 0 0,-22-4 1 0 0,-45-15 30 0 0,7 1 41 0 0,53 17-56 0 0,0-1 0 0 0,-25-11 0 0 0,22 7 4 0 0,-1 2 0 0 0,0 1 0 0 0,-57-9 0 0 0,-105 0 161 0 0,89 10-35 0 0,80 5-123 0 0,-158-8-160 0 0,181 11 40 0 0,0 0 0 0 0,0 0 0 0 0,0-1-1 0 0,0 1 1 0 0,0 0 0 0 0,0 0-1 0 0,0 0 1 0 0,0 0 0 0 0,0 0-1 0 0,0 0 1 0 0,0 0 0 0 0,0 1 0 0 0,0-1-1 0 0,1 0 1 0 0,-1 1 0 0 0,0-1-1 0 0,0 0 1 0 0,0 1 0 0 0,0-1-1 0 0,0 1 1 0 0,0-1 0 0 0,1 1 0 0 0,-1 0-1 0 0,0-1 1 0 0,0 1 0 0 0,1 0-1 0 0,-1-1 1 0 0,0 1 0 0 0,0 1 0 0 0,2 0-180 0 0,-1-1 0 0 0,1 0 1 0 0,0 0-1 0 0,0 0 1 0 0,0 0-1 0 0,0 0 0 0 0,0-1 1 0 0,0 1-1 0 0,0 0 1 0 0,0 0-1 0 0,0-1 0 0 0,0 1 1 0 0,1 0-1 0 0,-1-1 1 0 0,0 1-1 0 0,0-1 0 0 0,1 0 1 0 0,-1 1-1 0 0,0-1 1 0 0,0 0-1 0 0,1 0 0 0 0,1 0 1 0 0,27 6-3376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6:54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543 98 1841 0 0,'0'0'4415'0'0,"1"-1"-4378"0"0,-1 1-1 0 0,0 0 0 0 0,0 0 1 0 0,0 0-1 0 0,0 0 1 0 0,0 0-1 0 0,0-1 0 0 0,0 1 1 0 0,0 0-1 0 0,0 0 1 0 0,0 0-1 0 0,1 0 0 0 0,-1 0 1 0 0,0-1-1 0 0,0 1 1 0 0,0 0-1 0 0,0 0 0 0 0,0 0 1 0 0,0 0-1 0 0,0-1 1 0 0,0 1-1 0 0,0 0 0 0 0,0 0 1 0 0,0 0-1 0 0,-1 0 1 0 0,1-1-1 0 0,0 1 0 0 0,0 0 1 0 0,0 0-1 0 0,0 0 1 0 0,0 0-1 0 0,0 0 0 0 0,0-1 1 0 0,0 1-1 0 0,0 0 1 0 0,0 0-1 0 0,-1 0 0 0 0,1 0 1 0 0,0 0-1 0 0,0 0 1 0 0,0-1-1 0 0,0 1 0 0 0,0 0 1 0 0,-1 0-1 0 0,1 0 0 0 0,0 0 1 0 0,0 0-1 0 0,0 0 1 0 0,0 0-1 0 0,-1 0 0 0 0,1 0 1 0 0,0 0-1 0 0,0 0 1 0 0,0 0-1 0 0,0 0 0 0 0,0 0 1 0 0,-1 0-1 0 0,1 0 1 0 0,0 0-1 0 0,0 0 0 0 0,0 0 1 0 0,0 0-1 0 0,-1 0 1 0 0,1 0-1 0 0,0 0 0 0 0,0 0 1 0 0,0 0-1 0 0,0 1 1 0 0,-1-1-1 0 0,-67 1 838 0 0,-70 10-1 0 0,118-8-797 0 0,5-2-12 0 0,0 1 1 0 0,0 1-1 0 0,0 0 0 0 0,1 1 0 0 0,0 1 0 0 0,0 0 1 0 0,0 1-1 0 0,-25 14 0 0 0,14-3-4 0 0,-38 30 292 0 0,60-45-339 0 0,0 1-1 0 0,1-1 1 0 0,-1 1 0 0 0,1 0-1 0 0,-1 0 1 0 0,1-1-1 0 0,0 2 1 0 0,0-1 0 0 0,0 0-1 0 0,1 0 1 0 0,-1 1 0 0 0,1-1-1 0 0,0 1 1 0 0,0-1 0 0 0,0 1-1 0 0,-1 5 1 0 0,2-6-15 0 0,0 0 0 0 0,-1 1 0 0 0,1-1-1 0 0,-1 0 1 0 0,0 0 0 0 0,0 1 0 0 0,0-1 0 0 0,-1 0 0 0 0,1 0 0 0 0,-1 0-1 0 0,-2 5 1 0 0,2-5 7 0 0,0 0-1 0 0,0 0 0 0 0,0 0 1 0 0,1 0-1 0 0,-1 1 0 0 0,1-1 1 0 0,0 1-1 0 0,0-1 1 0 0,0 1-1 0 0,1-1 0 0 0,-1 7 1 0 0,-1 34 90 0 0,0-31-83 0 0,1 0-1 0 0,1 0 0 0 0,0 1 1 0 0,0-1-1 0 0,1 0 1 0 0,1 0-1 0 0,5 19 1 0 0,12 1 51 0 0,2-1 0 0 0,1-1 1 0 0,1-2-1 0 0,2 0 0 0 0,1-1 1 0 0,1-2-1 0 0,36 29 0 0 0,7 13-76 0 0,-27-44 10 0 0,0-1 0 0 0,2-2 0 0 0,57 17 0 0 0,-48-18 28 0 0,-16-5-81 0 0,0-1-1 0 0,1-2 0 0 0,72 12 1 0 0,-88-21 76 0 0,0-2 0 0 0,-1 0 0 0 0,1-1 0 0 0,0-1 0 0 0,0-1 0 0 0,0-1 0 0 0,-1-1 0 0 0,0-1 0 0 0,0-1 0 0 0,0-1 0 0 0,0-1 0 0 0,-1-1 0 0 0,-1-1 0 0 0,1-1 0 0 0,33-24 0 0 0,46-28 356 0 0,-68 45-290 0 0,-1-2 0 0 0,0-1 0 0 0,42-38 0 0 0,-22 14 30 0 0,-28 25-79 0 0,-1 0 0 0 0,33-39 0 0 0,-32 33-14 0 0,-20 23-8 0 0,0 1 1 0 0,1-2 0 0 0,-2 1 0 0 0,1 0-1 0 0,0 0 1 0 0,-1-1 0 0 0,1 1 0 0 0,-1-1 0 0 0,0 0-1 0 0,0 0 1 0 0,0 0 0 0 0,-1 0 0 0 0,0 0 0 0 0,1 0-1 0 0,-1 0 1 0 0,-1-1 0 0 0,1-6 0 0 0,0-22 42 0 0,0 12-57 0 0,-2 1 0 0 0,0-1 0 0 0,-5-30 0 0 0,4 43-10 0 0,-1-1 1 0 0,0 1-1 0 0,0 0 1 0 0,-1 0-1 0 0,1 0 1 0 0,-2 1-1 0 0,1-1 1 0 0,-1 1-1 0 0,0 0 1 0 0,-1 0-1 0 0,-10-9 1 0 0,-12-9-27 0 0,-1 1 0 0 0,-1 1 1 0 0,-1 2-1 0 0,-47-24 0 0 0,-144-58 169 0 0,196 93-145 0 0,-1 1 0 0 0,-1 1-1 0 0,1 1 1 0 0,-1 2 0 0 0,0 1 0 0 0,-1 1 0 0 0,1 1 0 0 0,-1 1 0 0 0,1 2 0 0 0,-1 1 0 0 0,-45 9 0 0 0,0 6-1400 0 0,1 4 0 0 0,1 3 0 0 0,-71 34 1 0 0,108-43-3433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17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902 14 640 0 0,'0'0'963'0'0,"0"-6"360"0"0,5 4 2808 0 0,8 1-3812 0 0,-33-1 449 0 0,-38-1 452 0 0,-179 3 1568 0 0,232 1-2708 0 0,6 6-95 0 0,-2-1 1 0 0,1 0-1 0 0,-1 1 0 0 0,0-1 0 0 0,0 0 0 0 0,-1 0 0 0 0,0 0 1 0 0,0 0-1 0 0,0 0 0 0 0,-1 0 0 0 0,0-1 0 0 0,0 1 0 0 0,0-1 1 0 0,-8 10-1 0 0,-10 16 11 0 0,20-29 3 0 0,0 0 1 0 0,0 0 0 0 0,1 0 0 0 0,-1 0 0 0 0,1 0-1 0 0,-1 0 1 0 0,1 0 0 0 0,0 0 0 0 0,-1 0 0 0 0,1 0-1 0 0,0 0 1 0 0,0 1 0 0 0,1 2 0 0 0,-1-3-6 0 0,1 0 0 0 0,-1 0 0 0 0,0 0 0 0 0,0-1 0 0 0,0 1 0 0 0,0 0 0 0 0,-1 0-1 0 0,1 0 1 0 0,0 0 0 0 0,-1-1 0 0 0,1 1 0 0 0,-1 0 0 0 0,0 0 0 0 0,-1 2 0 0 0,-49 67-230 0 0,34-49 186 0 0,1 1 0 0 0,-15 25-1 0 0,-19 16 118 0 0,41-44-55 0 0,7-14-11 0 0,-1 0-1 0 0,1-1 0 0 0,-1 0 0 0 0,-1 1 0 0 0,1-1 0 0 0,-6 6 0 0 0,0 1-14 0 0,1 0-1 0 0,1 0 0 0 0,0 0 1 0 0,-5 15-1 0 0,-1-2-5 0 0,3 29-47 0 0,-80 173-493 0 0,40-157 573 0 0,41-48 24 0 0,7-14-10 0 0,-1-1 0 0 0,0 1 1 0 0,0-1-1 0 0,-1 0 0 0 0,-8 11 0 0 0,8-11-23 0 0,0 1-1 0 0,0 0 1 0 0,0 0-1 0 0,1 0 0 0 0,0 0 1 0 0,1 0-1 0 0,-1 1 1 0 0,2-1-1 0 0,-1 1 0 0 0,1 0 1 0 0,1-1-1 0 0,0 1 1 0 0,1 17-1 0 0,-1-20 29 0 0,0-1-34 0 0,0 1-1 0 0,-1 0 0 0 0,0-1 0 0 0,0 1 0 0 0,0-1 1 0 0,-1 1-1 0 0,0-1 0 0 0,0 1 0 0 0,0-1 0 0 0,-1 0 1 0 0,0 0-1 0 0,0 0 0 0 0,0-1 0 0 0,-6 8 0 0 0,-13 22-88 0 0,20-30 91 0 0,1 0 0 0 0,0 1 0 0 0,0-1 0 0 0,0 1 0 0 0,0-1 0 0 0,1 1 0 0 0,-1-1 0 0 0,1 1 0 0 0,1 0 0 0 0,-1-1 0 0 0,0 1 0 0 0,1-1 0 0 0,0 1 0 0 0,0-1 0 0 0,3 6 0 0 0,4-3 52 0 0,1-1 0 0 0,0 0 0 0 0,1-1 1 0 0,-1 0-1 0 0,1 0 0 0 0,0-1 0 0 0,0-1 0 0 0,1 1 0 0 0,-1-2 1 0 0,15 3-1 0 0,19 5 334 0 0,4 0-146 0 0,71 7 1 0 0,-41-11-203 0 0,109-6 0 0 0,-148-2-85 0 0,0-2-1 0 0,-1-2 1 0 0,0-2 0 0 0,70-23 0 0 0,-89 22 57 0 0,-1 0 0 0 0,1-1 0 0 0,-2 0 0 0 0,0-2 0 0 0,0 0 1 0 0,-1-1-1 0 0,-1 0 0 0 0,0-1 0 0 0,0-1 0 0 0,-2-1 0 0 0,0 0 0 0 0,-1 0 1 0 0,14-26-1 0 0,-9 12 59 0 0,-2 0 0 0 0,-1-1 0 0 0,-2-1 0 0 0,-1 0-1 0 0,-1-1 1 0 0,-2 0 0 0 0,5-41 0 0 0,-11 53-57 0 0,0-1 0 0 0,-2 1 0 0 0,-1-1 0 0 0,0 1 0 0 0,-2 0 0 0 0,0-1 0 0 0,-1 1 0 0 0,-2 1 0 0 0,-15-41 0 0 0,9 33 9 0 0,-3 0 0 0 0,0 0 0 0 0,-2 2 0 0 0,0 0 0 0 0,-2 0 0 0 0,-32-31 0 0 0,21 25 18 0 0,-1 2 0 0 0,-52-38 0 0 0,70 58-45 0 0,1 2 0 0 0,-2 0 1 0 0,1 1-1 0 0,-1 0 0 0 0,0 0 0 0 0,0 2 0 0 0,-1 0 1 0 0,0 1-1 0 0,0 0 0 0 0,-24-2 0 0 0,36 5-120 0 0,0 0 0 0 0,-1 1 0 0 0,1 0 1 0 0,0 0-1 0 0,0 0 0 0 0,-1 0 0 0 0,1 0 0 0 0,0 1 0 0 0,0-1 0 0 0,-1 1 0 0 0,1 0 0 0 0,0 0 0 0 0,0 0 0 0 0,0 1 0 0 0,0-1 0 0 0,0 1 0 0 0,0-1 0 0 0,1 1 0 0 0,-1 0 0 0 0,0 0 0 0 0,1 0 0 0 0,0 0 0 0 0,-1 1 0 0 0,1-1 0 0 0,0 1 0 0 0,0-1 0 0 0,0 1 0 0 0,1 0 0 0 0,-1 0 0 0 0,1 0 0 0 0,-1 0 0 0 0,1 0 0 0 0,0 0 0 0 0,0 0 0 0 0,-1 4 0 0 0,0 6-1235 0 0,1 1 1 0 0,0 0-1 0 0,0 16 1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18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874 143 4482 0 0,'-11'-9'1258'0'0,"-33"-32"1166"0"0,41 37-2391 0 0,0 1 0 0 0,0 1 0 0 0,0-1 0 0 0,0 0-1 0 0,0 1 1 0 0,-1 0 0 0 0,1-1 0 0 0,-1 1 0 0 0,0 1 0 0 0,0-1 0 0 0,1 0 0 0 0,-1 1 0 0 0,0 0 0 0 0,0 0 0 0 0,0 0 0 0 0,0 0 0 0 0,-5 1 0 0 0,3-1 54 0 0,-1-1-1 0 0,1 1 1 0 0,0-1 0 0 0,0 0 0 0 0,0 0-1 0 0,-9-5 1 0 0,-1-1 167 0 0,-1 1-1 0 0,1 1 1 0 0,-1 1-1 0 0,-1 0 1 0 0,-29-4-1 0 0,33 8-228 0 0,-1 1 1 0 0,0 0 0 0 0,1 1-1 0 0,-1 0 1 0 0,1 1-1 0 0,-1 1 1 0 0,1 1-1 0 0,0 0 1 0 0,-21 9-1 0 0,-6 3 48 0 0,-64 37-1 0 0,60-22-3 0 0,39-26-69 0 0,1-1 0 0 0,-1 0-1 0 0,0 0 1 0 0,-1 0 0 0 0,1-1-1 0 0,-13 5 1 0 0,15-7-5 0 0,1 1-1 0 0,-1-1 1 0 0,1 1 0 0 0,-1 0 0 0 0,1 0-1 0 0,0 0 1 0 0,0 0 0 0 0,0 1 0 0 0,-3 3-1 0 0,-19 13 72 0 0,-17 21 130 0 0,29-25-5 0 0,9-10-87 0 0,0 0 0 0 0,0 1-1 0 0,1 0 1 0 0,0-1 0 0 0,0 1 0 0 0,-4 12 0 0 0,5-13-57 0 0,-1 3-34 0 0,1 0 0 0 0,1 0 1 0 0,-1 0-1 0 0,1 0 0 0 0,1 0 1 0 0,0 0-1 0 0,0 0 0 0 0,0 0 1 0 0,1 0-1 0 0,0 0 0 0 0,0 0 1 0 0,1-1-1 0 0,0 1 0 0 0,5 10 1 0 0,2-4 22 0 0,2-1 0 0 0,-1 0-1 0 0,1-1 1 0 0,1-1 0 0 0,24 19 0 0 0,0-3 17 0 0,40 23-1 0 0,-21-18-46 0 0,91 38 0 0 0,-114-57-56 0 0,1-2-1 0 0,1-1 1 0 0,0-2-1 0 0,49 5 1 0 0,-61-11 25 0 0,1-2-1 0 0,-1-1 1 0 0,1-1 0 0 0,-1-1 0 0 0,1 0 0 0 0,-1-2-1 0 0,-1-1 1 0 0,41-15 0 0 0,-27 6 41 0 0,-1-2 0 0 0,0-1 0 0 0,-2-1 0 0 0,39-30 0 0 0,-47 30 21 0 0,-1 0 0 0 0,38-44-1 0 0,-52 53-2 0 0,0-1 0 0 0,-1-1-1 0 0,-1 0 1 0 0,0 0 0 0 0,0 0 0 0 0,-1-1-1 0 0,-1 0 1 0 0,6-18 0 0 0,-10 27-14 0 0,0 0 1 0 0,-1-1 0 0 0,1 1-1 0 0,-1-1 1 0 0,0 1 0 0 0,0-1 0 0 0,0 1-1 0 0,-1-1 1 0 0,1 1 0 0 0,-1-1-1 0 0,0 1 1 0 0,0 0 0 0 0,-1-1 0 0 0,1 1-1 0 0,-4-6 1 0 0,-2 0-13 0 0,1 0-1 0 0,-1 1 1 0 0,-1 0 0 0 0,-10-11-1 0 0,-7-6-136 0 0,8 5-60 0 0,12 13 160 0 0,0 0 0 0 0,-1 1 0 0 0,0 0 0 0 0,0 0 0 0 0,-1 1 0 0 0,0-1 0 0 0,0 2 0 0 0,0-1 1 0 0,-1 1-1 0 0,0 0 0 0 0,0 0 0 0 0,0 1 0 0 0,-1 0 0 0 0,1 1 0 0 0,-1 0 0 0 0,-16-4 0 0 0,11 4-303 0 0,0 2 0 0 0,-1-1 0 0 0,1 2 0 0 0,-1 0 0 0 0,1 0 0 0 0,-1 2 0 0 0,1 0 0 0 0,-17 4 0 0 0,-29 12-3870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00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 3282 0 0,'-27'10'1997'0'0,"0"-2"0"0"0,0 0 0 0 0,-29 3 0 0 0,21-4-1422 0 0,35-7-516 0 0,0 0 0 0 0,-1 0 0 0 0,1 0-1 0 0,-1 0 1 0 0,1 0 0 0 0,0 0 0 0 0,-1 0-1 0 0,1 0 1 0 0,-1 0 0 0 0,1 0-1 0 0,0 1 1 0 0,-1-1 0 0 0,1 0 0 0 0,0 0-1 0 0,-1 0 1 0 0,1 0 0 0 0,-1 1 0 0 0,1-1-1 0 0,0 0 1 0 0,0 0 0 0 0,-1 1 0 0 0,1-1-1 0 0,0 0 1 0 0,-1 1 0 0 0,1-1-1 0 0,0 0 1 0 0,0 1 0 0 0,-1-1 0 0 0,1 0-1 0 0,0 1 1 0 0,0-1 0 0 0,0 0 0 0 0,0 1-1 0 0,0-1 1 0 0,-1 1 0 0 0,1-1 0 0 0,0 0-1 0 0,0 1 1 0 0,0-1 0 0 0,0 1-1 0 0,0-1 1 0 0,0 0 0 0 0,0 1 0 0 0,0-1-1 0 0,1 1 1 0 0,-1-1 0 0 0,0 0 0 0 0,0 1-1 0 0,0-1 1 0 0,0 0 0 0 0,0 1 0 0 0,1-1-1 0 0,-1 1 1 0 0,0-1 0 0 0,0 0-1 0 0,1 1 1 0 0,-1-1 0 0 0,0 0 0 0 0,0 0-1 0 0,1 1 1 0 0,-1-1 0 0 0,0 0 0 0 0,1 0-1 0 0,-1 1 1 0 0,0-1 0 0 0,1 0 0 0 0,325 52 520 0 0,-244-44-634 0 0,-1-3-1 0 0,85-6 1 0 0,-130-4-345 0 0,-35 5 305 0 0,0 0 1 0 0,0 0-1 0 0,0 0 1 0 0,0 0-1 0 0,0 0 1 0 0,0 0-1 0 0,0-1 1 0 0,1 1-1 0 0,-1 0 0 0 0,0-1 1 0 0,0 1-1 0 0,0-1 1 0 0,0 1-1 0 0,-1-1 1 0 0,1 0-1 0 0,0 1 1 0 0,0-1-1 0 0,0 0 1 0 0,0 0-1 0 0,-1 0 1 0 0,1 1-1 0 0,1-3 1 0 0,-3 1-194 0 0,0 1 1 0 0,1 0-1 0 0,-1-1 1 0 0,0 1-1 0 0,0 0 1 0 0,0-1-1 0 0,0 1 1 0 0,0 0-1 0 0,-1 0 1 0 0,1 0-1 0 0,0 0 1 0 0,-1 0-1 0 0,1 0 1 0 0,0 0-1 0 0,-1 0 0 0 0,-2-1 1 0 0,-32-15-2660 0 0,35 17 2791 0 0,-55-20-2778 0 0,-4-4 559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01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12 3762 0 0,'-61'0'4722'0'0,"7"0"-2961"0"0,24-6-961 0 0,30 0 961 0 0,-30 6-160 0 0,60 0-1201 0 0,0 6-160 0 0,0 0-80 0 0,85 7 0 0 0,66 6 160 0 0,0 6-80 0 0,-60-11-160 0 0,-31-3-400 0 0,-5-3-1841 0 0,-25-8-4242 0 0,1-13 160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20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64 480 0 0,'0'-5'593'0'0,"0"0"0"0"0,0-1-1 0 0,0 1 1 0 0,-1 0-1 0 0,0 0 1 0 0,-2-9 0 0 0,-9-2 1603 0 0,11 14-1410 0 0,7 2-274 0 0,1 0-351 0 0,-21 2 436 0 0,-22 1-194 0 0,31-3 384 0 0,30 5-293 0 0,287 53 1974 0 0,-292-57-2375 0 0,-15-2-13 0 0,-10-4 0 0 0,-18-6 37 0 0,13 5-82 0 0,-1 1 0 0 0,0 1 0 0 0,0-1 0 0 0,0 2 0 0 0,0 0 0 0 0,0 0 0 0 0,-1 1 0 0 0,1 0 0 0 0,-18 0 0 0 0,16 2-23 0 0,-1 0 1 0 0,1 1-1 0 0,0 1 1 0 0,0 0-1 0 0,0 0 1 0 0,0 2-1 0 0,0-1 0 0 0,-13 7 1 0 0,23-8-27 0 0,-1-1 1 0 0,1 1-1 0 0,0 0 1 0 0,0 0 0 0 0,0 1-1 0 0,1-1 1 0 0,-1 1-1 0 0,0-1 1 0 0,1 1-1 0 0,0 0 1 0 0,-1 0-1 0 0,1 0 1 0 0,0 0-1 0 0,1 0 1 0 0,-1 0-1 0 0,0 0 1 0 0,1 1-1 0 0,0-1 1 0 0,0 1-1 0 0,0-1 1 0 0,0 1-1 0 0,1-1 1 0 0,-1 1-1 0 0,1 0 1 0 0,0-1-1 0 0,0 1 1 0 0,0 0-1 0 0,0-1 1 0 0,1 1-1 0 0,-1-1 1 0 0,1 1-1 0 0,0-1 1 0 0,0 1-1 0 0,1-1 1 0 0,1 4-1 0 0,3 13-196 0 0,2 0-1 0 0,0-1 0 0 0,1 0 0 0 0,20 31 1 0 0,-27-48 191 0 0,0 0 0 0 0,1 0 0 0 0,-1 0 1 0 0,0 0-1 0 0,1-1 0 0 0,-1 0 0 0 0,1 1 1 0 0,-1-1-1 0 0,1 0 0 0 0,0 0 0 0 0,-1 0 1 0 0,1-1-1 0 0,0 1 0 0 0,0-1 0 0 0,-1 1 1 0 0,1-1-1 0 0,0 0 0 0 0,0 0 0 0 0,0 0 1 0 0,4-1-1 0 0,2 0 20 0 0,0-1 0 0 0,-1 1 0 0 0,1-2 0 0 0,-1 1 1 0 0,11-5-1 0 0,12-5 57 0 0,-21 14-47 0 0,-2 0-17 0 0,23-13 9 0 0,-126 56 1398 0 0,52-29-1009 0 0,-1-2-1 0 0,-50 8 1 0 0,68-16-370 0 0,-1-3 0 0 0,0 0 0 0 0,0-1 0 0 0,0-2 0 0 0,-34-4 0 0 0,59 5-61 0 0,1-1 0 0 0,0 0 0 0 0,0 0 0 0 0,-1 0 0 0 0,1-1-1 0 0,0 1 1 0 0,0 0 0 0 0,0 0 0 0 0,0-1 0 0 0,-1 1 0 0 0,1-1-1 0 0,0 1 1 0 0,0-1 0 0 0,0 1 0 0 0,0-1 0 0 0,0 0-1 0 0,0 1 1 0 0,0-1 0 0 0,0 0 0 0 0,0 0 0 0 0,0 0 0 0 0,1 0-1 0 0,-1 0 1 0 0,0 0 0 0 0,1 0 0 0 0,-1 0 0 0 0,0 0 0 0 0,1 0-1 0 0,-1 0 1 0 0,1 0 0 0 0,0 0 0 0 0,-1 0 0 0 0,1-1 0 0 0,0 1-1 0 0,0 0 1 0 0,-1-1 0 0 0,2-1-182 0 0,0 0 1 0 0,0 1-1 0 0,0-1 0 0 0,0 1 1 0 0,1 0-1 0 0,-1-1 0 0 0,1 1 0 0 0,0 0 1 0 0,-1 0-1 0 0,1 0 0 0 0,0 0 1 0 0,0 0-1 0 0,0 0 0 0 0,0 0 1 0 0,1 1-1 0 0,-1-1 0 0 0,0 1 1 0 0,5-2-1 0 0,72-37-4608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20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28 1201 0 0,'0'-1'172'0'0,"0"0"0"0"0,0 0 0 0 0,0 0 0 0 0,-1 0 0 0 0,1 0 1 0 0,0 0-1 0 0,0 0 0 0 0,-1 0 0 0 0,1 0 0 0 0,-1 1 0 0 0,1-1 1 0 0,-1 0-1 0 0,1 0 0 0 0,-1 0 0 0 0,0 1 0 0 0,1-1 0 0 0,-1 0 1 0 0,0 1-1 0 0,1-1 0 0 0,-1 0 0 0 0,0 1 0 0 0,0-1 0 0 0,0 1 1 0 0,1-1-1 0 0,-2 1 0 0 0,-33-7 1934 0 0,27 6-1781 0 0,-1 1 0 0 0,1 1 0 0 0,-1 0 0 0 0,1 0 0 0 0,0 1 0 0 0,-14 4 0 0 0,19-5-253 0 0,-1 1 0 0 0,1-1 0 0 0,-1 1 0 0 0,1 0 0 0 0,0 0 0 0 0,0 1 0 0 0,0-1 0 0 0,0 0 0 0 0,0 1-1 0 0,0 0 1 0 0,1 0 0 0 0,-1 0 0 0 0,1 0 0 0 0,0 0 0 0 0,0 0 0 0 0,0 1 0 0 0,0-1 0 0 0,1 1 0 0 0,-1-1 0 0 0,1 1 0 0 0,0 0 0 0 0,0-1 0 0 0,0 1 0 0 0,1 0 0 0 0,-1 0 0 0 0,1 0 0 0 0,0 0 0 0 0,0-1 0 0 0,0 1-1 0 0,1 0 1 0 0,-1 0 0 0 0,2 4 0 0 0,4 11 136 0 0,-4-9-142 0 0,0-1 0 0 0,1 0 0 0 0,0 0 0 0 0,1 0 0 0 0,0 0 0 0 0,0-1 0 0 0,1 1 0 0 0,0-1 0 0 0,0 0 0 0 0,12 13 0 0 0,39 25-153 0 0,94 59 1 0 0,-143-101-575 0 0,0-1 0 0 0,1 1 0 0 0,-1-1 0 0 0,1-1-1 0 0,0 1 1 0 0,0-1 0 0 0,0 0 0 0 0,11 0 0 0 0,-19-2 551 0 0,1 0-1 0 0,-1 0 1 0 0,0 0-1 0 0,0 0 1 0 0,0 0-1 0 0,0 0 1 0 0,1 0-1 0 0,-1 0 1 0 0,0 0-1 0 0,0 0 1 0 0,0 0-1 0 0,0 0 1 0 0,1 0 0 0 0,-1 0-1 0 0,0 0 1 0 0,0 0-1 0 0,0 0 1 0 0,0-1-1 0 0,1 1 1 0 0,-1 0-1 0 0,0 0 1 0 0,0 0-1 0 0,0 0 1 0 0,0 0-1 0 0,0 0 1 0 0,1-1-1 0 0,-1 1 1 0 0,0 0-1 0 0,0 0 1 0 0,0 0-1 0 0,0 0 1 0 0,0 0-1 0 0,0-1 1 0 0,0 1-1 0 0,0 0 1 0 0,0 0-1 0 0,0 0 1 0 0,0-1-1 0 0,0 1 1 0 0,0 0-1 0 0,0 0 1 0 0,0 0-1 0 0,0 0 1 0 0,0-1-1 0 0,0 1 1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21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91 267 1521 0 0,'-30'-5'5922'0'0,"0"-3"-2720"0"0,0 2-2162 0 0,60 0-800 0 0,0-7-160 0 0,30-1-80 0 0,182-30-240 0 0,84-13-1200 0 0,-115 1-2322 0 0,-60-2-2481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21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890 1 4482 0 0,'0'3'3995'0'0,"0"-3"-3962"0"0,1 0 0 0 0,-1 1-1 0 0,0-1 1 0 0,0 0 0 0 0,0 1-1 0 0,0-1 1 0 0,0 0 0 0 0,0 1-1 0 0,0-1 1 0 0,0 1 0 0 0,0-1-1 0 0,0 0 1 0 0,0 1 0 0 0,0-1-1 0 0,0 0 1 0 0,0 1 0 0 0,-1-1-1 0 0,1 0 1 0 0,0 1 0 0 0,0-1-1 0 0,0 0 1 0 0,0 1 0 0 0,-1-1-1 0 0,1 0 1 0 0,0 1 0 0 0,0-1-1 0 0,-1 0 1 0 0,1 0 0 0 0,0 1-1 0 0,0-1 1 0 0,-1 0 0 0 0,1 0-1 0 0,0 0 1 0 0,-1 1 0 0 0,1-1-1 0 0,0 0 1 0 0,-1 0-1 0 0,0 0 1 0 0,-19 4 207 0 0,10 4 94 0 0,-171 105 599 0 0,-54 15-426 0 0,143-82-335 0 0,59-30-69 0 0,1 0 0 0 0,-48 33 0 0 0,37-19 2 0 0,18-14 52 0 0,1 2 0 0 0,-34 31-1 0 0,53-44-124 0 0,1 0 0 0 0,-1 0 0 0 0,1 1 1 0 0,0-1-1 0 0,0 1 0 0 0,0 0 0 0 0,1 0 0 0 0,0 0 0 0 0,0 0 0 0 0,1 0 0 0 0,-1 1 0 0 0,1-1 0 0 0,1 1 0 0 0,-1 0 0 0 0,1 0 0 0 0,0 7 0 0 0,1-11-25 0 0,1 0 1 0 0,0-1-1 0 0,-1 1 0 0 0,1 0 1 0 0,0 0-1 0 0,0-1 0 0 0,0 1 1 0 0,1-1-1 0 0,-1 1 0 0 0,1-1 1 0 0,-1 1-1 0 0,1-1 0 0 0,0 0 1 0 0,0 0-1 0 0,0 0 0 0 0,0 0 0 0 0,0 0 1 0 0,3 2-1 0 0,52 30 41 0 0,-25-18-17 0 0,1-3 1 0 0,0 0-1 0 0,1-2 0 0 0,1-2 1 0 0,42 6-1 0 0,-58-12-43 0 0,-1 0-1 0 0,1-2 1 0 0,0 0 0 0 0,0-1-1 0 0,-1-1 1 0 0,1-1 0 0 0,-1-1-1 0 0,1 0 1 0 0,-1-1 0 0 0,0-1-1 0 0,27-11 1 0 0,-40 13 7 0 0,0 0 0 0 0,0 0 0 0 0,0-1 1 0 0,0 0-1 0 0,-1 1 0 0 0,1-2 0 0 0,-1 1 1 0 0,0 0-1 0 0,0-1 0 0 0,-1 0 0 0 0,1 0 0 0 0,-1 0 1 0 0,3-7-1 0 0,-4 9 8 0 0,-1-1 0 0 0,0 1 0 0 0,0 0 0 0 0,0-1 0 0 0,0 1 0 0 0,0-1 0 0 0,0 1 0 0 0,-1-1 0 0 0,0 0 0 0 0,0 1 0 0 0,0-1 0 0 0,0 1 0 0 0,-1-1 0 0 0,1 0 1 0 0,-1 1-1 0 0,0-1 0 0 0,0 1 0 0 0,0 0 0 0 0,0-1 0 0 0,-1 1 0 0 0,-2-5 0 0 0,-3-1-7 0 0,0 0 0 0 0,-1 1-1 0 0,0 0 1 0 0,0 1 0 0 0,-1 0 0 0 0,0 0 0 0 0,0 1 0 0 0,0 0-1 0 0,-1 0 1 0 0,0 1 0 0 0,0 1 0 0 0,0-1 0 0 0,-1 2 0 0 0,0-1-1 0 0,-19-2 1 0 0,8 3-513 0 0,-1 2 0 0 0,1 0 0 0 0,0 2 1 0 0,-1 0-1 0 0,1 2 0 0 0,0 0 0 0 0,-22 7 0 0 0,30-6-850 0 0,1 1-1 0 0,0 1 1 0 0,-18 10 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24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70 720 0 0,'-136'-8'4296'0'0,"132"8"-4144"0"0,-48-10 1773 0 0,51 9-1888 0 0,0 1 0 0 0,0-1-1 0 0,-1 0 1 0 0,1 1 0 0 0,0-1 0 0 0,0 0 0 0 0,0 0-1 0 0,0 1 1 0 0,0-1 0 0 0,0 0 0 0 0,0 0 0 0 0,1 0 0 0 0,-1 0-1 0 0,0 0 1 0 0,0-1 0 0 0,1 1 0 0 0,-1 0 0 0 0,1 0-1 0 0,-1 0 1 0 0,1-1 0 0 0,-1 1 0 0 0,1 0 0 0 0,0 0-1 0 0,0-1 1 0 0,-1 1 0 0 0,1 0 0 0 0,0-3 0 0 0,-5 1 43 0 0,-21-6 198 0 0,9 3 26 0 0,30 4-59 0 0,-8 2 88 0 0,0 0-266 0 0,20 0 200 0 0,6 6 1640 0 0,-31-6-1290 0 0,-1 1-596 0 0,1-1 0 0 0,0 0 0 0 0,0 0 0 0 0,0 0 0 0 0,0 0 0 0 0,0 1-1 0 0,0-1 1 0 0,0 0 0 0 0,0 0 0 0 0,0 0 0 0 0,0 1 0 0 0,0-1 0 0 0,0 0-1 0 0,0 0 1 0 0,0 0 0 0 0,0 1 0 0 0,0-1 0 0 0,0 0 0 0 0,0 0 0 0 0,0 0-1 0 0,1 1 1 0 0,-1-1 0 0 0,0 0 0 0 0,0 0 0 0 0,0 0 0 0 0,0 0 0 0 0,0 0-1 0 0,0 1 1 0 0,1-1 0 0 0,-1 0 0 0 0,0 0 0 0 0,0 0 0 0 0,0 0 0 0 0,0 0-1 0 0,0 0 1 0 0,1 1 0 0 0,-1-1 0 0 0,0 0 0 0 0,0 0 0 0 0,0 0 0 0 0,1 0-1 0 0,-1 0 1 0 0,0 0 0 0 0,0 0 0 0 0,0 0 0 0 0,1 0 0 0 0,-1 0 0 0 0,0 0-1 0 0,0 0 1 0 0,1 0 0 0 0,295 52 1098 0 0,-175-34-971 0 0,-58-8-132 0 0,0-3 0 0 0,1-2 0 0 0,-1-3 0 0 0,91-8 0 0 0,-144 5-141 0 0,-1-1 0 0 0,1 1-1 0 0,0-2 1 0 0,-1 1 0 0 0,0-1-1 0 0,1-1 1 0 0,12-6 0 0 0,-18 8-237 0 0,-1 0 1 0 0,1-1 0 0 0,-1 0 0 0 0,1 1-1 0 0,-1-1 1 0 0,0 0 0 0 0,0-1-1 0 0,0 1 1 0 0,3-7 0 0 0,-5 10 242 0 0,-1-1 0 0 0,1 1 1 0 0,-1-1-1 0 0,0 0 0 0 0,1 1 1 0 0,-1-1-1 0 0,0 0 0 0 0,1 1 0 0 0,-1-1 1 0 0,0 0-1 0 0,0 1 0 0 0,0-1 1 0 0,0 0-1 0 0,0 0 0 0 0,0 1 0 0 0,0-1 1 0 0,0 0-1 0 0,0 0 0 0 0,0 1 0 0 0,0-1 1 0 0,0 0-1 0 0,-1 1 0 0 0,1-1 1 0 0,0 0-1 0 0,0 1 0 0 0,-1-1 0 0 0,1 0 1 0 0,0 1-1 0 0,-2-2 0 0 0,-23-17-3296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24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91 1921 0 0,'0'0'2161'0'0,"0"-8"0"0"0,-30 2 1360 0 0,30 0-719 0 0,30 1-2402 0 0,0-3-240 0 0,61 2-80 0 0,90-13-160 0 0,85-6 80 0 0,-55 17-240 0 0,-90 22-1201 0 0,-1 30-4481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25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51 2241 0 0,'0'0'193'0'0,"0"1"1"0"0,-1 0-1 0 0,1-1 0 0 0,-1 1 0 0 0,1-1 1 0 0,-1 1-1 0 0,1-1 0 0 0,-1 1 0 0 0,1-1 0 0 0,-1 1 1 0 0,1-1-1 0 0,-1 1 0 0 0,0-1 0 0 0,1 0 1 0 0,-1 1-1 0 0,0-1 0 0 0,1 0 0 0 0,-1 0 1 0 0,0 0-1 0 0,0 1 0 0 0,1-1 0 0 0,-1 0 1 0 0,0 0-1 0 0,0 0 0 0 0,1 0 0 0 0,-1 0 1 0 0,0 0-1 0 0,1 0 0 0 0,-1-1 0 0 0,0 1 1 0 0,0 0-1 0 0,1 0 0 0 0,-2-1 0 0 0,-32-5 1179 0 0,30 5-977 0 0,3 1-364 0 0,0 0-1 0 0,-1 0 1 0 0,1 0 0 0 0,0 0-1 0 0,0-1 1 0 0,0 1-1 0 0,0 0 1 0 0,0-1 0 0 0,-1 1-1 0 0,1-1 1 0 0,0 1 0 0 0,0-1-1 0 0,0 0 1 0 0,0 1-1 0 0,0-1 1 0 0,0 0 0 0 0,0 0-1 0 0,1 1 1 0 0,-1-1-1 0 0,0 0 1 0 0,0 0 0 0 0,1 0-1 0 0,-1 0 1 0 0,0 0 0 0 0,1 0-1 0 0,-1 0 1 0 0,1-1-1 0 0,-1 1 1 0 0,1-2 0 0 0,0 2-18 0 0,1 0-1 0 0,-1-1 1 0 0,1 1 0 0 0,0 0 0 0 0,0-1 0 0 0,0 1 0 0 0,0 0 0 0 0,0 0 0 0 0,0 0 0 0 0,0 0 0 0 0,0 0 0 0 0,0 0 0 0 0,0 0-1 0 0,1 0 1 0 0,-1 1 0 0 0,0-1 0 0 0,1 0 0 0 0,-1 1 0 0 0,0-1 0 0 0,1 1 0 0 0,-1 0 0 0 0,1-1 0 0 0,-1 1 0 0 0,1 0 0 0 0,-1 0 0 0 0,2 0-1 0 0,31-4 108 0 0,-1 1 1 0 0,1 3-1 0 0,66 6 0 0 0,-93-5-112 0 0,0 0 0 0 0,0 1 0 0 0,-1 0 1 0 0,1 0-1 0 0,-1 1 0 0 0,1 0 0 0 0,-1 0 1 0 0,0 0-1 0 0,0 1 0 0 0,0 0 0 0 0,-1 0 1 0 0,1 1-1 0 0,-1-1 0 0 0,0 1 1 0 0,-1 0-1 0 0,1 1 0 0 0,-1-1 0 0 0,0 1 1 0 0,0 0-1 0 0,4 8 0 0 0,-7-12-6 0 0,-1-1 0 0 0,1 1 0 0 0,-1-1 0 0 0,1 1 0 0 0,-1-1 0 0 0,0 1 0 0 0,0-1 0 0 0,0 1 0 0 0,0 0 1 0 0,0-1-1 0 0,0 1 0 0 0,0-1 0 0 0,0 1 0 0 0,0-1 0 0 0,-1 1 0 0 0,1-1 0 0 0,-1 1 0 0 0,1-1 0 0 0,-1 1 0 0 0,0-1 0 0 0,1 0 0 0 0,-1 1 0 0 0,0-1 0 0 0,0 0 0 0 0,0 1 0 0 0,0-1 0 0 0,-2 2 0 0 0,-38 21 28 0 0,36-21-24 0 0,-25 9 72 0 0,0-1-1 0 0,-1-2 0 0 0,0-1 0 0 0,0-1 0 0 0,-1-2 0 0 0,0-1 0 0 0,0-1 0 0 0,-46-3 0 0 0,73 0 70 0 0,10-1-54 0 0,85-37-13 0 0,-56 30-80 0 0,0 1 0 0 0,0 2 0 0 0,0 1 0 0 0,1 2 0 0 0,52 2 0 0 0,-64 2 0 0 0,-1 0 0 0 0,0 2 0 0 0,0 0 0 0 0,0 1 0 0 0,0 1 0 0 0,-1 1 0 0 0,0 1 0 0 0,0 1 0 0 0,23 15 0 0 0,-41-23 3 0 0,-1 0-1 0 0,0 0 0 0 0,0 1 0 0 0,0-1 1 0 0,0 1-1 0 0,0 0 0 0 0,0 0 1 0 0,0-1-1 0 0,-1 1 0 0 0,1 0 0 0 0,-1 0 1 0 0,1 1-1 0 0,-1-1 0 0 0,0 0 1 0 0,2 5-1 0 0,-3-6 1 0 0,0 0 1 0 0,0 1-1 0 0,0-1 1 0 0,0 0-1 0 0,0 1 1 0 0,0-1-1 0 0,0 0 1 0 0,-1 1-1 0 0,1-1 1 0 0,0 0-1 0 0,-1 0 1 0 0,1 1-1 0 0,-1-1 1 0 0,0 0-1 0 0,1 0 1 0 0,-1 0-1 0 0,0 0 1 0 0,0 0-1 0 0,1 0 1 0 0,-1 0-1 0 0,-2 2 1 0 0,-2 1 4 0 0,-1 0 0 0 0,0 0 0 0 0,-1 0 0 0 0,1-1 0 0 0,0 1 1 0 0,-1-2-1 0 0,0 1 0 0 0,-12 2 0 0 0,-11 4-155 0 0,0-2 1 0 0,-1-1-1 0 0,0-2 0 0 0,0-1 0 0 0,0-1 1 0 0,-31-2-1 0 0,-172-25 261 0 0,142 13-282 0 0,45 5-592 0 0,48 7 729 0 0,-1 0 0 0 0,0 0 0 0 0,0 0 0 0 0,1 0 0 0 0,-1 0-1 0 0,0 0 1 0 0,0-1 0 0 0,1 1 0 0 0,-1 0 0 0 0,0 0 0 0 0,0 0 0 0 0,1 0 0 0 0,-1 0-1 0 0,0-1 1 0 0,0 1 0 0 0,1 0 0 0 0,-1 0 0 0 0,0 0 0 0 0,0-1 0 0 0,0 1 0 0 0,1 0-1 0 0,-1 0 1 0 0,0-1 0 0 0,0 1 0 0 0,0 0 0 0 0,0 0 0 0 0,0-1 0 0 0,0 1 0 0 0,0 0-1 0 0,0 0 1 0 0,0-1 0 0 0,1 1 0 0 0,-1 0 0 0 0,0-1 0 0 0,0 1 0 0 0,0 0 0 0 0,-1 0-1 0 0,1-1 1 0 0,0 1 0 0 0,0 0 0 0 0,0-1 0 0 0,0 1 0 0 0,0 0 0 0 0,0 0 0 0 0,0-1-1 0 0,0 1 1 0 0,0 0 0 0 0,-1 0 0 0 0,1-1 0 0 0,0 1 0 0 0,0 0 0 0 0,0 0 0 0 0,-1 0-1 0 0,1-1 1 0 0,0 1 0 0 0,0 0 0 0 0,0 0 0 0 0,-1 0 0 0 0,1 0 0 0 0,0-1 0 0 0,0 1-1 0 0,-1 0 1 0 0,1 0 0 0 0,0 0 0 0 0,-1 0 0 0 0,1 0 0 0 0,0 0 0 0 0,-1 0-1 0 0,43-17-4023 0 0,-8 4-173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26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304 114 2561 0 0,'-27'3'1173'0'0,"-54"8"1604"0"0,75-10-2481 0 0,-1 1 0 0 0,1 0 0 0 0,0 0 0 0 0,-1 0 0 0 0,1 1 0 0 0,0 0 0 0 0,0 0 0 0 0,1 0 0 0 0,-8 6 0 0 0,8-6-199 0 0,0 1 1 0 0,-1-1-1 0 0,1-1 0 0 0,-1 1 0 0 0,0-1 1 0 0,0 0-1 0 0,-6 2 0 0 0,4-2-63 0 0,0 1 0 0 0,0 0 1 0 0,0 0-1 0 0,-11 7 0 0 0,17-9-17 0 0,1 0 0 0 0,-1 1 0 0 0,0-1 0 0 0,1 1 0 0 0,-1-1-1 0 0,1 1 1 0 0,-1 0 0 0 0,1 0 0 0 0,0-1 0 0 0,-1 1 0 0 0,1 0 0 0 0,0 0 0 0 0,0 0 0 0 0,1 0-1 0 0,-1 0 1 0 0,0 0 0 0 0,1 1 0 0 0,-1-1 0 0 0,1 0 0 0 0,0 0 0 0 0,0 4 0 0 0,-1 10 96 0 0,0-12-48 0 0,1 1 0 0 0,0 0-1 0 0,0 0 1 0 0,0 0 0 0 0,0-1-1 0 0,1 1 1 0 0,0 0 0 0 0,0-1-1 0 0,3 9 1 0 0,0-5-56 0 0,0 0 0 0 0,0 0 0 0 0,1-1 0 0 0,1 0-1 0 0,-1 1 1 0 0,1-2 0 0 0,0 1 0 0 0,1-1 0 0 0,-1 0 0 0 0,1 0 0 0 0,1-1 0 0 0,-1 0 0 0 0,1 0-1 0 0,0-1 1 0 0,0 0 0 0 0,0 0 0 0 0,0-1 0 0 0,1 0 0 0 0,-1 0 0 0 0,1-1 0 0 0,0 0 0 0 0,0-1-1 0 0,13 1 1 0 0,5 1 0 0 0,0-2 0 0 0,0-1 0 0 0,0-1 0 0 0,0-1 0 0 0,0-1 0 0 0,0-2 0 0 0,0-1 0 0 0,-1-1-1 0 0,0-1 1 0 0,0-1 0 0 0,32-16 0 0 0,-54 22 12 0 0,0 1 1 0 0,0-1-1 0 0,-1 0 0 0 0,1 0 0 0 0,-1 0 1 0 0,0 0-1 0 0,0 0 0 0 0,0-1 0 0 0,0 0 1 0 0,0 1-1 0 0,-1-1 0 0 0,1 0 0 0 0,-1 0 1 0 0,0-1-1 0 0,-1 1 0 0 0,1 0 0 0 0,-1-1 1 0 0,1 1-1 0 0,-1-1 0 0 0,-1 1 0 0 0,1-1 0 0 0,-1 1 1 0 0,1-1-1 0 0,-1 1 0 0 0,-1-1 0 0 0,0-7 1 0 0,-1 2 32 0 0,0 0 1 0 0,-1 0-1 0 0,0 0 1 0 0,-1 1-1 0 0,1-1 1 0 0,-2 1-1 0 0,0 0 0 0 0,0 0 1 0 0,0 0-1 0 0,-1 1 1 0 0,-9-10-1 0 0,-1 3-93 0 0,-1 1 0 0 0,0 0 0 0 0,-1 2 0 0 0,0 0 0 0 0,-1 1 0 0 0,0 1-1 0 0,-1 0 1 0 0,0 2 0 0 0,0 0 0 0 0,-1 1 0 0 0,0 2 0 0 0,0 0 0 0 0,0 1 0 0 0,-28-2-1 0 0,42 6-272 0 0,0 0-1 0 0,0 0 1 0 0,0 0-1 0 0,0 1 1 0 0,0 0-1 0 0,-11 3 1 0 0,13-2-309 0 0,1 0 1 0 0,0 0 0 0 0,0 1 0 0 0,0-1-1 0 0,1 1 1 0 0,-1 0 0 0 0,-4 4-1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06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26 169 400 0 0,'-6'29'6742'0'0,"6"-29"-6589"0"0,-1 1 0 0 0,1 0 1 0 0,-1-1-1 0 0,0 1 0 0 0,1 0 0 0 0,-1-1 0 0 0,0 1 0 0 0,1-1 1 0 0,-1 1-1 0 0,0-1 0 0 0,0 1 0 0 0,1-1 0 0 0,-1 1 1 0 0,0-1-1 0 0,0 0 0 0 0,0 1 0 0 0,0-1 0 0 0,0 0 0 0 0,0 0 1 0 0,0 0-1 0 0,1 0 0 0 0,-1 0 0 0 0,-1 0 0 0 0,22 0 287 0 0,-15 0 1828 0 0,-5 0-2230 0 0,0 0-1 0 0,0-1 0 0 0,0 1 1 0 0,0 0-1 0 0,0-1 0 0 0,0 1 1 0 0,1 0-1 0 0,-1-1 1 0 0,0 1-1 0 0,0 0 0 0 0,0-1 1 0 0,1 1-1 0 0,-1 0 0 0 0,0 0 1 0 0,0-1-1 0 0,1 1 0 0 0,-1 0 1 0 0,0 0-1 0 0,0-1 1 0 0,1 1-1 0 0,-1 0 0 0 0,0 0 1 0 0,1 0-1 0 0,-1 0 0 0 0,0 0 1 0 0,1-1-1 0 0,-1 1 1 0 0,0 0-1 0 0,1 0 0 0 0,-1 0 1 0 0,0 0-1 0 0,1 0 0 0 0,-1 0 1 0 0,0 0-1 0 0,1 0 1 0 0,-1 0-1 0 0,1 0 0 0 0,-1 1 1 0 0,0-1-1 0 0,1 0 0 0 0,-1 0 1 0 0,1 0-1 0 0,-1 1-32 0 0,1-1 0 0 0,-1 0 0 0 0,1 0 0 0 0,-1 0 0 0 0,1 0 0 0 0,0 0 0 0 0,-1 0 0 0 0,1 0 0 0 0,-1 0 0 0 0,1 0 0 0 0,-1 0 0 0 0,1 0 0 0 0,0 0 0 0 0,-1 0 0 0 0,1 0 0 0 0,-1 0 0 0 0,1-1 0 0 0,-1 1 0 0 0,1 0 0 0 0,-1 0 0 0 0,1-1 0 0 0,-1 1 0 0 0,1 0 0 0 0,-1-1 0 0 0,1 1 0 0 0,-1 0 0 0 0,0-1-1 0 0,1 1 1 0 0,-1-1 0 0 0,1 1 0 0 0,-1-1 0 0 0,0 1 0 0 0,0-1 0 0 0,1 1 0 0 0,-1-1 0 0 0,0 1 0 0 0,0-1 0 0 0,1 1 0 0 0,-1-1 0 0 0,0 1 0 0 0,0-1 0 0 0,0 1 0 0 0,0-1 0 0 0,0 0 0 0 0,0 1 0 0 0,0-2 0 0 0,1-1 4 0 0,1-1 1 0 0,0 0-1 0 0,0 1 1 0 0,0 0-1 0 0,0-1 1 0 0,0 1-1 0 0,1 0 1 0 0,-1 0-1 0 0,1 0 1 0 0,0 0-1 0 0,0 1 0 0 0,0-1 1 0 0,0 1-1 0 0,0 0 1 0 0,1 0-1 0 0,6-3 1 0 0,-5 2-10 0 0,-1 0-1 0 0,1-1 1 0 0,-1 1 0 0 0,1-1 0 0 0,-1 0 0 0 0,4-5 0 0 0,-5 6 0 0 0,-1-3 0 0 0,1 1 0 0 0,0 0 0 0 0,0 0 0 0 0,1 1 0 0 0,-1-1 0 0 0,1 1 0 0 0,0-1 0 0 0,0 1 0 0 0,1 0 0 0 0,-1 1 0 0 0,1-1 0 0 0,0 1 0 0 0,9-5 0 0 0,46-17-13 0 0,-19 13-87 0 0,-32 13 79 0 0,-3 1-5 0 0,-1-2-54 0 0,-6 1 75 0 0,1 0-1 0 0,0 0 1 0 0,0 0-1 0 0,-1-1 1 0 0,1 1-1 0 0,0 0 1 0 0,0 0 0 0 0,0 0-1 0 0,0-1 1 0 0,0 1-1 0 0,0 0 1 0 0,1 0-1 0 0,-1-1 1 0 0,0 1-1 0 0,0 0 1 0 0,1 0 0 0 0,-1 0-1 0 0,0-1 1 0 0,1 1-1 0 0,-1 0 1 0 0,0-1-1 0 0,1 1 1 0 0,-1 0 0 0 0,1-1-1 0 0,-1 1 1 0 0,2 0-1 0 0,-1 0 16 0 0,0 0 0 0 0,0 0-1 0 0,0 1 1 0 0,0-1 0 0 0,0 0-1 0 0,0 0 1 0 0,0 1 0 0 0,0-1 0 0 0,-1 1-1 0 0,1-1 1 0 0,0 1 0 0 0,-1-1-1 0 0,1 1 1 0 0,-1-1 0 0 0,0 1 0 0 0,1-1-1 0 0,-1 1 1 0 0,0 0 0 0 0,0-1-1 0 0,0 1 1 0 0,0 0 0 0 0,0-1-1 0 0,-1 1 1 0 0,1-1 0 0 0,0 1 0 0 0,-1-1-1 0 0,1 1 1 0 0,-1-1 0 0 0,0 1-1 0 0,-1 2 1 0 0,-5 23 143 0 0,0 9 11 0 0,6-25-119 0 0,-1 1 0 0 0,-1 0 0 0 0,0-1 1 0 0,0 0-1 0 0,-1 1 0 0 0,-9 16 0 0 0,-5 2 18 0 0,11-18 2 0 0,-1 0-1 0 0,2 0 0 0 0,-10 24 0 0 0,12-23-14 0 0,1-2-18 0 0,0 0 1 0 0,-1 0 0 0 0,0-1 0 0 0,-8 15 0 0 0,11-24-24 0 0,0 0 0 0 0,1 0 1 0 0,-1 0-1 0 0,0 0 0 0 0,1 0 1 0 0,-1 1-1 0 0,1-1 0 0 0,-1 0 1 0 0,1 0-1 0 0,0 1 0 0 0,-1-1 1 0 0,1 0-1 0 0,0 1 0 0 0,0-1 1 0 0,0 0-1 0 0,0 1 0 0 0,1 1 1 0 0,-1-2-18 0 0,0-1 0 0 0,1 1 0 0 0,-1 0 0 0 0,0-1 0 0 0,1 1 0 0 0,-1-1 0 0 0,1 1 0 0 0,-1-1 0 0 0,1 1 0 0 0,0-1 0 0 0,-1 1 0 0 0,1-1 0 0 0,-1 0 0 0 0,1 1 0 0 0,0-1 0 0 0,-1 0 0 0 0,1 0 0 0 0,0 1-1 0 0,0-1 1 0 0,-1 0 0 0 0,1 0 0 0 0,0 0 0 0 0,0 0 0 0 0,4 1-194 0 0,1-1 0 0 0,-1-1 0 0 0,1 1 0 0 0,-1-1 0 0 0,0 0 0 0 0,0 0 0 0 0,10-4 0 0 0,3-2-1111 0 0,0-1 1 0 0,0-1-1 0 0,-1 0 0 0 0,28-21 1 0 0,15-24-3891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07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331 122 1841 0 0,'-102'45'6785'0'0,"-6"1"-3472"0"0,104-44-3247 0 0,0-1 27 0 0,0 1 1 0 0,0-1-1 0 0,0 1 1 0 0,0 0-1 0 0,1 1 0 0 0,-1-1 1 0 0,1 1-1 0 0,-1-1 1 0 0,1 1-1 0 0,0 0 0 0 0,0 0 1 0 0,0 0-1 0 0,1 1 1 0 0,-1-1-1 0 0,-3 6 1 0 0,-16 13 622 0 0,17-18-640 0 0,1 0 0 0 0,0-1 0 0 0,0 1 0 0 0,0 0 0 0 0,0 1 0 0 0,-3 5 0 0 0,6-8-67 0 0,0 0-1 0 0,0-1 1 0 0,1 1-1 0 0,-1 0 0 0 0,1-1 1 0 0,-1 1-1 0 0,1 0 1 0 0,0 0-1 0 0,0-1 0 0 0,0 1 1 0 0,0 0-1 0 0,0 0 1 0 0,0 0-1 0 0,0-1 0 0 0,0 1 1 0 0,1 0-1 0 0,-1 0 1 0 0,1-1-1 0 0,-1 1 0 0 0,1 0 1 0 0,0-1-1 0 0,0 1 1 0 0,0-1-1 0 0,0 1 0 0 0,1 1 1 0 0,3 2 4 0 0,0-1-1 0 0,0 0 1 0 0,0 0 0 0 0,1 0 0 0 0,-1-1-1 0 0,1 0 1 0 0,0 0 0 0 0,0-1 0 0 0,0 1-1 0 0,11 2 1 0 0,-3-1 7 0 0,8 3-30 0 0,0-1-1 0 0,1-1 1 0 0,-1-1-1 0 0,1-1 1 0 0,0-1 0 0 0,1-1-1 0 0,-1-1 1 0 0,26-4 0 0 0,-40 4 1 0 0,0-1 1 0 0,0 0 0 0 0,-1-1 0 0 0,1 0 0 0 0,0 0-1 0 0,-1-1 1 0 0,1 0 0 0 0,-1 0 0 0 0,0-1-1 0 0,0-1 1 0 0,-1 1 0 0 0,1-1 0 0 0,-1 0 0 0 0,0-1-1 0 0,0 1 1 0 0,-1-1 0 0 0,12-14 0 0 0,-14 14 1 0 0,1-1 0 0 0,-2-1 0 0 0,1 1 0 0 0,-1-1 0 0 0,0 1 0 0 0,0-1 0 0 0,-1 0 0 0 0,0 0 0 0 0,0 0 0 0 0,-1-1 0 0 0,0 1 0 0 0,0 0 0 0 0,-1 0 0 0 0,0-1 0 0 0,-1 1 0 0 0,0 0 0 0 0,0 0 0 0 0,-4-12 0 0 0,3 12-22 0 0,-1 1-1 0 0,0 0 0 0 0,0 0 0 0 0,-1 0 0 0 0,1 0 0 0 0,-2 1 1 0 0,1-1-1 0 0,-1 1 0 0 0,0 0 0 0 0,0 0 0 0 0,0 1 0 0 0,-10-8 1 0 0,-7-3-776 0 0,0 0 1 0 0,-29-14-1 0 0,12 7-1756 0 0,38 23 2376 0 0,1 0 0 0 0,-1-1 1 0 0,1 1-1 0 0,-1 0 0 0 0,0-1 0 0 0,1 1 1 0 0,-1 0-1 0 0,1-1 0 0 0,-1 1 0 0 0,1-1 0 0 0,-1 1 1 0 0,1-1-1 0 0,0 1 0 0 0,-1-1 0 0 0,1 0 1 0 0,0 1-1 0 0,-1-1 0 0 0,1 1 0 0 0,0-1 0 0 0,0 0 1 0 0,-1 1-1 0 0,1-1 0 0 0,0 0 0 0 0,0 1 1 0 0,0-1-1 0 0,0-1 0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09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12 4482 0 0,'-56'-6'4896'0'0,"21"1"-4483"0"0,16 4-187 0 0,33 1 108 0 0,-9 0 120 0 0,0 1 26 0 0,16 3-13 0 0,-16-3 680 0 0,-5 0-1125 0 0,1 0 0 0 0,-1 0 0 0 0,1 0 0 0 0,0-1 0 0 0,-1 1 0 0 0,1 0 0 0 0,0-1 0 0 0,0 1 0 0 0,-1 0 0 0 0,1-1 0 0 0,0 1 0 0 0,0-1 0 0 0,0 1 0 0 0,0-1 0 0 0,0 0 0 0 0,0 1 0 0 0,0-1 0 0 0,0 0 0 0 0,0 1 0 0 0,0-1 0 0 0,1 0 0 0 0,31 6 29 0 0,-25-5 28 0 0,85 12-333 0 0,0-4 0 0 0,126-6 0 0 0,-202-3-11 0 0,-14 0 253 0 0,68-3-3309 0 0,-65 3 2763 0 0,-1-1 0 0 0,1 1 0 0 0,-1-2 0 0 0,1 1 0 0 0,-1 0 0 0 0,0-1 0 0 0,0 0 0 0 0,1 0 0 0 0,-1-1 0 0 0,7-5 0 0 0,-6-5-1817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10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397 1 80 0 0,'0'0'3335'0'0,"0"0"-3270"0"0,0 0-1 0 0,1 0 1 0 0,-1 1 0 0 0,0-1 0 0 0,0 0 0 0 0,0 0-1 0 0,0 0 1 0 0,0 0 0 0 0,0 1 0 0 0,0-1 0 0 0,0 0-1 0 0,0 0 1 0 0,0 0 0 0 0,0 0 0 0 0,0 1 0 0 0,0-1-1 0 0,0 0 1 0 0,0 0 0 0 0,0 0 0 0 0,0 1 0 0 0,0-1-1 0 0,0 0 1 0 0,0 0 0 0 0,0 0 0 0 0,0 1-1 0 0,0-1 1 0 0,0 0 0 0 0,0 0 0 0 0,0 0 0 0 0,0 0-1 0 0,0 1 1 0 0,0-1 0 0 0,-1 0 0 0 0,1 0 0 0 0,0 0-1 0 0,0 0 1 0 0,0 0 0 0 0,0 1 0 0 0,0-1 0 0 0,-1 0-1 0 0,1 0 1 0 0,0 0 0 0 0,0 0 0 0 0,0 0 0 0 0,0 0-1 0 0,-1 0 1 0 0,1 0 0 0 0,0 0 0 0 0,0 0-1 0 0,0 0 1 0 0,-1 0 0 0 0,1 0 0 0 0,0 0 0 0 0,0 0-1 0 0,0 0 1 0 0,-1 0 0 0 0,1 0 0 0 0,0 0 0 0 0,0 0-1 0 0,0 0 1 0 0,0 0 0 0 0,-1 0 0 0 0,-106 22 2283 0 0,-53 14-601 0 0,128-17-1524 0 0,4-1-99 0 0,22-15-85 0 0,1 0 1 0 0,-1 0-1 0 0,1 1 1 0 0,-1 0-1 0 0,1 0 1 0 0,1 1-1 0 0,-9 8 1 0 0,12-12-31 0 0,-1 1 1 0 0,1 0 0 0 0,0-1-1 0 0,-1 1 1 0 0,1 0 0 0 0,0-1 0 0 0,0 1-1 0 0,0 0 1 0 0,1 0 0 0 0,-1 0 0 0 0,0 0-1 0 0,1 0 1 0 0,-1 0 0 0 0,1 0-1 0 0,0 0 1 0 0,-1 0 0 0 0,1 0 0 0 0,0 0-1 0 0,0 0 1 0 0,1 0 0 0 0,-1 0 0 0 0,0 1-1 0 0,1-1 1 0 0,-1 0 0 0 0,1 0-1 0 0,0-1 1 0 0,-1 1 0 0 0,1 0 0 0 0,0 0-1 0 0,0 0 1 0 0,2 2 0 0 0,1 1 23 0 0,1 0 0 0 0,0 0 0 0 0,1-1 0 0 0,-1 1 0 0 0,1-1 0 0 0,0-1 0 0 0,0 1 0 0 0,0-1 0 0 0,8 4 0 0 0,65 19 123 0 0,-45-16-95 0 0,-25-8-66 0 0,-1 0 1 0 0,1 0-1 0 0,0-1 1 0 0,0 0-1 0 0,0-1 1 0 0,0 0 0 0 0,1 0-1 0 0,-1-1 1 0 0,0 0-1 0 0,-1-1 1 0 0,1 0-1 0 0,0 0 1 0 0,0-1-1 0 0,12-6 1 0 0,-21 9 5 0 0,1-1 0 0 0,-1 1 0 0 0,1-1 0 0 0,-1 1-1 0 0,1-1 1 0 0,-1 1 0 0 0,1-1 0 0 0,-1 1 0 0 0,0-1 0 0 0,1 1 0 0 0,-1-1 0 0 0,0 0 0 0 0,0 1-1 0 0,1-1 1 0 0,-1 1 0 0 0,0-1 0 0 0,0 0 0 0 0,0 1 0 0 0,0-1 0 0 0,0 0 0 0 0,0 1 0 0 0,0-1-1 0 0,0 0 1 0 0,0 1 0 0 0,0-1 0 0 0,0 0 0 0 0,0 1 0 0 0,0-1 0 0 0,-1 0 0 0 0,1 1 0 0 0,0-1-1 0 0,0 0 1 0 0,-1 1 0 0 0,1-1 0 0 0,0 1 0 0 0,-1-1 0 0 0,1 1 0 0 0,-1-1 0 0 0,1 1 0 0 0,-1-1-1 0 0,1 1 1 0 0,-1-1 0 0 0,1 1 0 0 0,-2-1 0 0 0,-16-17 39 0 0,9 8-84 0 0,0 1 1 0 0,0 0-1 0 0,-1 0 0 0 0,0 1 1 0 0,0 0-1 0 0,-1 1 0 0 0,0 0 1 0 0,0 1-1 0 0,-1 0 0 0 0,-12-4 1 0 0,22 10-68 0 0,1-1 0 0 0,-1 1 0 0 0,1-1 0 0 0,0 1 0 0 0,-1-1 1 0 0,1 0-1 0 0,-1 1 0 0 0,1-1 0 0 0,0 0 0 0 0,0 0 0 0 0,0 0 0 0 0,-1 0 0 0 0,1 0 0 0 0,0 0 1 0 0,0 0-1 0 0,0-1 0 0 0,0 1 0 0 0,1 0 0 0 0,-1 0 0 0 0,0-1 0 0 0,1 1 0 0 0,-1-1 1 0 0,0-2-1 0 0,1 3-81 0 0,1-1 0 0 0,-1 1 0 0 0,1-1 0 0 0,-1 1-1 0 0,1 0 1 0 0,0-1 0 0 0,0 1 0 0 0,0 0 0 0 0,0 0 0 0 0,0 0 0 0 0,0-1 0 0 0,0 1 0 0 0,0 0 0 0 0,0 0 0 0 0,0 0 0 0 0,1 1 0 0 0,-1-1 0 0 0,0 0 0 0 0,1 0 0 0 0,-1 1 0 0 0,1-1 0 0 0,-1 1 0 0 0,3-1 0 0 0,31-11-2383 0 0,20-2 334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10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0 1761 0 0,'-118'7'6999'0'0,"-11"0"-3540"0"0,128-7-3387 0 0,0 0-47 0 0,0 1 0 0 0,0-1 0 0 0,0 0-1 0 0,0 0 1 0 0,0 0 0 0 0,0 0 0 0 0,0 0-1 0 0,0 0 1 0 0,0 0 0 0 0,0 0 0 0 0,0-1 0 0 0,0 1-1 0 0,0 0 1 0 0,0 0 0 0 0,0-1 0 0 0,0 1-1 0 0,0-1 1 0 0,0 1 0 0 0,1-1 0 0 0,-1 1 0 0 0,0-1-1 0 0,0 1 1 0 0,-1-2 0 0 0,2 0 682 0 0,96 10-294 0 0,34-9-376 0 0,3-2-382 0 0,226 26 0 0 0,-346-21 509 0 0,-13-1-338 0 0,1-1-1 0 0,-1 0 1 0 0,0 1-1 0 0,1-1 1 0 0,-1 0 0 0 0,1 0-1 0 0,-1 0 1 0 0,0 1 0 0 0,1-1-1 0 0,-1 0 1 0 0,1 0-1 0 0,-1 0 1 0 0,1 0 0 0 0,-1 0-1 0 0,0 1 1 0 0,1-1-1 0 0,-1 0 1 0 0,1 0 0 0 0,-1 0-1 0 0,1 0 1 0 0,-1-1-1 0 0,1 1 1 0 0,-1 0 0 0 0,0 0-1 0 0,1 0 1 0 0,-1 0 0 0 0,1 0-1 0 0,-1 0 1 0 0,1-1-1 0 0,-1 1 1 0 0,0 0 0 0 0,1 0-1 0 0,-1-1 1 0 0,0 1-1 0 0,1 0 1 0 0,-1-1 0 0 0,0 1-1 0 0,1 0 1 0 0,-1-1 0 0 0,0 1-1 0 0,0 0 1 0 0,1-1-1 0 0,-1 1 1 0 0,0-1 0 0 0,0 1-1 0 0,0 0 1 0 0,1-1-1 0 0,-1 1 1 0 0,0-1 0 0 0,0 1-1 0 0,0-1 1 0 0,0 1-1 0 0,0-1 1 0 0,0 1 0 0 0,0 0-1 0 0,0-1 1 0 0,0 1 0 0 0,0-1-1 0 0,0-5-2333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11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1121 0 0,'30'0'2080'0'0,"-60"0"-79"0"0,30 6 1201 0 0,-30-1-2162 0 0,30 3-239 0 0,0 11-161 0 0,0 6 80 0 0,0 25-79 0 0,30 8-321 0 0,0-1-240 0 0,-30-12 0 0 0,60-7 80 0 0,-30-13-480 0 0,31-6-1761 0 0,-31-38-2801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12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212 177 1601 0 0,'-5'-1'648'0'0,"-46"-15"3961"0"0,49 16-4472 0 0,0-1-1 0 0,0 1 0 0 0,0-1 1 0 0,0 0-1 0 0,0 0 0 0 0,1 1 1 0 0,-1-1-1 0 0,0-1 0 0 0,0 1 1 0 0,1 0-1 0 0,-1 0 0 0 0,1-1 1 0 0,-1 1-1 0 0,1 0 0 0 0,0-1 1 0 0,0 0-1 0 0,-1 1 0 0 0,1-1 1 0 0,0 0-1 0 0,0 1 0 0 0,-1-5 1 0 0,2 5-102 0 0,0 0 1 0 0,0 0-1 0 0,0-1 1 0 0,0 1-1 0 0,0 0 1 0 0,-1 0-1 0 0,1-1 1 0 0,-1 1 0 0 0,1 0-1 0 0,-1 0 1 0 0,1 0-1 0 0,-1 0 1 0 0,1-1-1 0 0,-1 1 1 0 0,0 0-1 0 0,0 0 1 0 0,1 0-1 0 0,-1 0 1 0 0,0 1-1 0 0,0-1 1 0 0,0 0-1 0 0,0 0 1 0 0,-2 0-1 0 0,2 0-18 0 0,0 0-1 0 0,0 0 0 0 0,0 1 0 0 0,0-1 0 0 0,0 0 0 0 0,0 0 1 0 0,0 0-1 0 0,0 0 0 0 0,1 0 0 0 0,-1 0 0 0 0,0-1 0 0 0,0 1 1 0 0,1 0-1 0 0,-1 0 0 0 0,1 0 0 0 0,-1-1 0 0 0,1 1 0 0 0,0 0 1 0 0,-1-1-1 0 0,1 1 0 0 0,0 0 0 0 0,0-1 0 0 0,0-1 0 0 0,0-58 310 0 0,0 48 13 0 0,0 42-163 0 0,0-19-169 0 0,1-6 55 0 0,-1-1-1 0 0,1 1 1 0 0,-1-1 0 0 0,0 0-1 0 0,0 1 1 0 0,-1-1 0 0 0,1 1-1 0 0,-1-1 1 0 0,0 1 0 0 0,0-1-1 0 0,-2 6 1 0 0,-6-1 75 0 0,8-7-126 0 0,-1 0-1 0 0,1 0 0 0 0,0 0 0 0 0,0 0 1 0 0,0 0-1 0 0,0 0 0 0 0,0 0 0 0 0,0 1 1 0 0,0-1-1 0 0,0 0 0 0 0,1 0 1 0 0,-1 1-1 0 0,0-1 0 0 0,1 1 0 0 0,-1-1 1 0 0,1 0-1 0 0,0 1 0 0 0,-1-1 0 0 0,1 1 1 0 0,0-1-1 0 0,0 1 0 0 0,0 1 0 0 0,0-2-4 0 0,-1-1-1 0 0,1 1 1 0 0,0-1 0 0 0,0 1-1 0 0,0-1 1 0 0,-1 1-1 0 0,1-1 1 0 0,0 0-1 0 0,-1 1 1 0 0,1-1 0 0 0,0 0-1 0 0,-1 1 1 0 0,1-1-1 0 0,-1 0 1 0 0,1 1-1 0 0,0-1 1 0 0,-1 0 0 0 0,1 1-1 0 0,-1-1 1 0 0,1 0-1 0 0,-1 0 1 0 0,1 0-1 0 0,-1 0 1 0 0,1 1 0 0 0,-1-1-1 0 0,1 0 1 0 0,-1 0-1 0 0,1 0 1 0 0,-1 0-1 0 0,1 0 1 0 0,-1 0 0 0 0,0 0-1 0 0,0-1 1 0 0,1 1 0 0 0,-1 0 0 0 0,1 0-1 0 0,-1 0 1 0 0,0 0 0 0 0,1 0 0 0 0,-1 0 0 0 0,1 1-1 0 0,-1-1 1 0 0,0 0 0 0 0,1 0 0 0 0,-1 0 0 0 0,1 1-1 0 0,-1-1 1 0 0,1 0 0 0 0,-1 0 0 0 0,0 1 0 0 0,1-1-1 0 0,0 0 1 0 0,-1 1 0 0 0,1-1 0 0 0,-1 1 0 0 0,1-1-1 0 0,-1 1 1 0 0,1-1 0 0 0,0 1 0 0 0,-1-1 0 0 0,1 1-1 0 0,0-1 1 0 0,0 1 0 0 0,-1-1 0 0 0,1 1 0 0 0,0 0-1 0 0,0 0 1 0 0,0 0-1 0 0,0 0 1 0 0,-1-1-1 0 0,1 1 0 0 0,0 0 0 0 0,0 0 1 0 0,0 0-1 0 0,-1 0 0 0 0,1 0 0 0 0,0-1 1 0 0,-1 1-1 0 0,1 0 0 0 0,-1 0 0 0 0,1-1 1 0 0,-1 1-1 0 0,1 0 0 0 0,-1-1 0 0 0,1 1 0 0 0,-1 0 1 0 0,0-1-1 0 0,1 1 0 0 0,-1-1 0 0 0,0 1 1 0 0,0-1-1 0 0,1 1 0 0 0,-1-1 0 0 0,0 0 1 0 0,0 1-1 0 0,0-1 0 0 0,0 0 0 0 0,-1 1 1 0 0,1-1-4 0 0,1 0 1 0 0,-1 0 0 0 0,1 0-1 0 0,-1 0 1 0 0,0 0 0 0 0,1 1-1 0 0,-1-1 1 0 0,1 0 0 0 0,-1 0-1 0 0,1 1 1 0 0,-1-1 0 0 0,1 0-1 0 0,-1 1 1 0 0,1-1 0 0 0,-1 0-1 0 0,1 1 1 0 0,0-1 0 0 0,-1 1-1 0 0,1-1 1 0 0,0 1 0 0 0,-1-1 0 0 0,1 1-1 0 0,0-1 1 0 0,-1 1 0 0 0,1-1-1 0 0,0 1 1 0 0,0-1 0 0 0,-1 2-1 0 0,6 4 65 0 0,3-2-58 0 0,0-1 1 0 0,0 0-1 0 0,1-1 0 0 0,-1 0 0 0 0,0 0 1 0 0,1-1-1 0 0,-1 1 0 0 0,16-2 1 0 0,2 1-1 0 0,-16 1-9 0 0,41 1 0 0 0,15-8-63 0 0,-62 4 62 0 0,0-1-1 0 0,0 1 1 0 0,0 0 0 0 0,0-1-1 0 0,0 0 1 0 0,0 0-1 0 0,-1 0 1 0 0,1 0 0 0 0,-1-1-1 0 0,1 1 1 0 0,3-5-1 0 0,-5 4 3 0 0,-1 0 0 0 0,0 0 0 0 0,0 0-1 0 0,-1 0 1 0 0,1 0 0 0 0,-1 0-1 0 0,1-1 1 0 0,-1 1 0 0 0,0 0 0 0 0,0 0-1 0 0,0 0 1 0 0,-1-1 0 0 0,1 1 0 0 0,-1 0-1 0 0,1 0 1 0 0,-1 0 0 0 0,-3-6 0 0 0,-16 1 52 0 0,15 3-53 0 0,5 9 11 0 0,0-1 0 0 0,1 0 1 0 0,-1 1-1 0 0,1-1 0 0 0,0 0 0 0 0,0 0 0 0 0,0 1 0 0 0,0-1 1 0 0,0 0-1 0 0,1 0 0 0 0,2 4 0 0 0,8 23 108 0 0,-7 7 5 0 0,-2 1-1 0 0,-1-1 0 0 0,-5 51 0 0 0,1-9 11 0 0,3-59-125 0 0,0-15-31 0 0,-1-1 0 0 0,0 1 0 0 0,0-1 0 0 0,0 0-1 0 0,-1 1 1 0 0,1-1 0 0 0,-2 6 0 0 0,1-9-49 0 0,1 0 1 0 0,-1 0 0 0 0,0 0 0 0 0,1 0-1 0 0,-1 0 1 0 0,0 0 0 0 0,0 0-1 0 0,0 0 1 0 0,0 0 0 0 0,0 0 0 0 0,0-1-1 0 0,0 1 1 0 0,0 0 0 0 0,0-1-1 0 0,0 1 1 0 0,0-1 0 0 0,0 1-1 0 0,0-1 1 0 0,-1 1 0 0 0,1-1 0 0 0,0 0-1 0 0,0 0 1 0 0,0 1 0 0 0,-1-1-1 0 0,1 0 1 0 0,0 0 0 0 0,0 0 0 0 0,-1-1-1 0 0,1 1 1 0 0,-2 0 0 0 0,-52-14-4386 0 0,-6-13-2734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27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1681 0 0,'0'0'2454'0'0,"-5"0"-186"0"0,-15 0-401 0 0,15 0-359 0 0,5 0-1442 0 0,0 0 1 0 0,0 1-1 0 0,-1-1 0 0 0,1 0 1 0 0,0 1-1 0 0,0-1 0 0 0,0 1 1 0 0,0-1-1 0 0,0 0 0 0 0,0 1 1 0 0,0-1-1 0 0,0 1 0 0 0,0-1 1 0 0,0 0-1 0 0,0 1 0 0 0,0-1 1 0 0,0 1-1 0 0,0-1 1 0 0,0 0-1 0 0,0 1 0 0 0,1-1 1 0 0,-1 1-1 0 0,0-1 0 0 0,0 0 1 0 0,0 1-1 0 0,1-1 0 0 0,-1 0 1 0 0,0 1-1 0 0,1-1 0 0 0,-1 0 1 0 0,0 1-1 0 0,0-1 1 0 0,1 0-1 0 0,-1 0 0 0 0,0 0 1 0 0,1 1-1 0 0,-1-1 0 0 0,1 0 1 0 0,3 4 2 0 0,49 40 570 0 0,61 38 0 0 0,-74-57-592 0 0,-22-13-45 0 0,1-1-1 0 0,0 0 1 0 0,41 15-1 0 0,-48-21-159 0 0,-1 0 0 0 0,1 1 0 0 0,-1 0 0 0 0,-1 1 0 0 0,1 0-1 0 0,-1 1 1 0 0,17 17 0 0 0,20 14-1138 0 0,8 3-1345 0 0,-19-7-2081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27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0 313 80 0 0,'30'-19'2161'0'0,"-30"-8"320"0"0,30-11 0 0 0,1 1-480 0 0,-1-1-640 0 0,30-14 79 0 0,61 8-159 0 0,-30 13-721 0 0,-1 12-560 0 0,1 11-1360 0 0,-1 8-2802 0 0,-29 0-800 0 0,-37 0 2080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27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252 167 1601 0 0,'-7'-9'926'0'0,"0"0"-1"0"0,1-1 1 0 0,1 1 0 0 0,-1-1 0 0 0,-4-14 0 0 0,-5-6 1016 0 0,14 26-1688 0 0,0 0 1 0 0,0 1 0 0 0,0-1 0 0 0,0 0 0 0 0,0 0 0 0 0,1 0-1 0 0,0 0 1 0 0,-1 1 0 0 0,2-1 0 0 0,0-7 0 0 0,-1-5 623 0 0,4 20-823 0 0,-1 0 0 0 0,0 1 0 0 0,0 0 0 0 0,-1-1-1 0 0,1 1 1 0 0,-1 0 0 0 0,0 0 0 0 0,1 6 0 0 0,0 1-66 0 0,-1 0 0 0 0,0 0 1 0 0,-1 0-1 0 0,-1 0 0 0 0,0 0 1 0 0,0 0-1 0 0,-1 0 0 0 0,-1 0 1 0 0,0 0-1 0 0,-1 0 0 0 0,0-1 1 0 0,0 1-1 0 0,-1-1 0 0 0,-1 0 1 0 0,0 0-1 0 0,-1 0 0 0 0,0 0 1 0 0,0-1-1 0 0,-11 12 0 0 0,-7 9-112 0 0,1 0 0 0 0,2 2-1 0 0,-31 61 1 0 0,32-61-303 0 0,-1 1-214 0 0,22-27 32 0 0,13-11-319 0 0,12-21-1261 0 0,4-16-1667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28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627 141 160 0 0,'-202'69'7972'0'0,"-74"34"-3632"0"0,257-92-4322 0 0,1 0-1 0 0,0 1 0 0 0,1 1 0 0 0,0 1 0 0 0,2 1 0 0 0,-22 23 0 0 0,36-38-16 0 0,1 1-1 0 0,-1 0 0 0 0,1-1 1 0 0,-1 1-1 0 0,1-1 0 0 0,-1 1 1 0 0,1 0-1 0 0,-1 0 0 0 0,1-1 1 0 0,-1 1-1 0 0,1 0 0 0 0,0 0 1 0 0,0 0-1 0 0,-1-1 0 0 0,1 1 1 0 0,0 0-1 0 0,0 0 0 0 0,0 0 1 0 0,0 0-1 0 0,0-1 0 0 0,0 1 1 0 0,0 0-1 0 0,0 0 0 0 0,0 0 0 0 0,0 0 1 0 0,1 0-1 0 0,-1-1 0 0 0,0 1 1 0 0,1 0-1 0 0,-1 0 0 0 0,0-1 1 0 0,1 1-1 0 0,-1 0 0 0 0,1 0 1 0 0,-1-1-1 0 0,1 1 0 0 0,-1 0 1 0 0,1-1-1 0 0,0 1 0 0 0,-1-1 1 0 0,1 1-1 0 0,0-1 0 0 0,-1 1 1 0 0,2 0-1 0 0,37 14 98 0 0,-36-14-91 0 0,15 3 6 0 0,-1-1-1 0 0,1 0 1 0 0,-1-2-1 0 0,1 0 1 0 0,0-1-1 0 0,-1 0 1 0 0,25-5-1 0 0,-21 3-5 0 0,53-6 56 0 0,0-3 0 0 0,-1-3 0 0 0,0-4 0 0 0,-1-3 0 0 0,-2-3 0 0 0,77-37-1 0 0,-134 55 67 0 0,0-2-1 0 0,-1 1 1 0 0,0-2-1 0 0,-1 1 1 0 0,0-2-1 0 0,19-19 1 0 0,-27 26-106 0 0,-1 0 0 0 0,1 0 0 0 0,-1-1 0 0 0,1 1 0 0 0,-1-1 0 0 0,0 1 0 0 0,0-1 0 0 0,0 0 0 0 0,-1 0 0 0 0,1 0 0 0 0,-1 0 0 0 0,0 0 0 0 0,0 0 0 0 0,-1 0 0 0 0,1-1 0 0 0,-1 1 0 0 0,0 0 0 0 0,0 0 0 0 0,0 0 0 0 0,-1-1 0 0 0,1 1 0 0 0,-1 0 0 0 0,0 0 0 0 0,0 0 0 0 0,-1 0 0 0 0,-2-6 0 0 0,-2 1-98 0 0,0 1 0 0 0,-1 1 0 0 0,0-1 0 0 0,0 1 0 0 0,0 0 0 0 0,-1 1 0 0 0,0 0 1 0 0,-1 0-1 0 0,1 1 0 0 0,-1 0 0 0 0,0 0 0 0 0,0 1 0 0 0,-1 0 0 0 0,1 1 0 0 0,-13-4 0 0 0,-13-2-1580 0 0,0 1 1 0 0,-65-7-1 0 0,4 8-4721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28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 3121 0 0,'-60'8'3042'0'0,"30"-3"-481"0"0,-1 1-640 0 0,1 8-561 0 0,30-9-559 0 0,30 15-241 0 0,31-7-240 0 0,90 6-80 0 0,0-7-240 0 0,-31-12-720 0 0,1-12-1841 0 0,-60-1-2161 0 0,-7 7 1360 0 0,-54-2 1041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29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449 146 1361 0 0,'-41'-58'5284'0'0,"26"34"-3378"0"0,14 23-1782 0 0,0-1 1 0 0,0 1 0 0 0,0 0 0 0 0,0-1 0 0 0,0 1 0 0 0,0 0 0 0 0,1-1 0 0 0,-1 1 0 0 0,1-1-1 0 0,-1 1 1 0 0,1-1 0 0 0,-1 0 0 0 0,1 1 0 0 0,0-1 0 0 0,-1 0 0 0 0,1 1 0 0 0,0-1-1 0 0,0 1 1 0 0,0-1 0 0 0,1 0 0 0 0,-1 1 0 0 0,0-1 0 0 0,1 0 0 0 0,-1 1 0 0 0,1-3 0 0 0,1 3-62 0 0,-1-1 0 0 0,1 1 0 0 0,0-1 0 0 0,-1 1 0 0 0,1-1 0 0 0,0 1 0 0 0,0 0 0 0 0,0 0 0 0 0,0 0 0 0 0,0 0 0 0 0,0 0 0 0 0,0 0 0 0 0,0 1 0 0 0,0-1 0 0 0,5 0 0 0 0,4-1-65 0 0,0 1 0 0 0,0 1 0 0 0,0 0 0 0 0,0 0 0 0 0,0 1 0 0 0,12 2 1 0 0,12 4-54 0 0,-24-6 47 0 0,1 1 0 0 0,-1 1 0 0 0,0-1 0 0 0,0 2 1 0 0,-1-1-1 0 0,1 2 0 0 0,-1-1 0 0 0,1 2 0 0 0,12 8 0 0 0,2-4 56 0 0,-24-10-44 0 0,0 0-1 0 0,1 1 1 0 0,-1-1-1 0 0,0 0 1 0 0,1 0-1 0 0,-1 1 1 0 0,0-1-1 0 0,1 1 1 0 0,-1-1-1 0 0,0 1 1 0 0,0 0-1 0 0,0-1 1 0 0,1 1-1 0 0,-1 0 0 0 0,0 0 1 0 0,0 0-1 0 0,0 0 1 0 0,0 0-1 0 0,0 0 1 0 0,-1 0-1 0 0,1 0 1 0 0,0 0-1 0 0,0 0 1 0 0,-1 1-1 0 0,1-1 1 0 0,-1 0-1 0 0,1 0 1 0 0,-1 1-1 0 0,1-1 1 0 0,-1 0-1 0 0,0 1 1 0 0,0-1-1 0 0,0 1 1 0 0,0-1-1 0 0,0 3 1 0 0,0 4 38 0 0,0 1 1 0 0,-1-1 0 0 0,0 1 0 0 0,-1-1 0 0 0,0 0 0 0 0,0 1 0 0 0,-1-1-1 0 0,0 0 1 0 0,0-1 0 0 0,-9 16 0 0 0,1-7 11 0 0,-1 0 0 0 0,-1 0 0 0 0,-16 14 0 0 0,-23 28 59 0 0,33-33-26 0 0,11-14-44 0 0,0 0 0 0 0,-1-1 0 0 0,0 0-1 0 0,0 0 1 0 0,-1-1 0 0 0,-18 13 0 0 0,6-9 21 0 0,0 0 1 0 0,0-1 0 0 0,-1-1 0 0 0,0-1-1 0 0,-1-1 1 0 0,-1-2 0 0 0,-27 6 0 0 0,39-10-48 0 0,0-1 0 0 0,-1 0 0 0 0,0-1 0 0 0,1-1 0 0 0,-1 0 0 0 0,0-1 0 0 0,1 0 0 0 0,-1-1 0 0 0,1-1 0 0 0,-1 0 0 0 0,1 0 0 0 0,0-2 0 0 0,0 0 0 0 0,-23-12 0 0 0,33 15-17 0 0,1 1 0 0 0,-1-1 0 0 0,1 0 0 0 0,0 0 0 0 0,-1 0 0 0 0,1 0 0 0 0,0 0 0 0 0,0-1 0 0 0,0 1 0 0 0,0-1 0 0 0,1 1 0 0 0,-1-1 0 0 0,1 0 0 0 0,0 1 0 0 0,-1-1 0 0 0,1 0 0 0 0,0 0 0 0 0,1 0 0 0 0,-1 0 0 0 0,0 0 0 0 0,1 0 0 0 0,0 0 0 0 0,0 0 0 0 0,0 0 0 0 0,0 0 0 0 0,0 0 0 0 0,0 0 0 0 0,1 0 0 0 0,0 0 0 0 0,-1 0 0 0 0,1 0 0 0 0,0 0 0 0 0,1 0 0 0 0,-1 0 0 0 0,0 1 0 0 0,1-1 0 0 0,-1 0 0 0 0,1 1 0 0 0,0-1 0 0 0,0 1 0 0 0,0 0 0 0 0,0 0 0 0 0,1 0 0 0 0,-1 0 0 0 0,0 0 0 0 0,1 0 0 0 0,-1 0 0 0 0,1 1 0 0 0,0-1 0 0 0,0 1 0 0 0,-1 0 0 0 0,1 0 0 0 0,0 0 0 0 0,0 0 0 0 0,0 1 0 0 0,0-1 0 0 0,4 0 0 0 0,13 2-21 0 0,0 0 0 0 0,0 1 0 0 0,0 1 0 0 0,-1 1 0 0 0,0 1 0 0 0,37 14 0 0 0,-9-3-32 0 0,132 49-288 0 0,-140-49 28 0 0,-1 1 0 0 0,63 41 0 0 0,-40-14-539 0 0,-41-29-145 0 0,1-1 1 0 0,38 21-1 0 0,6-6-3832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29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1 3682 0 0,'-26'0'1647'0'0,"-15"-1"836"0"0,-1 2 1 0 0,-66 11-1 0 0,88-11-2349 0 0,45-6 1493 0 0,161 29-1440 0 0,167 16-5016 0 0,-337-38 3630 0 0,7 1-3885 0 0,-3-3 2509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30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14 2081 0 0,'-60'13'6323'0'0,"-61"-13"-3362"0"0,91-7-2240 0 0,60 7-561 0 0,0-6 0 0 0,31 6 0 0 0,-1 0 0 0 0,-6 0-80 0 0,67 6 0 0 0,0-6 0 0 0,60-12-240 0 0,-90 4-801 0 0,-1 8-1280 0 0,-60 8-2721 0 0,0-8 1280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34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85 640 0 0,'-39'-7'5982'0'0,"-22"1"-3111"0"0,-9-1-1586 0 0,70 7-1242 0 0,-1-1 0 0 0,1 1-1 0 0,0 0 1 0 0,0 0 0 0 0,-1 0 0 0 0,1 0-1 0 0,0 0 1 0 0,0 0 0 0 0,-1 0 0 0 0,1-1-1 0 0,0 1 1 0 0,0 0 0 0 0,-1 0-1 0 0,1 0 1 0 0,0-1 0 0 0,0 1 0 0 0,0 0-1 0 0,-1 0 1 0 0,1-1 0 0 0,0 1 0 0 0,0 0-1 0 0,0 0 1 0 0,0-1 0 0 0,0 1-1 0 0,-1 0 1 0 0,1 0 0 0 0,0-1 0 0 0,0 1-1 0 0,0 0 1 0 0,0-1 0 0 0,0 1 0 0 0,0 0-1 0 0,0-1 1 0 0,0 1 0 0 0,0 0-1 0 0,0 0 1 0 0,0-1 0 0 0,0 1 0 0 0,0 0-1 0 0,1-1 1 0 0,-1 1 0 0 0,0 0 0 0 0,0 0-1 0 0,0-1 1 0 0,0 1 0 0 0,0 0-1 0 0,1 0 1 0 0,-1-1 0 0 0,0 1 0 0 0,0 0-1 0 0,0 0 1 0 0,1 0 0 0 0,-1-1 0 0 0,0 1-1 0 0,0 0 1 0 0,1 0 0 0 0,-1 0-1 0 0,0 0 1 0 0,0 0 0 0 0,1-1 0 0 0,-1 1-1 0 0,0 0 1 0 0,1 0 0 0 0,67-14 215 0 0,-12 2 7 0 0,0 2 0 0 0,60-2 1 0 0,-82 10-280 0 0,0 2 1 0 0,0 1 0 0 0,0 2-1 0 0,0 1 1 0 0,57 15 0 0 0,-89-19 13 0 0,0 1-1 0 0,0-1 1 0 0,0 1 0 0 0,-1 0 0 0 0,1 0 0 0 0,0-1 0 0 0,-1 1 0 0 0,1 0 0 0 0,-1 0 0 0 0,1 1 0 0 0,-1-1 0 0 0,1 0 0 0 0,-1 0 0 0 0,0 1 0 0 0,0-1-1 0 0,0 0 1 0 0,0 1 0 0 0,0 0 0 0 0,0-1 0 0 0,0 1 0 0 0,0-1 0 0 0,0 1 0 0 0,-1 0 0 0 0,2 3 0 0 0,-2-2 0 0 0,0-1 1 0 0,-1 1-1 0 0,1 0 1 0 0,-1 0-1 0 0,1-1 1 0 0,-1 1-1 0 0,0 0 1 0 0,0-1-1 0 0,0 1 1 0 0,0-1-1 0 0,-1 1 1 0 0,1-1-1 0 0,-1 1 1 0 0,-2 2-1 0 0,-3 4 11 0 0,-1 0 0 0 0,-1 0-1 0 0,0-1 1 0 0,0 0-1 0 0,0-1 1 0 0,-13 8 0 0 0,3-6 18 0 0,-1-1 0 0 0,-1 0 0 0 0,1-2 0 0 0,-1 0 0 0 0,0-1 0 0 0,-1-2 0 0 0,1 0 1 0 0,-1-1-1 0 0,1-1 0 0 0,-43-4 0 0 0,56 2 3 0 0,0-1 1 0 0,0 0-1 0 0,0-1 1 0 0,-14-6-1 0 0,21 8-34 0 0,1 1-3 0 0,0 0 4 0 0,0 0 0 0 0,1 0 1 0 0,-1 0-1 0 0,0 0 0 0 0,0 0 0 0 0,0 0 0 0 0,1 0 0 0 0,-1 0 0 0 0,0 0 0 0 0,0 0 0 0 0,0 0 1 0 0,1-1-1 0 0,-1 1 0 0 0,0 0 0 0 0,0 0 0 0 0,0 0 0 0 0,1 0 0 0 0,-1 0 0 0 0,0-1 1 0 0,0 1-1 0 0,0 0 0 0 0,0 0 0 0 0,0 0 0 0 0,1-1 0 0 0,-1 1 0 0 0,0 0 0 0 0,0 0 0 0 0,0 0 1 0 0,0-1-1 0 0,0 1 0 0 0,0 0 0 0 0,0 0 0 0 0,0-1 0 0 0,0 1 0 0 0,0 0 0 0 0,0 0 0 0 0,0 0 1 0 0,0-1-1 0 0,0 1 0 0 0,0 0 0 0 0,0 0 0 0 0,0-1 0 0 0,0 1 0 0 0,0 0 0 0 0,0 0 0 0 0,0 0 1 0 0,0-1-1 0 0,-1 1 0 0 0,1 0 0 0 0,0 0 0 0 0,0 0 0 0 0,0-1 0 0 0,0 1 0 0 0,0 0 1 0 0,-1 0-1 0 0,1 0 0 0 0,0 0 0 0 0,0-1 0 0 0,0 1 0 0 0,-1 0 0 0 0,1 0 0 0 0,0 0 0 0 0,0 0 1 0 0,0 0-1 0 0,-1 0 0 0 0,1 0 0 0 0,0 0 0 0 0,0 0 0 0 0,-1 0 0 0 0,54-9-8 0 0,1 3 0 0 0,106 2 1 0 0,-122 7-33 0 0,0 1 1 0 0,0 1 0 0 0,38 12 0 0 0,-59-12-1 0 0,0 1-1 0 0,0 1 1 0 0,-1 0-1 0 0,0 2 1 0 0,0-1-1 0 0,-1 2 1 0 0,0 0-1 0 0,18 16 1 0 0,-32-25 38 0 0,0 0 0 0 0,0 0 0 0 0,0-1 0 0 0,0 1 0 0 0,0 0-1 0 0,0 0 1 0 0,0 0 0 0 0,0 1 0 0 0,0-1 0 0 0,0 0 0 0 0,0 0 0 0 0,-1 0 0 0 0,1 1 0 0 0,-1-1 0 0 0,1 0 0 0 0,-1 0 0 0 0,1 1 0 0 0,-1-1 0 0 0,0 0-1 0 0,0 1 1 0 0,1-1 0 0 0,-1 1 0 0 0,0-1 0 0 0,-1 3 0 0 0,1-3 7 0 0,-1 1 1 0 0,0-1-1 0 0,0 1 1 0 0,0-1-1 0 0,-1 1 0 0 0,1-1 1 0 0,0 0-1 0 0,0 0 1 0 0,-1 1-1 0 0,1-1 0 0 0,-1 0 1 0 0,1 0-1 0 0,-1 0 1 0 0,1 0-1 0 0,-1-1 0 0 0,-3 2 1 0 0,-13 4 51 0 0,-1 0 0 0 0,0-2-1 0 0,-22 3 1 0 0,32-5-50 0 0,-66 9 154 0 0,-117 3 0 0 0,149-14-210 0 0,1-2-1 0 0,-1-2 0 0 0,1-1 0 0 0,-54-15 0 0 0,94 20-53 0 0,1 0-1 0 0,-1 0 0 0 0,1-1 1 0 0,-1 1-1 0 0,1 0 0 0 0,0-1 0 0 0,-1 1 1 0 0,1-1-1 0 0,-1 1 0 0 0,1-1 1 0 0,0 0-1 0 0,-1 1 0 0 0,1-1 0 0 0,0 0 1 0 0,0 0-1 0 0,0 0 0 0 0,0 0 0 0 0,-1 0 1 0 0,1 0-1 0 0,1-1 0 0 0,-1 1 1 0 0,0 0-1 0 0,0 0 0 0 0,0-1 0 0 0,0-1 1 0 0,2 2-148 0 0,0-1-1 0 0,-1 1 1 0 0,1-1 0 0 0,0 1 0 0 0,1-1 0 0 0,-1 1 0 0 0,0 0-1 0 0,0-1 1 0 0,1 1 0 0 0,-1 0 0 0 0,0 0 0 0 0,1 0 0 0 0,-1 0-1 0 0,1 0 1 0 0,0 0 0 0 0,-1 0 0 0 0,1 1 0 0 0,-1-1-1 0 0,1 1 1 0 0,0-1 0 0 0,2 1 0 0 0,51-19-4190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35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649 66 720 0 0,'-70'-24'4429'0'0,"23"12"-2906"0"0,0 1-1 0 0,-59-5 1 0 0,89 15-1352 0 0,0 0-1 0 0,1 0 1 0 0,-1 2 0 0 0,0 0-1 0 0,1 1 1 0 0,-1 1 0 0 0,1 0 0 0 0,0 1-1 0 0,0 1 1 0 0,0 1 0 0 0,-16 7-1 0 0,17-5-119 0 0,0 1 0 0 0,1 1-1 0 0,0 0 1 0 0,1 1 0 0 0,0 0 0 0 0,0 1-1 0 0,1 0 1 0 0,1 1 0 0 0,-19 28-1 0 0,27-37-37 0 0,1 0-1 0 0,0 0 1 0 0,0 0-1 0 0,1 1 1 0 0,-1-1 0 0 0,1 0-1 0 0,0 1 1 0 0,0-1-1 0 0,1 1 1 0 0,-1-1-1 0 0,1 1 1 0 0,0-1-1 0 0,0 1 1 0 0,1-1-1 0 0,-1 1 1 0 0,1-1 0 0 0,0 1-1 0 0,0-1 1 0 0,1 0-1 0 0,-1 1 1 0 0,1-1-1 0 0,0 0 1 0 0,2 4-1 0 0,0-2-6 0 0,0 1-1 0 0,1-1 0 0 0,-1-1 1 0 0,1 1-1 0 0,1-1 1 0 0,-1 1-1 0 0,1-2 0 0 0,0 1 1 0 0,0-1-1 0 0,0 1 0 0 0,1-2 1 0 0,-1 1-1 0 0,1-1 0 0 0,0 0 1 0 0,10 3-1 0 0,29 4 100 0 0,0-2-1 0 0,0-2 1 0 0,0-2-1 0 0,1-2 1 0 0,69-6-1 0 0,-71-2 56 0 0,-1-1 0 0 0,0-2 0 0 0,55-19 0 0 0,-92 26-122 0 0,-1-1-1 0 0,1 0 1 0 0,0 0-1 0 0,-1-1 0 0 0,0 1 1 0 0,1-1-1 0 0,-2-1 1 0 0,1 1-1 0 0,0-1 0 0 0,-1 0 1 0 0,0 0-1 0 0,8-12 1 0 0,-11 15-31 0 0,-1 0-1 0 0,0-1 1 0 0,0 0 0 0 0,0 1 0 0 0,0-1 0 0 0,0 0 0 0 0,-1 1 0 0 0,1-1 0 0 0,-1 0 0 0 0,0 0-1 0 0,0 1 1 0 0,0-1 0 0 0,0 0 0 0 0,0 0 0 0 0,-1 0 0 0 0,1 1 0 0 0,-1-1 0 0 0,0 0-1 0 0,0 1 1 0 0,0-1 0 0 0,0 0 0 0 0,0 1 0 0 0,0-1 0 0 0,-1 1 0 0 0,1 0 0 0 0,-1 0 0 0 0,0-1-1 0 0,1 1 1 0 0,-1 0 0 0 0,0 0 0 0 0,0 0 0 0 0,-1 1 0 0 0,-3-4 0 0 0,-2-2-176 0 0,0 1 0 0 0,0-1 0 0 0,-1 1 0 0 0,0 1 0 0 0,0 0 0 0 0,0 0 0 0 0,-1 1 0 0 0,0 0 0 0 0,0 0 0 0 0,0 1 0 0 0,-16-2 0 0 0,-13-1-1585 0 0,-51 0 0 0 0,-36 8-3755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35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51 80 0 0,'-22'-8'1544'0'0,"-1"1"0"0"0,-38-6-1 0 0,46 10-905 0 0,-18-4 130 0 0,18 3-67 0 0,0 1 0 0 0,0 1 1 0 0,0 0-1 0 0,0 1 0 0 0,-28 1 1 0 0,49 0-618 0 0,0 0 0 0 0,0 0 0 0 0,0 1 0 0 0,0-1 0 0 0,0 2 0 0 0,0-1 0 0 0,0 0 0 0 0,7 4 1 0 0,37 8 91 0 0,84 17 249 0 0,365 67 845 0 0,226-30-186 0 0,-339-37-648 0 0,-335-25-548 0 0,42 3-182 0 0,-27-7-3088 0 0,-36-1-2101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38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116 178 2481 0 0,'-5'-11'4906'0'0,"-5"10"-3935"0"0,9 1-970 0 0,0 1 0 0 0,0-1-1 0 0,0 0 1 0 0,1 1 0 0 0,-1-1 0 0 0,0 1-1 0 0,0-1 1 0 0,1 1 0 0 0,-1-1-1 0 0,0 1 1 0 0,1-1 0 0 0,-1 1 0 0 0,0 0-1 0 0,1 0 1 0 0,-1-1 0 0 0,1 1 0 0 0,-1 0-1 0 0,1 0 1 0 0,0-1 0 0 0,-1 1 0 0 0,1 0-1 0 0,0 0 1 0 0,-1 0 0 0 0,1 0-1 0 0,0 1 1 0 0,-1 0 5 0 0,0 0 0 0 0,0-1 0 0 0,1 1 1 0 0,-1 0-1 0 0,-1-1 0 0 0,1 1 0 0 0,0-1 0 0 0,0 1 0 0 0,0-1 0 0 0,-1 1 0 0 0,1-1 0 0 0,-1 0 0 0 0,1 0 0 0 0,-1 0 0 0 0,0 0 1 0 0,1 0-1 0 0,-1 0 0 0 0,0 0 0 0 0,1 0 0 0 0,-1-1 0 0 0,0 1 0 0 0,0-1 0 0 0,-2 1 0 0 0,-16 9 128 0 0,18-8-90 0 0,0 0 0 0 0,0 0 0 0 0,0-1 0 0 0,0 1 0 0 0,-1 0 0 0 0,1-1-1 0 0,-1 1 1 0 0,1-1 0 0 0,-5 2 0 0 0,4-2-16 0 0,8-3 431 0 0,9-2-292 0 0,-1-2 0 0 0,0 1 0 0 0,0-1 0 0 0,15-11 0 0 0,123-102 927 0 0,-127 96-877 0 0,-21 20-183 0 0,0 0 0 0 0,0 0 1 0 0,0 0-1 0 0,0 0 0 0 0,0 1 1 0 0,0-1-1 0 0,1 1 0 0 0,-1 0 1 0 0,5-2-1 0 0,47-22 220 0 0,-50 21-174 0 0,-5 7-87 0 0,0 1 0 0 0,-1 0 0 0 0,1 0 0 0 0,-1 0 1 0 0,0 0-1 0 0,0-1 0 0 0,0 1 0 0 0,0 0 0 0 0,0-1 1 0 0,-1 1-1 0 0,1-1 0 0 0,-1 1 0 0 0,0-1 0 0 0,0 0 1 0 0,-2 3-1 0 0,-11 15-58 0 0,-17 34-73 0 0,17-27 100 0 0,-28 39 1 0 0,10-34 83 0 0,29-29-19 0 0,0 0 0 0 0,0 0 0 0 0,0 0 0 0 0,1 0 0 0 0,-1 1 0 0 0,1 0 0 0 0,0-1 0 0 0,0 1 0 0 0,0 0 0 0 0,0 1 0 0 0,1-1 0 0 0,0 0 0 0 0,0 1 0 0 0,0-1 1 0 0,0 1-1 0 0,1 0 0 0 0,0-1 0 0 0,0 1 0 0 0,-1 5 0 0 0,2-9-110 0 0,0 1 0 0 0,0-1 1 0 0,0 0-1 0 0,0 0 0 0 0,0 1 0 0 0,0-1 1 0 0,0 0-1 0 0,0 0 0 0 0,0 0 0 0 0,1 1 1 0 0,-1-1-1 0 0,0 0 0 0 0,1 0 0 0 0,-1 0 1 0 0,1 0-1 0 0,-1 0 0 0 0,1 0 0 0 0,0 0 1 0 0,0 0-1 0 0,-1 0 0 0 0,1 0 0 0 0,0 0 1 0 0,0 0-1 0 0,0 0 0 0 0,0 0 0 0 0,0-1 1 0 0,0 1-1 0 0,0 0 0 0 0,0-1 0 0 0,2 1 1 0 0,1 0-259 0 0,0-1 1 0 0,0 1-1 0 0,0-1 1 0 0,0-1-1 0 0,0 1 1 0 0,0 0-1 0 0,0-1 1 0 0,6-2 0 0 0,51-19-4956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38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454 8 1281 0 0,'-4'-2'373'0'0,"0"1"1"0"0,0 0 0 0 0,0 0 0 0 0,0 0 0 0 0,0 0-1 0 0,0 1 1 0 0,0-1 0 0 0,0 1 0 0 0,0 0 0 0 0,0 1 0 0 0,-5 0-1 0 0,6-1 37 0 0,-2 0-217 0 0,0 0 0 0 0,0 0-1 0 0,0 1 1 0 0,-1 0 0 0 0,1 0 0 0 0,0 0 0 0 0,-6 2-1 0 0,-12 4 67 0 0,0-1-90 0 0,0 1-1 0 0,0 0 1 0 0,1 2-1 0 0,0 1 1 0 0,0 0-1 0 0,1 2 1 0 0,1 0-1 0 0,0 2 1 0 0,1 0 0 0 0,-33 31-1 0 0,43-34-65 0 0,-1 1 0 0 0,2 0 0 0 0,0 0-1 0 0,-10 20 1 0 0,16-28-70 0 0,1-3-13 0 0,0 0 1 0 0,1 1-1 0 0,-1-1 0 0 0,1 0 0 0 0,-1 1 1 0 0,1-1-1 0 0,0 1 0 0 0,-1-1 0 0 0,1 0 0 0 0,0 1 1 0 0,0-1-1 0 0,0 1 0 0 0,0-1 0 0 0,0 1 1 0 0,0-1-1 0 0,0 0 0 0 0,1 1 0 0 0,-1-1 1 0 0,0 1-1 0 0,1-1 0 0 0,-1 0 0 0 0,1 1 1 0 0,0-1-1 0 0,-1 0 0 0 0,1 0 0 0 0,0 1 1 0 0,0-1-1 0 0,0 0 0 0 0,0 0 0 0 0,0 0 1 0 0,0 0-1 0 0,0 0 0 0 0,0 0 0 0 0,0 0 1 0 0,0-1-1 0 0,0 1 0 0 0,1 0 0 0 0,-1 0 0 0 0,0-1 1 0 0,1 1-1 0 0,1 0 0 0 0,3 1-3 0 0,1 0 0 0 0,-1 0-1 0 0,1 0 1 0 0,0-1 0 0 0,-1 0-1 0 0,1 0 1 0 0,0 0 0 0 0,10-2 0 0 0,5 1-21 0 0,-13 0 8 0 0,0 0 1 0 0,0 0-1 0 0,0-1 1 0 0,0 0-1 0 0,0 0 0 0 0,0-1 1 0 0,0 0-1 0 0,0-1 0 0 0,-1 0 1 0 0,1 0-1 0 0,-1-1 1 0 0,15-9-1 0 0,-5 0 9 0 0,-14 11-26 0 0,0-1-1 0 0,0 0 1 0 0,0 0 0 0 0,0 0-1 0 0,-1 0 1 0 0,7-8-1 0 0,-9 9 12 0 0,0 1-1 0 0,0-1 0 0 0,0 0 1 0 0,-1 0-1 0 0,1 1 0 0 0,-1-1 1 0 0,1 0-1 0 0,-1 0 1 0 0,0 0-1 0 0,1 1 0 0 0,-1-1 1 0 0,0 0-1 0 0,0 0 0 0 0,0 0 1 0 0,0 0-1 0 0,-1 0 0 0 0,1 1 1 0 0,-1-1-1 0 0,1 0 0 0 0,-1 0 1 0 0,1 0-1 0 0,-1 1 0 0 0,0-1 1 0 0,-1-2-1 0 0,-1-2-28 0 0,0-1-1 0 0,-1 1 1 0 0,0 1-1 0 0,0-1 1 0 0,0 0-1 0 0,0 1 0 0 0,-1 0 1 0 0,0 0-1 0 0,0 0 1 0 0,-10-6-1 0 0,14 10-46 0 0,-1 0-1 0 0,0 0 0 0 0,0 1 0 0 0,1-1 0 0 0,-1 0 1 0 0,0-1-1 0 0,1 1 0 0 0,-1 0 0 0 0,1 0 0 0 0,-1-1 1 0 0,1 1-1 0 0,0-1 0 0 0,0 1 0 0 0,0-1 0 0 0,-1 1 1 0 0,1-1-1 0 0,-1-3 0 0 0,2 4-33 0 0,1 0 0 0 0,-1-1 0 0 0,0 1 0 0 0,1 0 0 0 0,-1 0 0 0 0,1 0 0 0 0,-1 0 0 0 0,1 0 0 0 0,0 1 0 0 0,-1-1 0 0 0,1 0 0 0 0,0 0 0 0 0,-1 0 0 0 0,1 0 0 0 0,0 1 0 0 0,0-1 0 0 0,0 0 0 0 0,0 1 0 0 0,0-1 0 0 0,0 1 0 0 0,0-1 0 0 0,0 1 0 0 0,0 0 0 0 0,0-1 0 0 0,0 1 0 0 0,0 0 0 0 0,0-1 0 0 0,0 1 0 0 0,0 0 0 0 0,1 0 0 0 0,0 0 0 0 0,29-6-2369 0 0,-1 0-14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39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31 80 0 0,'0'-1'75'0'0,"0"0"1"0"0,0 1-1 0 0,-1-1 1 0 0,1 0-1 0 0,0 0 1 0 0,0 1-1 0 0,0-1 0 0 0,-1 0 1 0 0,1 1-1 0 0,0-1 1 0 0,0 1-1 0 0,-1-1 1 0 0,1 0-1 0 0,-1 1 0 0 0,1-1 1 0 0,0 1-1 0 0,-1-1 1 0 0,1 1-1 0 0,-1-1 0 0 0,1 1 1 0 0,-1-1-1 0 0,0 1 1 0 0,1 0-1 0 0,-1-1 1 0 0,1 1-1 0 0,-1 0 0 0 0,0-1 1 0 0,1 1-1 0 0,-1 0 1 0 0,0 0-1 0 0,1 0 1 0 0,-1 0-1 0 0,0 0 0 0 0,0-1 1 0 0,1 1-1 0 0,-2 0 1 0 0,2 1-5 0 0,-1-1 1 0 0,1 0 0 0 0,-1 0 0 0 0,1 0-1 0 0,-1 0 1 0 0,1-1 0 0 0,-1 1-1 0 0,1 0 1 0 0,-1 0 0 0 0,1 0 0 0 0,-1 0-1 0 0,1 0 1 0 0,0-1 0 0 0,-1 1-1 0 0,1 0 1 0 0,-1 0 0 0 0,1-1 0 0 0,-1 1-1 0 0,1 0 1 0 0,0-1 0 0 0,-1 1-1 0 0,1 0 1 0 0,0-1 0 0 0,-1 1 0 0 0,1-1-1 0 0,0 1 1 0 0,0 0 0 0 0,-1-1 0 0 0,1 1-1 0 0,0-1 1 0 0,0 1 0 0 0,0-1-1 0 0,-1 0 1 0 0,-4-1 1142 0 0,-13 0-788 0 0,1 2-1 0 0,-1 0 1 0 0,0 0 0 0 0,0 2-1 0 0,-20 4 1 0 0,25-4-299 0 0,-2 1-43 0 0,0 0-1 0 0,1 1 1 0 0,-1 1 0 0 0,1 0-1 0 0,0 1 1 0 0,1 0-1 0 0,0 1 1 0 0,0 1 0 0 0,0 0-1 0 0,1 1 1 0 0,0 0-1 0 0,0 1 1 0 0,1 0 0 0 0,-14 17-1 0 0,22-23-52 0 0,0-1-1 0 0,1 0 0 0 0,-1 1 1 0 0,0 0-1 0 0,1 0 0 0 0,0 0 1 0 0,0 0-1 0 0,0 0 1 0 0,1 0-1 0 0,-1 0 0 0 0,1 1 1 0 0,0-1-1 0 0,0 0 0 0 0,1 1 1 0 0,-1-1-1 0 0,1 1 1 0 0,0-1-1 0 0,1 5 0 0 0,-1-5 17 0 0,1-1-1 0 0,1 1 1 0 0,-1-1 0 0 0,1 1-1 0 0,-1-1 1 0 0,1 0-1 0 0,0 1 1 0 0,0-1-1 0 0,0 0 1 0 0,1-1-1 0 0,-1 1 1 0 0,1 0-1 0 0,-1-1 1 0 0,1 1-1 0 0,0-1 1 0 0,0 0-1 0 0,0 0 1 0 0,0 0 0 0 0,1 0-1 0 0,-1 0 1 0 0,0-1-1 0 0,1 0 1 0 0,5 2-1 0 0,9 3-32 0 0,0-1-1 0 0,-1-1 0 0 0,2-1 1 0 0,-1-1-1 0 0,0 0 0 0 0,0-1 1 0 0,1-1-1 0 0,-1-1 0 0 0,0-1 1 0 0,0 0-1 0 0,0-1 0 0 0,0-1 1 0 0,0-1-1 0 0,-1 0 0 0 0,1-2 1 0 0,-1 0-1 0 0,30-17 0 0 0,-45 23-8 0 0,0-1 0 0 0,0 1 0 0 0,0-1 0 0 0,0 0 0 0 0,0 1 0 0 0,0-1 0 0 0,0 0 0 0 0,0 0 0 0 0,-1 0 0 0 0,1-1 0 0 0,-1 1 0 0 0,0 0 0 0 0,1 0 0 0 0,-1-1 0 0 0,0 1 0 0 0,0-1 0 0 0,-1 1-1 0 0,1-1 1 0 0,-1 0 0 0 0,1 1 0 0 0,0-6 0 0 0,-2 5-20 0 0,1 0-1 0 0,-1-1 1 0 0,0 1-1 0 0,0 0 1 0 0,0 0 0 0 0,0 0-1 0 0,0 0 1 0 0,0 0-1 0 0,-1 0 1 0 0,0 0-1 0 0,1 1 1 0 0,-1-1-1 0 0,0 1 1 0 0,-1-1 0 0 0,1 1-1 0 0,0 0 1 0 0,0-1-1 0 0,-1 1 1 0 0,-4-3-1 0 0,-7-4-381 0 0,-1 1 1 0 0,0 0-1 0 0,0 1 0 0 0,0 1 0 0 0,-1 0 0 0 0,1 1 0 0 0,-26-4 0 0 0,-50-2-3338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41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763 173 3602 0 0,'0'-1'283'0'0,"1"-9"960"0"0,-1 9-1156 0 0,-1 0-1 0 0,0 0 0 0 0,0 1 0 0 0,0-1 0 0 0,0 0 0 0 0,0 1 0 0 0,0-1 1 0 0,0 0-1 0 0,0 1 0 0 0,0 0 0 0 0,0-1 0 0 0,0 1 0 0 0,-1-1 1 0 0,1 1-1 0 0,0 0 0 0 0,0 0 0 0 0,0 0 0 0 0,-1 0 0 0 0,1 0 0 0 0,0 0 1 0 0,0 0-1 0 0,-2 0 0 0 0,28-11 21 0 0,-25 10-91 0 0,1 0 0 0 0,-1-1 0 0 0,1 1 0 0 0,0 1 0 0 0,-1-1 0 0 0,1 0 1 0 0,0 0-1 0 0,-1 0 0 0 0,1 0 0 0 0,0 0 0 0 0,0 1 0 0 0,0-1 0 0 0,0 0 1 0 0,0 1-1 0 0,-1-1 0 0 0,1 0 0 0 0,1 1 0 0 0,-1 0 0 0 0,0-1 0 0 0,0 1 0 0 0,2-1 1 0 0,2-2 81 0 0,56-53 1116 0 0,-60 53-1142 0 0,0 0 0 0 0,0 0-1 0 0,0 0 1 0 0,0 0 0 0 0,0 0 0 0 0,0 0-1 0 0,-1 0 1 0 0,0 0 0 0 0,0-1 0 0 0,1 1 0 0 0,-2 0-1 0 0,1 0 1 0 0,0 0 0 0 0,-1-4 0 0 0,0-8 532 0 0,-7 17-423 0 0,1 0 0 0 0,0 1 0 0 0,0 0 0 0 0,1 0 0 0 0,-1 1 0 0 0,-7 5 0 0 0,3 2-93 0 0,0 1-1 0 0,1 1 1 0 0,1 0 0 0 0,0 0 0 0 0,1 1-1 0 0,0 0 1 0 0,-6 15 0 0 0,6-12-56 0 0,0-1 0 0 0,-1 0 0 0 0,-1 0 0 0 0,-1-1 0 0 0,-19 23 0 0 0,-447 398-192 0 0,457-420 141 0 0,-4 3-73 0 0,0 0 0 0 0,2 2 0 0 0,-34 38 0 0 0,39-30-682 0 0,17-29 712 0 0,0 1 0 0 0,-1 0-1 0 0,1 0 1 0 0,0 0 0 0 0,0 0 0 0 0,-1 0-1 0 0,1-1 1 0 0,0 1 0 0 0,0 0 0 0 0,0 0-1 0 0,0 0 1 0 0,0 0 0 0 0,0 0 0 0 0,0 0-1 0 0,1 0 1 0 0,-1 0 0 0 0,0-1 0 0 0,0 1-1 0 0,1 0 1 0 0,-1 0 0 0 0,0 0 0 0 0,1-1-1 0 0,0 2 1 0 0,5 2-457 0 0,-1-2 0 0 0,1 1 0 0 0,0-1 1 0 0,-1 1-1 0 0,1-2 0 0 0,0 1 0 0 0,0-1 0 0 0,1 0 0 0 0,11 1 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42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629 0 2081 0 0,'-61'46'5042'0'0,"-59"24"-2801"0"0,29 18-2001 0 0,7 2-320 0 0,23-1 240 0 0,-29-1 881 0 0,29-5-1 0 0,31-12-719 0 0,0-21-1282 0 0,60-37-1120 0 0,30-45-2081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43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1 2321 0 0,'0'0'81'0'0,"-1"1"-1"0"0,1 0 1 0 0,0-1-1 0 0,0 1 1 0 0,0-1-1 0 0,0 1 1 0 0,-1 0 0 0 0,1-1-1 0 0,0 1 1 0 0,-1-1-1 0 0,1 1 1 0 0,0-1-1 0 0,-1 1 1 0 0,1-1-1 0 0,-1 1 1 0 0,1-1 0 0 0,0 1-1 0 0,-1-1 1 0 0,1 0-1 0 0,-1 1 1 0 0,0-1-1 0 0,1 1 1 0 0,-1-1-1 0 0,1 0 1 0 0,-1 0 0 0 0,1 1-1 0 0,-1-1 1 0 0,0 0-1 0 0,1 0 1 0 0,-1 0-1 0 0,0 0 1 0 0,1 0-1 0 0,-1 0 1 0 0,1 0 0 0 0,-1 0-1 0 0,0 0 1 0 0,1 0-1 0 0,-1 0 1 0 0,0 0-1 0 0,1 0 1 0 0,-1-1-1 0 0,1 1 1 0 0,-2-1 0 0 0,-7 1 229 0 0,-47 3 3498 0 0,34-1-2029 0 0,41-1-1230 0 0,-11-1-497 0 0,-1 1 0 0 0,1 0 0 0 0,-1 0 0 0 0,1 1-1 0 0,-1 0 1 0 0,1 1 0 0 0,-1-1 0 0 0,11 7 0 0 0,29 9 122 0 0,159 51-148 0 0,-200-67-193 0 0,1 0 0 0 0,-1-1 0 0 0,0 1 1 0 0,1-1-1 0 0,-1-1 0 0 0,1 1 0 0 0,7-2 0 0 0,9-8-2086 0 0,-22 8 1938 0 0,-1 0 1 0 0,1 0 0 0 0,0 0 0 0 0,0 0 0 0 0,0-1-1 0 0,-1 1 1 0 0,1 0 0 0 0,-1 0 0 0 0,1 0 0 0 0,-1-1-1 0 0,1 1 1 0 0,-1 0 0 0 0,0-1 0 0 0,0 1 0 0 0,1 0-1 0 0,-1-1 1 0 0,0-1 0 0 0,0-9-2381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43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6 2321 0 0,'-31'0'4082'0'0,"1"8"-1361"0"0,0-8 481 0 0,60 6-3122 0 0,0 0 0 0 0,31-1-80 0 0,-1-5-481 0 0,25-5-1279 0 0,35-1-1842 0 0,-29-13-80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44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541 55 1681 0 0,'1'-1'2576'0'0,"-7"-4"-2004"0"0,-11 0 14 0 0,0 1 1 0 0,0 0-1 0 0,0 1 0 0 0,-1 1 1 0 0,0 0-1 0 0,-25 2 1 0 0,0 2-339 0 0,-59 10 1 0 0,87-10-196 0 0,0 1 1 0 0,0 1-1 0 0,0 0 0 0 0,0 0 1 0 0,1 2-1 0 0,0 0 0 0 0,0 0 1 0 0,0 2-1 0 0,1 0 1 0 0,0 0-1 0 0,0 1 0 0 0,1 0 1 0 0,-21 22-1 0 0,30-27-42 0 0,-1 1 0 0 0,1-1 0 0 0,1 1 0 0 0,-1-1 0 0 0,1 1 0 0 0,0 0 0 0 0,0 0 0 0 0,0 0 0 0 0,1 0 0 0 0,-1 1 0 0 0,1-1 1 0 0,1 0-1 0 0,-1 1 0 0 0,1-1 0 0 0,0 0 0 0 0,0 1 0 0 0,0-1 0 0 0,1 0 0 0 0,1 7 0 0 0,0-5-16 0 0,0 0 1 0 0,0 0 0 0 0,1 0-1 0 0,0-1 1 0 0,0 1 0 0 0,1-1-1 0 0,0 1 1 0 0,0-1 0 0 0,0 0-1 0 0,1-1 1 0 0,0 1 0 0 0,0-1-1 0 0,9 8 1 0 0,3-2-13 0 0,-1-1 0 0 0,2-1 0 0 0,0 0 1 0 0,0-1-1 0 0,0-1 0 0 0,1-1 0 0 0,0 0 0 0 0,0-2 0 0 0,0 0 0 0 0,1-1 1 0 0,23 1-1 0 0,4-2-219 0 0,-1-2-1 0 0,1-3 1 0 0,71-11 0 0 0,-83 7 6 0 0,-1-1 0 0 0,0-2 0 0 0,56-24 0 0 0,-70 25 173 0 0,0-1-1 0 0,-1-1 1 0 0,0-1 0 0 0,0-1 0 0 0,-2 0-1 0 0,27-26 1 0 0,-39 34 62 0 0,-1-1 0 0 0,-1 1-1 0 0,1-1 1 0 0,-1 0-1 0 0,0 0 1 0 0,0 0 0 0 0,-1 0-1 0 0,1 0 1 0 0,-1-1 0 0 0,-1 1-1 0 0,1-1 1 0 0,-1 1 0 0 0,-1-1-1 0 0,1 0 1 0 0,-1 1 0 0 0,0-1-1 0 0,0 0 1 0 0,-1 1-1 0 0,0-1 1 0 0,0 1 0 0 0,-1-1-1 0 0,0 1 1 0 0,0-1 0 0 0,0 1-1 0 0,-1 0 1 0 0,0 0 0 0 0,0 0-1 0 0,0 0 1 0 0,-1 1-1 0 0,0-1 1 0 0,0 1 0 0 0,0 0-1 0 0,-1 0 1 0 0,0 0 0 0 0,0 1-1 0 0,0 0 1 0 0,0 0 0 0 0,-1 0-1 0 0,1 0 1 0 0,-1 1-1 0 0,0 0 1 0 0,0 0 0 0 0,0 1-1 0 0,-1 0 1 0 0,-8-3 0 0 0,-10 4-400 0 0,1 0 1 0 0,-1 1-1 0 0,1 1 1 0 0,-1 1-1 0 0,1 2 1 0 0,-25 6-1 0 0,-47 15-4047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44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 1601 0 0,'-31'50'5042'0'0,"31"2"-3281"0"0,-30 17-1521 0 0,-30 0 80 0 0,-1 2 160 0 0,61-13-79 0 0,-30-28-321 0 0,60-16-481 0 0,1-28-1039 0 0,-1-5-1602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45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497 78 240 0 0,'0'-2'219'0'0,"-1"0"0"0"0,0 0-1 0 0,0 0 1 0 0,0 0 0 0 0,0 0 0 0 0,0 0 0 0 0,0 1-1 0 0,0-1 1 0 0,0 0 0 0 0,-1 1 0 0 0,1-1-1 0 0,-1 1 1 0 0,1-1 0 0 0,-1 1 0 0 0,1 0-1 0 0,-1-1 1 0 0,0 1 0 0 0,0 0 0 0 0,0 0 0 0 0,0 1-1 0 0,0-1 1 0 0,1 0 0 0 0,-6 0 0 0 0,-10-9 1373 0 0,12 6-1032 0 0,0 1 1 0 0,0-1-1 0 0,0 1 0 0 0,0 0 1 0 0,0 0-1 0 0,-1 0 0 0 0,0 1 0 0 0,1 0 1 0 0,-9-2-1 0 0,9 3 587 0 0,10 3-854 0 0,5 2-228 0 0,5 2-205 0 0,1 1 1 0 0,-1 0-1 0 0,-1 1 0 0 0,1 1 0 0 0,-1 0 0 0 0,-1 1 0 0 0,16 14 1 0 0,-28-23 121 0 0,0 0 1 0 0,0 0 0 0 0,0 0 0 0 0,-1 0-1 0 0,1 0 1 0 0,0 0 0 0 0,-1 0-1 0 0,1 0 1 0 0,-1 0 0 0 0,1 0 0 0 0,-1 0-1 0 0,1 0 1 0 0,-1 0 0 0 0,0 0-1 0 0,0 0 1 0 0,1 1 0 0 0,-1-1 0 0 0,0 0-1 0 0,0 0 1 0 0,0 0 0 0 0,0 0-1 0 0,0 1 1 0 0,-1-1 0 0 0,1 0 0 0 0,0 0-1 0 0,-1 2 1 0 0,0-2 19 0 0,0 0 0 0 0,0 0 1 0 0,-1 1-1 0 0,1-1 0 0 0,0 0 0 0 0,-1 0 0 0 0,1 0 0 0 0,-1-1 1 0 0,1 1-1 0 0,-1 0 0 0 0,1 0 0 0 0,-1-1 0 0 0,0 1 0 0 0,1-1 1 0 0,-4 1-1 0 0,-5 1 143 0 0,0-1 0 0 0,0-1 0 0 0,0 1 0 0 0,-17-3 0 0 0,-29-10 1109 0 0,72 11-1386 0 0,0 1 1 0 0,0 1-1 0 0,0 1 1 0 0,-1 0-1 0 0,1 1 0 0 0,-1 0 1 0 0,1 1-1 0 0,-1 1 0 0 0,0 1 1 0 0,27 14-1 0 0,-33-16 6 0 0,9 5-251 0 0,0 1-1 0 0,0 0 1 0 0,-1 2 0 0 0,0 0-1 0 0,-1 1 1 0 0,21 20 0 0 0,-37-32 373 0 0,1 0 0 0 0,0-1 0 0 0,0 1-1 0 0,-1 0 1 0 0,1 0 0 0 0,-1 0 0 0 0,1 0 0 0 0,0 0 0 0 0,-1 0 0 0 0,0 0 0 0 0,1 0 0 0 0,-1 0 0 0 0,0 1 0 0 0,1-1 0 0 0,-1 0 0 0 0,0 0 0 0 0,0 0-1 0 0,0 0 1 0 0,0 0 0 0 0,0 0 0 0 0,0 1 0 0 0,0-1 0 0 0,-1 0 0 0 0,1 0 0 0 0,0 0 0 0 0,-1 0 0 0 0,1 0 0 0 0,-1 0 0 0 0,1 0 0 0 0,-1 0 0 0 0,0 1-1 0 0,-28 20 149 0 0,15-14-73 0 0,7-3 5 0 0,-1-1 0 0 0,0 1 0 0 0,0-1 1 0 0,0-1-1 0 0,-1 0 0 0 0,1 0 0 0 0,-17 3 0 0 0,-26-3 287 0 0,-1-3 0 0 0,1-1 0 0 0,0-3 0 0 0,-51-10 0 0 0,-161-47-1575 0 0,255 59 1023 0 0,6 2 19 0 0,0 0-1 0 0,1 0 1 0 0,-1-1 0 0 0,0 1 0 0 0,0-1-1 0 0,0 1 1 0 0,1-1 0 0 0,-1 0-1 0 0,0 0 1 0 0,0 1 0 0 0,1-1 0 0 0,-1 0-1 0 0,1-1 1 0 0,-1 1 0 0 0,1 0 0 0 0,-2-2-1 0 0,4 2-173 0 0,0 0 0 0 0,0 0 0 0 0,0 0 0 0 0,0 0 0 0 0,0 0 0 0 0,0 0 0 0 0,0 1 0 0 0,1-1 0 0 0,-1 0 0 0 0,0 1-1 0 0,0-1 1 0 0,1 1 0 0 0,-1-1 0 0 0,3 0 0 0 0,-4 1 330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47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2161 0 0,'0'6'7443'0'0,"60"-6"-6562"0"0,0 6-81 0 0,91 13 241 0 0,55 14-161 0 0,-56-3-400 0 0,-89-10-400 0 0,-1-15-80 0 0,-30-10-560 0 0,-30-1-721 0 0,31-8-239 0 0,-31-16-1282 0 0,-61-53-3761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48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484 13 880 0 0,'-1'0'138'0'0,"1"-1"-1"0"0,-1 0 0 0 0,1 0 0 0 0,-1 0 1 0 0,1 1-1 0 0,-1-1 0 0 0,0 0 0 0 0,0 0 0 0 0,1 1 1 0 0,-1-1-1 0 0,0 1 0 0 0,0-1 0 0 0,0 1 1 0 0,0-1-1 0 0,1 1 0 0 0,-1-1 0 0 0,0 1 1 0 0,0 0-1 0 0,0 0 0 0 0,0-1 0 0 0,0 1 0 0 0,0 0 1 0 0,0 0-1 0 0,0 0 0 0 0,0 0 0 0 0,-2 0 1 0 0,2 0 252 0 0,-4-1 1144 0 0,0 1-334 0 0,3 0-913 0 0,-13 3-19 0 0,16-3-245 0 0,-1 0-1 0 0,0 0 0 0 0,0 1 1 0 0,0-1-1 0 0,0 0 0 0 0,0 0 0 0 0,0 0 1 0 0,0 0-1 0 0,0 0 0 0 0,0 0 1 0 0,0 1-1 0 0,0-1 0 0 0,0 0 1 0 0,0 0-1 0 0,0 0 0 0 0,0 0 1 0 0,0 0-1 0 0,0 0 0 0 0,0 1 1 0 0,0-1-1 0 0,0 0 0 0 0,0 0 0 0 0,0 0 1 0 0,0 0-1 0 0,0 0 0 0 0,0 1 1 0 0,0-1-1 0 0,0 0 0 0 0,0 0 1 0 0,0 0-1 0 0,0 0 0 0 0,0 0 1 0 0,0 0-1 0 0,0 0 0 0 0,0 1 0 0 0,-1-1 1 0 0,1 0-1 0 0,0 0 0 0 0,0 0 1 0 0,0 0-1 0 0,0 0 0 0 0,0 0 1 0 0,0 0-1 0 0,0 0 0 0 0,-1 0 1 0 0,1 0-1 0 0,0 0 0 0 0,0 0 1 0 0,0 0-1 0 0,0 1 0 0 0,0-1 0 0 0,-1 0 1 0 0,1 0-1 0 0,0 0 0 0 0,0 0 1 0 0,0 0-1 0 0,0-1 0 0 0,0 1 1 0 0,0 0-1 0 0,-1 0 0 0 0,1 0 1 0 0,0 0-1 0 0,0 0 0 0 0,0 0 1 0 0,0 0-1 0 0,37 14 279 0 0,52 13 1 0 0,29 10-324 0 0,-104-32 21 0 0,0 1 0 0 0,0 1-1 0 0,-1 0 1 0 0,0 1 0 0 0,21 15-1 0 0,-31-20 0 0 0,1 1 0 0 0,-1-1-1 0 0,1 1 1 0 0,-1 0-1 0 0,0 0 1 0 0,-1 0-1 0 0,1 0 1 0 0,-1 0 0 0 0,1 0-1 0 0,-1 1 1 0 0,0-1-1 0 0,-1 1 1 0 0,1 0-1 0 0,-1-1 1 0 0,0 1-1 0 0,0 0 1 0 0,-1 0 0 0 0,1 0-1 0 0,-1 0 1 0 0,0 0-1 0 0,-1 0 1 0 0,1-1-1 0 0,-1 1 1 0 0,0 0 0 0 0,0 0-1 0 0,0 0 1 0 0,-1-1-1 0 0,-3 10 1 0 0,-3 2 62 0 0,0-1-1 0 0,-1 1 1 0 0,-1-1-1 0 0,0-1 1 0 0,-1 0 0 0 0,-18 18-1 0 0,-4 1 293 0 0,-2-1 1 0 0,-1-1-1 0 0,-2-3 0 0 0,-1 0 1 0 0,-52 26-1 0 0,58-37-126 0 0,0-1 0 0 0,-2-2 0 0 0,0-1 0 0 0,0-2 0 0 0,-1-1 0 0 0,0-2 0 0 0,-41 4 0 0 0,72-11-312 0 0,1-1-1 0 0,-1 1 1 0 0,1-1 0 0 0,-1 0 0 0 0,0 0-1 0 0,1-1 1 0 0,-1 1 0 0 0,1-1-1 0 0,-1 0 1 0 0,1 0 0 0 0,0 0 0 0 0,-1-1-1 0 0,1 0 1 0 0,0 0 0 0 0,0 0-1 0 0,0 0 1 0 0,0 0 0 0 0,0-1 0 0 0,1 0-1 0 0,-1 0 1 0 0,1 0 0 0 0,0 0-1 0 0,0 0 1 0 0,0-1 0 0 0,0 1-1 0 0,0-1 1 0 0,1 0 0 0 0,-1 0 0 0 0,1 0-1 0 0,0 0 1 0 0,-2-8 0 0 0,2 1-1048 0 0,0 0 0 0 0,1 0 0 0 0,1-20 0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49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740 141 480 0 0,'-19'-12'1080'0'0,"-4"-3"490"0"0,0 1 0 0 0,-32-14 0 0 0,-6-10 164 0 0,56 35-1698 0 0,4 3-4 0 0,-1 0 0 0 0,1-1 0 0 0,0 1 0 0 0,0 0 0 0 0,-1-1 0 0 0,1 1 0 0 0,0-1 0 0 0,0 0 0 0 0,0 1 0 0 0,0-1 0 0 0,0 0-1 0 0,0 0 1 0 0,0 1 0 0 0,0-1 0 0 0,0 0 0 0 0,0 0 0 0 0,1 0 0 0 0,-1 0 0 0 0,0 0 0 0 0,1 0 0 0 0,-1-1 0 0 0,0 1 0 0 0,1 0 0 0 0,0 0 0 0 0,-1 0 0 0 0,1-1 0 0 0,0 1 0 0 0,-1 0 0 0 0,1 0 0 0 0,0-3 0 0 0,0 3 61 0 0,0 2-38 0 0,0 0-39 0 0,0 0-1 0 0,0 0 0 0 0,0 0 1 0 0,0 0-1 0 0,0 1 1 0 0,0-1-1 0 0,0 0 1 0 0,0 0-1 0 0,0 0 1 0 0,-1 0-1 0 0,1 0 1 0 0,0 0-1 0 0,-1 0 1 0 0,1 0-1 0 0,-1 0 1 0 0,1 0-1 0 0,-2 1 1 0 0,-9 9 30 0 0,0 1 1 0 0,1-1-1 0 0,0 2 1 0 0,1-1 0 0 0,-12 23-1 0 0,-27 36 48 0 0,-93 140 13 0 0,33-50 9 0 0,35-50-85 0 0,51-81-35 0 0,12-19-16 0 0,1 1 1 0 0,0 1-1 0 0,1-1 1 0 0,-9 19-1 0 0,16-29 10 0 0,0 0-1 0 0,0 0 0 0 0,0 0 0 0 0,1 1 1 0 0,-1-1-1 0 0,1 0 0 0 0,-1 0 0 0 0,1 0 1 0 0,0 1-1 0 0,0-1 0 0 0,0 0 0 0 0,0 0 1 0 0,0 1-1 0 0,0-1 0 0 0,1 0 0 0 0,-1 0 1 0 0,1 0-1 0 0,-1 1 0 0 0,1-1 0 0 0,0 0 1 0 0,0 0-1 0 0,0 0 0 0 0,0 0 0 0 0,0 0 1 0 0,0 0-1 0 0,1-1 0 0 0,-1 1 0 0 0,1 0 1 0 0,-1-1-1 0 0,1 1 0 0 0,0-1 0 0 0,0 1 0 0 0,3 1 1 0 0,-1 0-113 0 0,1-1 1 0 0,-1 0-1 0 0,1-1 1 0 0,-1 1-1 0 0,1-1 1 0 0,0 0-1 0 0,-1 0 1 0 0,1 0-1 0 0,0-1 1 0 0,9 0-1 0 0,72-9-2865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50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297 105 480 0 0,'-18'-7'932'0'0,"11"5"-570"0"0,0 0-1 0 0,1-1 1 0 0,0 0 0 0 0,-1 0 0 0 0,1 0-1 0 0,0-1 1 0 0,1 0 0 0 0,-1 0-1 0 0,-5-5 1 0 0,-20-24 2333 0 0,31 33-2669 0 0,0 0-1 0 0,-1 0 1 0 0,1 0 0 0 0,-1-1 0 0 0,1 1 0 0 0,0 0 0 0 0,-1 0 0 0 0,1-1 0 0 0,0 1 0 0 0,-1 0 0 0 0,1 0 0 0 0,0-1 0 0 0,0 1 0 0 0,-1 0 0 0 0,1-1 0 0 0,0 1 0 0 0,0 0 0 0 0,0-1 0 0 0,-1 1 0 0 0,1-1 0 0 0,0 1 0 0 0,0 0 0 0 0,0-1 0 0 0,0 1 0 0 0,0-1 0 0 0,0 1 0 0 0,0 0 0 0 0,0-1 0 0 0,0 1-1 0 0,0-1 1 0 0,0 1 0 0 0,0 0 0 0 0,0-1 0 0 0,0 1 0 0 0,0-1 0 0 0,0 1 0 0 0,0 0 0 0 0,1-1 0 0 0,-1 1 0 0 0,0-1 0 0 0,0 1 0 0 0,0 0 0 0 0,1-1 0 0 0,-1 1 0 0 0,0 0 0 0 0,0-1 0 0 0,1 1 0 0 0,-1 0 0 0 0,0 0 0 0 0,1-1 0 0 0,-1 1 0 0 0,0 0 0 0 0,1 0 0 0 0,-1-1 0 0 0,1 1 0 0 0,-1 0 0 0 0,0 0 0 0 0,1 0-1 0 0,-1 0 1 0 0,1 0 0 0 0,28-6 418 0 0,13 5-137 0 0,49 5-1 0 0,-33-1-185 0 0,206 13 222 0 0,597 11 594 0 0,179-76 744 0 0,-983 46-1561 0 0,-1 3 0 0 0,0 2 0 0 0,106 17 0 0 0,-34 7 13 0 0,51 12-106 0 0,-135-27-31 0 0,8 4 42 0 0,0-3 0 0 0,1-1 0 0 0,67 3-1 0 0,-76-23-66 0 0,-33 6 18 0 0,-6 1 51 0 0,-4 1-22 0 0,-1 1-1 0 0,0-1 0 0 0,0 0 1 0 0,0 1-1 0 0,0-1 1 0 0,0 1-1 0 0,0-1 1 0 0,0 1-1 0 0,0-1 1 0 0,0 1-1 0 0,0-1 0 0 0,0 1 1 0 0,0-1-1 0 0,-1 1 1 0 0,1-1-1 0 0,0 0 1 0 0,0 1-1 0 0,0 0 0 0 0,-1-1 1 0 0,1 1-1 0 0,0-1 1 0 0,-1 1-1 0 0,1-1 1 0 0,0 1-1 0 0,-1-1 0 0 0,1 1 1 0 0,-1 0-1 0 0,1-1 1 0 0,-1 1-1 0 0,1 0 1 0 0,0 0-1 0 0,-1-1 1 0 0,1 1-1 0 0,-1 0 0 0 0,1 0 1 0 0,-1 0-1 0 0,0-1 1 0 0,1 1-1 0 0,-1 0 1 0 0,1 0-1 0 0,-1 0 0 0 0,1 0 1 0 0,-1 0-1 0 0,1 0 1 0 0,-1 0-1 0 0,1 0 1 0 0,-1 0-1 0 0,0 0 0 0 0,1 1 1 0 0,-1-1-1 0 0,1 0 1 0 0,-1 0-1 0 0,1 0 1 0 0,-1 1-1 0 0,1-1 1 0 0,0 0-1 0 0,-1 1 0 0 0,0 0 1 0 0,-4 0-6 0 0,0 0 161 0 0,5 1-26 0 0,0 10-106 0 0,-2 1 1 0 0,1-1-1 0 0,-2 1 1 0 0,1-1-1 0 0,-6 13 1 0 0,-1 6 16 0 0,3-5-38 0 0,3-12-35 0 0,0 0 1 0 0,-2-1-1 0 0,1 1 0 0 0,-10 17 0 0 0,-28 71-139 0 0,27-64 78 0 0,-24 47-1 0 0,7-22 56 0 0,8-16-52 0 0,-2-1 0 0 0,-33 43 0 0 0,-6-16-3 0 0,49-58 52 0 0,2 1-1 0 0,-1 1 1 0 0,-19 31 0 0 0,16-11-3 0 0,16-31 16 0 0,0 0 0 0 0,-1 0 0 0 0,0-1 0 0 0,0 1 0 0 0,0-1-1 0 0,-1 1 1 0 0,1-1 0 0 0,-1 0 0 0 0,0-1 0 0 0,-1 1 0 0 0,-7 6 0 0 0,-43 16-56 0 0,46-24 67 0 0,0 0-1 0 0,0-1 1 0 0,0 0 0 0 0,0-1-1 0 0,0 0 1 0 0,0 0-1 0 0,0-1 1 0 0,-1 0 0 0 0,-12-2-1 0 0,-10-4 16 0 0,-45-14-1 0 0,33 8 28 0 0,-316-54 167 0 0,-11 27-7 0 0,365 38-200 0 0,-408-33 373 0 0,-364-41 37 0 0,70-36 82 0 0,659 100-458 0 0,-3 2 35 0 0,52 9-92 0 0,1 0 1 0 0,-1 0 0 0 0,0 1 0 0 0,0-1 0 0 0,1 0-1 0 0,-1 0 1 0 0,0 0 0 0 0,0 0 0 0 0,1 0 0 0 0,-1 0-1 0 0,0 0 1 0 0,0 0 0 0 0,0 1 0 0 0,1-1 0 0 0,-1 0-1 0 0,0 0 1 0 0,0 0 0 0 0,0 0 0 0 0,0 1 0 0 0,0-1-1 0 0,1 0 1 0 0,-1 0 0 0 0,0 0 0 0 0,0 1 0 0 0,0-1-1 0 0,0 0 1 0 0,0 0 0 0 0,0 1 0 0 0,0-1 0 0 0,0 0-1 0 0,0 0 1 0 0,0 0 0 0 0,0 1 0 0 0,0-1 0 0 0,0 0-1 0 0,0 0 1 0 0,0 1 0 0 0,0-1 0 0 0,0 0-1 0 0,0 0 1 0 0,0 1 0 0 0,0-1 0 0 0,0 0 0 0 0,0 0-1 0 0,0 0 1 0 0,0 1 0 0 0,-1-1 0 0 0,1 0 0 0 0,0 0-1 0 0,0 0 1 0 0,0 1 0 0 0,0-1 0 0 0,0 0 0 0 0,-1 0-1 0 0,1 0 1 0 0,0 0 0 0 0,0 0 0 0 0,0 1 0 0 0,-1-1-1 0 0,1 0 1 0 0,0 0 0 0 0,0 0 0 0 0,-1 0 0 0 0,1 0-1 0 0,0 0 1 0 0,0 0 0 0 0,-1 0 0 0 0,92 46-7210 0 0,-6-3 507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57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1 720 0 0,'-145'31'6163'0'0,"142"-30"-6080"0"0,-1 0 0 0 0,1-1 0 0 0,0 0-1 0 0,0 0 1 0 0,0 1 0 0 0,0-2 0 0 0,0 1 0 0 0,0 0-1 0 0,0-1 1 0 0,0 1 0 0 0,0-1 0 0 0,-4-1 0 0 0,-10-2 494 0 0,12 4-83 0 0,0 1-307 0 0,-45 6 119 0 0,48-7-167 0 0,1-1-136 0 0,0 1 0 0 0,0 0 1 0 0,0 0-1 0 0,-1 0 1 0 0,1-1-1 0 0,0 1 0 0 0,0 0 1 0 0,0 1-1 0 0,0-1 0 0 0,-1 0 1 0 0,1 0-1 0 0,0 0 1 0 0,0 1-1 0 0,0-1 0 0 0,0 1 1 0 0,0-1-1 0 0,0 1 1 0 0,0-1-1 0 0,0 1 0 0 0,0 0 1 0 0,0-1-1 0 0,0 1 1 0 0,0 0-1 0 0,0 0 0 0 0,0 0 1 0 0,0-1-1 0 0,1 1 0 0 0,-1 0 1 0 0,0 0-1 0 0,1 0 1 0 0,-1 0-1 0 0,1 0 0 0 0,-1 2 1 0 0,-4 2 49 0 0,-16-9-66 0 0,16 3-121 0 0,10 1-26 0 0,33 0-448 0 0,-28 0-42 0 0,-27 0 374 0 0,12 0-30 0 0,0 0-695 0 0,-16 6-1547 0 0,42-11 1841 0 0,-16 4-66 0 0,-5 9-1562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7:58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408 8 2001 0 0,'-1'-1'351'0'0,"-1"0"-1"0"0,0 0 1 0 0,0 0-1 0 0,0 1 1 0 0,0-1 0 0 0,0 0-1 0 0,0 1 1 0 0,0-1-1 0 0,0 1 1 0 0,0 0 0 0 0,0-1-1 0 0,0 1 1 0 0,0 0-1 0 0,0 0 1 0 0,0 1 0 0 0,0-1-1 0 0,0 0 1 0 0,-4 2-1 0 0,-38 3 499 0 0,43-3-798 0 0,0 0-1 0 0,0-1 1 0 0,0 1-1 0 0,1 0 1 0 0,-1-1-1 0 0,1 1 1 0 0,-1 0 0 0 0,1 0-1 0 0,0-1 1 0 0,0 1-1 0 0,-1 0 1 0 0,1 0 0 0 0,0 0-1 0 0,1-1 1 0 0,-1 1-1 0 0,0 0 1 0 0,0 0-1 0 0,1 0 1 0 0,-1-1 0 0 0,1 1-1 0 0,0 0 1 0 0,-1-1-1 0 0,3 4 1 0 0,1-3-6 0 0,-3-2-35 0 0,0 1-1 0 0,1-1 1 0 0,-1 1-1 0 0,0-1 1 0 0,1 1-1 0 0,-1 0 1 0 0,0-1 0 0 0,0 1-1 0 0,0 0 1 0 0,0 0-1 0 0,0 0 1 0 0,0 0-1 0 0,0 0 1 0 0,0 0-1 0 0,0 0 1 0 0,0 0 0 0 0,0 0-1 0 0,0 2 1 0 0,0-2-5 0 0,-1 0 1 0 0,1 0 0 0 0,0 0 0 0 0,0 0-1 0 0,0 0 1 0 0,0 0 0 0 0,0-1 0 0 0,0 1-1 0 0,0 0 1 0 0,0 0 0 0 0,0-1-1 0 0,0 1 1 0 0,0-1 0 0 0,1 1 0 0 0,-1-1-1 0 0,0 0 1 0 0,0 1 0 0 0,1-1 0 0 0,-1 0-1 0 0,0 0 1 0 0,0 0 0 0 0,2 0 0 0 0,40 6 151 0 0,-32-5-99 0 0,57 11 555 0 0,-1-3 0 0 0,137-1 0 0 0,5 1 95 0 0,-174-6-648 0 0,407 24 281 0 0,-238-44-175 0 0,-197 16-159 0 0,3 1 21 0 0,0 0 1 0 0,-1 0-1 0 0,1 1 0 0 0,18 4 1 0 0,26 2 56 0 0,6 0-19 0 0,-31-2-124 0 0,-27-1 46 0 0,23-1 29 0 0,-20-3 50 0 0,-10 0 13 0 0,-10 0 14 0 0,-7 0 79 0 0,-1 0 1 0 0,1-2-1 0 0,-1 0 0 0 0,-23-6 0 0 0,21 6-13 0 0,25 34-80 0 0,-1-30-82 0 0,1 1 0 0 0,1-1 0 0 0,-1 1-1 0 0,0-1 1 0 0,1 0 0 0 0,-1 1-1 0 0,1-1 1 0 0,-1 0 0 0 0,1 0 0 0 0,0 1-1 0 0,0-1 1 0 0,0 0 0 0 0,0 0 0 0 0,1 0-1 0 0,-1 0 1 0 0,3 2 0 0 0,-2-1-1 0 0,-1-1 1 0 0,1 0-1 0 0,-1 0 1 0 0,1 0 0 0 0,-1 1-1 0 0,0-1 1 0 0,0 0-1 0 0,0 1 1 0 0,0-1-1 0 0,0 1 1 0 0,-1-1-1 0 0,1 1 1 0 0,-1 0 0 0 0,1-1-1 0 0,-1 1 1 0 0,0 4-1 0 0,-1 9 11 0 0,0-12-5 0 0,0 1 1 0 0,0-1-1 0 0,1 1 1 0 0,0-1-1 0 0,0 1 1 0 0,0-1 0 0 0,1 1-1 0 0,0 0 1 0 0,-1-1-1 0 0,2 0 1 0 0,-1 1-1 0 0,3 5 1 0 0,4 0-13 0 0,-7-9 3 0 0,1 1 1 0 0,0 0-1 0 0,-1 0 0 0 0,1 0 1 0 0,-1 1-1 0 0,0-1 1 0 0,0 0-1 0 0,1 1 1 0 0,-1-1-1 0 0,-1 0 1 0 0,1 1-1 0 0,0-1 0 0 0,-1 1 1 0 0,1-1-1 0 0,-1 1 1 0 0,0 0-1 0 0,0-1 1 0 0,0 1-1 0 0,0 2 1 0 0,0-3 3 0 0,0 1 1 0 0,0-1 0 0 0,1 0 0 0 0,-1 1 0 0 0,1-1 0 0 0,0 0 0 0 0,-1 1 0 0 0,1-1 0 0 0,0 0 0 0 0,0 0-1 0 0,1 0 1 0 0,-1 0 0 0 0,0 0 0 0 0,4 4 0 0 0,-4-4-3 0 0,1 0 0 0 0,0 0 0 0 0,-1 0 0 0 0,0 0 0 0 0,0 0 0 0 0,1 0 0 0 0,-1 1 0 0 0,-1-1 0 0 0,1 0 0 0 0,0 1 0 0 0,0-1 0 0 0,-1 1 0 0 0,1-1 0 0 0,-1 0 1 0 0,0 4-1 0 0,2 34-41 0 0,-1-28 27 0 0,0 0-1 0 0,-1 1 1 0 0,0-1 0 0 0,-1 0-1 0 0,-1 0 1 0 0,-4 20-1 0 0,-15 15-20 0 0,15-37 25 0 0,1 0 1 0 0,1 0-1 0 0,0 0 1 0 0,0 0 0 0 0,1 1-1 0 0,0-1 1 0 0,1 1-1 0 0,-1 12 1 0 0,3-20 10 0 0,0 0 0 0 0,-1 0 1 0 0,1-1-1 0 0,0 1 0 0 0,-1 0 0 0 0,0 0 0 0 0,0 0 0 0 0,0-1 1 0 0,0 1-1 0 0,0 0 0 0 0,0-1 0 0 0,-1 1 0 0 0,1-1 0 0 0,-1 1 1 0 0,-2 2-1 0 0,-4 7-19 0 0,4-6 21 0 0,1 0 0 0 0,-1 0 1 0 0,1-1-1 0 0,-1 0 0 0 0,-1 0 0 0 0,1 0 0 0 0,-1 0 0 0 0,0 0 0 0 0,0-1 0 0 0,0 0 0 0 0,-1 0 0 0 0,1-1 0 0 0,-8 4 0 0 0,-6 5 2 0 0,-57 28 78 0 0,-191 57 1735 0 0,186-71-1419 0 0,0-2 0 0 0,-157 23 0 0 0,196-40-299 0 0,-71 11 83 0 0,-134 5 1 0 0,201-22-307 0 0,1-1 1 0 0,-1-3-1 0 0,1-1 1 0 0,0-3-1 0 0,-81-22 1 0 0,109 23-379 0 0,0 0 0 0 0,1-2 0 0 0,-21-11 0 0 0,33 17 202 0 0,0-1 0 0 0,-1 0 0 0 0,1 0 0 0 0,0 0 1 0 0,1 0-1 0 0,-1-1 0 0 0,0 1 0 0 0,1-1 0 0 0,0 0 0 0 0,0 0 0 0 0,0 0 0 0 0,0 0 0 0 0,1-1 1 0 0,-3-6-1 0 0,4 8-42 0 0,1-1 0 0 0,0 0 0 0 0,1 1 0 0 0,-1-1 0 0 0,0 1 0 0 0,1-1 0 0 0,0 0 0 0 0,0 1 0 0 0,0-1 0 0 0,0 1 0 0 0,0 0 0 0 0,1-1 0 0 0,0 1 0 0 0,3-5 0 0 0,-5 8 344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9:48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448 110 2241 0 0,'-8'0'723'0'0,"1"0"1"0"0,0 1-1 0 0,0 0 1 0 0,0 0-1 0 0,-11 4 1 0 0,6-2-514 0 0,0 0 0 0 0,0-1 1 0 0,0 0-1 0 0,0-1 0 0 0,-20-1 1 0 0,-59 7 416 0 0,61-1-467 0 0,-30 12-67 0 0,59-18-90 0 0,1 1 0 0 0,-1-1-1 0 0,1 1 1 0 0,-1-1 0 0 0,1 1 0 0 0,-1-1-1 0 0,1 1 1 0 0,-1-1 0 0 0,1 1 0 0 0,0 0-1 0 0,-1-1 1 0 0,1 1 0 0 0,0 0 0 0 0,0-1-1 0 0,0 1 1 0 0,-1 0 0 0 0,1-1 0 0 0,0 1-1 0 0,0 0 1 0 0,0-1 0 0 0,0 1 0 0 0,0 0-1 0 0,0-1 1 0 0,0 1 0 0 0,0 0 0 0 0,1-1 0 0 0,-1 1-1 0 0,1 1 1 0 0,-2-1-3 0 0,1-1 0 0 0,0 1 0 0 0,0-1 0 0 0,0 1 0 0 0,0-1 0 0 0,0 1 0 0 0,-1 0 0 0 0,1-1 0 0 0,0 1 0 0 0,-1-1 0 0 0,1 1 0 0 0,0-1 0 0 0,-1 0 0 0 0,1 1 0 0 0,0-1 0 0 0,-1 1 0 0 0,1-1 0 0 0,-1 0 0 0 0,1 1 0 0 0,-1-1 0 0 0,1 0 0 0 0,-1 1 0 0 0,1-1 0 0 0,-1 0 0 0 0,1 0 0 0 0,-1 1 0 0 0,0-1 0 0 0,1 0 0 0 0,-1 0 0 0 0,1 0 0 0 0,-1 0 0 0 0,-1 0 0 0 0,2 0 0 0 0,-1 0 0 0 0,0 0 0 0 0,1 0 0 0 0,-1 0 0 0 0,0 1 0 0 0,1-1 0 0 0,-1 0 0 0 0,0 0 0 0 0,1 0 0 0 0,-1 1 0 0 0,1-1 0 0 0,-1 0 0 0 0,0 1 0 0 0,1-1 0 0 0,-1 0 0 0 0,1 1 0 0 0,-1-1 0 0 0,1 1 0 0 0,-1-1 0 0 0,1 1 0 0 0,-1-1 0 0 0,1 1 0 0 0,0 0 0 0 0,-1-1 0 0 0,1 1 0 0 0,0-1 0 0 0,-1 1 0 0 0,1 0 0 0 0,0-1 0 0 0,0 1 0 0 0,0 0 0 0 0,0-1 0 0 0,-1 2 0 0 0,1-1 0 0 0,0 0 0 0 0,0 1 0 0 0,0-1 0 0 0,0 0 0 0 0,0 0 0 0 0,-1 0 0 0 0,1 0 0 0 0,0 0 0 0 0,-1 0 0 0 0,1 0 0 0 0,-1 0 0 0 0,1 0 0 0 0,-1 0 0 0 0,0 0 0 0 0,1-1 0 0 0,-1 1 0 0 0,0 0 0 0 0,1 0 0 0 0,-1 0 0 0 0,0-1 0 0 0,0 1 0 0 0,0 0 0 0 0,0-1 0 0 0,-1 1 0 0 0,1 0 3 0 0,0 0 0 0 0,0-1-1 0 0,0 1 1 0 0,0 0 0 0 0,0-1-1 0 0,0 1 1 0 0,0 0 0 0 0,0 0-1 0 0,0 0 1 0 0,1 0 0 0 0,-1 0-1 0 0,0 0 1 0 0,1 0 0 0 0,-1 0-1 0 0,1 0 1 0 0,-1 0 0 0 0,1 1-1 0 0,-1-1 1 0 0,1 0-1 0 0,0 0 1 0 0,-1 0 0 0 0,1 1-1 0 0,0-1 1 0 0,0 2 0 0 0,0 1 8 0 0,0 1 1 0 0,-1-1-1 0 0,0 0 1 0 0,1 0 0 0 0,-2 1-1 0 0,1-1 1 0 0,0 0-1 0 0,-4 7 1 0 0,2-7-3 0 0,1 1 0 0 0,1-1 0 0 0,-1 1 1 0 0,1-1-1 0 0,0 1 0 0 0,0 0 0 0 0,0-1 0 0 0,0 10 0 0 0,1-11-3 0 0,0 0 0 0 0,-1 1-1 0 0,1-1 1 0 0,-1-1-1 0 0,0 1 1 0 0,0 0-1 0 0,0 0 1 0 0,0 0 0 0 0,0 0-1 0 0,0 0 1 0 0,-1-1-1 0 0,-2 5 1 0 0,2-5 0 0 0,0 1-1 0 0,0 1 1 0 0,0-1 0 0 0,1 0-1 0 0,0 0 1 0 0,-1 0 0 0 0,1 1 0 0 0,0-1-1 0 0,0 1 1 0 0,1-1 0 0 0,-1 1 0 0 0,1 5-1 0 0,0 137 222 0 0,0-145-226 0 0,1 1 0 0 0,0-1-1 0 0,0 1 1 0 0,0-1 0 0 0,0 1 0 0 0,0-1-1 0 0,0 0 1 0 0,0 0 0 0 0,0 1 0 0 0,1-1-1 0 0,-1 0 1 0 0,0 0 0 0 0,1 0 0 0 0,-1 0-1 0 0,1 0 1 0 0,-1 0 0 0 0,1-1 0 0 0,2 2 0 0 0,42 18-4 0 0,-28-13 4 0 0,29 20 3 0 0,-37-20 14 0 0,2 0 0 0 0,-1 0 0 0 0,1-1 0 0 0,17 6 0 0 0,145 61 75 0 0,-56-23-40 0 0,-102-44-42 0 0,1-1-1 0 0,0 0 0 0 0,0-2 1 0 0,1 0-1 0 0,-1-1 0 0 0,31 0 1 0 0,104-13 170 0 0,-87 4-29 0 0,-33 4-30 0 0,-1-2 0 0 0,0-1 0 0 0,60-19 0 0 0,287-91 585 0 0,-329 104-628 0 0,-39 11-34 0 0,0-2 1 0 0,0 0 0 0 0,0 0-1 0 0,16-8 1 0 0,-25 11-37 0 0,0-1-1 0 0,-1 1 1 0 0,1 0 0 0 0,0-1-1 0 0,0 1 1 0 0,-1 0 0 0 0,1-1-1 0 0,0 1 1 0 0,0 0 0 0 0,-1 0 0 0 0,1 0-1 0 0,0 0 1 0 0,0 0 0 0 0,0 0-1 0 0,-1 0 1 0 0,1 0 0 0 0,0 0-1 0 0,0 0 1 0 0,-1 0 0 0 0,1 0-1 0 0,0 1 1 0 0,0-1 0 0 0,-1 0-1 0 0,2 1 1 0 0,18 4 281 0 0,-13-4-183 0 0,0 0-1 0 0,0 1 1 0 0,0-1 0 0 0,0 1-1 0 0,8 4 1 0 0,-5 7 280 0 0,5-1-253 0 0,-11-9-96 0 0,1 1 0 0 0,-1-1 0 0 0,1 0 0 0 0,-1 0 0 0 0,1 0 0 0 0,8 3 0 0 0,-4-3-5 0 0,6 2-14 0 0,0-1 0 0 0,0 0 0 0 0,1 0 0 0 0,-1-2 0 0 0,21 1 0 0 0,43 4 88 0 0,-61-4-87 0 0,0-1 0 0 0,0-1 0 0 0,30-1 0 0 0,-15-3 71 0 0,-1 2 0 0 0,0 1 0 0 0,1 2 0 0 0,-1 1 0 0 0,43 9 1 0 0,-55-5 108 0 0,-6-6-178 0 0,71-2 142 0 0,6 7-164 0 0,30-6 14 0 0,-91 0-14 0 0,0 0-14 0 0,-5 0-26 0 0,6 0 147 0 0,-26-5-177 0 0,0-2-7 0 0,45-18-69 0 0,-40 12 52 0 0,-3 11 80 0 0,-7 2 12 0 0,1 0 1 0 0,0 0-1 0 0,0-1 1 0 0,0 1 0 0 0,0 0-1 0 0,-1 0 1 0 0,1-1-1 0 0,0 1 1 0 0,0 0-1 0 0,0-1 1 0 0,-1 1-1 0 0,1-1 1 0 0,0 1-1 0 0,-1-1 1 0 0,1 1 0 0 0,0-1-1 0 0,-1 0 1 0 0,1 1-1 0 0,-1-1 1 0 0,1 0-1 0 0,-1 1 1 0 0,1-1-1 0 0,-1 0 1 0 0,0 0 0 0 0,1 0-1 0 0,-1 1 1 0 0,0-1-1 0 0,1 0 1 0 0,-1 0-1 0 0,0 0 1 0 0,0 0-1 0 0,0 1 1 0 0,0-1-1 0 0,0 0 1 0 0,0-2 0 0 0,0 3 3 0 0,0-1 0 0 0,0 0-1 0 0,1 0 1 0 0,-1 1 0 0 0,0-1 0 0 0,0 0 0 0 0,1 1 0 0 0,-1-1 0 0 0,0 0 0 0 0,1 1 0 0 0,-1-1 0 0 0,0 0 0 0 0,1 1 0 0 0,-1-1 0 0 0,1 1 0 0 0,-1-1 0 0 0,1 1 0 0 0,0-1 0 0 0,-1 1 0 0 0,1-1 0 0 0,-1 1 0 0 0,1-1 0 0 0,0 1 0 0 0,-1 0 0 0 0,1-1 0 0 0,0 1 0 0 0,1 0 0 0 0,-1-1 2 0 0,-1 1 0 0 0,1 0 0 0 0,0-1 0 0 0,0 1 0 0 0,0-1 0 0 0,0 1 0 0 0,0-1 0 0 0,0 1 0 0 0,-1-1 0 0 0,1 0 1 0 0,0 1-1 0 0,-1-1 0 0 0,1 0 0 0 0,0 0 0 0 0,-1 1 0 0 0,1-1 0 0 0,-1 0 0 0 0,1 0 0 0 0,-1 0 0 0 0,1 0 0 0 0,-1 0 0 0 0,0 0 1 0 0,1 0-1 0 0,-1 0 0 0 0,0 0 0 0 0,0 0 0 0 0,0 0 0 0 0,0-1 0 0 0,0 1 5 0 0,0 0-1 0 0,0-1 1 0 0,0 1 0 0 0,0 0 0 0 0,1 0-1 0 0,-1-1 1 0 0,0 1 0 0 0,1 0 0 0 0,-1 0-1 0 0,0 0 1 0 0,1 0 0 0 0,0-1 0 0 0,-1 1-1 0 0,1 0 1 0 0,-1 0 0 0 0,1 0 0 0 0,0 0-1 0 0,0 0 1 0 0,0 1 0 0 0,0-1 0 0 0,0 0-1 0 0,-1 0 1 0 0,1 0 0 0 0,2 0 0 0 0,-2 0-5 0 0,0 0 0 0 0,0 1 0 0 0,0-1 0 0 0,0 0 0 0 0,0 0 0 0 0,0 0 0 0 0,0 0 0 0 0,0 0 0 0 0,0 0 0 0 0,0 0 0 0 0,-1 0 0 0 0,1-1 0 0 0,0 1 0 0 0,-1 0 0 0 0,1 0 1 0 0,-1-1-1 0 0,1 1 0 0 0,-1 0 0 0 0,0-1 0 0 0,0 1 0 0 0,0 0 0 0 0,1-1 0 0 0,-1 1 0 0 0,-1-2 0 0 0,1-87 143 0 0,0 89-147 0 0,0 0 0 0 0,0 0 0 0 0,0 0 0 0 0,0 0 0 0 0,0 0 0 0 0,0 0 0 0 0,-1 0 0 0 0,1 0 0 0 0,0 0 0 0 0,-1 0 0 0 0,1 0 0 0 0,-1 0 0 0 0,1 1 0 0 0,-1-1 0 0 0,1 0 0 0 0,-1 0 0 0 0,1 0 0 0 0,-1 1 0 0 0,0-1 0 0 0,0 0 0 0 0,1 1 0 0 0,-1-1 0 0 0,0 1 0 0 0,0-1 0 0 0,0 1 0 0 0,0-1 0 0 0,-1 0 0 0 0,1 1 0 0 0,1 0 0 0 0,-1-1 0 0 0,0 1 0 0 0,0-1 0 0 0,0 0 0 0 0,0 1 0 0 0,0-1 0 0 0,1 1 0 0 0,-1-1 0 0 0,0 0 0 0 0,1 0 0 0 0,-1 1 0 0 0,0-1 0 0 0,1 0 0 0 0,-1 0 0 0 0,1 0 0 0 0,-1 0 0 0 0,1 0 0 0 0,0 0 0 0 0,-1 1 0 0 0,1-1 0 0 0,0 0 0 0 0,0 0 0 0 0,-1 0 0 0 0,1 0 0 0 0,0 0 0 0 0,0-1 0 0 0,0 0 2 0 0,0 1 0 0 0,0 0 0 0 0,0 0 0 0 0,-1-1 0 0 0,1 1 0 0 0,-1 0 0 0 0,1 0 0 0 0,-1 0 0 0 0,1 0 0 0 0,-1-1 0 0 0,1 1 0 0 0,-1 0 0 0 0,0 0 0 0 0,0 0 0 0 0,1 0 0 0 0,-1 1 0 0 0,0-1 0 0 0,0 0 0 0 0,0 0 0 0 0,0 0 0 0 0,0 1 0 0 0,-3-2 0 0 0,-4-5 19 0 0,-10-18 24 0 0,13 18-17 0 0,0 0 0 0 0,0 0-1 0 0,0 1 1 0 0,-1 0 0 0 0,0 0 0 0 0,-9-7 0 0 0,7 6 18 0 0,1 1 0 0 0,1-1 0 0 0,-1 0 0 0 0,1 0 0 0 0,-10-16 0 0 0,12 16-6 0 0,0 1-1 0 0,0 0 0 0 0,-1 0 0 0 0,0 0 0 0 0,0 1 1 0 0,0-1-1 0 0,0 1 0 0 0,-1 1 0 0 0,0-1 0 0 0,0 1 1 0 0,-10-5-1 0 0,-20-11 163 0 0,-19-6 129 0 0,-8 0-140 0 0,50 20-146 0 0,0 0-1 0 0,0 1 1 0 0,0 1-1 0 0,-23-5 1 0 0,-69-18 83 0 0,77 18-58 0 0,0 1 1 0 0,-1 1-1 0 0,0 2 1 0 0,-52-3-1 0 0,-156-5 544 0 0,229 13-582 0 0,0-1 1 0 0,0 0 0 0 0,1-1-1 0 0,-1 0 1 0 0,0 0 0 0 0,-11-5-1 0 0,-41-9 233 0 0,-43 3 62 0 0,-115-1 0 0 0,67 22-394 0 0,109-4 51 0 0,17 0 17 0 0,1-2 0 0 0,-35 0 0 0 0,-2-7-1 0 0,1 4 0 0 0,-90 1 13 0 0,119 0 34 0 0,1 1-26 0 0,-30 5-22 0 0,-181 6-79 0 0,95-6 80 0 0,86 1-1901 0 0,46-4 411 0 0,0 1 0 0 0,0 1 0 0 0,1 0 0 0 0,-23 12 0 0 0,-25 24-7167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9:55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65 135 2161 0 0,'44'-4'5774'0'0,"-37"1"-1559"0"0,-22-3-2785 0 0,13 3-1154 0 0,1 0 1 0 0,0 0-1 0 0,0 0 1 0 0,0-1 0 0 0,1 1-1 0 0,-1-1 1 0 0,1 1-1 0 0,0 0 1 0 0,0-1 0 0 0,0 1-1 0 0,0-1 1 0 0,1-3-1 0 0,-1 4-243 0 0,0-62 1181 0 0,0 64-1081 0 0,0 36-280 0 0,0-31 136 0 0,0 0 1 0 0,-1 0-1 0 0,0 0 0 0 0,1-1 0 0 0,-2 1 0 0 0,1 0 0 0 0,0 0 0 0 0,-1-1 0 0 0,-3 7 0 0 0,-7 16-40 0 0,9 17-14 0 0,3-37 53 0 0,0 0 0 0 0,0 0 1 0 0,-1 0-1 0 0,1 0 1 0 0,-1 0-1 0 0,-4 11 1 0 0,2-10 16 0 0,-1 0 0 0 0,-1-1 0 0 0,1 0 0 0 0,-1 0 0 0 0,0 0 0 0 0,-11 10 0 0 0,8-8 0 0 0,7-7-14 0 0,0 0 0 0 0,0 1 0 0 0,1-1 0 0 0,-1 1 0 0 0,0-1 0 0 0,1 0-1 0 0,-1 1 1 0 0,1-1 0 0 0,0 1 0 0 0,-1 0 0 0 0,1-1 0 0 0,0 1 0 0 0,0-1 0 0 0,0 1 0 0 0,0-1 0 0 0,0 1 0 0 0,0-1 0 0 0,1 3 0 0 0,0 15-46 0 0,-1-18-12 0 0,5-1-2 0 0,-9-1 31 0 0,-1-1 20 0 0,7 0 14 0 0,60 0-14 0 0,331-10 312 0 0,-374 12-271 0 0,0-1 1 0 0,0 0-1 0 0,1-2 0 0 0,-1 0 1 0 0,-1-2-1 0 0,1 0 0 0 0,23-9 1 0 0,-39 12-9 0 0,0 1 0 0 0,0-1 0 0 0,0 0-1 0 0,-1 0 1 0 0,1 0 0 0 0,-1-1 0 0 0,1 1 0 0 0,-1-1 0 0 0,0 1 0 0 0,1-1 0 0 0,-1 0 0 0 0,-1 0 0 0 0,1 0 0 0 0,0 0 0 0 0,-1 0 0 0 0,2-3 0 0 0,15-60 178 0 0,-11 34-107 0 0,3 11-38 0 0,6-16 26 0 0,-16 36-68 0 0,0-1-1 0 0,1 1 1 0 0,-1 0-1 0 0,0-1 0 0 0,1 1 1 0 0,-1-1-1 0 0,0 1 0 0 0,0-1 1 0 0,0 1-1 0 0,0-1 0 0 0,-1 1 1 0 0,1-1-1 0 0,0 1 0 0 0,-1-1 1 0 0,1 1-1 0 0,-1 0 1 0 0,1-1-1 0 0,-1 1 0 0 0,0 0 1 0 0,1-1-1 0 0,-3-1 0 0 0,-6-3 8 0 0,8 5-10 0 0,0 1-1 0 0,0-1 1 0 0,1 1 0 0 0,-1-1 0 0 0,0 1 0 0 0,0-1-1 0 0,0 1 1 0 0,0-1 0 0 0,0 0 0 0 0,1 0 0 0 0,-1 1 0 0 0,0-1-1 0 0,1 0 1 0 0,-1 0 0 0 0,0 0 0 0 0,1 0 0 0 0,-1 0-1 0 0,1 0 1 0 0,0 0 0 0 0,-1 0 0 0 0,1 0 0 0 0,0 0 0 0 0,-1-2-1 0 0,-4-3-2 0 0,-15 5-66 0 0,19 3 40 0 0,0 0 0 0 0,0 0 0 0 0,0 0 0 0 0,1 0 0 0 0,-1 0-1 0 0,0 0 1 0 0,1 0 0 0 0,0 0 0 0 0,-1 0 0 0 0,1 0 0 0 0,0 0 0 0 0,0 0 0 0 0,0 0 0 0 0,0 0 0 0 0,1 0 0 0 0,0 4 0 0 0,-1 4-52 0 0,-1 17 14 0 0,1-3 93 0 0,0 0 1 0 0,1 0-1 0 0,4 24 1 0 0,6-9 98 0 0,-8-30-100 0 0,0 0-1 0 0,-1 0 1 0 0,0 1-1 0 0,0-1 1 0 0,0 16-1 0 0,-2 176 320 0 0,0-200-370 0 0,0-1-1 0 0,0 1 0 0 0,0-1 1 0 0,0 1-1 0 0,0-1 1 0 0,0 1-1 0 0,-1-1 0 0 0,1 0 1 0 0,0 1-1 0 0,0-1 1 0 0,-1 1-1 0 0,1-1 0 0 0,0 0 1 0 0,0 1-1 0 0,-1-1 1 0 0,1 1-1 0 0,0-1 0 0 0,-1 0 1 0 0,1 0-1 0 0,0 1 1 0 0,-1-1-1 0 0,1 0 0 0 0,-1 0 1 0 0,1 1-1 0 0,0-1 1 0 0,-1 0-1 0 0,1 0 0 0 0,-1 0 1 0 0,1 0-1 0 0,-1 0 1 0 0,1 0-1 0 0,-1 1 0 0 0,1-1 1 0 0,-1 0-1 0 0,1 0 1 0 0,-1 0-1 0 0,1-1 0 0 0,0 1 1 0 0,-1 0-1 0 0,1 0 1 0 0,-1 0-1 0 0,1 0 0 0 0,-1 0 1 0 0,1 0-1 0 0,0-1 1 0 0,-1 1-1 0 0,-3-1-468 0 0,13-1-1362 0 0,1 0 0 0 0,-1-1 0 0 0,0 0 0 0 0,0-1-1 0 0,0 0 1 0 0,12-7 0 0 0,-16-9-1988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9:56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63 252 80 0 0,'5'0'3642'0'0,"15"0"-708"0"0,-15 0 94 0 0,-5 0-3014 0 0,0 0-1 0 0,0 0 0 0 0,1-1 0 0 0,-1 1 0 0 0,0 0 0 0 0,0 0 0 0 0,0 0 0 0 0,0-1 0 0 0,0 1 0 0 0,0 0 1 0 0,0 0-1 0 0,0-1 0 0 0,0 1 0 0 0,0 0 0 0 0,0 0 0 0 0,0-1 0 0 0,0 1 0 0 0,0 0 0 0 0,0 0 0 0 0,0 0 0 0 0,0-1 1 0 0,0 1-1 0 0,0 0 0 0 0,0 0 0 0 0,0-1 0 0 0,0 1 0 0 0,0 0 0 0 0,0 0 0 0 0,-1 0 0 0 0,1-1 0 0 0,0 1 1 0 0,0 0-1 0 0,0 0 0 0 0,0 0 0 0 0,-1 0 0 0 0,1-1 0 0 0,0 1 0 0 0,0 0 0 0 0,0 0 0 0 0,-1 0 0 0 0,1 0 1 0 0,0 0-1 0 0,0 0 0 0 0,0 0 0 0 0,-1 0 0 0 0,1 0 0 0 0,0-1 0 0 0,0 1 0 0 0,0 0 0 0 0,-1 0 0 0 0,1 0 0 0 0,0 0 1 0 0,0 0-1 0 0,-1 0 0 0 0,-50-16 969 0 0,49 15-940 0 0,-1 0 1 0 0,1 0-1 0 0,0 0 1 0 0,0-1-1 0 0,0 1 1 0 0,0-1-1 0 0,1 1 0 0 0,-1-1 1 0 0,0 1-1 0 0,1-1 1 0 0,-1 0-1 0 0,1 0 1 0 0,-1 0-1 0 0,1 0 1 0 0,0 0-1 0 0,0 0 1 0 0,0 0-1 0 0,0 0 0 0 0,0-1 1 0 0,0 1-1 0 0,1 0 1 0 0,-1 0-1 0 0,1-5 1 0 0,-1-1 48 0 0,0 6-78 0 0,1-1 0 0 0,-1 1 1 0 0,1 0-1 0 0,0-1 1 0 0,0 1-1 0 0,0 0 1 0 0,0-1-1 0 0,0 1 1 0 0,1 0-1 0 0,-1 0 1 0 0,1-1-1 0 0,-1 1 1 0 0,1 0-1 0 0,0 0 1 0 0,0 0-1 0 0,2-3 1 0 0,4 0 15 0 0,-6 4-23 0 0,0 0-1 0 0,0 1 0 0 0,0-1 0 0 0,0 1 0 0 0,1-1 1 0 0,-2 0-1 0 0,1 0 0 0 0,0 0 0 0 0,0 0 1 0 0,0 0-1 0 0,0 0 0 0 0,0 0 0 0 0,-1 0 0 0 0,1 0 1 0 0,-1 0-1 0 0,1 0 0 0 0,0 0 0 0 0,-1 0 1 0 0,0 0-1 0 0,1-1 0 0 0,-1 1 0 0 0,0 0 0 0 0,0 0 1 0 0,1-2-1 0 0,-1 2-1 0 0,0 0 1 0 0,0 0 0 0 0,0 0-1 0 0,0 0 1 0 0,1 0-1 0 0,-1 0 1 0 0,0 0-1 0 0,1 0 1 0 0,-1 0 0 0 0,1 0-1 0 0,-1 0 1 0 0,1 0-1 0 0,-1 0 1 0 0,1 0-1 0 0,0 1 1 0 0,-1-1 0 0 0,1 0-1 0 0,0 0 1 0 0,0 1-1 0 0,-1-1 1 0 0,1 1-1 0 0,0-1 1 0 0,0 1 0 0 0,0-1-1 0 0,0 1 1 0 0,2-1-1 0 0,5-5 20 0 0,0-3-13 0 0,-7 8-12 0 0,0 0 1 0 0,0 0-1 0 0,0 0 0 0 0,0-1 1 0 0,0 1-1 0 0,0 0 1 0 0,1 0-1 0 0,-1 1 1 0 0,0-1-1 0 0,1 0 0 0 0,-1 0 1 0 0,0 1-1 0 0,1-1 1 0 0,-1 1-1 0 0,1-1 0 0 0,-1 1 1 0 0,1 0-1 0 0,2-1 1 0 0,13-3-63 0 0,-9 1 23 0 0,1 1 0 0 0,0 1 0 0 0,-1-1 0 0 0,18 0 0 0 0,-23 3 22 0 0,-1-1-1 0 0,0 0 1 0 0,1 0 0 0 0,-1 1-1 0 0,0-1 1 0 0,0 1 0 0 0,1 0-1 0 0,-1 0 1 0 0,0 0 0 0 0,0 0 0 0 0,0 0-1 0 0,0 0 1 0 0,0 0 0 0 0,0 1-1 0 0,0-1 1 0 0,-1 1 0 0 0,1-1-1 0 0,0 1 1 0 0,-1 0 0 0 0,1 0 0 0 0,-1 0-1 0 0,0 0 1 0 0,0 0 0 0 0,2 3-1 0 0,2 6-11 0 0,-1 0 0 0 0,0 0 0 0 0,-1 1 0 0 0,0 0 0 0 0,-1-1 0 0 0,0 1 0 0 0,0 16 0 0 0,-2-26 26 0 0,-1-1-1 0 0,1 1 1 0 0,0 0-1 0 0,0 0 1 0 0,0 0-1 0 0,0-1 1 0 0,0 1-1 0 0,0 0 1 0 0,0 0-1 0 0,1-1 1 0 0,-1 1-1 0 0,1 0 1 0 0,-1 0-1 0 0,1-1 1 0 0,0 1-1 0 0,-1 0 1 0 0,1-1-1 0 0,0 1 1 0 0,0-1-1 0 0,0 1 1 0 0,0-1 0 0 0,1 0-1 0 0,-1 1 1 0 0,0-1-1 0 0,0 0 1 0 0,1 0-1 0 0,-1 0 1 0 0,1 0-1 0 0,1 1 1 0 0,1 1-9 0 0,-4-5-12 0 0,1 0-1 0 0,-1 0 0 0 0,0 0 0 0 0,1 0 1 0 0,0 0-1 0 0,-1 0 0 0 0,1 0 0 0 0,0 1 1 0 0,0-1-1 0 0,0 0 0 0 0,0 1 0 0 0,3-4 0 0 0,-1 0 48 0 0,0-1 0 0 0,1 1 0 0 0,-2-1 0 0 0,1 0 0 0 0,-1 0 0 0 0,0 0 0 0 0,2-10-1 0 0,-3 12-14 0 0,-1 0 0 0 0,1 0 0 0 0,-1 1 0 0 0,1-1-1 0 0,0 0 1 0 0,0 0 0 0 0,1 1 0 0 0,-1-1 0 0 0,1 1 0 0 0,0-1-1 0 0,2-3 1 0 0,-2 4-1 0 0,0 0 0 0 0,0 0 0 0 0,-1 0 0 0 0,1 0 0 0 0,-1-1 0 0 0,0 1 0 0 0,0 0-1 0 0,0-1 1 0 0,-1 1 0 0 0,2-8 0 0 0,-2 9-4 0 0,1 1 0 0 0,-1-1 0 0 0,1 0 0 0 0,0 0 0 0 0,0 0 0 0 0,0 1 0 0 0,0-1 0 0 0,0 1 0 0 0,0-1 0 0 0,0 1 0 0 0,1-1 0 0 0,-1 1 0 0 0,0-1 0 0 0,1 1 0 0 0,-1 0 0 0 0,1 0 0 0 0,0 0 0 0 0,-1 0 0 0 0,1 0 0 0 0,0 0 0 0 0,0 0 0 0 0,-1 1 0 0 0,1-1 0 0 0,0 1 0 0 0,0-1 0 0 0,0 1 0 0 0,0 0 0 0 0,0-1 0 0 0,0 1 0 0 0,0 0 0 0 0,0 0 0 0 0,0 1 0 0 0,-1-1 0 0 0,1 0 0 0 0,0 1 0 0 0,0-1 0 0 0,0 1 0 0 0,0-1 0 0 0,3 3 0 0 0,5 3-19 0 0,0 0-1 0 0,0-1 1 0 0,1 0 0 0 0,0-1-1 0 0,16 5 1 0 0,-13-5-6 0 0,-1 1 0 0 0,0 0 0 0 0,0 1 0 0 0,17 11 0 0 0,-26-15 26 0 0,-1 0-1 0 0,-1 0 1 0 0,1 1 0 0 0,0-1-1 0 0,-1 1 1 0 0,1 0 0 0 0,-1 0 0 0 0,0 0-1 0 0,0 0 1 0 0,0 0 0 0 0,0 0-1 0 0,0 1 1 0 0,-1-1 0 0 0,0 0-1 0 0,0 1 1 0 0,0-1 0 0 0,0 1-1 0 0,0 0 1 0 0,0-1 0 0 0,-1 1-1 0 0,0 5 1 0 0,-4 24-26 0 0,3-32 21 0 0,1-1 0 0 0,-1 1 1 0 0,1 0-1 0 0,-1 0 0 0 0,1-1 1 0 0,-1 1-1 0 0,0-1 0 0 0,1 1 1 0 0,-1 0-1 0 0,0-1 0 0 0,0 0 1 0 0,1 1-1 0 0,-1-1 0 0 0,0 1 1 0 0,0-1-1 0 0,0 0 0 0 0,1 1 1 0 0,-1-1-1 0 0,0 0 0 0 0,0 0 1 0 0,0 0-1 0 0,0 0 0 0 0,0 0 1 0 0,0 0-1 0 0,-1 0 0 0 0,2 0 2 0 0,-1 0 0 0 0,1 0 0 0 0,0 0 0 0 0,-1-1 0 0 0,1 1 0 0 0,0 0 0 0 0,-1 0 0 0 0,1-1-1 0 0,0 1 1 0 0,0 0 0 0 0,-1 0 0 0 0,1-1 0 0 0,0 1 0 0 0,0 0 0 0 0,-1 0 0 0 0,1-1 0 0 0,0 1 0 0 0,0 0-1 0 0,0-1 1 0 0,0 1 0 0 0,0 0 0 0 0,-1-1 0 0 0,1 1 0 0 0,0-1 0 0 0,0 1 0 0 0,0 0 0 0 0,0-1 0 0 0,0 1-1 0 0,0 0 1 0 0,0-1 0 0 0,0 1 0 0 0,0-1 0 0 0,1-7 17 0 0,-2-9 40 0 0,0 12-50 0 0,1 0 0 0 0,0 0 0 0 0,0 0 0 0 0,0 0-1 0 0,0 0 1 0 0,1 0 0 0 0,0 0 0 0 0,0 0 0 0 0,0 0 0 0 0,2-4 0 0 0,4-5 1 0 0,-4 8-8 0 0,-1-1 1 0 0,1 1 0 0 0,1 0 0 0 0,-1 0 0 0 0,1 0 0 0 0,0 1 0 0 0,0-1 0 0 0,1 1 0 0 0,0 0 0 0 0,0 0 0 0 0,0 0 0 0 0,0 1-1 0 0,1 0 1 0 0,-1 0 0 0 0,1 0 0 0 0,0 1 0 0 0,1 0 0 0 0,-1 0 0 0 0,0 0 0 0 0,9-1 0 0 0,15 2 52 0 0,-29 2-54 0 0,1 0 1 0 0,-1 0-1 0 0,0 1 0 0 0,1-1 1 0 0,-1 1-1 0 0,0-1 0 0 0,1 1 1 0 0,-1-1-1 0 0,0 1 0 0 0,0 0 1 0 0,0 0-1 0 0,0 0 0 0 0,0 0 1 0 0,0-1-1 0 0,0 1 0 0 0,0 0 1 0 0,0 1-1 0 0,0-1 0 0 0,1 1 0 0 0,-1 2-10 0 0,1 0-1 0 0,-1 0 0 0 0,0 0 0 0 0,-1 0 0 0 0,1 0 1 0 0,-1 0-1 0 0,0 0 0 0 0,0 6 0 0 0,1 9-124 0 0,1 1 0 0 0,1 0 0 0 0,0-1 0 0 0,13 38 0 0 0,-11-27-3439 0 0,-5-34-1161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9:57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0 1761 0 0,'0'31'3201'0'0,"-30"40"1121"0"0,0-2-2721 0 0,30-11-2081 0 0,0-1 400 0 0,0-12 160 0 0,30-26-400 0 0,0-13-1521 0 0,1-26-3682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9:57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124 138 240 0 0,'-1'0'147'0'0,"1"1"-1"0"0,-1 0 1 0 0,1 0 0 0 0,-1-1-1 0 0,0 1 1 0 0,1 0 0 0 0,-1-1-1 0 0,0 1 1 0 0,1-1 0 0 0,-1 1-1 0 0,0-1 1 0 0,0 1 0 0 0,1-1-1 0 0,-1 1 1 0 0,0-1 0 0 0,0 0-1 0 0,0 0 1 0 0,0 1 0 0 0,0-1-1 0 0,1 0 1 0 0,-1 0 0 0 0,0 0-1 0 0,0 0 1 0 0,0 0 0 0 0,0 0-1 0 0,-1 0 1 0 0,-36 1 2082 0 0,32-1-1255 0 0,6 0-857 0 0,-1 1-46 0 0,0-1 0 0 0,-1 0 0 0 0,1 0 0 0 0,0 0 0 0 0,0 0 0 0 0,0 0 1 0 0,0 0-1 0 0,0 0 0 0 0,-1 0 0 0 0,1 0 0 0 0,0-1 0 0 0,0 1 0 0 0,0 0 0 0 0,0-1 0 0 0,0 1 1 0 0,0-1-1 0 0,0 1 0 0 0,0-1 0 0 0,0 1 0 0 0,0-1 0 0 0,-1-1 0 0 0,-10-7 654 0 0,-6-2-437 0 0,17 11-280 0 0,1-1 0 0 0,0 1 0 0 0,0-1 0 0 0,0 1 0 0 0,-1-1 0 0 0,1 1 0 0 0,0-1 0 0 0,0 1 1 0 0,0-1-1 0 0,0 1 0 0 0,0-1 0 0 0,0 1 0 0 0,0-1 0 0 0,0 0 0 0 0,0 1 0 0 0,0-1 0 0 0,0 1 1 0 0,0-1-1 0 0,0 1 0 0 0,0-1 0 0 0,1 1 0 0 0,-1-1 0 0 0,0 1 0 0 0,0-1 0 0 0,0 1 0 0 0,1-1 1 0 0,-1 1-1 0 0,0 0 0 0 0,1-1 0 0 0,-1 1 0 0 0,0-1 0 0 0,1 1 0 0 0,-1 0 0 0 0,1-1 0 0 0,-1 1 1 0 0,1 0-1 0 0,0-1 0 0 0,11-10 96 0 0,-7 5-71 0 0,1 1 1 0 0,-1 0 0 0 0,1 0 0 0 0,1 1 0 0 0,7-5 0 0 0,23-15-28 0 0,-29 18-6 0 0,1 0 0 0 0,0 1 0 0 0,19-9 0 0 0,-26 13-15 0 0,1 0 0 0 0,-1 1 0 0 0,1-1 1 0 0,-1 0-1 0 0,1 1 0 0 0,-1 0 0 0 0,1 0 0 0 0,0 0 0 0 0,-1 0 0 0 0,1 0 0 0 0,-1 0 0 0 0,1 0 0 0 0,0 1 0 0 0,-1 0 0 0 0,1-1 0 0 0,-1 1 0 0 0,1 0 1 0 0,-1 0-1 0 0,0 0 0 0 0,3 2 0 0 0,-4-2 9 0 0,-1-1 0 0 0,1 1-1 0 0,-1 0 1 0 0,1-1 0 0 0,-1 1 0 0 0,1-1 0 0 0,-1 1 0 0 0,0 0 0 0 0,1 0 0 0 0,-1-1 0 0 0,0 1-1 0 0,0 0 1 0 0,0 0 0 0 0,1-1 0 0 0,-1 1 0 0 0,0 0 0 0 0,0 0 0 0 0,0 0 0 0 0,0-1-1 0 0,0 1 1 0 0,0 0 0 0 0,0 0 0 0 0,-1 0 0 0 0,1 20-38 0 0,1-12 57 0 0,0-1 0 0 0,-1 0-1 0 0,0 1 1 0 0,-1-1 0 0 0,0 0-1 0 0,0 1 1 0 0,-1-1 0 0 0,0 0-1 0 0,0 0 1 0 0,-1 0 0 0 0,0 0-1 0 0,-1 0 1 0 0,-4 7-1 0 0,7-7-2 0 0,-1-5-8 0 0,-16-3 8 0 0,9 0-5 0 0,8-3 2 0 0,0 1 0 0 0,0-1 0 0 0,0 1 1 0 0,0-1-1 0 0,0 0 0 0 0,1 1 0 0 0,0-1 0 0 0,-1 0 0 0 0,1 0 0 0 0,0 1 0 0 0,0-1 0 0 0,1 0 1 0 0,0-3-1 0 0,-1 2 40 0 0,0-11-6 0 0,3-22 115 0 0,-3 35-149 0 0,1 1 0 0 0,0-1 0 0 0,0 0 0 0 0,0 1-1 0 0,0-1 1 0 0,1 1 0 0 0,-1-1 0 0 0,0 1 0 0 0,1 0 0 0 0,-1-1-1 0 0,1 1 1 0 0,-1 0 0 0 0,1 0 0 0 0,-1 0 0 0 0,1 0-1 0 0,0 0 1 0 0,3-1 0 0 0,36-19 94 0 0,18-6 11 0 0,-57 26-112 0 0,1 0 0 0 0,0 0 0 0 0,0 1 0 0 0,0-1 0 0 0,-1 1 0 0 0,1 0 0 0 0,0 0 0 0 0,0 0 0 0 0,0 0 0 0 0,0 0 0 0 0,0 1 0 0 0,-1-1 0 0 0,1 1 0 0 0,0 0 0 0 0,0 0 0 0 0,-1 0 0 0 0,1 0 0 0 0,3 2 0 0 0,-5-2 2 0 0,0 0 0 0 0,0 0-1 0 0,0 0 1 0 0,0-1 0 0 0,0 1-1 0 0,-1 0 1 0 0,1 0 0 0 0,0 1-1 0 0,-1-1 1 0 0,1 0 0 0 0,0 0 0 0 0,-1 0-1 0 0,1 0 1 0 0,-1 1 0 0 0,0-1-1 0 0,1 0 1 0 0,-1 0 0 0 0,0 1-1 0 0,0-1 1 0 0,0 0 0 0 0,0 0-1 0 0,0 1 1 0 0,0-1 0 0 0,0 0-1 0 0,0 0 1 0 0,0 1 0 0 0,-1-1-1 0 0,1 0 1 0 0,-1 0 0 0 0,1 1-1 0 0,-1-1 1 0 0,1 0 0 0 0,-1 0-1 0 0,1 0 1 0 0,-3 2 0 0 0,-36 49 154 0 0,18-25-106 0 0,19-23-107 0 0,1-1 1 0 0,0 1-1 0 0,-1 0 0 0 0,2-1 0 0 0,-1 1 1 0 0,0 0-1 0 0,1 0 0 0 0,0 0 0 0 0,0-1 0 0 0,0 7 1 0 0,1-8-19 0 0,-1 0 1 0 0,0 0 0 0 0,0 1 0 0 0,0-1-1 0 0,0 0 1 0 0,0 0 0 0 0,0 0 0 0 0,0 0-1 0 0,-1 0 1 0 0,1 0 0 0 0,-1 0 0 0 0,0 0-1 0 0,1 0 1 0 0,-1-1 0 0 0,0 1 0 0 0,0 0 0 0 0,-1 2-1 0 0,-19 3-2112 0 0,16-6-2309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9:58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42 3922 0 0,'-25'12'4710'0'0,"-5"0"-1083"0"0,25-12-3360 0 0,10-3-254 0 0,413-50 3109 0 0,-390 49-3321 0 0,47-2-142 0 0,-22 11-4629 0 0,-37-1 2749 0 0,-16-4 2155 0 0,1 0 1 0 0,-1 0 0 0 0,0 0 0 0 0,1 0 0 0 0,-1 0-1 0 0,0 1 1 0 0,0-1 0 0 0,1 0 0 0 0,-1 0-1 0 0,0 0 1 0 0,1 0 0 0 0,-1 0 0 0 0,0 0 0 0 0,0 1-1 0 0,1-1 1 0 0,-1 0 0 0 0,0 0 0 0 0,0 0 0 0 0,1 1-1 0 0,-1-1 1 0 0,0 0 0 0 0,0 0 0 0 0,0 1-1 0 0,0-1 1 0 0,1 0 0 0 0,-1 1 0 0 0,0-1 0 0 0,0 0-1 0 0,0 0 1 0 0,0 1 0 0 0,0-1 0 0 0,0 0-1 0 0,0 1 1 0 0,0-1 0 0 0,0 0 0 0 0,0 1 0 0 0,0-1-1 0 0,0 0 1 0 0,0 1 0 0 0,0-1 0 0 0,0 0 0 0 0,0 1-1 0 0,0-1 1 0 0,0 0 0 0 0,0 0 0 0 0,0 1-1 0 0,-1-1 1 0 0,1 0 0 0 0,0 1 0 0 0,0-1 0 0 0,0 0-1 0 0,0 0 1 0 0,-1 0 0 0 0,1 1 0 0 0,0-1 0 0 0,0 0-1 0 0,-1 0 1 0 0,1 1 0 0 0,-26 11-2576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9:59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65 240 0 0,'-151'12'12819'0'0,"272"-30"-9631"0"0,33 12-2389 0 0,41-2-1427 0 0,-67-10-4105 0 0,-13-2-3364 0 0,-79 13 4909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0:08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689 83 800 0 0,'-25'0'2108'0'0,"20"0"1307"0"0,5 0-3362 0 0,0 0 1 0 0,0 0-1 0 0,0 0 0 0 0,-1 0 1 0 0,1-1-1 0 0,0 1 0 0 0,0 0 1 0 0,0 0-1 0 0,0 0 0 0 0,0-1 1 0 0,0 1-1 0 0,0 0 1 0 0,0 0-1 0 0,0 0 0 0 0,0-1 1 0 0,0 1-1 0 0,0 0 0 0 0,0 0 1 0 0,0 0-1 0 0,0-1 0 0 0,0 1 1 0 0,0 0-1 0 0,0 0 0 0 0,0 0 1 0 0,0-1-1 0 0,0 1 1 0 0,0 0-1 0 0,0 0 0 0 0,0 0 1 0 0,1 0-1 0 0,-1-1 0 0 0,0 1 1 0 0,0 0-1 0 0,0 0 0 0 0,0 0 1 0 0,0 0-1 0 0,1-1 0 0 0,-1 1 1 0 0,0 0-1 0 0,0 0 1 0 0,0 0-1 0 0,0 0 0 0 0,1 0 1 0 0,-1 0-1 0 0,0 0 0 0 0,0 0 1 0 0,0 0-1 0 0,1 0 0 0 0,-1 0 1 0 0,0-1-1 0 0,0 1 0 0 0,0 0 1 0 0,1 0-1 0 0,-1 0 1 0 0,0 0-1 0 0,0 1 0 0 0,0-1 1 0 0,1 0-1 0 0,-1 0 0 0 0,25 0 974 0 0,-30 1-840 0 0,-15 4 27 0 0,15-4-54 0 0,0-1-54 0 0,-29 3 308 0 0,-42 8 0 0 0,-14 1 239 0 0,65-8-613 0 0,9-2-12 0 0,8 1-2 0 0,-39 18-13 0 0,5-4-37 0 0,26-12 10 0 0,0 1 0 0 0,0 1 0 0 0,-15 9 0 0 0,25-13 20 0 0,0 0 0 0 0,-1-1 0 0 0,0 1 0 0 0,1-1 0 0 0,-1 0 0 0 0,-13 1 0 0 0,14-2-1 0 0,0 0 1 0 0,0 0-1 0 0,-1 1 1 0 0,1-1-1 0 0,1 2 0 0 0,-10 3 1 0 0,13-4-6 0 0,0-1 0 0 0,-1 1 0 0 0,1-1 0 0 0,0 0 0 0 0,-1 0 0 0 0,1 0 0 0 0,-1 0 0 0 0,1 0 0 0 0,-1 0 0 0 0,-3 0 0 0 0,5-1 0 0 0,1 0 0 0 0,0 0 0 0 0,-1 0 0 0 0,1 0 0 0 0,0 0 0 0 0,0 0 0 0 0,-1 0 0 0 0,1 1 0 0 0,0-1 0 0 0,0 0 0 0 0,-1 0 0 0 0,1 0 0 0 0,0 0 0 0 0,0 0 0 0 0,-1 0 0 0 0,1 1 0 0 0,0-1 0 0 0,0 0 0 0 0,-1 0 0 0 0,1 0 0 0 0,0 1 0 0 0,0-1 0 0 0,0 0 0 0 0,0 0 0 0 0,-1 1 0 0 0,1-1 0 0 0,0 0 0 0 0,0 0 0 0 0,0 1 0 0 0,0-1 0 0 0,0 0 0 0 0,0 0 0 0 0,0 1 0 0 0,0-1 0 0 0,0 0 0 0 0,0 1 0 0 0,-4 3 0 0 0,3-4-3 0 0,0 0 1 0 0,0 0 0 0 0,1-1 0 0 0,-1 1 1 0 0,0 0-1 0 0,0 0 0 0 0,1 0 0 0 0,-1 0 1 0 0,0 0-1 0 0,0 0 0 0 0,1 0 0 0 0,-1 0 0 0 0,0 0 1 0 0,0 0-1 0 0,1 0 0 0 0,-1 0 0 0 0,0 1 1 0 0,0-1-1 0 0,1 0 0 0 0,-1 1 0 0 0,0-1 1 0 0,1 0-1 0 0,-1 1 0 0 0,1-1 0 0 0,-1 1 0 0 0,0-1 1 0 0,1 1-1 0 0,-1-1 0 0 0,1 1 0 0 0,-1-1 1 0 0,1 1-1 0 0,-1 0 0 0 0,1-1 0 0 0,0 1 1 0 0,-1 0-1 0 0,1-1 0 0 0,0 1 0 0 0,-1 0 0 0 0,1-1 1 0 0,0 1-1 0 0,0 0 0 0 0,0 0 0 0 0,0-1 1 0 0,0 1-1 0 0,-1 0 0 0 0,1 0 0 0 0,1-1 1 0 0,-1 1-1 0 0,0 0 0 0 0,0 0 0 0 0,0 1 0 0 0,0-2 0 0 0,0 1 0 0 0,0 0 0 0 0,0 0 0 0 0,0-1 0 0 0,0 1-1 0 0,-1 0 1 0 0,1 0 0 0 0,0-1 0 0 0,-1 1 0 0 0,1 0-1 0 0,0-1 1 0 0,-1 1 0 0 0,1 0 0 0 0,-1-1 0 0 0,1 1-1 0 0,-1-1 1 0 0,1 1 0 0 0,-1-1 0 0 0,1 1 0 0 0,-1-1-1 0 0,0 1 1 0 0,1-1 0 0 0,-1 0 0 0 0,0 1 0 0 0,1-1-1 0 0,-1 0 1 0 0,0 1 0 0 0,1-1 0 0 0,-1 0 0 0 0,0 0-1 0 0,-1 1 1 0 0,1-1 5 0 0,1 0-1 0 0,-1 0 0 0 0,1 0 0 0 0,-1 0 1 0 0,0 0-1 0 0,1 0 0 0 0,-1 1 0 0 0,1-1 1 0 0,-1 0-1 0 0,0 0 0 0 0,1 1 0 0 0,-1-1 1 0 0,1 1-1 0 0,-1-1 0 0 0,1 0 1 0 0,-1 1-1 0 0,1-1 0 0 0,-1 1 0 0 0,1-1 1 0 0,0 1-1 0 0,-1-1 0 0 0,1 1 0 0 0,0-1 1 0 0,-1 1-1 0 0,1 0 0 0 0,0-1 0 0 0,0 1 1 0 0,0-1-1 0 0,-1 1 0 0 0,1 1 0 0 0,0-2-1 0 0,0 1-1 0 0,0-1 1 0 0,0 1-1 0 0,0-1 1 0 0,-1 1-1 0 0,1-1 0 0 0,0 1 1 0 0,0-1-1 0 0,-1 0 1 0 0,1 1-1 0 0,0-1 0 0 0,-1 1 1 0 0,1-1-1 0 0,0 0 1 0 0,-1 1-1 0 0,1-1 1 0 0,0 0-1 0 0,-1 1 0 0 0,1-1 1 0 0,-1 0-1 0 0,1 0 1 0 0,-1 1-1 0 0,1-1 1 0 0,-1 0-1 0 0,1 0 0 0 0,-1 0 1 0 0,1 0-1 0 0,-1 1 1 0 0,1-1-1 0 0,-1 0 0 0 0,1 0 1 0 0,-1 0-1 0 0,1 0 1 0 0,-1 0-1 0 0,0 0 0 0 0,1 0 0 0 0,-1 0 0 0 0,0 0 0 0 0,1 0 0 0 0,-1 0 0 0 0,0 0 0 0 0,1 0 0 0 0,-1 0 0 0 0,0 0 0 0 0,1 1 0 0 0,-1-1 0 0 0,0 0 0 0 0,1 1 0 0 0,-1-1 0 0 0,1 0 0 0 0,-1 1 0 0 0,1-1-1 0 0,-1 1 1 0 0,1-1 0 0 0,-1 1 0 0 0,1-1 0 0 0,-1 1 0 0 0,1-1 0 0 0,-1 1 0 0 0,1-1 0 0 0,0 1 0 0 0,-1-1 0 0 0,1 1 0 0 0,0 0 0 0 0,0-1 0 0 0,-1 1 0 0 0,1 0 0 0 0,0-1 0 0 0,0 1 0 0 0,0 0 0 0 0,0 0 0 0 0,0 184-14 0 0,1-184 15 0 0,-1 1 0 0 0,1 0 0 0 0,0 0 0 0 0,0 0 0 0 0,0 0 0 0 0,0-1 0 0 0,0 1 0 0 0,0 0 0 0 0,1-1-1 0 0,-1 1 1 0 0,0-1 0 0 0,1 1 0 0 0,0-1 0 0 0,-1 0 0 0 0,1 0 0 0 0,0 0 0 0 0,-1 0 0 0 0,1 0 0 0 0,0 0-1 0 0,0 0 1 0 0,3 1 0 0 0,-3-2-4 0 0,-1 1-1 0 0,1-1 1 0 0,0 1-1 0 0,-1 0 1 0 0,1-1-1 0 0,-1 1 1 0 0,1 0-1 0 0,-1 0 1 0 0,0 0-1 0 0,1 0 1 0 0,-1 1-1 0 0,0-1 1 0 0,0 0-1 0 0,0 0 1 0 0,0 1 0 0 0,0-1-1 0 0,0 1 1 0 0,0-1-1 0 0,0 1 1 0 0,0 1-1 0 0,1-1 1 0 0,0 1 0 0 0,1-1-1 0 0,-1 1 1 0 0,1-1 0 0 0,-1 0 0 0 0,1 0-1 0 0,-1-1 1 0 0,1 1 0 0 0,0 0 0 0 0,0-1 0 0 0,0 0-1 0 0,0 1 1 0 0,6 0 0 0 0,4 4-32 0 0,-6 0 34 0 0,0-1-1 0 0,1 0 1 0 0,-1-1 0 0 0,1 1-1 0 0,0-1 1 0 0,0-1 0 0 0,1 0 0 0 0,-1 0-1 0 0,1-1 1 0 0,11 2 0 0 0,-1-1 1 0 0,0-2 0 0 0,1 0 0 0 0,-1-1 1 0 0,21-3-1 0 0,15-3 45 0 0,0 3 0 0 0,0 2 1 0 0,0 2-1 0 0,81 13 1 0 0,-92-3-37 0 0,-21-5 26 0 0,0-1 1 0 0,0-1-1 0 0,0-1 1 0 0,27 0-1 0 0,192-15 179 0 0,-144 4-150 0 0,125-4 138 0 0,-102 5-135 0 0,-52-10-32 0 0,-18 2-3 0 0,-25 10-61 0 0,-14 3 48 0 0,0 0 0 0 0,-1-1 1 0 0,1-1-1 0 0,-1 1 1 0 0,0-2-1 0 0,20-10 1 0 0,50-20 140 0 0,-63 28-97 0 0,-17 7-59 0 0,0 0-1 0 0,0 0 0 0 0,0 0 1 0 0,0 0-1 0 0,-1 0 0 0 0,1-1 1 0 0,0 1-1 0 0,0 0 0 0 0,0-1 0 0 0,-1 1 1 0 0,1 0-1 0 0,0-1 0 0 0,0 1 1 0 0,-1-1-1 0 0,1 1 0 0 0,0-1 1 0 0,-1 1-1 0 0,1-1 0 0 0,-1 0 1 0 0,2 0-1 0 0,33-11 10 0 0,-33 11-10 0 0,-1 1-1 0 0,1-1 1 0 0,-1 1-1 0 0,0-1 0 0 0,1 1 1 0 0,-1-1-1 0 0,1 0 0 0 0,-1 1 1 0 0,0-1-1 0 0,0 0 1 0 0,1 0-1 0 0,-1 0 0 0 0,0 0 1 0 0,0 0-1 0 0,0 0 1 0 0,0-1-1 0 0,0 1 0 0 0,0 0 1 0 0,-1 0-1 0 0,1-1 0 0 0,0 1 1 0 0,-1 0-1 0 0,1-1 1 0 0,0 1-1 0 0,-1-1 0 0 0,0 1 1 0 0,1-1-1 0 0,-1 1 1 0 0,0-1-1 0 0,0 1 0 0 0,0-1 1 0 0,0 1-1 0 0,0-1 0 0 0,0 1 1 0 0,0-1-1 0 0,-1 1 1 0 0,1-1-1 0 0,-1-2 0 0 0,-1-4-1 0 0,2 7 2 0 0,0 0-1 0 0,0-1 1 0 0,0 1 0 0 0,0-1 0 0 0,0 1 0 0 0,0-1 0 0 0,-1 1-1 0 0,1 0 1 0 0,-1-1 0 0 0,1 1 0 0 0,-1 0 0 0 0,1-1-1 0 0,-1 1 1 0 0,0 0 0 0 0,0 0 0 0 0,0 0 0 0 0,1 0 0 0 0,-1-1-1 0 0,0 1 1 0 0,0 0 0 0 0,-1 1 0 0 0,1-1 0 0 0,0 0 0 0 0,-2-1-1 0 0,2 2-2 0 0,1-1 0 0 0,-1 0 0 0 0,0 1 0 0 0,0-1 0 0 0,0 1-1 0 0,0-1 1 0 0,1 0 0 0 0,-1 0 0 0 0,0 1 0 0 0,1-1 0 0 0,-1 0-1 0 0,1 0 1 0 0,-1 0 0 0 0,1 0 0 0 0,-1 0 0 0 0,1 0 0 0 0,-1 0-1 0 0,1 0 1 0 0,0 0 0 0 0,0 0 0 0 0,-1 0 0 0 0,1 0 0 0 0,0-1-1 0 0,0 1 2 0 0,0 0-1 0 0,0 0 0 0 0,0 0 0 0 0,-1 0 0 0 0,1 0 0 0 0,0 0 0 0 0,-1 0 0 0 0,1 0 0 0 0,0 0 0 0 0,-1 0 0 0 0,1 0 1 0 0,-1 1-1 0 0,0-1 0 0 0,1 0 0 0 0,-1 0 0 0 0,1 1 0 0 0,-1-1 0 0 0,0 0 0 0 0,0 1 0 0 0,1-1 0 0 0,-1 1 0 0 0,0-1 1 0 0,0 1-1 0 0,0-1 0 0 0,0 1 0 0 0,-1-1 0 0 0,-7-5 11 0 0,-4-9 41 0 0,-9-7-37 0 0,-9 6 14 0 0,0 1 0 0 0,0 1 1 0 0,-2 2-1 0 0,1 1 1 0 0,-56-11-1 0 0,48 13 50 0 0,0-2 1 0 0,1-1-1 0 0,-49-24 0 0 0,76 31-34 0 0,0 0-1 0 0,0 1 1 0 0,0 1-1 0 0,0 0 1 0 0,-17-2-1 0 0,-33-9 236 0 0,-169-44 739 0 0,-10-5-597 0 0,222 58-412 0 0,-1 1 1 0 0,1 0 0 0 0,-1 2-1 0 0,0 0 1 0 0,0 1-1 0 0,1 1 1 0 0,-22 3 0 0 0,-136 23 37 0 0,171-24-48 0 0,-4-1-561 0 0,-1 1-1 0 0,1 1 1 0 0,1 0-1 0 0,-1 1 1 0 0,0 0-1 0 0,1 0 1 0 0,0 1-1 0 0,0 0 1 0 0,0 0-1 0 0,-11 10 1 0 0,16-9-906 0 0,-7 4-2295 0 0,-39-1-1534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0:25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956 177 1281 0 0,'-3'-35'7790'0'0,"2"34"-7757"0"0,0 0 0 0 0,1 0 1 0 0,-1 1-1 0 0,0-1 0 0 0,0 0 1 0 0,-1 0-1 0 0,1 0 1 0 0,0 1-1 0 0,0-1 0 0 0,0 1 1 0 0,0-1-1 0 0,-1 1 0 0 0,1-1 1 0 0,0 1-1 0 0,0 0 0 0 0,-1-1 1 0 0,-1 1-1 0 0,-7-12 207 0 0,-64-20 334 0 0,64 21-161 0 0,-10 10-266 0 0,14 1 0 0 0,1 0-27 0 0,-40-1 14 0 0,22-1-14 0 0,0 2 0 0 0,0 0 0 0 0,0 1 0 0 0,-1 1 0 0 0,2 2 0 0 0,-1 0 0 0 0,-37 13 0 0 0,2 4-110 0 0,49-19-7 0 0,1 1 0 0 0,-1 0 0 0 0,1 0 0 0 0,0 0 0 0 0,0 1 1 0 0,0 0-1 0 0,0 1 0 0 0,1 0 0 0 0,-1 0 0 0 0,1 1 0 0 0,0-1 0 0 0,1 1 0 0 0,-11 13 0 0 0,10-9-37 0 0,1-1 0 0 0,-1 0 1 0 0,-1-1-1 0 0,-14 13 0 0 0,6-6 3 0 0,12-10 29 0 0,-1 1-1 0 0,1-1 1 0 0,1 1-1 0 0,-1-1 1 0 0,1 1 0 0 0,-4 9-1 0 0,4-9 4 0 0,0 0-1 0 0,0-1 1 0 0,0 1-1 0 0,-1 0 1 0 0,0-1-1 0 0,-6 7 1 0 0,3-6-1 0 0,0 0 0 0 0,0 1 0 0 0,1 0 0 0 0,0 0 0 0 0,1 0 0 0 0,-1 1 0 0 0,1 0 0 0 0,1 0 0 0 0,-1 0 0 0 0,-2 11 0 0 0,-3-3 12 0 0,1 0 1 0 0,-2 0 0 0 0,-23 26 0 0 0,-17 26 2 0 0,41-57-42 0 0,9-9 25 0 0,0-1 0 0 0,-1 0-1 0 0,1 1 1 0 0,0-1 0 0 0,0 1 0 0 0,0-1 0 0 0,0 1 0 0 0,0 0-1 0 0,0-1 1 0 0,0 1 0 0 0,0 0 0 0 0,1 0 0 0 0,-1 0-1 0 0,1-1 1 0 0,-1 1 0 0 0,1 0 0 0 0,0 3 0 0 0,-1-2 0 0 0,1-1 1 0 0,-1 1 0 0 0,0-1 0 0 0,0 1 0 0 0,0-1 0 0 0,0 1-1 0 0,0-1 1 0 0,0 0 0 0 0,-1 1 0 0 0,1-1 0 0 0,-1 0 0 0 0,-2 2-1 0 0,3-3 1 0 0,0 0-1 0 0,-1 1 1 0 0,1-1-1 0 0,0 0 1 0 0,0 1-1 0 0,0-1 1 0 0,0 1-1 0 0,0-1 0 0 0,0 1 1 0 0,0-1-1 0 0,1 1 1 0 0,-1 0-1 0 0,0-1 1 0 0,1 1-1 0 0,-1 0 0 0 0,1-1 1 0 0,0 1-1 0 0,0 0 1 0 0,-1 0-1 0 0,1 0 1 0 0,0-1-1 0 0,1 1 1 0 0,-1 0-1 0 0,0 0 0 0 0,0-1 1 0 0,1 1-1 0 0,-1 0 1 0 0,1 0-1 0 0,0-1 1 0 0,-1 1-1 0 0,1-1 0 0 0,2 4 1 0 0,5 2-11 0 0,-7-7 9 0 0,0 1 0 0 0,0 0 0 0 0,1 0 0 0 0,-1-1 0 0 0,0 1 0 0 0,0 0 0 0 0,-1 0 0 0 0,1 0 0 0 0,0 0 0 0 0,0 0 0 0 0,0 0 0 0 0,-1 0 0 0 0,1 0 0 0 0,0 1 0 0 0,-1-1 1 0 0,1 0-1 0 0,-1 0 0 0 0,1 1 0 0 0,-1-1 0 0 0,0 0 0 0 0,0 0 0 0 0,1 2 0 0 0,-1-2 2 0 0,0-1-1 0 0,0 1 1 0 0,0 0 0 0 0,0-1 0 0 0,0 1 0 0 0,0-1-1 0 0,0 1 1 0 0,1-1 0 0 0,-1 1 0 0 0,0-1 0 0 0,0 1-1 0 0,1-1 1 0 0,-1 1 0 0 0,0-1 0 0 0,1 1 0 0 0,-1-1-1 0 0,0 1 1 0 0,1-1 0 0 0,-1 1 0 0 0,1-1 0 0 0,-1 0-1 0 0,1 1 1 0 0,-1-1 0 0 0,1 0 0 0 0,-1 1 0 0 0,1-1-1 0 0,-1 0 1 0 0,1 0 0 0 0,-1 0 0 0 0,1 0 0 0 0,-1 1-1 0 0,1-1 1 0 0,0 0 0 0 0,-1 0 0 0 0,1 0 0 0 0,-1 0-1 0 0,1 0 1 0 0,-1 0 0 0 0,1 0 0 0 0,0 0 0 0 0,0-1-1 0 0,-1 1 1 0 0,1 0 0 0 0,-1 0 0 0 0,0 0 0 0 0,1 0 0 0 0,-1 0 0 0 0,1 0 0 0 0,-1 0 0 0 0,1 0-1 0 0,-1 0 1 0 0,0 0 0 0 0,1 0 0 0 0,-1 0 0 0 0,1 0 0 0 0,-1 0 0 0 0,0 0 0 0 0,1 0 0 0 0,-1 1 0 0 0,1-1-1 0 0,-1 0 1 0 0,0 0 0 0 0,1 0 0 0 0,-1 1 0 0 0,0-1 0 0 0,1 0 0 0 0,-1 0 0 0 0,0 1 0 0 0,1-1 0 0 0,-1 0-1 0 0,0 1 1 0 0,0-1 0 0 0,1 0 0 0 0,-1 1 0 0 0,0-1 0 0 0,0 1 0 0 0,0-1 0 0 0,0 0 0 0 0,1 1 0 0 0,-1 0-1 0 0,0 0 2 0 0,0 0 0 0 0,0-1 0 0 0,0 1 0 0 0,1 0 0 0 0,-1 0 0 0 0,0 0 0 0 0,1 0 0 0 0,-1-1 0 0 0,0 1 0 0 0,1 0 0 0 0,-1 0 0 0 0,1-1 0 0 0,-1 1 0 0 0,1 0 0 0 0,-1-1 0 0 0,1 1 0 0 0,0 0 0 0 0,-1-1 0 0 0,1 1 0 0 0,0-1 0 0 0,0 1 0 0 0,-1-1 0 0 0,1 1 0 0 0,0-1 0 0 0,0 0 0 0 0,-1 1 0 0 0,1-1 0 0 0,1 0 0 0 0,27 5 1 0 0,-19-4-2 0 0,-4 5 1 0 0,-3 1 1 0 0,10-1 6 0 0,1-1 1 0 0,0 0-1 0 0,-1-1 1 0 0,1 0 0 0 0,1-1-1 0 0,18 1 1 0 0,62 6-4 0 0,1-5 1 0 0,131-8-1 0 0,-120-3 32 0 0,-33 0 10 0 0,1 4 0 0 0,115 10 0 0 0,-140-1-40 0 0,122 11 80 0 0,-144-17-70 0 0,0-1 0 0 0,0-1 1 0 0,0-1-1 0 0,31-8 0 0 0,-29 5 56 0 0,62-2 0 0 0,-9 1-69 0 0,-13 5-4 0 0,-51 2 28 0 0,1-1 0 0 0,-1-1 0 0 0,1 0-1 0 0,-1-1 1 0 0,25-7 0 0 0,-30 6 43 0 0,0 0 0 0 0,0-1 0 0 0,-1-1 0 0 0,1 0 0 0 0,-1-1 0 0 0,-1 0 0 0 0,20-13 0 0 0,10-1 59 0 0,-36 18-112 0 0,0-1 1 0 0,0 1 0 0 0,0-1 0 0 0,0 0 0 0 0,0 0 0 0 0,7-6 0 0 0,5-4-22 0 0,-16 12 0 0 0,1-1 0 0 0,-1 1 1 0 0,0-1-1 0 0,1 1 0 0 0,-1-1 0 0 0,0 0 1 0 0,0 0-1 0 0,0 0 0 0 0,0 0 0 0 0,-1 0 1 0 0,1 0-1 0 0,0 0 0 0 0,-1-1 1 0 0,1 1-1 0 0,-1-1 0 0 0,0 1 0 0 0,0-1 1 0 0,0 1-1 0 0,0-1 0 0 0,-1 0 0 0 0,1 1 1 0 0,-1-1-1 0 0,1-4 0 0 0,-1 5 6 0 0,0 1-1 0 0,1-1 1 0 0,-1 1-1 0 0,0-1 1 0 0,1 0 0 0 0,-1 1-1 0 0,1 0 1 0 0,-1-1-1 0 0,1 1 1 0 0,0-1-1 0 0,0 1 1 0 0,-1 0-1 0 0,1-1 1 0 0,0 1 0 0 0,0 0-1 0 0,0 0 1 0 0,2-2-1 0 0,4-9 51 0 0,-14-1-2 0 0,5 11-47 0 0,1 1 1 0 0,0-1-1 0 0,0 0 0 0 0,0 0 0 0 0,0 0 0 0 0,0 1 0 0 0,0-1 0 0 0,0 0 0 0 0,0 0 0 0 0,1-1 0 0 0,-1 1 0 0 0,1 0 0 0 0,-1-3 1 0 0,1 2-4 0 0,1 0 1 0 0,-1 0-1 0 0,0 0 1 0 0,0 0 0 0 0,-1 0-1 0 0,1 0 1 0 0,-1 0 0 0 0,1 0-1 0 0,-1 0 1 0 0,0 0-1 0 0,0 0 1 0 0,0 1 0 0 0,-1-1-1 0 0,1 0 1 0 0,-1 1-1 0 0,1-1 1 0 0,-1 0 0 0 0,0 1-1 0 0,-3-4 1 0 0,0 0-13 0 0,0-13 15 0 0,0 1 60 0 0,-10 1 116 0 0,-1 1-1 0 0,-32-27 1 0 0,-14-14-61 0 0,49 43-105 0 0,0 0 1 0 0,-1 2-1 0 0,0-1 0 0 0,-28-17 1 0 0,36 27-15 0 0,5 3 3 0 0,0-1 1 0 0,-1 1-1 0 0,1-1 1 0 0,0 1-1 0 0,0-1 0 0 0,-1 0 1 0 0,1 0-1 0 0,0 1 1 0 0,0-1-1 0 0,0 0 0 0 0,0 0 1 0 0,0 0-1 0 0,0 0 1 0 0,0 0-1 0 0,0 0 0 0 0,0 0 1 0 0,1 0-1 0 0,-1-1 1 0 0,0 1-1 0 0,1 0 0 0 0,-1 0 1 0 0,1-1-1 0 0,-1 1 1 0 0,1 0-1 0 0,0-1 0 0 0,-1 1 1 0 0,1-2-1 0 0,-1 0 6 0 0,-1 0 0 0 0,1 0 0 0 0,-1 0 0 0 0,0 1 0 0 0,0-1 0 0 0,0 0 0 0 0,0 1 0 0 0,0 0 0 0 0,-1-1 0 0 0,1 1 0 0 0,-1 0 0 0 0,1 0 1 0 0,-1 0-1 0 0,0 1 0 0 0,0-1 0 0 0,0 1 0 0 0,0 0 0 0 0,-3-2 0 0 0,-12-7 13 0 0,-12-5-46 0 0,19 10 11 0 0,0 0 0 0 0,0-1 0 0 0,-17-12 1 0 0,20 14 18 0 0,0-1 1 0 0,-1 1-1 0 0,1 1 0 0 0,-1-1 1 0 0,0 2-1 0 0,-11-3 1 0 0,-19-7 22 0 0,-12-3 35 0 0,-1 2-1 0 0,-88-10 1 0 0,-39-9-491 0 0,143 23 95 0 0,-1 2-1 0 0,-56-4 1 0 0,75 10 277 0 0,0 1 1 0 0,0 0 0 0 0,0 2 0 0 0,0 0-1 0 0,0 1 1 0 0,-35 11 0 0 0,44-10-127 0 0,-1 1 1 0 0,1 0-1 0 0,1 1 1 0 0,-1 0-1 0 0,1 0 1 0 0,0 0-1 0 0,1 1 1 0 0,-1 1 0 0 0,1-1-1 0 0,1 1 1 0 0,-1 0-1 0 0,2 0 1 0 0,-6 10-1 0 0,-32 38-2973 0 0,-12-10-3034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0:45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1168 106 480 0 0,'-64'-17'5216'0'0,"48"15"-5136"0"0,15 2-64 0 0,1 0 0 0 0,0 0 1 0 0,0 0-1 0 0,0 0 0 0 0,-1 1 0 0 0,1-1 0 0 0,0 0 1 0 0,0 0-1 0 0,-1 0 0 0 0,1 0 0 0 0,0 0 1 0 0,0 0-1 0 0,0 1 0 0 0,-1-1 0 0 0,1 0 0 0 0,0 0 1 0 0,0 0-1 0 0,0 0 0 0 0,0 1 0 0 0,0-1 0 0 0,-1 0 1 0 0,1 0-1 0 0,0 0 0 0 0,0 1 0 0 0,0-1 0 0 0,0 0 1 0 0,0 0-1 0 0,0 1 0 0 0,0-1 0 0 0,0 0 1 0 0,0 0-1 0 0,0 1 0 0 0,0-1 0 0 0,0 0 0 0 0,0 0 1 0 0,0 1-1 0 0,0-1 0 0 0,0 0 0 0 0,0 0 0 0 0,0 0 1 0 0,0 1-1 0 0,0-1 0 0 0,0 0 0 0 0,1 1 1 0 0,-1-1 6 0 0,0 0 0 0 0,0 1 0 0 0,0-1 0 0 0,0 1 0 0 0,0-1 0 0 0,0 0 0 0 0,0 1 0 0 0,0-1 0 0 0,1 0 0 0 0,-2 1 0 0 0,1-1 1 0 0,0 1-1 0 0,0-1 0 0 0,0 0 0 0 0,0 1 0 0 0,0-1 0 0 0,0 0 0 0 0,0 1 0 0 0,0-1 0 0 0,-1 1 0 0 0,1-1 0 0 0,0 0 1 0 0,0 1-1 0 0,0-1 0 0 0,-1 0 0 0 0,1 0 0 0 0,0 1 0 0 0,0-1 0 0 0,-1 0 0 0 0,1 0 0 0 0,0 1 0 0 0,-1-1 0 0 0,1 0 1 0 0,0 0-1 0 0,-1 1 0 0 0,-74 21 162 0 0,42-11-56 0 0,-1-2 1 0 0,-61 10-1 0 0,38-10-17 0 0,36-5-42 0 0,0-1-1 0 0,-31 1 0 0 0,43-4-55 0 0,-1 1-1 0 0,1 0 0 0 0,-1 0 1 0 0,1 1-1 0 0,-14 4 0 0 0,0 0-8 0 0,1 0-1 0 0,-44 3 1 0 0,-84 22 8 0 0,124-30 54 0 0,-33-3-9 0 0,33 5-116 0 0,16 6 125 0 0,0-3-58 0 0,8-5-8 0 0,-1 0-1 0 0,0 1 0 0 0,0-1 0 0 0,0 1 0 0 0,1-1 0 0 0,-1 1 1 0 0,1 0-1 0 0,-1 0 0 0 0,1 0 0 0 0,0 1 0 0 0,0-1 0 0 0,0 0 1 0 0,0 1-1 0 0,0-1 0 0 0,0 1 0 0 0,1 0 0 0 0,-1-1 1 0 0,1 1-1 0 0,-2 5 0 0 0,3-7 0 0 0,-1 0 0 0 0,1 0 0 0 0,0 0 0 0 0,-1 0 1 0 0,1 0-1 0 0,-1-1 0 0 0,1 1 0 0 0,-1 0 0 0 0,0 0 0 0 0,1 0 0 0 0,-1 0 1 0 0,0-1-1 0 0,0 1 0 0 0,0 0 0 0 0,1-1 0 0 0,-1 1 0 0 0,0 0 1 0 0,0-1-1 0 0,0 1 0 0 0,0-1 0 0 0,0 0 0 0 0,-2 1 0 0 0,-4 4 10 0 0,-11 22 53 0 0,16-22-68 0 0,-1 0 0 0 0,0-1-1 0 0,1 1 1 0 0,-2-1 0 0 0,1 0 0 0 0,0 0-1 0 0,-1 0 1 0 0,0 0 0 0 0,0-1 0 0 0,0 0-1 0 0,-7 5 1 0 0,1-4-4 0 0,9-3 9 0 0,0-1 0 0 0,0 0 0 0 0,0 0 0 0 0,0 1 0 0 0,0-1-1 0 0,0 1 1 0 0,0-1 0 0 0,0 1 0 0 0,0-1 0 0 0,1 1 0 0 0,-1-1-1 0 0,0 1 1 0 0,0 0 0 0 0,0 0 0 0 0,1-1 0 0 0,-1 1 0 0 0,0 0 0 0 0,1 0-1 0 0,-1 0 1 0 0,0 0 0 0 0,1 0 0 0 0,-1 0 0 0 0,1 0 0 0 0,0 0-1 0 0,-1 0 1 0 0,1 0 0 0 0,0 0 0 0 0,-1 1 0 0 0,1-1 2 0 0,0 0-1 0 0,0 0 1 0 0,0 0 0 0 0,0 0-1 0 0,0 0 1 0 0,-1 0 0 0 0,1 0-1 0 0,0 0 1 0 0,-1-1 0 0 0,1 1-1 0 0,0 0 1 0 0,-1 0 0 0 0,1 0-1 0 0,-1-1 1 0 0,0 1 0 0 0,1 0-1 0 0,-1 0 1 0 0,1-1 0 0 0,-1 1 0 0 0,0-1-1 0 0,0 1 1 0 0,1 0 0 0 0,-1-1-1 0 0,0 1 1 0 0,0-1 0 0 0,-1 1-1 0 0,1-1 1 0 0,0 1-1 0 0,0-1 0 0 0,0 1 0 0 0,0-1 1 0 0,0 1-1 0 0,1-1 0 0 0,-1 1 1 0 0,0 0-1 0 0,0 0 0 0 0,0-1 0 0 0,1 1 1 0 0,-1 0-1 0 0,0 0 0 0 0,1 0 1 0 0,-1 0-1 0 0,1 0 0 0 0,-1 0 0 0 0,1 0 1 0 0,0 0-1 0 0,-1 0 0 0 0,1 0 1 0 0,0 0-1 0 0,-1 0 0 0 0,1 0 0 0 0,0 0 1 0 0,0 2-1 0 0,1 11-1 0 0,0-10 0 0 0,0-1 0 0 0,-1 1 0 0 0,0-1 0 0 0,1 1 0 0 0,-1 0 0 0 0,-1-1 0 0 0,1 1 0 0 0,0 0 0 0 0,-1-1 0 0 0,0 1 0 0 0,0-1 0 0 0,0 1 0 0 0,-3 5 0 0 0,2-6 0 0 0,-1 0 0 0 0,1-1 0 0 0,-1 1 0 0 0,1 0 0 0 0,0 0 0 0 0,0 1 0 0 0,1-1 0 0 0,-1 0 0 0 0,1 1 0 0 0,-1-1 0 0 0,1 1 0 0 0,0-1 0 0 0,0 1 0 0 0,1-1 0 0 0,-1 1 0 0 0,1 0 0 0 0,0-1 0 0 0,0 1 0 0 0,0 0 0 0 0,1 5 0 0 0,-2 8 9 0 0,1-13 2 0 0,-1 0-1 0 0,1 0 0 0 0,0 0 1 0 0,0 0-1 0 0,0 0 0 0 0,0 0 1 0 0,1 0-1 0 0,0 0 0 0 0,0 0 1 0 0,0 0-1 0 0,2 5 0 0 0,7 4-28 0 0,-8-12 17 0 0,0 1 0 0 0,-1 0 0 0 0,0 0 0 0 0,1 0 0 0 0,-1 0 0 0 0,0 0 0 0 0,0 0-1 0 0,0 0 1 0 0,0 1 0 0 0,-1-1 0 0 0,1 0 0 0 0,0 0 0 0 0,-1 1 0 0 0,0-1 0 0 0,1 0 0 0 0,-1 1 0 0 0,0-1-1 0 0,0 0 1 0 0,-1 3 0 0 0,1-2 6 0 0,3 32 92 0 0,-2-33-94 0 0,0-1-1 0 0,-1 0 0 0 0,1 0 1 0 0,0 1-1 0 0,0-1 0 0 0,0 0 1 0 0,0 0-1 0 0,0 0 0 0 0,0 0 1 0 0,0 0-1 0 0,0-1 1 0 0,0 1-1 0 0,1 0 0 0 0,-1 0 1 0 0,0-1-1 0 0,0 1 0 0 0,1-1 1 0 0,1 2-1 0 0,7 10-15 0 0,46 1-54 0 0,81 5 209 0 0,-110-17-94 0 0,1 2 1 0 0,-1 1-1 0 0,0 1 0 0 0,-1 1 1 0 0,1 1-1 0 0,25 11 0 0 0,-41-13-32 0 0,0 0 0 0 0,0-1 0 0 0,0 0 1 0 0,15 2-1 0 0,25 10-17 0 0,-37-13 17 0 0,0 0 1 0 0,0 0-1 0 0,0-1 0 0 0,1-1 0 0 0,28-2 0 0 0,-6 2 47 0 0,25 0 38 0 0,1-3 0 0 0,63-10 0 0 0,-72 7-17 0 0,359-46 116 0 0,-303 26-72 0 0,-79 16-74 0 0,0 2 1 0 0,1 1-1 0 0,0 1 0 0 0,0 2 0 0 0,37 1 1 0 0,-14 7-55 0 0,65-4 80 0 0,117-16 160 0 0,-220 13-205 0 0,1 0 0 0 0,27-9 0 0 0,-5 2 7 0 0,232-28 358 0 0,-252 33-387 0 0,-1-1 1 0 0,1-1-1 0 0,31-14 0 0 0,-41 16 14 0 0,-3 0-28 0 0,0 0 0 0 0,-1-1 0 0 0,1 0 0 0 0,-1 0 0 0 0,0 0 0 0 0,0-1 1 0 0,6-8-1 0 0,-9 10 2 0 0,1 0 1 0 0,-1 0-1 0 0,0 0 1 0 0,0-1 0 0 0,0 1-1 0 0,0-1 1 0 0,-1 0-1 0 0,0 1 1 0 0,0-1-1 0 0,0 0 1 0 0,-1 0 0 0 0,1-6-1 0 0,-1-5-3 0 0,0 13 8 0 0,-1-1-1 0 0,0 1 1 0 0,0-1 0 0 0,0 0 0 0 0,0 1-1 0 0,0-1 1 0 0,-1 1 0 0 0,0-1 0 0 0,1 1-1 0 0,-1-1 1 0 0,-3-4 0 0 0,-3-3 4 0 0,4 5-10 0 0,-1 1 0 0 0,1-1 1 0 0,-1 1-1 0 0,-1 0 0 0 0,1 0 1 0 0,-1 0-1 0 0,0 1 1 0 0,0 0-1 0 0,-10-7 0 0 0,-69-31-1 0 0,58 30-10 0 0,0 0 0 0 0,2-2 1 0 0,-1 0-1 0 0,2-2 0 0 0,-30-24 0 0 0,40 28 12 0 0,-1 0 1 0 0,0 1 0 0 0,-1 1-1 0 0,0 1 1 0 0,0 0 0 0 0,-1 1-1 0 0,-33-12 1 0 0,38 16 6 0 0,0 0-1 0 0,1-1 1 0 0,-1-1-1 0 0,1 1 1 0 0,0-2 0 0 0,-17-13-1 0 0,14 11-18 0 0,0 0-1 0 0,-1 1 0 0 0,0 0 1 0 0,-1 1-1 0 0,1 1 0 0 0,-28-9 1 0 0,-14-5 12 0 0,10 3-3 0 0,-69-15-1 0 0,39 12-72 0 0,23 8-46 0 0,-1 2-1 0 0,0 3 1 0 0,0 2-1 0 0,-1 2 1 0 0,0 3-1 0 0,1 2 0 0 0,-1 2 1 0 0,-78 17-1 0 0,113-15-184 0 0,1 1-1 0 0,1 1 0 0 0,-1 0 0 0 0,1 1 0 0 0,0 1 1 0 0,1 1-1 0 0,1 0 0 0 0,-20 18 0 0 0,-54 41-4322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0:49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1048 25 2561 0 0,'1'-1'195'0'0,"0"0"-1"0"0,-1-1 1 0 0,1 1 0 0 0,0 1-1 0 0,0-1 1 0 0,0 0-1 0 0,0 0 1 0 0,0 0 0 0 0,0 0-1 0 0,0 1 1 0 0,0-1-1 0 0,0 0 1 0 0,0 1 0 0 0,0-1-1 0 0,1 1 1 0 0,-1-1-1 0 0,0 1 1 0 0,0 0 0 0 0,1-1-1 0 0,-1 1 1 0 0,2 0-1 0 0,28-5 1728 0 0,-26 5-121 0 0,-10 0-1721 0 0,-56-4 92 0 0,59 4-161 0 0,-1 0 1 0 0,1-1-1 0 0,0 1 0 0 0,0 0 0 0 0,-1 0 0 0 0,1 1 1 0 0,0-1-1 0 0,0 0 0 0 0,-1 1 0 0 0,1-1 0 0 0,-3 2 1 0 0,-80 17 81 0 0,57-12-93 0 0,9-3 0 0 0,0 1 0 0 0,-30 11 0 0 0,9 1 16 0 0,0-1-1 0 0,-1-3 1 0 0,0-1-1 0 0,-1-2 1 0 0,-56 6-1 0 0,76-13-17 0 0,1 2 0 0 0,0 0 0 0 0,1 1 0 0 0,-1 1-1 0 0,-20 11 1 0 0,39-18 4 0 0,0 1 1 0 0,0-1-1 0 0,0 1 0 0 0,0 0 1 0 0,0 0-1 0 0,1 0 0 0 0,-1 0 1 0 0,0 0-1 0 0,1 0 0 0 0,-1 0 1 0 0,0 0-1 0 0,1 1 0 0 0,-1-1 1 0 0,1 1-1 0 0,0-1 0 0 0,0 1 1 0 0,-1 0-1 0 0,1-1 0 0 0,0 1 0 0 0,0 0 1 0 0,1 0-1 0 0,-2 3 0 0 0,1-4-4 0 0,1 0-1 0 0,0 0 1 0 0,-1 1-1 0 0,1-1 1 0 0,-1 0-1 0 0,1 0 1 0 0,-1 0-1 0 0,0 0 1 0 0,0 0-1 0 0,1 0 1 0 0,-1 0-1 0 0,0 0 1 0 0,0 0-1 0 0,0 0 1 0 0,0 0-1 0 0,0 0 1 0 0,0 0-1 0 0,0-1 1 0 0,0 1-1 0 0,-1-1 1 0 0,0 2-1 0 0,-38 15 6 0 0,8-3-4 0 0,16-2 13 0 0,1 0 1 0 0,1 2-1 0 0,0 0 0 0 0,0 0 0 0 0,-14 22 1 0 0,9-13-87 0 0,-2-9 14 0 0,19-13 60 0 0,0-1 0 0 0,0 1-1 0 0,0 0 1 0 0,0-1 0 0 0,0 1-1 0 0,0 0 1 0 0,1 0 0 0 0,-1 1-1 0 0,0-1 1 0 0,1 0 0 0 0,-1 0-1 0 0,1 1 1 0 0,-1-1 0 0 0,1 1 0 0 0,0 0-1 0 0,0-1 1 0 0,0 1 0 0 0,0 0-1 0 0,0 0 1 0 0,0-1 0 0 0,-1 4-1 0 0,2-5 3 0 0,0 1 0 0 0,0 0-1 0 0,0-1 1 0 0,-1 1-1 0 0,1-1 1 0 0,0 1-1 0 0,0 0 1 0 0,-1-1 0 0 0,1 1-1 0 0,-1-1 1 0 0,1 1-1 0 0,0-1 1 0 0,-1 1 0 0 0,1-1-1 0 0,-1 1 1 0 0,1-1-1 0 0,-1 1 1 0 0,1-1 0 0 0,-1 1-1 0 0,1-1 1 0 0,-1 0-1 0 0,0 1 1 0 0,1-1-1 0 0,-1 0 1 0 0,0 0 0 0 0,1 0-1 0 0,-1 1 1 0 0,1-1-1 0 0,-1 0 1 0 0,0 0 0 0 0,1 0-1 0 0,-1 0 1 0 0,0 0-1 0 0,1 0 1 0 0,-1 0 0 0 0,0 0-1 0 0,-1-1 1 0 0,-3 2-9 0 0,-3 8-63 0 0,6-5 60 0 0,0-2 8 0 0,0-1 0 0 0,-1 1 0 0 0,1 0 0 0 0,0 0 0 0 0,1-1 0 0 0,-1 2 0 0 0,0-1 0 0 0,1 0 0 0 0,-1 0 0 0 0,1 0-1 0 0,-1 1 1 0 0,1-1 0 0 0,0 0 0 0 0,0 1 0 0 0,0-1 0 0 0,1 1 0 0 0,-1 0 0 0 0,0-1 0 0 0,1 1 0 0 0,0 0 0 0 0,0-1 0 0 0,0 1 0 0 0,0 0 0 0 0,0-1 0 0 0,0 1 0 0 0,1 0 0 0 0,-1-1 0 0 0,1 1 0 0 0,-1-1 0 0 0,1 1 0 0 0,0-1 0 0 0,3 6 0 0 0,46 52 69 0 0,-38-34-54 0 0,16 26-13 0 0,23 30 0 0 0,-48-75-11 0 0,0-1 0 0 0,1 0 0 0 0,0 0 0 0 0,0 0-1 0 0,8 8 1 0 0,-3 12-2 0 0,-3-20 12 0 0,-2-3-3 0 0,0 1-1 0 0,-1-1 1 0 0,1 1 0 0 0,-1 0 0 0 0,0 0 0 0 0,0 0 0 0 0,0 0 0 0 0,-1 1-1 0 0,1-1 1 0 0,-1 1 0 0 0,0-1 0 0 0,0 1 0 0 0,-1 0 0 0 0,1 0 0 0 0,-1 0-1 0 0,0 0 1 0 0,-1 0 0 0 0,1 7 0 0 0,0-9 3 0 0,-1 1 0 0 0,1 0 0 0 0,0-1 0 0 0,0 1 0 0 0,0-1 0 0 0,1 1-1 0 0,-1-1 1 0 0,1 0 0 0 0,0 0 0 0 0,0 1 0 0 0,0-1 0 0 0,4 4 0 0 0,36 37-30 0 0,-20-21 9 0 0,-8-8 39 0 0,2-1 1 0 0,0 0-1 0 0,24 16 0 0 0,5 4-32 0 0,-38-29 19 0 0,0-1 1 0 0,0-1 0 0 0,1 0-1 0 0,0 0 1 0 0,0 0 0 0 0,8 1-1 0 0,38 15 44 0 0,-41-13-86 0 0,0-1 0 0 0,1 0 0 0 0,13 3 1 0 0,22 9 68 0 0,-15 3 330 0 0,-28-15-312 0 0,1 0 1 0 0,1-1-1 0 0,-1 0 0 0 0,1 0 0 0 0,-1-1 1 0 0,1 0-1 0 0,0-1 0 0 0,0 1 0 0 0,17 1 0 0 0,-18-4-49 0 0,0 1 0 0 0,1-1 0 0 0,-1 1 0 0 0,0 1 0 0 0,0-1 0 0 0,0 1 0 0 0,9 4 0 0 0,12 0 0 0 0,26-4 54 0 0,-1-2 0 0 0,96-14 0 0 0,100-33 187 0 0,-195 35-177 0 0,-36 9-81 0 0,7-2-29 0 0,-1-1-1 0 0,1-1 1 0 0,32-13-1 0 0,-50 17 52 0 0,-1-1 0 0 0,1 0 0 0 0,-1 1 0 0 0,0-2 0 0 0,0 1 0 0 0,0-1 0 0 0,0 0-1 0 0,-1 0 1 0 0,0 0 0 0 0,0-1 0 0 0,-1 0 0 0 0,1 0 0 0 0,-1 0 0 0 0,0-1-1 0 0,-1 1 1 0 0,4-10 0 0 0,1-5 45 0 0,69-213 354 0 0,-76 228-398 0 0,0 0 0 0 0,0 0 1 0 0,-1 0-1 0 0,0 0 0 0 0,0 0 1 0 0,0 0-1 0 0,-1-1 0 0 0,0 1 1 0 0,0 0-1 0 0,-1 0 0 0 0,-2-7 1 0 0,-32-56 39 0 0,22 45-8 0 0,6 10-25 0 0,-1 1-1 0 0,-1 0 1 0 0,0 0 0 0 0,-1 1 0 0 0,0 0 0 0 0,-23-17 0 0 0,-79-48 54 0 0,89 62-64 0 0,19 12-3 0 0,-211-122 213 0 0,139 93-203 0 0,-1 3 1 0 0,-91-22-1 0 0,141 43-14 0 0,3 0-66 0 0,1 2 1 0 0,-1 0-1 0 0,1 2 0 0 0,-1 0 1 0 0,-1 2-1 0 0,1 0 0 0 0,0 2 1 0 0,-47 6-1 0 0,70-6 14 0 0,0 1 1 0 0,0 0-1 0 0,0 0 0 0 0,0 0 1 0 0,0 0-1 0 0,0 0 1 0 0,0 0-1 0 0,1 0 0 0 0,-1 1 1 0 0,0-1-1 0 0,1 1 0 0 0,-1-1 1 0 0,1 1-1 0 0,-1 0 0 0 0,1-1 1 0 0,0 1-1 0 0,-2 2 0 0 0,-15 41-773 0 0,7-16 59 0 0,-19 49-2885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9:35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41 1681 0 0,'0'-1'80'0'0,"0"1"1"0"0,0-1-1 0 0,0 1 0 0 0,0-1 1 0 0,0 1-1 0 0,0 0 1 0 0,0-1-1 0 0,-1 1 0 0 0,1-1 1 0 0,0 1-1 0 0,0-1 1 0 0,-1 1-1 0 0,1-1 0 0 0,0 1 1 0 0,-1 0-1 0 0,1-1 1 0 0,0 1-1 0 0,-1 0 0 0 0,1-1 1 0 0,0 1-1 0 0,-1 0 1 0 0,1-1-1 0 0,-1 1 1 0 0,1 0-1 0 0,-1 0 0 0 0,1 0 1 0 0,-1-1-1 0 0,1 1 1 0 0,-1 0-1 0 0,1 0 0 0 0,-1 0 1 0 0,1 0-1 0 0,-1 0 1 0 0,0 0-1 0 0,0 0 51 0 0,1 0 0 0 0,-1 0 0 0 0,0-1 0 0 0,0 1-1 0 0,0 0 1 0 0,1 0 0 0 0,-1-1 0 0 0,0 1 0 0 0,0 0 0 0 0,0-1 0 0 0,1 1 0 0 0,-1-1-1 0 0,0 1 1 0 0,1-1 0 0 0,-1 1 0 0 0,0-1 0 0 0,1 0 0 0 0,-1 1 0 0 0,1-1 0 0 0,-1 0-1 0 0,1 1 1 0 0,-1-1 0 0 0,1 0 0 0 0,0 0 0 0 0,-1 1 0 0 0,1-1 0 0 0,0 0 0 0 0,0 0 0 0 0,-1 0-1 0 0,1 0 1 0 0,0 1 0 0 0,0-1 0 0 0,0 0 0 0 0,0 0 0 0 0,0 0 0 0 0,0-1 0 0 0,1 2-62 0 0,0-1 1 0 0,-1 0 0 0 0,1 1-1 0 0,0-1 1 0 0,0 1-1 0 0,0-1 1 0 0,0 1 0 0 0,-1 0-1 0 0,1-1 1 0 0,0 1 0 0 0,0 0-1 0 0,0-1 1 0 0,0 1 0 0 0,0 0-1 0 0,0 0 1 0 0,0 0-1 0 0,0 0 1 0 0,0 0 0 0 0,0 0-1 0 0,0 0 1 0 0,0 0 0 0 0,0 0-1 0 0,0 1 1 0 0,1-1 0 0 0,4 1 283 0 0,-5 1-288 0 0,-1 1-1 0 0,1 0 1 0 0,-1-1 0 0 0,0 1 0 0 0,0 0 0 0 0,-1 0-1 0 0,1-1 1 0 0,0 1 0 0 0,-1 0 0 0 0,0 0 0 0 0,1-1-1 0 0,-1 1 1 0 0,-2 2 0 0 0,1-2-69 0 0,-1 0 4 0 0,1 0-1 0 0,0 0 1 0 0,0-1-1 0 0,0 2 1 0 0,0-1-1 0 0,0 0 0 0 0,1 0 1 0 0,0 0-1 0 0,-1 1 1 0 0,1-1-1 0 0,0 1 1 0 0,1-1-1 0 0,-1 1 1 0 0,0-1-1 0 0,1 1 1 0 0,0-1-1 0 0,0 6 1 0 0,0-7 0 0 0,0 0 0 0 0,0 0 0 0 0,0 0 0 0 0,-1 1 0 0 0,1-1 0 0 0,-1 0 0 0 0,0 0 0 0 0,1-1 0 0 0,-1 1 0 0 0,0 0 0 0 0,0 0 0 0 0,0 0 0 0 0,0 0 0 0 0,-1-1 0 0 0,1 1 0 0 0,-3 2 0 0 0,3-2 0 0 0,-1-1 0 0 0,1 1 0 0 0,0-1 0 0 0,-1 1 0 0 0,1 0 0 0 0,0 0 0 0 0,0 0 0 0 0,0 0 0 0 0,0 0 0 0 0,1 0 0 0 0,-1 0 0 0 0,1 0 0 0 0,-1 0 0 0 0,1 0 0 0 0,-1 0 0 0 0,1 4 0 0 0,0-3-2 0 0,0-1 0 0 0,0 1 1 0 0,-1-1-1 0 0,1 1 0 0 0,-1 0 0 0 0,0-1 1 0 0,0 1-1 0 0,0-1 0 0 0,0 0 1 0 0,0 1-1 0 0,0-1 0 0 0,-1 0 0 0 0,1 0 1 0 0,-2 3-1 0 0,1-3 0 0 0,0 1 0 0 0,0-1 0 0 0,1 0 1 0 0,-1 1-1 0 0,1 0 0 0 0,0-1 0 0 0,0 1 0 0 0,0 0 0 0 0,0 0 1 0 0,0-1-1 0 0,1 1 0 0 0,-1 0 0 0 0,1 0 0 0 0,0 4 0 0 0,0-7 3 0 0,0 1 0 0 0,0 0 0 0 0,0 0 0 0 0,0 0 0 0 0,-1 0 0 0 0,1 0-1 0 0,0-1 1 0 0,0 1 0 0 0,-1 0 0 0 0,1 0 0 0 0,0 0 0 0 0,-1-1 0 0 0,1 1 0 0 0,-1 0-1 0 0,1 0 1 0 0,-1-1 0 0 0,1 1 0 0 0,-1-1 0 0 0,0 1 0 0 0,1 0 0 0 0,-1-1 0 0 0,0 1-1 0 0,1-1 1 0 0,-1 1 0 0 0,0-1 0 0 0,0 0 0 0 0,-1 1 0 0 0,1 0 0 0 0,0-1 0 0 0,0 1 0 0 0,0-1 0 0 0,0 1 0 0 0,0-1 0 0 0,0 1 0 0 0,1-1 0 0 0,-1 1 0 0 0,0 0 0 0 0,0 0 0 0 0,0-1 0 0 0,1 1 0 0 0,-1 0 0 0 0,1 0 0 0 0,-1 0 0 0 0,0 0 0 0 0,1 0 0 0 0,0 0 0 0 0,-1 0 0 0 0,1 0 0 0 0,-1 0 0 0 0,1 0 0 0 0,0 0 0 0 0,0 0 0 0 0,0 0 0 0 0,0 0 0 0 0,0 0 0 0 0,0 2 0 0 0,0 45-130 0 0,0-42-3097 0 0,0-22-5665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9:35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1281 0 0,'30'0'1760'0'0,"-30"-5"-159"0"0,31 5-80 0 0,-1-8-401 0 0,0 2-239 0 0,0 6-241 0 0,0-6-240 0 0,1-1-240 0 0,-1 1-80 0 0,0 6-160 0 0,0-6-160 0 0,-30-2-560 0 0,30-3-801 0 0,0 3-480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9:36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3201 0 0,'6'7'7601'0'0,"15"-11"-8300"0"0,-13 2 1468 0 0,37-4-527 0 0,54 1 0 0 0,-41 3-259 0 0,8-1-440 0 0,-41 3-991 0 0,-1-1-1 0 0,47-9 0 0 0,-46 2-1058 0 0,-20-4 79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0:55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919 166 320 0 0,'-4'-2'795'0'0,"0"-1"-1"0"0,-1 1 0 0 0,1 0 1 0 0,-1 0-1 0 0,0 0 1 0 0,1 1-1 0 0,-1 0 1 0 0,-8-2-1 0 0,12 3-742 0 0,1 0 0 0 0,0 0-1 0 0,-1 0 1 0 0,1 0 0 0 0,0-1 0 0 0,-1 1-1 0 0,1 0 1 0 0,0 0 0 0 0,0 0 0 0 0,-1-1 0 0 0,1 1-1 0 0,0 0 1 0 0,0 0 0 0 0,-1-1 0 0 0,1 1-1 0 0,0 0 1 0 0,0-1 0 0 0,0 1 0 0 0,-1 0-1 0 0,1-1 1 0 0,0 1 0 0 0,0 0 0 0 0,0-1 0 0 0,0 1-1 0 0,0 0 1 0 0,0-1 0 0 0,0 1 0 0 0,0 0-1 0 0,0-1 1 0 0,0 1 0 0 0,0 0 0 0 0,0-1-1 0 0,0 1 1 0 0,0 0 0 0 0,0-1 0 0 0,0 1-1 0 0,0 0 1 0 0,0-1 0 0 0,0 0 0 0 0,1 1-29 0 0,-1-1 1 0 0,0 1 0 0 0,0-1-1 0 0,0 0 1 0 0,0 1-1 0 0,0-1 1 0 0,0 1 0 0 0,0-1-1 0 0,0 0 1 0 0,0 1-1 0 0,0-1 1 0 0,0 1 0 0 0,0-1-1 0 0,-1 0 1 0 0,1 1-1 0 0,0-1 1 0 0,0 1 0 0 0,-1-1-1 0 0,1 1 1 0 0,0-1-1 0 0,-1 1 1 0 0,1-1 0 0 0,0 1-1 0 0,-1-1 1 0 0,1 1-1 0 0,-1-1 1 0 0,-5-2 17 0 0,5 3-34 0 0,0 0 1 0 0,0-1-1 0 0,0 1 0 0 0,0-1 1 0 0,0 1-1 0 0,0-1 0 0 0,0 1 1 0 0,0-1-1 0 0,0 0 1 0 0,0 1-1 0 0,0-1 0 0 0,1 0 1 0 0,-1 0-1 0 0,0 0 1 0 0,1 0-1 0 0,-1 1 0 0 0,0-1 1 0 0,1 0-1 0 0,-1 0 0 0 0,1 0 1 0 0,-1 0-1 0 0,1 0 1 0 0,0-1-1 0 0,-1 1 0 0 0,1 0 1 0 0,0-1-1 0 0,-1 0 3 0 0,1 1-1 0 0,-1 0 1 0 0,1 0 0 0 0,-1-1 0 0 0,1 1-1 0 0,-1 0 1 0 0,1 0 0 0 0,-1 0-1 0 0,0 0 1 0 0,0 0 0 0 0,0 0-1 0 0,1 0 1 0 0,-1 0 0 0 0,0 0-1 0 0,0 0 1 0 0,0 0 0 0 0,-1 1-1 0 0,1-1 1 0 0,0 0 0 0 0,0 1-1 0 0,-2-1 1 0 0,-35-16 73 0 0,10 5 8 0 0,19 6-49 0 0,0 1-1 0 0,0 0 1 0 0,-1 1 0 0 0,0-1-1 0 0,0 2 1 0 0,0 0 0 0 0,-19-4-1 0 0,-12 1-10 0 0,31 8-4 0 0,1 2-18 0 0,-26 4 41 0 0,-54 21 0 0 0,32-10-3 0 0,29-4-67 0 0,-9 3-27 0 0,25-16 48 0 0,8-1-5 0 0,-1 0-1 0 0,0 0 1 0 0,0 0-1 0 0,1 1 1 0 0,-1-1-1 0 0,1 1 1 0 0,-1 0-1 0 0,1 1 1 0 0,0-1-1 0 0,0 1 1 0 0,0 0-1 0 0,0-1 1 0 0,0 2-1 0 0,-4 4 0 0 0,6-4 10 0 0,-1 1-1 0 0,0-1 0 0 0,0 0 0 0 0,0 1 0 0 0,-1-2 0 0 0,1 1 1 0 0,-1 0-1 0 0,0-1 0 0 0,0 1 0 0 0,0-1 0 0 0,-1 0 0 0 0,1-1 1 0 0,-1 1-1 0 0,1-1 0 0 0,-6 2 0 0 0,-1 3-5 0 0,1 0-1 0 0,0 0 1 0 0,0 1 0 0 0,1 0-1 0 0,0 0 1 0 0,0 1-1 0 0,1 0 1 0 0,-14 21 0 0 0,5-8 13 0 0,9-10-25 0 0,1 0-1 0 0,0 0 0 0 0,-10 26 1 0 0,14-30 8 0 0,-1 0 1 0 0,0 1 0 0 0,0-1-1 0 0,0-1 1 0 0,-1 1 0 0 0,0-1-1 0 0,-1 1 1 0 0,-6 5 0 0 0,13-12 1 0 0,-1 1 1 0 0,0-1-1 0 0,0 0 1 0 0,0 0-1 0 0,1 0 1 0 0,-1 0-1 0 0,1 0 1 0 0,-1 0-1 0 0,1 0 1 0 0,-1 0-1 0 0,1 0 1 0 0,0 0-1 0 0,-1 0 1 0 0,1-1-1 0 0,0 1 0 0 0,0 0 1 0 0,-1 0-1 0 0,1-1 1 0 0,0 1-1 0 0,0 0 1 0 0,0-1-1 0 0,0 1 1 0 0,0-1-1 0 0,1 1 1 0 0,2 2-2 0 0,-3 0 4 0 0,0 0 0 0 0,0 1 0 0 0,0-1 0 0 0,0 1 0 0 0,0-1 0 0 0,0 1 0 0 0,-1-1 0 0 0,0 1 0 0 0,0-1 0 0 0,0 1 0 0 0,0-1 0 0 0,0 1 0 0 0,-2 5 0 0 0,1-4 0 0 0,1 0 0 0 0,-1 0 0 0 0,1-1 0 0 0,0 1 0 0 0,0 0 0 0 0,1 0 0 0 0,-1 0 0 0 0,1 0 0 0 0,0-1 0 0 0,3 8 0 0 0,2 0-12 0 0,2 1-1 0 0,0-1 1 0 0,0 0-1 0 0,1-1 1 0 0,0 0-1 0 0,1 0 1 0 0,0-1-1 0 0,1-1 1 0 0,0 0 0 0 0,1 0-1 0 0,0-1 1 0 0,0 0-1 0 0,0-1 1 0 0,21 8-1 0 0,32 11 216 0 0,102 27 0 0 0,-137-46-187 0 0,0-2 1 0 0,0-1-1 0 0,1-1 0 0 0,-1-2 1 0 0,1-1-1 0 0,42-5 1 0 0,-22-3-25 0 0,1-3 0 0 0,-2-1 0 0 0,1-3 0 0 0,-2-2 0 0 0,0-2 0 0 0,-1-2 0 0 0,-2-2 0 0 0,0-2 0 0 0,69-51 0 0 0,-103 68 12 0 0,0-1 0 0 0,0 0 1 0 0,-1-1-1 0 0,-1-1 1 0 0,1 1-1 0 0,-2-1 1 0 0,0-1-1 0 0,0 0 1 0 0,-1 0-1 0 0,0-1 0 0 0,7-17 1 0 0,-3 2 33 0 0,-6 16-11 0 0,0 0 0 0 0,-1 0 0 0 0,-1-1 1 0 0,0 0-1 0 0,0 0 0 0 0,1-18 0 0 0,-5 25-19 0 0,0 1 1 0 0,0 0 0 0 0,-1 0 0 0 0,0-1 0 0 0,0 1 0 0 0,-1 0 0 0 0,1 0-1 0 0,-1 0 1 0 0,0 0 0 0 0,0 0 0 0 0,-1 0 0 0 0,1 1 0 0 0,-1-1 0 0 0,0 1-1 0 0,-1 0 1 0 0,1 0 0 0 0,-1 0 0 0 0,1 0 0 0 0,-1 0 0 0 0,-6-3-1 0 0,-3-3 12 0 0,-1 1-1 0 0,0 1 1 0 0,0 0-1 0 0,-1 1 0 0 0,0 0 1 0 0,0 1-1 0 0,-1 1 0 0 0,-22-4 1 0 0,-9-1-34 0 0,-79-5 0 0 0,105 14-60 0 0,0 1-1 0 0,0 1 1 0 0,0 1 0 0 0,1 1-1 0 0,-22 5 1 0 0,32-5-35 0 0,1 0-1 0 0,0 0 1 0 0,-1 1 0 0 0,1 0-1 0 0,-11 8 1 0 0,17-10 25 0 0,-1 0 0 0 0,2 0 0 0 0,-1 0 0 0 0,0 1 0 0 0,0 0 1 0 0,1-1-1 0 0,-1 1 0 0 0,1 0 0 0 0,0 0 0 0 0,0 0 0 0 0,0 0 0 0 0,0 1 0 0 0,1-1 0 0 0,-3 6 0 0 0,4-6-147 0 0,0 1 1 0 0,0-1-1 0 0,0 1 1 0 0,0-1-1 0 0,1 1 0 0 0,-1-1 1 0 0,1 1-1 0 0,0-1 1 0 0,0 0-1 0 0,0 1 0 0 0,1-1 1 0 0,-1 0-1 0 0,1 0 1 0 0,3 5-1 0 0,-5-6 142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9:39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238 137 880 0 0,'-80'6'6457'0'0,"76"-6"-5310"0"0,-1-1-827 0 0,-15-3 0 0 0,12 4-179 0 0,0 1-1 0 0,-1 1 1 0 0,2-1 0 0 0,-1 2-1 0 0,0-1 1 0 0,0 1 0 0 0,1 0-1 0 0,-11 5 1 0 0,3-1-33 0 0,13-6-96 0 0,0 0-1 0 0,0 0 1 0 0,0 0-1 0 0,0 0 1 0 0,0 1-1 0 0,1-1 1 0 0,-1 1-1 0 0,0-1 1 0 0,1 1-1 0 0,-1 0 1 0 0,1-1-1 0 0,-1 1 1 0 0,1 0-1 0 0,0 0 1 0 0,0 0-1 0 0,0 0 1 0 0,0 0-1 0 0,0 0 1 0 0,0 1-1 0 0,1-1 1 0 0,-1 0-1 0 0,1 0 0 0 0,-1 0 1 0 0,1 1-1 0 0,0-1 1 0 0,0 0-1 0 0,0 1 1 0 0,0-1-1 0 0,0 0 1 0 0,1 0-1 0 0,0 3 1 0 0,-1 6 7 0 0,0-9-17 0 0,1 0 1 0 0,-1 0-1 0 0,1 0 1 0 0,-1 0-1 0 0,1-1 1 0 0,0 1-1 0 0,0 0 1 0 0,0-1-1 0 0,0 1 0 0 0,0 0 1 0 0,0-1-1 0 0,0 1 1 0 0,0-1-1 0 0,1 1 1 0 0,-1-1-1 0 0,0 0 1 0 0,1 0-1 0 0,0 0 1 0 0,-1 1-1 0 0,1-1 0 0 0,-1-1 1 0 0,1 1-1 0 0,0 0 1 0 0,0 0-1 0 0,0-1 1 0 0,-1 1-1 0 0,1-1 1 0 0,0 1-1 0 0,0-1 0 0 0,3 0 1 0 0,7 4 1 0 0,11 4-3 0 0,0-1 0 0 0,0 0 0 0 0,0-2 0 0 0,1-1 0 0 0,0-1 1 0 0,0-1-1 0 0,0-1 0 0 0,0-1 0 0 0,0-1 0 0 0,-1-1 0 0 0,1-1 0 0 0,43-11 0 0 0,-36 5 15 0 0,0-1 1 0 0,-1-1-1 0 0,0-2 0 0 0,-2-1 0 0 0,1-1 0 0 0,-1-1 1 0 0,-2-2-1 0 0,49-40 0 0 0,-71 54-5 0 0,0 1 0 0 0,-1-1-1 0 0,0 0 1 0 0,0 0 0 0 0,0-1 0 0 0,-1 1 0 0 0,1 0-1 0 0,-1-1 1 0 0,0 0 0 0 0,0 1 0 0 0,-1-1-1 0 0,3-10 1 0 0,-4 13-8 0 0,1 0 0 0 0,-1 1 0 0 0,0-1 0 0 0,0 0 0 0 0,0 0 0 0 0,0 0 0 0 0,0 0 0 0 0,0 0 0 0 0,0 0 0 0 0,-1 0 0 0 0,1 0-1 0 0,-1 0 1 0 0,0 1 0 0 0,1-1 0 0 0,-1 0 0 0 0,0 0 0 0 0,0 1 0 0 0,0-1 0 0 0,0 0 0 0 0,0 1 0 0 0,-1-1 0 0 0,1 1 0 0 0,0 0 0 0 0,-1-1 0 0 0,1 1 0 0 0,-1 0 0 0 0,1 0 0 0 0,-1 0-1 0 0,1 0 1 0 0,-1 0 0 0 0,0 0 0 0 0,0 0 0 0 0,-2 0 0 0 0,-9-3 17 0 0,-1 0-1 0 0,0 1 1 0 0,0 1-1 0 0,0 0 0 0 0,-23 0 1 0 0,5 4 26 0 0,-1 1-1 0 0,-32 9 1 0 0,60-9 20 0 0,0 0 28 0 0,1-2-75 0 0,3-1-6 0 0,0 0-1 0 0,0 0 1 0 0,0 0-1 0 0,0 0 0 0 0,1 0 1 0 0,-1 1-1 0 0,0-1 1 0 0,0 0-1 0 0,0 1 1 0 0,0-1-1 0 0,0 1 1 0 0,0-1-1 0 0,1 1 1 0 0,-1-1-1 0 0,0 1 0 0 0,0-1 1 0 0,1 1-1 0 0,-1 0 1 0 0,1-1-1 0 0,-1 1 1 0 0,0 0-1 0 0,1 0 1 0 0,-1 0-1 0 0,1-1 1 0 0,0 1-1 0 0,-1 0 0 0 0,1 0 1 0 0,-1 0-1 0 0,1 0 1 0 0,0 0-1 0 0,0 0 1 0 0,0 0-1 0 0,0 0 1 0 0,0 0-1 0 0,0-1 0 0 0,0 3 1 0 0,4 0 15 0 0,0 0-1 0 0,1-1 1 0 0,-1 1-1 0 0,1-1 1 0 0,0 0 0 0 0,0 0-1 0 0,7 1 1 0 0,-1 1-9 0 0,85 63 194 0 0,-78-57-174 0 0,-1 2 0 0 0,0 0 0 0 0,0 1 0 0 0,-1 0 0 0 0,-1 1-1 0 0,-1 1 1 0 0,0 1 0 0 0,0 0 0 0 0,-2 1 0 0 0,15 23-1 0 0,-18-24 24 0 0,-1 1-1 0 0,0 0 0 0 0,-1 0 1 0 0,-1 0-1 0 0,0 0 1 0 0,-1 1-1 0 0,-1 0 0 0 0,-1 0 1 0 0,1 28-1 0 0,-4 144-448 0 0,0-188 272 0 0,0-1-1 0 0,1 0 1 0 0,-1 1 0 0 0,0-1-1 0 0,-1 1 1 0 0,1-1 0 0 0,0 0-1 0 0,0 1 1 0 0,-1-1 0 0 0,1 0-1 0 0,0 1 1 0 0,-1-1 0 0 0,1 0-1 0 0,-1 0 1 0 0,0 0 0 0 0,1 1-1 0 0,-1-1 1 0 0,0 0 0 0 0,0 0-1 0 0,0 0 1 0 0,0 0-1 0 0,0 0 1 0 0,0 0 0 0 0,0 0-1 0 0,0-1 1 0 0,0 1 0 0 0,0 0-1 0 0,-1 0 1 0 0,1-1 0 0 0,0 1-1 0 0,0-1 1 0 0,-1 1 0 0 0,-1-1-1 0 0,3 1 20 0 0,0-1 0 0 0,0 0-1 0 0,-1 0 1 0 0,1 0 0 0 0,0 0-1 0 0,0 0 1 0 0,0 0 0 0 0,0 0-1 0 0,0 0 1 0 0,-1 0 0 0 0,1 0-1 0 0,0 0 1 0 0,0 0 0 0 0,0 0-1 0 0,0 0 1 0 0,-1 0 0 0 0,1 0-1 0 0,0 0 1 0 0,0 0 0 0 0,0 0-1 0 0,0 0 1 0 0,0 0-1 0 0,-1-1 1 0 0,1 1 0 0 0,0 0-1 0 0,0 0 1 0 0,0 0 0 0 0,0 0-1 0 0,0 0 1 0 0,0 0 0 0 0,0 0-1 0 0,-1 0 1 0 0,1-1 0 0 0,0 1-1 0 0,0 0 1 0 0,0 0 0 0 0,0 0-1 0 0,0 0 1 0 0,0 0 0 0 0,0 0-1 0 0,0-1 1 0 0,0 1 0 0 0,0 0-1 0 0,0 0 1 0 0,0 0 0 0 0,0 0-1 0 0,0-1 1 0 0,0 1 0 0 0,0 0-1 0 0,0 0 1 0 0,0 0 0 0 0,0 0-1 0 0,0-1 1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9:39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0 800 0 0,'-1'1'93'0'0,"1"-1"-1"0"0,0 0 0 0 0,0 1 1 0 0,0-1-1 0 0,-1 0 0 0 0,1 1 1 0 0,0-1-1 0 0,0 0 0 0 0,-1 1 1 0 0,1-1-1 0 0,0 0 0 0 0,-1 1 0 0 0,1-1 1 0 0,0 0-1 0 0,-1 0 0 0 0,1 1 1 0 0,0-1-1 0 0,-1 0 0 0 0,1 0 1 0 0,-1 0-1 0 0,1 0 0 0 0,0 1 1 0 0,-1-1-1 0 0,1 0 0 0 0,-1 0 1 0 0,1 0-1 0 0,-1 0 0 0 0,1 0 1 0 0,0 0-1 0 0,-1 0 0 0 0,1 0 1 0 0,-1 0-1 0 0,1-1 0 0 0,-1 1 0 0 0,1 0 1 0 0,-1 0-1 0 0,1 0 28 0 0,-1-1 1 0 0,1 1-1 0 0,-1 0 1 0 0,1 0-1 0 0,-1 0 0 0 0,1 0 1 0 0,-1 0-1 0 0,0 0 0 0 0,1 0 1 0 0,-1 0-1 0 0,1 0 1 0 0,-1 0-1 0 0,1 0 0 0 0,-1 0 1 0 0,1 0-1 0 0,-1 0 0 0 0,1 1 1 0 0,-1-1-1 0 0,1 0 0 0 0,-1 0 1 0 0,1 1-1 0 0,0-1 1 0 0,-1 0-1 0 0,1 0 0 0 0,-1 1 1 0 0,1-1-1 0 0,0 0 0 0 0,-1 1 1 0 0,1-1-1 0 0,0 1 1 0 0,-1-1-1 0 0,1 1 0 0 0,0-1 1 0 0,-1 0-1 0 0,1 1 0 0 0,0-1 1 0 0,0 1-1 0 0,0-1 0 0 0,-1 2 1 0 0,37 8 1800 0 0,-27-7-1815 0 0,-1 0 1 0 0,2-1 0 0 0,-1-1-1 0 0,17 2 1 0 0,-8-1 13 0 0,103 7 642 0 0,0-4-1 0 0,224-21 0 0 0,57-1 90 0 0,-306 20-744 0 0,110 18 0 0 0,-156-14-721 0 0,-39-6-1067 0 0,-17-1-3308 0 0,-24 0 1868 0 0,-25 0 173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9:41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31 520 400 0 0,'0'-13'1906'0'0,"-1"10"-1640"0"0,1 1 0 0 0,0-1 0 0 0,0 0 0 0 0,-1 1 0 0 0,2-1 0 0 0,-1 1 0 0 0,0-1 0 0 0,1 0 0 0 0,-1 1 0 0 0,1-1 0 0 0,0 1-1 0 0,-1-1 1 0 0,3-3 0 0 0,10-11 779 0 0,-5 6-395 0 0,-1 0-1 0 0,1 0 0 0 0,7-17 0 0 0,0-25 325 0 0,91-180 1280 0 0,-99 213-1947 0 0,2 0 0 0 0,15-25 0 0 0,-24 44-301 0 0,1 0 1 0 0,0-1 0 0 0,-1 1-1 0 0,1 0 1 0 0,0 0 0 0 0,0 0-1 0 0,0 0 1 0 0,0 0 0 0 0,0 0-1 0 0,0 0 1 0 0,0 0 0 0 0,0 0-1 0 0,0 0 1 0 0,0 1 0 0 0,0-1-1 0 0,2 0 1 0 0,-2 1-24 0 0,-1 0-1 0 0,1 1 1 0 0,-1-1 0 0 0,1 1 0 0 0,0-1 0 0 0,-1 1 0 0 0,1-1-1 0 0,-1 1 1 0 0,1-1 0 0 0,-1 1 0 0 0,0-1 0 0 0,1 1 0 0 0,-1 0-1 0 0,1-1 1 0 0,-1 1 0 0 0,0 0 0 0 0,0-1 0 0 0,1 1 0 0 0,-1 0-1 0 0,0 0 1 0 0,0-1 0 0 0,0 1 0 0 0,0 0 0 0 0,0-1 0 0 0,0 1-1 0 0,0 0 1 0 0,0 0 0 0 0,0-1 0 0 0,0 1 0 0 0,0 0-1 0 0,-1 0 1 0 0,1 0 0 0 0,0 0 16 0 0,0-1-1 0 0,0 1 0 0 0,0-1 1 0 0,0 1-1 0 0,1-1 1 0 0,-1 1-1 0 0,0-1 1 0 0,0 0-1 0 0,0 1 0 0 0,1-1 1 0 0,-1 1-1 0 0,0-1 1 0 0,0 1-1 0 0,1-1 1 0 0,-1 0-1 0 0,0 1 1 0 0,1-1-1 0 0,-1 0 0 0 0,1 1 1 0 0,-1-1-1 0 0,0 0 1 0 0,1 0-1 0 0,-1 1 1 0 0,1-1-1 0 0,-1 0 0 0 0,1 0 1 0 0,-1 0-1 0 0,1 0 1 0 0,-1 1-1 0 0,1-1 1 0 0,-1 0-1 0 0,1 0 0 0 0,-1 0 1 0 0,1 0-1 0 0,0 0 1 0 0,0 0 0 0 0,-1 0 1 0 0,1 0-1 0 0,0 0 0 0 0,-1 0 1 0 0,1 0-1 0 0,0 0 0 0 0,0 0 1 0 0,-1 0-1 0 0,1 1 1 0 0,-1-1-1 0 0,1 0 0 0 0,0 0 1 0 0,-1 1-1 0 0,1-1 0 0 0,-1 1 1 0 0,1-1-1 0 0,0 0 1 0 0,-1 1-1 0 0,1-1 0 0 0,-1 1 1 0 0,1-1-1 0 0,-1 1 0 0 0,0-1 1 0 0,1 1-1 0 0,-1 0 1 0 0,0-1-1 0 0,1 1 0 0 0,-1-1 1 0 0,0 1-1 0 0,0 0 0 0 0,1-1 1 0 0,-1 1-1 0 0,0 0 1 0 0,0 0-1 0 0,0-1 0 0 0,0 1 1 0 0,0 1-1 0 0,2 3 1 0 0,0 1 0 0 0,0 0 0 0 0,1-1 0 0 0,0 1 0 0 0,0-1 1 0 0,0 0-1 0 0,0 0 0 0 0,1 0 0 0 0,0 0 0 0 0,0-1 0 0 0,1 1 0 0 0,5 4 0 0 0,8 9 12 0 0,-3-1 23 0 0,-1 0 0 0 0,-1 1-1 0 0,0 0 1 0 0,12 24 0 0 0,-4 0-207 0 0,33 47 1 0 0,-45-76 141 0 0,1 0-1 0 0,1 0 1 0 0,0-1-1 0 0,0 0 0 0 0,1-1 1 0 0,1-1-1 0 0,15 11 1 0 0,-22-18-2 0 0,-4-2 16 0 0,0 0 1 0 0,-1-1 0 0 0,1 1-1 0 0,-1 0 1 0 0,1 0-1 0 0,-1 0 1 0 0,1 0 0 0 0,-1 0-1 0 0,0 0 1 0 0,1 0 0 0 0,-1 0-1 0 0,0 1 1 0 0,0-1 0 0 0,0 0-1 0 0,0 1 1 0 0,1 2-1 0 0,-2-3-64 0 0,0-2 120 0 0,0-3-13 0 0,0 3 40 0 0,0 0-49 0 0,-1 1-1 0 0,0-1 1 0 0,0 0 0 0 0,0 1-1 0 0,0-1 1 0 0,0 1 0 0 0,0-1 0 0 0,0 1-1 0 0,0-1 1 0 0,0 1 0 0 0,0-1-1 0 0,0 1 1 0 0,0 0 0 0 0,0 0 0 0 0,0 0-1 0 0,0 0 1 0 0,0 0 0 0 0,0 0 0 0 0,0 0-1 0 0,-1 0 1 0 0,1 0 0 0 0,-2 0-1 0 0,-7 0 83 0 0,-85-11 860 0 0,-129 10 307 0 0,201 2-1173 0 0,-29 0 86 0 0,-86 15 0 0 0,52-3-2048 0 0,86-13 1763 0 0,0 0-1 0 0,0 0 1 0 0,-1 0-1 0 0,1 0 1 0 0,0 0-1 0 0,0 0 1 0 0,0 0-1 0 0,-1 0 1 0 0,1 0-1 0 0,0 0 1 0 0,0 0-1 0 0,0 0 1 0 0,-1 0-1 0 0,1 0 1 0 0,0 0-1 0 0,0 0 1 0 0,0 0-1 0 0,0 0 1 0 0,-1-1-1 0 0,1 1 1 0 0,0 0-1 0 0,0 0 1 0 0,0 0-1 0 0,0 0 1 0 0,-1 0-1 0 0,1-1 1 0 0,0 1-1 0 0,0 0 1 0 0,0 0-1 0 0,0 0 1 0 0,0 0-1 0 0,0-1 1 0 0,0 1-1 0 0,0 0 1 0 0,0 0-1 0 0,0 0 1 0 0,0-1-1 0 0,0 1 1 0 0,-1 0-1 0 0,1 0 1 0 0,0 0-1 0 0,1-1 1 0 0,-1 1-1 0 0,0 0 1 0 0,0 0-1 0 0,0-1 1 0 0,0 1-1 0 0,0 0 1 0 0,0 0-1 0 0,0 0 1 0 0,0 0-1 0 0,0-1 1 0 0,5-11-3308 0 0,20-6-749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9:42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25 480 0 0,'0'-1'133'0'0,"0"0"-1"0"0,0 0 0 0 0,0 0 1 0 0,0 0-1 0 0,0 0 0 0 0,0 0 1 0 0,0 0-1 0 0,0 1 1 0 0,0-1-1 0 0,-1 0 0 0 0,1 0 1 0 0,0 0-1 0 0,-1 0 0 0 0,1 1 1 0 0,0-1-1 0 0,-1 0 1 0 0,1 0-1 0 0,-1 1 0 0 0,0-1 1 0 0,1 0-1 0 0,-1 1 0 0 0,1-1 1 0 0,-1 1-1 0 0,0-1 0 0 0,0 1 1 0 0,1-1-1 0 0,-1 1 1 0 0,0-1-1 0 0,0 1 0 0 0,1-1 1 0 0,-1 1-1 0 0,0 0 0 0 0,0 0 1 0 0,0-1-1 0 0,0 1 1 0 0,0 0-1 0 0,1 0 0 0 0,-1 0 1 0 0,-1 0-1 0 0,-2-1-11 0 0,4 1-91 0 0,1 1 0 0 0,-1-1 1 0 0,0 0-1 0 0,0 0 0 0 0,0 0 0 0 0,1 0 0 0 0,-1 0 0 0 0,0 0 0 0 0,0 0 1 0 0,1 0-1 0 0,-1 0 0 0 0,0 0 0 0 0,0 1 0 0 0,0-1 0 0 0,0 0 1 0 0,1 0-1 0 0,-1 0 0 0 0,0 0 0 0 0,0 1 0 0 0,0-1 0 0 0,0 0 1 0 0,1 0-1 0 0,-1 0 0 0 0,0 1 0 0 0,0-1 0 0 0,0 0 0 0 0,0 0 0 0 0,0 1 1 0 0,0-1-1 0 0,0 0 0 0 0,0 0 0 0 0,0 0 0 0 0,0 1 0 0 0,0-1 1 0 0,0 0-1 0 0,0 0 0 0 0,0 1 0 0 0,0-1 0 0 0,0 0 0 0 0,0 0 1 0 0,0 1-1 0 0,0-1 0 0 0,0 0 0 0 0,0 0 0 0 0,0 0 0 0 0,0 1 0 0 0,-1-1 1 0 0,1 0-1 0 0,0 0 0 0 0,0 0 0 0 0,0 1 0 0 0,0-1 0 0 0,0 0 1 0 0,-1 0-1 0 0,1 0 0 0 0,0 0 0 0 0,0 1 0 0 0,0-1 0 0 0,-1 0 1 0 0,1 0-1 0 0,0 0 0 0 0,0 0 0 0 0,-1 0 0 0 0,1 0 0 0 0,0 0 1 0 0,0 0-1 0 0,0 0 0 0 0,-1 0 0 0 0,14 7 283 0 0,-16 1-47 0 0,-7 9 9 0 0,8-8-164 0 0,0 1 1 0 0,0-1-1 0 0,1 1 1 0 0,0 0-1 0 0,1-1 0 0 0,0 1 1 0 0,2 10-1 0 0,-1 9 118 0 0,-1-25-202 0 0,-1 12 8 0 0,1 0 0 0 0,0 1-1 0 0,1-1 1 0 0,1 0-1 0 0,0 1 1 0 0,1-1 0 0 0,1 0-1 0 0,1-1 1 0 0,9 24 0 0 0,-7-25-35 0 0,-1 0 1 0 0,-1 0-1 0 0,4 20 1 0 0,-6-24-51 0 0,-1 1 0 0 0,2-2 0 0 0,-1 1 0 0 0,1 0 1 0 0,1-1-1 0 0,8 14 0 0 0,-6-13-106 0 0,6 13-649 0 0,-23-4-1542 0 0,10-19 2087 0 0,1 1 1 0 0,0 0 0 0 0,0 0-1 0 0,0-1 1 0 0,0 1-1 0 0,0-1 1 0 0,0 1 0 0 0,0-1-1 0 0,0 1 1 0 0,0-1 0 0 0,0 1-1 0 0,0-1 1 0 0,0 0-1 0 0,0 0 1 0 0,0 0 0 0 0,1 1-1 0 0,1-1 1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29:42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46 320 0 0,'0'-13'2641'0'0,"-31"7"-240"0"0,31-2-400 0 0,0 3-320 0 0,31 5 720 0 0,29 0-1680 0 0,0 5-241 0 0,1 3-400 0 0,59-8-720 0 0,-29 0-1441 0 0,0-8-1441 0 0,-37 3 160 0 0,-24-9 801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0:56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933 97 2401 0 0,'-187'-29'5681'0'0,"-98"19"-3598"0"0,255 10-2003 0 0,20 0 0 0 0,-2-1-51 0 0,0 1 0 0 0,0 0 0 0 0,0 1 1 0 0,1 0-1 0 0,-1 1 0 0 0,0 0 0 0 0,1 1 1 0 0,-1 1-1 0 0,-20 8 0 0 0,29-11-14 0 0,-67 47-15 0 0,59-42-12 0 0,4-3 7 0 0,1 0 0 0 0,0 0 0 0 0,-1 1 0 0 0,1 0 0 0 0,1 0 0 0 0,-1 1 0 0 0,1 0 0 0 0,-1 0 0 0 0,1 0 0 0 0,-6 8 0 0 0,6-2 2 0 0,3-8-2 0 0,1 0 0 0 0,-1 0 0 0 0,1 0 0 0 0,-1-1 1 0 0,0 1-1 0 0,0 0 0 0 0,0-1 0 0 0,0 1 0 0 0,-1-1 0 0 0,1 0 0 0 0,-1 0 0 0 0,-3 3 0 0 0,1-1 1 0 0,-1 1 0 0 0,2 0 0 0 0,-1 1 0 0 0,0-1 0 0 0,1 1 1 0 0,0 0-1 0 0,1 0 0 0 0,-6 10 0 0 0,-21 57-24 0 0,19-43 24 0 0,9-22 9 0 0,0 0 0 0 0,1 0 0 0 0,0 0 0 0 0,0 1 0 0 0,0-1 0 0 0,1 0 0 0 0,0 1 0 0 0,2 8 0 0 0,-1 9-10 0 0,0-20-11 0 0,-1 0-1 0 0,1-1 0 0 0,0 1 0 0 0,0 0 1 0 0,1 0-1 0 0,-1-1 0 0 0,1 1 0 0 0,6 10 0 0 0,1 4-45 0 0,-6-10 35 0 0,0 0 29 0 0,0-1-1 0 0,1 1 0 0 0,0-1 0 0 0,0 1 0 0 0,1-1 1 0 0,1-1-1 0 0,-1 1 0 0 0,1-1 0 0 0,1 0 0 0 0,13 14 1 0 0,13 3-32 0 0,0 0 0 0 0,58 31 1 0 0,-72-45 24 0 0,4 1-25 0 0,0-1 1 0 0,0 0-1 0 0,1-2 0 0 0,1-1 0 0 0,-1-1 0 0 0,1 0 0 0 0,0-3 0 0 0,38 4 0 0 0,-41-5-7 0 0,105 9-336 0 0,233-9 0 0 0,-109-6 145 0 0,-244 3 223 0 0,60 3-43 0 0,1-4 1 0 0,116-15 0 0 0,6-38 121 0 0,-168 47-41 0 0,21-12 160 0 0,-1-1 1 0 0,0-2-1 0 0,-2-2 0 0 0,48-37 1 0 0,-41 29-54 0 0,-28 19-46 0 0,-1-1 0 0 0,0-1 0 0 0,-1 0 0 0 0,0-2 0 0 0,17-22 0 0 0,-27 31-77 0 0,-1-1 0 0 0,0 0 0 0 0,0 0 0 0 0,-1 0 0 0 0,-1-1 0 0 0,1 0-1 0 0,-2 0 1 0 0,1 0 0 0 0,-1 0 0 0 0,-1-1 0 0 0,0 1 0 0 0,0-1-1 0 0,0-11 1 0 0,-2-2 11 0 0,1 17-16 0 0,0 0 0 0 0,-1 0 0 0 0,0 0 0 0 0,-1-1 0 0 0,0 1 0 0 0,0 0-1 0 0,0 0 1 0 0,-1 0 0 0 0,-4-13 0 0 0,-6 3 4 0 0,-1 1 0 0 0,-1 0 1 0 0,0 0-1 0 0,-25-19 0 0 0,25 21-17 0 0,3 5 6 0 0,1 0-1 0 0,-2 0 1 0 0,1 2 0 0 0,-1-1 0 0 0,-1 1-1 0 0,1 1 1 0 0,-21-8 0 0 0,-4 3 36 0 0,-54-10 1 0 0,27 7-3 0 0,-35-8 50 0 0,-1 3 0 0 0,-1 5 0 0 0,-150-1 1 0 0,203 16-292 0 0,-1 3 1 0 0,0 1-1 0 0,-83 21 1 0 0,102-17-287 0 0,0 1-1 0 0,1 1 1 0 0,1 1-1 0 0,0 2 1 0 0,0 1-1 0 0,-45 32 1 0 0,-12 21-5088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0:58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61 426 2481 0 0,'0'0'108'0'0,"0"1"-1"0"0,0 0 1 0 0,-1-1-1 0 0,1 1 0 0 0,0 0 1 0 0,0-1-1 0 0,-1 1 1 0 0,1 0-1 0 0,0-1 1 0 0,-1 1-1 0 0,1 0 1 0 0,0-1-1 0 0,-1 1 1 0 0,1-1-1 0 0,-1 1 1 0 0,1-1-1 0 0,-1 1 0 0 0,1-1 1 0 0,-1 0-1 0 0,0 1 1 0 0,1-1-1 0 0,-1 1 1 0 0,1-1-1 0 0,-1 0 1 0 0,0 0-1 0 0,1 1 1 0 0,-1-1-1 0 0,0 0 1 0 0,0 0-1 0 0,1 0 0 0 0,-1 0 1 0 0,0 0-1 0 0,1 0 1 0 0,-1 0-1 0 0,0 0 1 0 0,1 0-1 0 0,-1 0 1 0 0,0 0-1 0 0,0 0 1 0 0,0-1-1 0 0,-2 1 196 0 0,-2 0 884 0 0,-20-5 761 0 0,20 4-1495 0 0,5-26 3002 0 0,0 19-3281 0 0,1 1-1 0 0,0-1 1 0 0,1 1-1 0 0,0 0 1 0 0,0-1 0 0 0,0 1-1 0 0,1 0 1 0 0,0 1-1 0 0,0-1 1 0 0,1 0-1 0 0,7-9 1 0 0,5-6 71 0 0,34-34 0 0 0,-36 41-110 0 0,0 2-55 0 0,0-1-1 0 0,27-19 0 0 0,11-9 43 0 0,-38 29-38 0 0,1 2 0 0 0,22-14-1 0 0,13-10 66 0 0,-46 23-76 0 0,-4 11-70 0 0,0 1 0 0 0,-1-1-1 0 0,1 1 1 0 0,0-1-1 0 0,1 1 1 0 0,-1-1 0 0 0,0 1-1 0 0,0-1 1 0 0,0 1 0 0 0,0-1-1 0 0,0 1 1 0 0,0-1 0 0 0,1 1-1 0 0,-1 0 1 0 0,0-1 0 0 0,0 1-1 0 0,1-1 1 0 0,-1 1-1 0 0,0-1 1 0 0,0 1 0 0 0,1 0-1 0 0,-1-1 1 0 0,1 1 0 0 0,-1 0-1 0 0,0-1 1 0 0,1 1 0 0 0,0 0-1 0 0,15-8-2 0 0,-32 8 0 0 0,11 6 0 0 0,5 171-1054 0 0,0-173 1046 0 0,-1 0 0 0 0,1 0-1 0 0,-1 0 1 0 0,0 0 0 0 0,0-1 0 0 0,0 1-1 0 0,0 0 1 0 0,-1 0 0 0 0,1 0-1 0 0,-1-1 1 0 0,-3 4 0 0 0,3-3 5 0 0,0-1 0 0 0,1 0 0 0 0,-1 1 1 0 0,1 0-1 0 0,-1-1 0 0 0,1 1 0 0 0,0 0 0 0 0,0-1 0 0 0,1 1 1 0 0,-1 0-1 0 0,1 4 0 0 0,1 41-5 0 0,-2 50-89 0 0,0-92 91 0 0,0 1-1 0 0,-1 0 0 0 0,0 0 0 0 0,0-1 0 0 0,0 1 0 0 0,-1-1 0 0 0,0 1 0 0 0,-1-1 0 0 0,-7 12 1 0 0,-30 57 134 0 0,27-47-136 0 0,13-28-47 0 0,1 0-1 0 0,-1 0 1 0 0,0 0 0 0 0,1 0 0 0 0,-1 1 0 0 0,1-1 0 0 0,-1 0 0 0 0,1 0 0 0 0,0 0 0 0 0,-1 0-1 0 0,1 0 1 0 0,0 1 0 0 0,0-1 0 0 0,0 0 0 0 0,0 0 0 0 0,0 0 0 0 0,0 1 0 0 0,0-1 0 0 0,0 0-1 0 0,1 0 1 0 0,-1 0 0 0 0,0 1 0 0 0,1-1 0 0 0,-1 0 0 0 0,1 0 0 0 0,-1 0 0 0 0,1 0 0 0 0,-1 0 0 0 0,1 0-1 0 0,0 0 1 0 0,0 0 0 0 0,-1 0 0 0 0,1 0 0 0 0,0 0 0 0 0,0-1 0 0 0,0 1 0 0 0,0 0 0 0 0,0-1-1 0 0,0 1 1 0 0,0 0 0 0 0,0-1 0 0 0,0 1 0 0 0,0-1 0 0 0,0 0 0 0 0,1 1 0 0 0,-1-1 0 0 0,0 0 0 0 0,0 0-1 0 0,0 0 1 0 0,1 1 0 0 0,1-2 0 0 0,6 2-618 0 0,0 0 1 0 0,0-1-1 0 0,0 0 0 0 0,17-2 0 0 0,-18 0-141 0 0,1 0 1 0 0,0 0-1 0 0,-1-1 0 0 0,13-5 1 0 0,14-16-3496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0:59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511 112 1681 0 0,'0'-1'195'0'0,"1"-1"-1"0"0,-1 0 1 0 0,0 0 0 0 0,0 0 0 0 0,0 0-1 0 0,0 1 1 0 0,0-1 0 0 0,0 0-1 0 0,0 0 1 0 0,-1 0 0 0 0,1 1 0 0 0,-1-1-1 0 0,1 0 1 0 0,-1 0 0 0 0,0 1 0 0 0,0-1-1 0 0,0 0 1 0 0,1 1 0 0 0,-1-1 0 0 0,-1 1-1 0 0,1-1 1 0 0,0 1 0 0 0,0 0 0 0 0,-1-1-1 0 0,1 1 1 0 0,0 0 0 0 0,-1 0 0 0 0,1 0-1 0 0,-1 0 1 0 0,0 0 0 0 0,1 0 0 0 0,-1 1-1 0 0,0-1 1 0 0,1 0 0 0 0,-1 1 0 0 0,0-1-1 0 0,0 1 1 0 0,-1 0 0 0 0,-26-11 1494 0 0,12 6-969 0 0,-1 1 1 0 0,0 1-1 0 0,0 1 0 0 0,0 0 1 0 0,-19 1-1 0 0,-13-2 601 0 0,40 2-1243 0 0,-1 1 1 0 0,0 0 0 0 0,1 0 0 0 0,-1 1 0 0 0,1 1-1 0 0,-1 0 1 0 0,1 0 0 0 0,0 1 0 0 0,0 0 0 0 0,0 1-1 0 0,0 0 1 0 0,0 1 0 0 0,-11 7 0 0 0,8-3-119 0 0,0 1 1 0 0,1 0-1 0 0,0 0 1 0 0,1 1-1 0 0,0 1 1 0 0,0 0-1 0 0,-11 19 1 0 0,21-30 25 0 0,0 1 1 0 0,0-1 0 0 0,0 1-1 0 0,0-1 1 0 0,1 1-1 0 0,-1-1 1 0 0,0 1 0 0 0,1 0-1 0 0,-1-1 1 0 0,1 1 0 0 0,0 0-1 0 0,0-1 1 0 0,0 1 0 0 0,-1 0-1 0 0,2-1 1 0 0,-1 1 0 0 0,0 0-1 0 0,0-1 1 0 0,0 1 0 0 0,1 0-1 0 0,-1-1 1 0 0,1 1-1 0 0,-1 0 1 0 0,1-1 0 0 0,0 1-1 0 0,0-1 1 0 0,-1 1 0 0 0,1-1-1 0 0,0 1 1 0 0,0-1 0 0 0,1 0-1 0 0,-1 0 1 0 0,0 1 0 0 0,2 0-1 0 0,5 5-20 0 0,0-1 0 0 0,1 0 0 0 0,0-1 0 0 0,15 8 0 0 0,-4-2-155 0 0,13 10 103 0 0,-19-11 66 0 0,0-1 1 0 0,1-1 0 0 0,0 0 0 0 0,0-1-1 0 0,1 0 1 0 0,-1-1 0 0 0,24 5-1 0 0,-29-9 21 0 0,12 2-4 0 0,0-1 0 0 0,0-1 1 0 0,0 0-1 0 0,30-3 0 0 0,-39 0-18 0 0,21-3-28 0 0,-27 0 54 0 0,5-6 7 0 0,-10 7 3 0 0,1 0 1 0 0,0 0 0 0 0,-1 0-1 0 0,1 0 1 0 0,-1-1 0 0 0,0 1-1 0 0,0-1 1 0 0,-1 1-1 0 0,1-1 1 0 0,-1 0 0 0 0,0 0-1 0 0,0 1 1 0 0,0-1-1 0 0,0 0 1 0 0,0 0 0 0 0,-1 0-1 0 0,0 0 1 0 0,0-8 0 0 0,0-9 116 0 0,-2-1 0 0 0,-4-30 0 0 0,3 43-160 0 0,1-1 0 0 0,-2 0 0 0 0,1 1 0 0 0,-1 0 0 0 0,-1-1 0 0 0,0 2 0 0 0,0-1 0 0 0,0 0 0 0 0,-1 1 0 0 0,-1 0 0 0 0,1 1 0 0 0,-1-1 0 0 0,-1 1 0 0 0,1 1 0 0 0,-1-1 0 0 0,0 1 0 0 0,-1 1 0 0 0,1-1 0 0 0,-1 1 0 0 0,0 1 0 0 0,0 0 0 0 0,-1 0 0 0 0,1 1 0 0 0,-1 0 0 0 0,0 1 0 0 0,0-1 0 0 0,0 2 0 0 0,0 0 0 0 0,-16 0 0 0 0,-4 6-1683 0 0,30-4 1578 0 0,-1-1 0 0 0,1 1-1 0 0,-1-1 1 0 0,1 1 0 0 0,-1-1-1 0 0,1 1 1 0 0,-1-1 0 0 0,1 1-1 0 0,0 0 1 0 0,-1-1 0 0 0,1 1-1 0 0,0-1 1 0 0,-1 1 0 0 0,1 0-1 0 0,0-1 1 0 0,0 1 0 0 0,0 0 0 0 0,-1 0-1 0 0,1-1 1 0 0,0 1 0 0 0,0 0-1 0 0,0 0 1 0 0,0-1 0 0 0,0 1-1 0 0,1 0 1 0 0,-1-1 0 0 0,0 1-1 0 0,0 0 1 0 0,0-1 0 0 0,1 1-1 0 0,-1 0 1 0 0,0-1 0 0 0,0 1 0 0 0,1 0-1 0 0,-1-1 1 0 0,1 1 0 0 0,-1-1-1 0 0,1 1 1 0 0,-1 0 0 0 0,1-1-1 0 0,0 1 1 0 0,24 28-3949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00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14 560 0 0,'-5'-1'1533'0'0,"-14"-4"-239"0"0,12-3 4883 0 0,2 9-5736 0 0,-8 1-280 0 0,10-1 133 0 0,5-1 42 0 0,12 3 60 0 0,9 1-53 0 0,-1-2 1 0 0,1 0-1 0 0,33-3 1 0 0,-29 1-278 0 0,88-7-494 0 0,14 1-2106 0 0,-110 7 289 0 0,0 1 0 0 0,31 7 0 0 0,-20-3-50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00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39 3922 0 0,'-30'8'3201'0'0,"0"-2"-2000"0"0,60-6-161 0 0,-30 6 1 0 0,0 1-641 0 0,30-14 80 0 0,31 7 0 0 0,-1-6 1 0 0,31 0-81 0 0,-31-7-160 0 0,30-1-720 0 0,1 3-961 0 0,-6 3-1760 0 0,-25 8-481 0 0,0 0 640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01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405 19 2081 0 0,'-44'-7'3096'0'0,"-46"-3"0"0"0,60 9-2539 0 0,1 1 0 0 0,-1 2 0 0 0,1 0 0 0 0,-50 12 0 0 0,73-13-493 0 0,0 1-1 0 0,1-1 0 0 0,-1 1 0 0 0,0 0 0 0 0,1 0 1 0 0,-1 1-1 0 0,1 0 0 0 0,0 0 0 0 0,0 0 0 0 0,-6 5 1 0 0,10-7-53 0 0,1 0 0 0 0,-1 0 0 0 0,0 0 0 0 0,0 0 0 0 0,1 0 0 0 0,-1 0 0 0 0,1 0 0 0 0,-1 0 1 0 0,1 0-1 0 0,-1 0 0 0 0,1 0 0 0 0,0 1 0 0 0,0-1 0 0 0,-1 0 0 0 0,1 0 0 0 0,0 0 0 0 0,0 0 0 0 0,0 1 1 0 0,0-1-1 0 0,1 2 0 0 0,-1-1-1 0 0,1 1 1 0 0,1 0 0 0 0,-1-1-1 0 0,0 1 1 0 0,0-1 0 0 0,1 0 0 0 0,-1 1-1 0 0,1-1 1 0 0,0 0 0 0 0,0 0-1 0 0,0 0 1 0 0,3 2 0 0 0,6 6-18 0 0,1-1 0 0 0,1-1 0 0 0,0 1 1 0 0,0-2-1 0 0,1 0 0 0 0,0-1 1 0 0,0 0-1 0 0,17 4 0 0 0,20 3 62 0 0,54 7 0 0 0,-74-15 16 0 0,-10-2-41 0 0,0 0 1 0 0,0-1-1 0 0,1-2 0 0 0,-1 0 1 0 0,31-5-1 0 0,-39 3-57 0 0,-1 0-1 0 0,0-1 1 0 0,0-1-1 0 0,-1 0 1 0 0,1-1-1 0 0,-1 0 1 0 0,0 0-1 0 0,0-2 1 0 0,0 1-1 0 0,11-11 1 0 0,-21 17 29 0 0,-1 0 1 0 0,1-1 0 0 0,-1 1 0 0 0,1 0 0 0 0,-1-1 0 0 0,0 1 0 0 0,1 0 0 0 0,-1-1 0 0 0,0 1 0 0 0,1-1 0 0 0,-1 1 0 0 0,0-1 0 0 0,1 1 0 0 0,-1-1 0 0 0,0 1-1 0 0,0-1 1 0 0,0 1 0 0 0,0-1 0 0 0,1 1 0 0 0,-1-1 0 0 0,0 1 0 0 0,0-1 0 0 0,0 1 0 0 0,0-1 0 0 0,0 0 0 0 0,0 1 0 0 0,0-1 0 0 0,0 1 0 0 0,-1-1-1 0 0,1 1 1 0 0,0-1 0 0 0,0 1 0 0 0,-1-2 0 0 0,-14-13 100 0 0,14 14-82 0 0,0 0 0 0 0,0 0 0 0 0,-1 0 1 0 0,1 0-1 0 0,0 0 0 0 0,0 0 0 0 0,0 0 0 0 0,0 0 1 0 0,1 0-1 0 0,-1 0 0 0 0,0 0 0 0 0,0-1 0 0 0,1 1 1 0 0,-2-3-1 0 0,2 3-9 0 0,0 0 1 0 0,0 0-1 0 0,-1 0 1 0 0,1 0-1 0 0,0 0 1 0 0,-1 0-1 0 0,1 0 1 0 0,0 0-1 0 0,-1 0 1 0 0,1 0-1 0 0,-1 0 1 0 0,0 1 0 0 0,1-1-1 0 0,-1 0 1 0 0,0 0-1 0 0,0 0 1 0 0,1 1-1 0 0,-1-1 1 0 0,0 0-1 0 0,0 1 1 0 0,0-1-1 0 0,0 1 1 0 0,0-1-1 0 0,0 1 1 0 0,0 0-1 0 0,-1-1 1 0 0,-5-3 62 0 0,4 1-29 0 0,0 1 1 0 0,0 0-1 0 0,0-1 0 0 0,-1 1 0 0 0,1 1 0 0 0,-1-1 0 0 0,1 0 1 0 0,-1 1-1 0 0,-4-1 0 0 0,-19-9 519 0 0,32 43-98 0 0,89 84 56 0 0,-17-25-179 0 0,-49-56-273 0 0,-22-29-74 0 0,0 0 0 0 0,-1 1 0 0 0,1 0 0 0 0,-1 0 0 0 0,-1 0 0 0 0,1 0 0 0 0,-1 1 0 0 0,-1 0 1 0 0,1 0-1 0 0,-1 0 0 0 0,0 0 0 0 0,-1 0 0 0 0,0 0 0 0 0,1 15 0 0 0,-3 19-66 0 0,0 9-214 0 0,0-20-4594 0 0,0-40 742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01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38 1361 0 0,'-1'0'247'0'0,"1"-1"1"0"0,-1 0-1 0 0,1 1 1 0 0,-1-1-1 0 0,1 0 1 0 0,-1 1-1 0 0,0-1 0 0 0,1 1 1 0 0,-1-1-1 0 0,0 1 1 0 0,1 0-1 0 0,-1-1 1 0 0,0 1-1 0 0,0 0 1 0 0,0-1-1 0 0,1 1 1 0 0,-1 0-1 0 0,0 0 1 0 0,0 0-1 0 0,0-1 1 0 0,1 1-1 0 0,-1 0 1 0 0,0 0-1 0 0,0 0 1 0 0,0 0-1 0 0,-1 1 1 0 0,-28-1-136 0 0,25 1 590 0 0,0-1 99 0 0,6 0-706 0 0,-1 1 1 0 0,0 0 0 0 0,1 0-1 0 0,-1-1 1 0 0,1 1-1 0 0,-1 0 1 0 0,1-1-1 0 0,-1 1 1 0 0,1 0 0 0 0,-1-1-1 0 0,1 1 1 0 0,-1 0-1 0 0,1-1 1 0 0,0 1 0 0 0,0-1-1 0 0,-1 0 1 0 0,1 1-1 0 0,0-1 1 0 0,0 1-1 0 0,-1-1 1 0 0,1 0 0 0 0,0 0-1 0 0,0 0 1 0 0,0 1-1 0 0,-1-1 1 0 0,1 0 0 0 0,0 0-1 0 0,1 0 1 0 0,4 1 186 0 0,10 8-27 0 0,1-1-1 0 0,0 0 0 0 0,0-2 1 0 0,1 0-1 0 0,0-1 0 0 0,32 6 0 0 0,129 8 657 0 0,-140-16-627 0 0,458 8 1530 0 0,-339-18-1300 0 0,162-30-1 0 0,-260 27-246 0 0,0-4 0 0 0,0-2 0 0 0,62-25 0 0 0,-130 37-2882 0 0,-9 3 1041 0 0,-19 9-2601 0 0,-19 14-1454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04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 2241 0 0,'0'0'2241'0'0,"30"0"-640"0"0,-60-6 160 0 0,30 1-1441 0 0,30-1-240 0 0,-30-2-320 0 0,0 2-481 0 0,31 6-959 0 0,-1 0-2322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05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1841 0 0,'30'-6'2081'0'0,"-30"-2"-240"0"0,30 3-321 0 0,-30-1-559 0 0,0-2-641 0 0,31-28-3041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0:12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61 244 1841 0 0,'0'-1'89'0'0,"0"1"1"0"0,0 0 0 0 0,0-1-1 0 0,1 1 1 0 0,-1-1 0 0 0,0 1-1 0 0,0 0 1 0 0,0 0 0 0 0,1-1-1 0 0,-1 1 1 0 0,0 0-1 0 0,0-1 1 0 0,1 1 0 0 0,-1 0-1 0 0,0 0 1 0 0,1-1 0 0 0,-1 1-1 0 0,0 0 1 0 0,1 0 0 0 0,-1 0-1 0 0,0 0 1 0 0,1-1-1 0 0,-1 1 1 0 0,0 0 0 0 0,1 0-1 0 0,-1 0 1 0 0,0 0 0 0 0,1 0-1 0 0,-1 0 1 0 0,1 0-1 0 0,-1 0 1 0 0,0 0 0 0 0,1 0-1 0 0,-1 0 1 0 0,1 0 0 0 0,-1 0-1 0 0,0 0 1 0 0,1 1 0 0 0,0-1 14 0 0,-1 0 1 0 0,1 0-1 0 0,-1 0 1 0 0,1 1-1 0 0,0-1 1 0 0,-1 0-1 0 0,1 0 1 0 0,-1 0-1 0 0,1 0 1 0 0,-1 0-1 0 0,1 0 1 0 0,0 0-1 0 0,-1-1 1 0 0,1 1-1 0 0,-1 0 1 0 0,1 0-1 0 0,-1 0 1 0 0,1-1 0 0 0,-1 1-1 0 0,1 0 1 0 0,-1 0-1 0 0,1-1 1 0 0,-1 1-1 0 0,1 0 1 0 0,-1-1-1 0 0,0 1 1 0 0,1-1-1 0 0,-1 1 1 0 0,0 0-1 0 0,1-1 1 0 0,-1 1-1 0 0,0-1 1 0 0,1 1-1 0 0,-1-1 1 0 0,0 1-1 0 0,0-1 1 0 0,1 1 0 0 0,-1-1-1 0 0,0 0 1 0 0,0 1-1 0 0,0-1 1 0 0,0 0-1 0 0,0-1 590 0 0,-5 1-174 0 0,-15-7 166 0 0,19 6-563 0 0,0 0 0 0 0,0 0 0 0 0,1 0 0 0 0,-1 0 0 0 0,1 0 0 0 0,-1 0-1 0 0,1 0 1 0 0,0 0 0 0 0,0-1 0 0 0,0 1 0 0 0,0-4 0 0 0,0 5-92 0 0,0 0 0 0 0,0 0 0 0 0,0 0 0 0 0,0 0 1 0 0,1 0-1 0 0,-1 0 0 0 0,0 0 0 0 0,1 0 0 0 0,-1-1 0 0 0,1 1 0 0 0,-1 1 0 0 0,1-1 0 0 0,-1 0 0 0 0,1 0 0 0 0,0 0 1 0 0,-1 0-1 0 0,1 0 0 0 0,0 0 0 0 0,0 1 0 0 0,-1-1 0 0 0,1 0 0 0 0,0 1 0 0 0,0-1 0 0 0,1 0 0 0 0,-1 0-5 0 0,0 1 0 0 0,0-1 0 0 0,0 0 0 0 0,1 0 0 0 0,-2 1 0 0 0,1-1 0 0 0,0 0 0 0 0,0 0 0 0 0,0 0 0 0 0,0 0 0 0 0,-1 0 0 0 0,1 0 0 0 0,0-1 0 0 0,-1 1 0 0 0,1 0 0 0 0,-1 0 0 0 0,1 0 0 0 0,-1-1 0 0 0,0 1 0 0 0,1 0 0 0 0,-1 0 0 0 0,0-1 0 0 0,0 1 0 0 0,0-2 0 0 0,0-5 134 0 0,-1 6-118 0 0,1-1 1 0 0,0 1 0 0 0,0 0 0 0 0,0 0-1 0 0,0-1 1 0 0,0 1 0 0 0,0 0 0 0 0,1 0-1 0 0,-1 0 1 0 0,1-1 0 0 0,-1 1-1 0 0,1 0 1 0 0,0 0 0 0 0,1-2 0 0 0,1 0 14 0 0,0 1 0 0 0,-1-1 0 0 0,1 0 0 0 0,-1 0 0 0 0,0 0 0 0 0,0 0 0 0 0,0 0 0 0 0,0 0 0 0 0,-1-1 0 0 0,0 1 0 0 0,0-1 0 0 0,0 1 1 0 0,-1 0-1 0 0,1-1 0 0 0,-1 0 0 0 0,0 1 0 0 0,-1-7 0 0 0,-4 3-17 0 0,-15 6 27 0 0,40 5-67 0 0,-19-3 0 0 0,-1 0 0 0 0,0 0 0 0 0,0 0 0 0 0,1 0 0 0 0,-1 0 0 0 0,0 0 0 0 0,0 0 0 0 0,1 0 0 0 0,-1 0 0 0 0,0 0 0 0 0,0 0 0 0 0,0 1 0 0 0,1-1 0 0 0,-1 0 0 0 0,0 0 0 0 0,0 0 0 0 0,0 0 0 0 0,1 1 0 0 0,-1-1 0 0 0,0 0 0 0 0,0 0 0 0 0,0 0 0 0 0,0 1 0 0 0,1-1 0 0 0,-1 0 0 0 0,0 0 0 0 0,0 0 0 0 0,0 1 0 0 0,0-1 0 0 0,0 0 0 0 0,0 0 0 0 0,0 1 0 0 0,0-1 0 0 0,0 0 0 0 0,0 0 0 0 0,0 1 0 0 0,0-1 0 0 0,0 0 0 0 0,0 0 0 0 0,0 1 0 0 0,0-1 0 0 0,0 0 0 0 0,0 0 0 0 0,0 1 0 0 0,0-1 0 0 0,0 0 0 0 0,0 0 0 0 0,-1 1 0 0 0,1-1 0 0 0,0 0 0 0 0,0 0 0 0 0,0 0 0 0 0,0 1 0 0 0,-1-1 0 0 0,1 0 0 0 0,0 0 0 0 0,0 0 0 0 0,0 0 0 0 0,-1 1 0 0 0,1-1 0 0 0,0 0 0 0 0,0 0 0 0 0,0 0 0 0 0,-1 0 0 0 0,1 0 0 0 0,0 0 0 0 0,0 0 0 0 0,-1 0 0 0 0,1 0 0 0 0,-1 1 0 0 0,1-1 0 0 0,-21 12 1 0 0,17 21 64 0 0,4-32-68 0 0,0 0 0 0 0,0 0 0 0 0,0-1 0 0 0,0 1 0 0 0,-1 0 0 0 0,1-1 0 0 0,0 1 0 0 0,0 0 0 0 0,-1-1 0 0 0,1 1 0 0 0,0 0 0 0 0,-1-1 0 0 0,1 1 0 0 0,0-1 0 0 0,-1 1 0 0 0,1 0 0 0 0,-1-1 0 0 0,1 1 0 0 0,-1-1 0 0 0,0 1 0 0 0,1-1 0 0 0,-1 0 0 0 0,1 1 0 0 0,-1-1 0 0 0,0 0 0 0 0,1 1 0 0 0,-2-1 0 0 0,1 1 4 0 0,-1-1-1 0 0,1 1 0 0 0,0-1 0 0 0,0 1 0 0 0,0-1 0 0 0,0 1 0 0 0,1 0 0 0 0,-1 0 1 0 0,0-1-1 0 0,0 1 0 0 0,0 0 0 0 0,0 0 0 0 0,1 0 0 0 0,-1 0 0 0 0,0 0 0 0 0,1 0 1 0 0,-1 0-1 0 0,1 0 0 0 0,-1 0 0 0 0,1 0 0 0 0,0 0 0 0 0,-1 0 0 0 0,1 0 0 0 0,0 1 1 0 0,0-1-1 0 0,0 0 0 0 0,0 0 0 0 0,0 0 0 0 0,0 2 0 0 0,0-2 0 0 0,0 0 0 0 0,0 0 0 0 0,-1 0-1 0 0,1 0 1 0 0,0 0 0 0 0,0 0 0 0 0,-1 0 0 0 0,1 0-1 0 0,-1 0 1 0 0,1 0 0 0 0,-1-1 0 0 0,1 1 0 0 0,-1 0-1 0 0,0 0 1 0 0,1 0 0 0 0,-1-1 0 0 0,0 1 0 0 0,1 0-1 0 0,-1 0 1 0 0,0-1 0 0 0,0 1 0 0 0,-1 0 0 0 0,0 0 0 0 0,1 0 0 0 0,0-1 0 0 0,0 1 0 0 0,0 0 1 0 0,0 0-1 0 0,0 0 0 0 0,0 0 0 0 0,0 0 0 0 0,0 0 1 0 0,0 1-1 0 0,0-1 0 0 0,1 0 0 0 0,-1 0 0 0 0,0 0 1 0 0,1 1-1 0 0,-1-1 0 0 0,1 0 0 0 0,0 1 0 0 0,-1-1 0 0 0,1 1 1 0 0,0-1-1 0 0,0 0 0 0 0,0 3 0 0 0,0 0 26 0 0,1 1-1 0 0,-1-1 0 0 0,0 0 1 0 0,0 1-1 0 0,0-1 0 0 0,-1 1 1 0 0,0-1-1 0 0,0 0 0 0 0,-2 8 1 0 0,-4-8-30 0 0,6-4 1 0 0,0 1 1 0 0,0-1 0 0 0,0 1 0 0 0,0-1 0 0 0,0 1 0 0 0,0 0 0 0 0,0-1-1 0 0,0 1 1 0 0,0 0 0 0 0,0 0 0 0 0,1 0 0 0 0,-1-1 0 0 0,0 1-1 0 0,0 0 1 0 0,1 0 0 0 0,-1 0 0 0 0,0 0 0 0 0,1 1 0 0 0,-1-1-1 0 0,1 0 1 0 0,0 0 0 0 0,-1 0 0 0 0,1 0 0 0 0,0 0 0 0 0,0 1-1 0 0,0-1 1 0 0,-1 0 0 0 0,2 2 0 0 0,34 10-78 0 0,-29-10 61 0 0,1-1 1 0 0,0 0-1 0 0,0-1 1 0 0,-1 1-1 0 0,1-1 1 0 0,0 0-1 0 0,10-1 1 0 0,34 5-7 0 0,10-4 25 0 0,-48-1 81 0 0,1-1 0 0 0,-1 0 1 0 0,0 0-1 0 0,0-2 0 0 0,0 1 1 0 0,0-2-1 0 0,0 0 1 0 0,0 0-1 0 0,15-8 0 0 0,-27 10-56 0 0,-1 1 0 0 0,1 0 0 0 0,0 0 0 0 0,0 0-1 0 0,-1-1 1 0 0,1 1 0 0 0,-1 0 0 0 0,1-1 0 0 0,-1 1-1 0 0,1 0 1 0 0,-1-1 0 0 0,0 1 0 0 0,0-1 0 0 0,0 1 0 0 0,0 0-1 0 0,0-1 1 0 0,0 1 0 0 0,0-1 0 0 0,0 1 0 0 0,-1-3 0 0 0,0 2-7 0 0,1 0 1 0 0,0 0 0 0 0,0 0 0 0 0,0 0 0 0 0,0-1 0 0 0,0 1 0 0 0,0 0 0 0 0,1 0 0 0 0,-1 0 0 0 0,0 0 0 0 0,1 0 0 0 0,0 0 0 0 0,1-3 0 0 0,2 2 27 0 0,14-15 62 0 0,-18 18-102 0 0,1-1 1 0 0,-1 0-1 0 0,1 1 0 0 0,-1-1 1 0 0,0 1-1 0 0,1-1 0 0 0,-1 0 0 0 0,0 1 1 0 0,0-1-1 0 0,1 1 0 0 0,-1-1 1 0 0,0 0-1 0 0,0 1 0 0 0,0-1 1 0 0,0 0-1 0 0,0 0 0 0 0,0 1 0 0 0,0-1 1 0 0,0 0-1 0 0,0 1 0 0 0,0-1 1 0 0,0 0-1 0 0,-1 1 0 0 0,1-1 1 0 0,0 0-1 0 0,0 1 0 0 0,-1-1 0 0 0,1 1 1 0 0,0-1-1 0 0,-1 0 0 0 0,1 1 1 0 0,0-1-1 0 0,-1 1 0 0 0,1-1 1 0 0,-1 1-1 0 0,0-1 0 0 0,-9-5 40 0 0,-5-7-159 0 0,15 14 99 0 0,0 0 0 0 0,0 0 0 0 0,1 0 0 0 0,-1 1 0 0 0,0-1 0 0 0,1 0 0 0 0,-1 0-1 0 0,1 0 1 0 0,-1 0 0 0 0,1 0 0 0 0,0 0 0 0 0,0 0 0 0 0,-1 0 0 0 0,1 0-1 0 0,0 0 1 0 0,2 1 0 0 0,11 21-52 0 0,-11-10 59 0 0,-2 1 0 0 0,1 0 0 0 0,-1-1 0 0 0,-1 1 0 0 0,-1 0 0 0 0,-2 18 0 0 0,-20 89-11 0 0,20-102 30 0 0,0-1-1 0 0,2 1 1 0 0,0 0-1 0 0,2 27 1 0 0,1-1 370 0 0,-2-40-421 0 0,0-1 1 0 0,0 1-1 0 0,1-1 1 0 0,-1 0-1 0 0,1 1 0 0 0,0-1 1 0 0,1 0-1 0 0,-1 0 0 0 0,1 0 1 0 0,-1 0-1 0 0,1 0 0 0 0,1 0 1 0 0,-1 0-1 0 0,5 6 0 0 0,-5-8-35 0 0,0 6-536 0 0,-2-7 479 0 0,0-1-1 0 0,0 1 0 0 0,0 0 0 0 0,0-1 0 0 0,0 1 0 0 0,0 0 0 0 0,0-1 0 0 0,1 1 0 0 0,-1-1 0 0 0,0 1 0 0 0,0 0 0 0 0,0-1 0 0 0,1 1 0 0 0,-1-1 1 0 0,0 1-1 0 0,1-1 0 0 0,-1 1 0 0 0,0-1 0 0 0,1 1 0 0 0,-1-1 0 0 0,1 1 0 0 0,-1-1 0 0 0,1 0 0 0 0,-1 1 0 0 0,1-1 0 0 0,-1 0 0 0 0,1 1 0 0 0,-1-1 0 0 0,1 0 1 0 0,-1 0-1 0 0,1 1 0 0 0,0-1 0 0 0,0 0 0 0 0,40-6-4870 0 0,-7-11-2002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0:12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1 2401 0 0,'-9'0'596'0'0,"0"0"0"0"0,-1 0 0 0 0,1 1 1 0 0,-1 0-1 0 0,1 0 0 0 0,0 1 0 0 0,-1 0 0 0 0,1 1 0 0 0,0 0 0 0 0,1 1 0 0 0,-1-1 0 0 0,1 2 0 0 0,-1-1 1 0 0,1 1-1 0 0,-8 6 0 0 0,15-10-553 0 0,0-1 0 0 0,0 1-1 0 0,0 0 1 0 0,0-1 0 0 0,0 1 0 0 0,0 0 0 0 0,0-1 0 0 0,1 1 0 0 0,-1 0-1 0 0,0 0 1 0 0,0 0 0 0 0,0 0 0 0 0,1 0 0 0 0,-1 0 0 0 0,1 0-1 0 0,-1 0 1 0 0,0 0 0 0 0,1 0 0 0 0,0 0 0 0 0,-1 1 0 0 0,1-1 0 0 0,0 0-1 0 0,0 0 1 0 0,-1 0 0 0 0,1 0 0 0 0,0 1 0 0 0,0-1 0 0 0,1 2 0 0 0,0-1 27 0 0,1 1 1 0 0,0 0-1 0 0,0 0 1 0 0,0-1-1 0 0,0 1 1 0 0,0-1 0 0 0,0 0-1 0 0,1 0 1 0 0,2 2-1 0 0,19 18 263 0 0,-6-3-145 0 0,1-2 0 0 0,32 23 1 0 0,-14-11 286 0 0,-7-10-318 0 0,0-1 0 0 0,1-1 0 0 0,49 19-1 0 0,-75-34-314 0 0,2 1 0 0 0,-1-1 0 0 0,0 0-1 0 0,0 0 1 0 0,1-1 0 0 0,-1 0 0 0 0,1 0-1 0 0,-1-1 1 0 0,1 1 0 0 0,11-2 0 0 0,16 0-3157 0 0,-34 1 3249 0 0,1 0 1 0 0,-1 0 0 0 0,0 0 0 0 0,0 0-1 0 0,0 0 1 0 0,0 0 0 0 0,0 0 0 0 0,1 0-1 0 0,-1 0 1 0 0,0 0 0 0 0,0 0 0 0 0,0 0-1 0 0,0 0 1 0 0,1 0 0 0 0,-1 0 0 0 0,0 0-1 0 0,0 0 1 0 0,0 0 0 0 0,0 0 0 0 0,1 0-1 0 0,-1 0 1 0 0,0 0 0 0 0,0 0 0 0 0,0 0-1 0 0,0 0 1 0 0,0 0 0 0 0,1 0 0 0 0,-1-1-1 0 0,0 1 1 0 0,0 0 0 0 0,0 0 0 0 0,0 0-1 0 0,0 0 1 0 0,0 0 0 0 0,0 0 0 0 0,1-1-1 0 0,-1 1 1 0 0,0 0 0 0 0,0 0 0 0 0,0 0 0 0 0,0 0-1 0 0,0-1 1 0 0,0 1 0 0 0,0 0 0 0 0,0 0-1 0 0,0 0 1 0 0,0 0 0 0 0,0-1 0 0 0,0 1-1 0 0,0 0 1 0 0,0 0 0 0 0,0 0 0 0 0,0 0-1 0 0,0-1 1 0 0,0 1 0 0 0,0 0 0 0 0,-1-9-5687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0:12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30 248 160 0 0,'0'0'2801'0'0,"-30"-5"2162"0"0,30-3-2962 0 0,0 2-321 0 0,30 0-79 0 0,0-13-160 0 0,1 0-241 0 0,23 0-319 0 0,6-14-881 0 0,1 2-1441 0 0,-1-7-2161 0 0,0 13-960 0 0,-29 0 640 0 0,-1 11 801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0:13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618 9 400 0 0,'-25'-3'2550'0'0,"12"1"-1762"0"0,0 0 1 0 0,-1 1-1 0 0,1 0 1 0 0,-1 1-1 0 0,1 1 1 0 0,-1 0-1 0 0,-23 6 1 0 0,3 0-760 0 0,-17 5 62 0 0,6 6 194 0 0,33-15-177 0 0,1 2 0 0 0,-1-1 0 0 0,1 2 0 0 0,0 0 0 0 0,-13 9 0 0 0,17-10-66 0 0,1-1 0 0 0,-1 0 0 0 0,0 0 0 0 0,0-1 0 0 0,0 0 0 0 0,-12 3 0 0 0,-31 15 211 0 0,29-12-176 0 0,17-8-72 0 0,1 0 0 0 0,-1 1 0 0 0,1 0-1 0 0,-1-1 1 0 0,1 1 0 0 0,0 0 0 0 0,-1 1 0 0 0,-2 2-1 0 0,-35 59-44 0 0,38-60 70 0 0,1 0-1 0 0,-1 0 0 0 0,0 0 0 0 0,1 1 0 0 0,0-1 0 0 0,0 1 1 0 0,0 0-1 0 0,1-1 0 0 0,-1 1 0 0 0,1 0 0 0 0,0 0 0 0 0,1 0 1 0 0,-1 0-1 0 0,1 0 0 0 0,0 7 0 0 0,0-9-20 0 0,0-1 0 0 0,0 1 0 0 0,-1-1 0 0 0,0 0 0 0 0,1 1 0 0 0,-1-1 0 0 0,0 0 0 0 0,0 1 0 0 0,0-1 0 0 0,0 0 0 0 0,-1 0 0 0 0,-1 3 0 0 0,-5 12-19 0 0,16-1-25 0 0,-7-15 33 0 0,1 1 0 0 0,-1-1 0 0 0,0 1 0 0 0,0-1 0 0 0,0 1 0 0 0,0 0 0 0 0,0-1 0 0 0,-1 1 0 0 0,1 0 0 0 0,-1-1 0 0 0,1 1 0 0 0,-1 0 0 0 0,1 0 0 0 0,-1 0 0 0 0,0 2 0 0 0,0-2 4 0 0,0 0-1 0 0,0 1 0 0 0,0-1 1 0 0,0 1-1 0 0,1-1 1 0 0,-1 0-1 0 0,0 1 0 0 0,1-1 1 0 0,0 0-1 0 0,0 0 0 0 0,-1 1 1 0 0,1-1-1 0 0,1 0 1 0 0,-1 0-1 0 0,0 0 0 0 0,0 0 1 0 0,1 0-1 0 0,-1 0 0 0 0,1 0 1 0 0,0-1-1 0 0,2 4 1 0 0,2-2-4 0 0,0-1 0 0 0,0 1 0 0 0,0-1 0 0 0,0 0 0 0 0,0 0 0 0 0,12 1 0 0 0,-2 0-15 0 0,-7-1 33 0 0,1-1 0 0 0,-1 0 0 0 0,1-1-1 0 0,-1 0 1 0 0,0 0 0 0 0,1-1 0 0 0,-1 0 0 0 0,1-1-1 0 0,10-3 1 0 0,3-2 154 0 0,-1-1 0 0 0,33-18-1 0 0,-50 22-72 0 0,0 1-1 0 0,0-2 1 0 0,0 1-1 0 0,0 0 0 0 0,-1-1 1 0 0,0 0-1 0 0,0 0 1 0 0,0 0-1 0 0,3-8 1 0 0,0 2 125 0 0,-6 10-194 0 0,0 0 0 0 0,-1-1 0 0 0,0 1 0 0 0,1-1 0 0 0,-1 1 0 0 0,0 0 0 0 0,0-1 0 0 0,0 1 0 0 0,0-1 0 0 0,0 1 0 0 0,0-1-1 0 0,0 1 1 0 0,0 0 0 0 0,-1-1 0 0 0,1 1 0 0 0,-1-1 0 0 0,1 1 0 0 0,-1 0 0 0 0,1-1 0 0 0,-1 1 0 0 0,0 0 0 0 0,1 0 0 0 0,-1-1 0 0 0,0 1-1 0 0,0 0 1 0 0,0 0 0 0 0,0 0 0 0 0,0 0 0 0 0,0 0 0 0 0,0 0 0 0 0,-2 0 0 0 0,-44-31 546 0 0,-88-8-1655 0 0,134 37-2656 0 0,8 1 2355 0 0,11-1 55 0 0,-18 3 1064 0 0,32-6-2579 0 0,22-4 228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0:14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541 0 320 0 0,'-29'1'1695'0'0,"-1"1"1"0"0,1 2-1 0 0,0 0 0 0 0,-50 16 0 0 0,-108 50 387 0 0,184-69-2088 0 0,-12 5-5 0 0,12-5 6 0 0,0 0 1 0 0,0 0-1 0 0,0 0 1 0 0,0 0-1 0 0,0 1 1 0 0,1-1-1 0 0,-1 1 0 0 0,0 0 1 0 0,1 0-1 0 0,0 0 1 0 0,-1 0-1 0 0,1 0 1 0 0,0 0-1 0 0,0 1 0 0 0,0-1 1 0 0,0 1-1 0 0,1 0 1 0 0,-1-1-1 0 0,1 1 0 0 0,-3 5 1 0 0,0 0 37 0 0,-1 0 0 0 0,-1 0-1 0 0,0-1 1 0 0,-11 12 0 0 0,10-12-55 0 0,0 0 0 0 0,0 1 0 0 0,1 0 1 0 0,-9 15-1 0 0,13-20 39 0 0,1 0 0 0 0,0 0 1 0 0,0 0-1 0 0,0 0 0 0 0,0 0 0 0 0,1 0 1 0 0,-1 0-1 0 0,1 0 0 0 0,0 0 0 0 0,0 0 1 0 0,0 0-1 0 0,0 0 0 0 0,0 0 1 0 0,1 1-1 0 0,-1-1 0 0 0,1 0 0 0 0,0 0 1 0 0,0 0-1 0 0,3 5 0 0 0,-1-4-6 0 0,0 0 0 0 0,1-1 0 0 0,-1 1 1 0 0,1-1-1 0 0,0 0 0 0 0,0 0 0 0 0,0 0 0 0 0,1-1 0 0 0,-1 1 0 0 0,1-1 0 0 0,-1 0 0 0 0,1 0 1 0 0,0-1-1 0 0,0 0 0 0 0,-1 1 0 0 0,8-1 0 0 0,-5 1-13 0 0,7 2 37 0 0,-1 0 0 0 0,1-2 1 0 0,-1 0-1 0 0,1 0 0 0 0,0-1 0 0 0,0-1 1 0 0,0 0-1 0 0,0-1 0 0 0,-1-1 0 0 0,1 0 1 0 0,0-1-1 0 0,-1 0 0 0 0,15-6 0 0 0,-24 8 11 0 0,-1-1-1 0 0,1 0 1 0 0,0-1-1 0 0,0 1 1 0 0,-1 0-1 0 0,0-1 0 0 0,1 0 1 0 0,-1 0-1 0 0,0 0 1 0 0,0 0-1 0 0,-1-1 0 0 0,1 1 1 0 0,-1-1-1 0 0,1 1 1 0 0,-1-1-1 0 0,0 0 1 0 0,-1 0-1 0 0,1 0 0 0 0,-1 0 1 0 0,1 0-1 0 0,-1 0 1 0 0,0-1-1 0 0,-1 1 0 0 0,1 0 1 0 0,-1 0-1 0 0,0-1 1 0 0,0 1-1 0 0,0 0 1 0 0,-1-1-1 0 0,0-3 0 0 0,-1-2 15 0 0,0 0 0 0 0,0 1 0 0 0,-1-1 0 0 0,0 1 0 0 0,-1 0 0 0 0,0 0 0 0 0,0 0 0 0 0,-1 0 0 0 0,0 1 0 0 0,-1 0 0 0 0,0 0 0 0 0,-7-8 0 0 0,5 9-219 0 0,0 0 0 0 0,0 0 1 0 0,-1 1-1 0 0,0 0 0 0 0,0 1 0 0 0,0 0 0 0 0,-1 0 0 0 0,1 1 0 0 0,-1 0 0 0 0,-12-3 1 0 0,15 5-465 0 0,-14-5-385 0 0,15-2-3471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0:15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563 58 1601 0 0,'34'-11'3076'0'0,"-33"10"-2957"0"0,0 1-1 0 0,1-1 1 0 0,-1 1-1 0 0,0-1 1 0 0,0 1-1 0 0,0-1 1 0 0,0 1-1 0 0,0-1 1 0 0,0 0-1 0 0,0 0 1 0 0,0 0-1 0 0,-1 1 1 0 0,1-1 0 0 0,0 0-1 0 0,0 0 1 0 0,-1 0-1 0 0,1 0 1 0 0,0 0-1 0 0,-1 0 1 0 0,1 0-1 0 0,-1-1 1 0 0,1 0-1 0 0,-2 1-34 0 0,1-1-1 0 0,-1 1 0 0 0,0 0 0 0 0,0 0 0 0 0,0 0 0 0 0,1 0 0 0 0,-1 0 0 0 0,0 0 0 0 0,0 0 1 0 0,0 0-1 0 0,-1 1 0 0 0,1-1 0 0 0,0 0 0 0 0,0 1 0 0 0,0-1 0 0 0,0 0 0 0 0,-1 1 1 0 0,1 0-1 0 0,0-1 0 0 0,-2 1 0 0 0,-28-9 452 0 0,-7 8-246 0 0,0 1-1 0 0,0 2 1 0 0,-37 7 0 0 0,-3 0 144 0 0,66-9-326 0 0,0 1-1 0 0,0 1 1 0 0,0 0 0 0 0,0 0-1 0 0,-19 8 1 0 0,31-10-85 0 0,-1 0 0 0 0,1 1 0 0 0,-1-1 0 0 0,1 1 0 0 0,0-1 0 0 0,-1 1 0 0 0,1-1 0 0 0,-1 1 0 0 0,1-1 0 0 0,0 1 0 0 0,0-1 0 0 0,-1 1 0 0 0,1-1 0 0 0,0 1 1 0 0,0-1-1 0 0,-1 1 0 0 0,1 0 0 0 0,0-1 0 0 0,0 1 0 0 0,0-1 0 0 0,0 1 0 0 0,0 0 0 0 0,0-1 0 0 0,0 1 0 0 0,0 0 0 0 0,0-1 0 0 0,0 1 0 0 0,1-1 0 0 0,-1 1 0 0 0,0-1 0 0 0,0 1 0 0 0,1 0 0 0 0,-1-1 0 0 0,0 1 0 0 0,0-1 0 0 0,1 1 0 0 0,-1-1 0 0 0,1 1 0 0 0,-1-1 0 0 0,0 1 0 0 0,1-1 0 0 0,0 1 0 0 0,35 16 223 0 0,-24-11-224 0 0,1 0-1 0 0,-1 0 0 0 0,2-1 1 0 0,15 3-1 0 0,13 1 87 0 0,0 2-1 0 0,50 21 1 0 0,-91-32-94 0 0,-1 1 0 0 0,1-1 0 0 0,-1 1 0 0 0,1-1 0 0 0,-1 1 0 0 0,1 0 0 0 0,-1-1 0 0 0,0 1 0 0 0,1-1 0 0 0,-1 1 0 0 0,0 0 0 0 0,1 0 0 0 0,-1-1 0 0 0,0 1 0 0 0,0 0 0 0 0,0-1 0 0 0,0 1 0 0 0,0 0 0 0 0,0 0 0 0 0,0-1 0 0 0,0 1 0 0 0,0 0 0 0 0,0 0 0 0 0,0-1 0 0 0,0 1 0 0 0,0 0 0 0 0,0 0 0 0 0,-1-1 0 0 0,1 1 0 0 0,0 0 0 0 0,-1-1 0 0 0,1 1 0 0 0,0 0 0 0 0,-1-1 0 0 0,1 1 0 0 0,-1-1 0 0 0,1 1 0 0 0,-2 0 0 0 0,-4 2 52 0 0,0 0 1 0 0,0-1-1 0 0,0 1 1 0 0,0-1-1 0 0,-1-1 1 0 0,1 1-1 0 0,-1-1 0 0 0,1 0 1 0 0,-1-1-1 0 0,1 0 1 0 0,-11 0-1 0 0,-13 0 151 0 0,-21 4-334 0 0,0-2 1 0 0,-1-2-1 0 0,0-3 1 0 0,-74-13 0 0 0,92 12-2251 0 0,19 2-171 0 0,34-4-211 0 0,11 0-198 0 0,1 5 307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0:15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1 400 0 0,'-55'0'8898'0'0,"50"0"-5724"0"0,0 0-452 0 0,4 0-2308 0 0,0 0-277 0 0,0 0 0 0 0,0-1 0 0 0,0 1-1 0 0,0 0 1 0 0,0 0 0 0 0,0 0-1 0 0,0 0 1 0 0,0 0 0 0 0,0 0-1 0 0,0 1 1 0 0,0-1 0 0 0,0 0-1 0 0,0 0 1 0 0,0 1 0 0 0,0-1-1 0 0,0 0 1 0 0,0 1 0 0 0,0-1-1 0 0,0 1 1 0 0,1-1 0 0 0,-1 1-1 0 0,0 0 1 0 0,-1 1 0 0 0,7-1 930 0 0,26 1-158 0 0,52 9 0 0 0,-61-6-1290 0 0,0-1 0 0 0,0-2 0 0 0,0 0 1 0 0,1-1-1 0 0,38-4 0 0 0,-61 3 288 0 0,0 0-1 0 0,1 0 1 0 0,-1 0-1 0 0,0-1 1 0 0,1 1 0 0 0,-1 0-1 0 0,0 0 1 0 0,0 0 0 0 0,1-1-1 0 0,-1 1 1 0 0,0 0 0 0 0,0 0-1 0 0,1-1 1 0 0,-1 1 0 0 0,0 0-1 0 0,0 0 1 0 0,0-1 0 0 0,1 1-1 0 0,-1 0 1 0 0,0-1 0 0 0,0 1-1 0 0,0 0 1 0 0,0 0-1 0 0,0-1 1 0 0,0 1 0 0 0,0 0-1 0 0,0-1 1 0 0,0 1 0 0 0,1 0-1 0 0,-1-1 1 0 0,-1 1 0 0 0,1 0-1 0 0,0-1 1 0 0,0 1 0 0 0,0-1-1 0 0,-5-2-5269 0 0,-1 1 4091 0 0,-4-1-292 0 0,-4 3-2897 0 0,-6 0 1553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0:16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58 2881 0 0,'-60'0'5203'0'0,"-1"-6"79"0"0,92 0-4321 0 0,-31-1 79 0 0,60 7 161 0 0,0-6-1 0 0,31-7-159 0 0,-1 7-161 0 0,31 6-320 0 0,-30-6-560 0 0,-31 6-1440 0 0,25-8-1922 0 0,-25 8-1840 0 0,-30 0 319 0 0,0 0 962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0:17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66 1201 0 0,'0'0'110'0'0,"0"-1"0"0"0,0 1 1 0 0,0-1-1 0 0,0 1 0 0 0,0-1 1 0 0,0 0-1 0 0,0 1 1 0 0,-1-1-1 0 0,1 1 0 0 0,0-1 1 0 0,0 1-1 0 0,0-1 1 0 0,-1 1-1 0 0,1-1 0 0 0,0 1 1 0 0,0-1-1 0 0,-1 1 0 0 0,1 0 1 0 0,0-1-1 0 0,-1 1 1 0 0,1-1-1 0 0,-1 1 0 0 0,1 0 1 0 0,-1-1-1 0 0,1 1 1 0 0,0 0-1 0 0,-1-1 0 0 0,1 1 1 0 0,-1 0-1 0 0,1 0 1 0 0,-1 0-1 0 0,1-1 0 0 0,-1 1 1 0 0,0 0-1 0 0,1 0 0 0 0,-1 0 1 0 0,1 0-1 0 0,-1 0 1 0 0,1 0-1 0 0,-1 0 0 0 0,0 0-35 0 0,0 0 0 0 0,1 0 0 0 0,-1 0-1 0 0,0 0 1 0 0,1 0 0 0 0,-1 0 0 0 0,0 0-1 0 0,1 0 1 0 0,-1-1 0 0 0,1 1 0 0 0,-1 0-1 0 0,0 0 1 0 0,1-1 0 0 0,-1 1-1 0 0,1 0 1 0 0,-1-1 0 0 0,1 1 0 0 0,-1-1-1 0 0,1 1 1 0 0,-1-1 0 0 0,1 1 0 0 0,-1-1-1 0 0,1 1 1 0 0,0-1 0 0 0,-1 1 0 0 0,1-1-1 0 0,0 1 1 0 0,-1-1 0 0 0,1 1 0 0 0,0-1-1 0 0,0 0 1 0 0,0 1 0 0 0,0-1 0 0 0,-1 0-1 0 0,1 1 1 0 0,0-1 0 0 0,0 0-1 0 0,0 1 1 0 0,0-1 0 0 0,1 0 0 0 0,0-1-34 0 0,0 1 1 0 0,0 0 0 0 0,0 1-1 0 0,0-1 1 0 0,0 0 0 0 0,0 0 0 0 0,1 0-1 0 0,-1 1 1 0 0,0-1 0 0 0,0 1-1 0 0,1-1 1 0 0,-1 1 0 0 0,1-1 0 0 0,-1 1-1 0 0,0 0 1 0 0,1 0 0 0 0,1-1-1 0 0,-2 1 22 0 0,51-9 271 0 0,1 2-1 0 0,0 3 1 0 0,0 2-1 0 0,63 5 1 0 0,-93-2-332 0 0,138 9 72 0 0,-138-7-84 0 0,0 1 0 0 0,0 1 0 0 0,0 0 0 0 0,32 14 1 0 0,-50-18 8 0 0,-1 1 0 0 0,1 0 1 0 0,-1 1-1 0 0,1-1 1 0 0,-1 1-1 0 0,0-1 0 0 0,0 1 1 0 0,0 1-1 0 0,5 4 1 0 0,-8-7 0 0 0,-1 0 1 0 0,1-1 0 0 0,-1 1-1 0 0,0 0 1 0 0,1-1-1 0 0,-1 1 1 0 0,0 0 0 0 0,0 0-1 0 0,0-1 1 0 0,1 1-1 0 0,-1 0 1 0 0,0 0 0 0 0,0 0-1 0 0,0-1 1 0 0,0 1 0 0 0,0 0-1 0 0,-1 0 1 0 0,1-1-1 0 0,0 1 1 0 0,0 0 0 0 0,0 0-1 0 0,-1 0 1 0 0,-19 20-9 0 0,-46 27 50 0 0,-99 65 424 0 0,142-99-411 0 0,-1-1 1 0 0,0-2-1 0 0,-1 0 0 0 0,0-1 1 0 0,-31 7-1 0 0,46-15-74 0 0,-1 0 0 0 0,0-1-1 0 0,0 0 1 0 0,1-1 0 0 0,-1 0 0 0 0,0-1 0 0 0,0 0-1 0 0,0-1 1 0 0,1 0 0 0 0,-1-1 0 0 0,1 0 0 0 0,-1-1 0 0 0,1 1-1 0 0,0-2 1 0 0,-11-6 0 0 0,20 8 28 0 0,0 1-1 0 0,0-1 1 0 0,0 1 0 0 0,1-1-1 0 0,-1 0 1 0 0,0 1 0 0 0,1-1-1 0 0,0 0 1 0 0,0 0 0 0 0,0 1-1 0 0,0-1 1 0 0,0 0 0 0 0,0 0-1 0 0,1 1 1 0 0,-1-1 0 0 0,1 0-1 0 0,0 1 1 0 0,0-1 0 0 0,1-3-1 0 0,4 4-7 0 0,-1 0 0 0 0,0-1-1 0 0,1 2 1 0 0,-1-1 0 0 0,1 1-1 0 0,0 0 1 0 0,-1 0 0 0 0,1 0-1 0 0,0 1 1 0 0,7 0 0 0 0,59 8 178 0 0,-27 10 168 0 0,-24-7-184 0 0,239 131 1848 0 0,-256-140-2112 0 0,0 0-1 0 0,0 0 1 0 0,1-1-1 0 0,-1 1 1 0 0,0-1-1 0 0,1 0 1 0 0,-1 0-1 0 0,0 0 1 0 0,1-1-1 0 0,-1 0 1 0 0,1 0 0 0 0,-1 0-1 0 0,1 0 1 0 0,-1 0-1 0 0,1-1 1 0 0,-1 0-1 0 0,1 0 1 0 0,4-2-1 0 0,-3 1-556 0 0,0-1 0 0 0,0 1 0 0 0,0-1-1 0 0,-1 0 1 0 0,1-1 0 0 0,-1 1 0 0 0,0-1 0 0 0,0 0-1 0 0,0 0 1 0 0,-1 0 0 0 0,1-1 0 0 0,4-7 0 0 0,16-12-2130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0:18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363 147 1841 0 0,'-6'12'6296'0'0,"-8"-8"-3985"0"0,-16-8-1778 0 0,24 2 318 0 0,0-6 172 0 0,2 0-605 0 0,-2 3-315 0 0,5 4-44 0 0,0 0 1 0 0,-1 0-1 0 0,1 0 0 0 0,-1 0 1 0 0,1-1-1 0 0,0 1 0 0 0,0 0 1 0 0,0-1-1 0 0,0 1 1 0 0,0 0-1 0 0,0-1 0 0 0,0 0 1 0 0,0 1-1 0 0,1-1 0 0 0,-1 1 1 0 0,0-1-1 0 0,1 0 1 0 0,0 1-1 0 0,-1-1 0 0 0,1 0 1 0 0,0 0-1 0 0,0 1 0 0 0,0-1 1 0 0,0-3-1 0 0,0 4-38 0 0,0 0 0 0 0,0 0 1 0 0,0-1-1 0 0,0 1 0 0 0,-1 0 0 0 0,1 0 0 0 0,0 0 0 0 0,-1 0 0 0 0,1-1 0 0 0,-1 1 1 0 0,1 0-1 0 0,-1 0 0 0 0,0 0 0 0 0,1 0 0 0 0,-1 0 0 0 0,0 0 0 0 0,1 1 0 0 0,-1-1 1 0 0,0 0-1 0 0,0 0 0 0 0,0 0 0 0 0,0 1 0 0 0,-2-2 0 0 0,2 1-11 0 0,0 1 0 0 0,0-1 0 0 0,0 0 0 0 0,0 1 0 0 0,0-1 0 0 0,0 0 0 0 0,0 0 0 0 0,1 0 0 0 0,-1 0 0 0 0,0 0 0 0 0,0 0 0 0 0,1 0 0 0 0,-1 0 0 0 0,1 0 0 0 0,-1 0 0 0 0,1 0 0 0 0,-1 0 0 0 0,1 0 0 0 0,0 0 0 0 0,-1 0 0 0 0,1-1 0 0 0,0 1 0 0 0,0-2 0 0 0,0-2 35 0 0,-3-27 505 0 0,3 31-542 0 0,-1 1 1 0 0,1-1 0 0 0,-1 0-1 0 0,1 1 1 0 0,-1-1 0 0 0,1 1-1 0 0,-1-1 1 0 0,1 1 0 0 0,-1-1-1 0 0,0 1 1 0 0,1 0 0 0 0,-1-1-1 0 0,0 1 1 0 0,1-1 0 0 0,-1 1-1 0 0,0 0 1 0 0,1 0 0 0 0,-1 0-1 0 0,0-1 1 0 0,1 1 0 0 0,-1 0-1 0 0,0 0 1 0 0,0 0 0 0 0,1 0-1 0 0,-1 0 1 0 0,0 0 0 0 0,0 0-1 0 0,1 0 1 0 0,-1 1 0 0 0,0-1-1 0 0,0 0 1 0 0,0 1 0 0 0,0-1 3 0 0,1 0 1 0 0,-1 0 0 0 0,1 1 0 0 0,0-1-1 0 0,-1 0 1 0 0,1 1 0 0 0,0-1 0 0 0,-1 0 0 0 0,1 1-1 0 0,0-1 1 0 0,-1 1 0 0 0,1-1 0 0 0,0 1-1 0 0,0-1 1 0 0,-1 0 0 0 0,1 1 0 0 0,0-1 0 0 0,0 1-1 0 0,0-1 1 0 0,0 1 0 0 0,0-1 0 0 0,-1 1-1 0 0,1-1 1 0 0,0 1 0 0 0,0-1 0 0 0,0 1 0 0 0,0-1-1 0 0,1 1 1 0 0,-1-1 0 0 0,0 2 0 0 0,-4 15 4 0 0,-112 104 357 0 0,92-91-277 0 0,21-26-99 0 0,0 1 0 0 0,0 0 0 0 0,-1-1-1 0 0,0 0 1 0 0,0 1 0 0 0,0-2 0 0 0,-7 7 0 0 0,9-10-2 0 0,0 1 0 0 0,0 0 0 0 0,0 0 0 0 0,0 1 1 0 0,1-1-1 0 0,-1 0 0 0 0,0 0 0 0 0,1 1 0 0 0,-1-1 1 0 0,1 1-1 0 0,0 0 0 0 0,-1-1 0 0 0,1 1 0 0 0,0 0 0 0 0,0 0 1 0 0,0-1-1 0 0,0 1 0 0 0,0 0 0 0 0,1 0 0 0 0,-1 0 1 0 0,0 0-1 0 0,1 0 0 0 0,0 0 0 0 0,-1 1 0 0 0,1-1 1 0 0,0 0-1 0 0,0 4 0 0 0,0-6 18 0 0,0 1 1 0 0,0 0-1 0 0,0 0 1 0 0,0-1-1 0 0,1 1 1 0 0,-1 0-1 0 0,0 0 1 0 0,0 0-1 0 0,0-1 1 0 0,1 1-1 0 0,-1 0 1 0 0,0 0-1 0 0,0-1 1 0 0,1 1-1 0 0,-1 0 1 0 0,1-1-1 0 0,-1 1 1 0 0,1-1-1 0 0,-1 1 1 0 0,1 0-1 0 0,-1-1 1 0 0,1 1-1 0 0,0-1 1 0 0,-1 1-1 0 0,1-1 1 0 0,0 0-1 0 0,-1 1 1 0 0,1-1-1 0 0,0 0 1 0 0,-1 1-1 0 0,1-1 1 0 0,0 0-1 0 0,0 0 1 0 0,0 0-1 0 0,-1 1 1 0 0,1-1-1 0 0,0 0 1 0 0,0 0-1 0 0,-1 0 1 0 0,1 0-1 0 0,0-1 1 0 0,0 1-1 0 0,1 0 1 0 0,0 0-13 0 0,3-1-42 0 0,0-4-13 0 0,16-1 154 0 0,0 1-1 0 0,0 1 1 0 0,0 1 0 0 0,1 0-1 0 0,0 2 1 0 0,42 3 0 0 0,-20-1-19 0 0,32 4-10 0 0,-54-2-86 0 0,0-1-1 0 0,41-3 1 0 0,-58 1 6 0 0,0-1 0 0 0,0 0 0 0 0,0 0 0 0 0,0 0 0 0 0,0 0 0 0 0,0-1 0 0 0,0 0 0 0 0,-1 0 0 0 0,1 0 0 0 0,-1-1 0 0 0,1 0 0 0 0,-1 1 0 0 0,0-2 0 0 0,0 1 0 0 0,0 0 0 0 0,6-8 0 0 0,0-28-45 0 0,-5 33 73 0 0,13-19 19 0 0,-17 24-36 0 0,-1 0-1 0 0,1 0 1 0 0,-1 0-1 0 0,1 0 1 0 0,-1 0 0 0 0,0 0-1 0 0,1 0 1 0 0,-1 0-1 0 0,0-1 1 0 0,0 1-1 0 0,0 0 1 0 0,0 0-1 0 0,0 0 1 0 0,0 0-1 0 0,0 0 1 0 0,0 0 0 0 0,-1 0-1 0 0,1 0 1 0 0,0 0-1 0 0,-1 0 1 0 0,1 0-1 0 0,-1 0 1 0 0,1 0-1 0 0,-1 0 1 0 0,1 0 0 0 0,-1 0-1 0 0,1 0 1 0 0,-2 0-1 0 0,-8-8 5 0 0,9 8-10 0 0,-1 0 0 0 0,1 0 0 0 0,0 0 1 0 0,0 0-1 0 0,0 0 0 0 0,0 0 0 0 0,0 0 0 0 0,0-1 0 0 0,0 1 1 0 0,1 0-1 0 0,-1-1 0 0 0,0 1 0 0 0,1 0 0 0 0,-1-1 0 0 0,1 1 1 0 0,-1-1-1 0 0,1 1 0 0 0,0-1 0 0 0,-1 1 0 0 0,1-1 1 0 0,0 1-1 0 0,0-1 0 0 0,0 1 0 0 0,0-1 0 0 0,1-1 0 0 0,-1 2-77 0 0,-5 10-80 0 0,-6 5 150 0 0,2-1-1 0 0,0 1 0 0 0,0 1 1 0 0,1 0-1 0 0,1 0 0 0 0,0 0 1 0 0,2 1-1 0 0,-1 0 0 0 0,-4 26 1 0 0,0 27 543 0 0,-1-32-254 0 0,8-27-266 0 0,0-1 1 0 0,1 1-1 0 0,0-1 1 0 0,0 1 0 0 0,0 12-1 0 0,2 36-333 0 0,0-57 287 0 0,0-1-1 0 0,0 1 1 0 0,0-1-1 0 0,0 1 1 0 0,0-1 0 0 0,0 1-1 0 0,0-1 1 0 0,0 1-1 0 0,0-1 1 0 0,-1 0-1 0 0,1 1 1 0 0,0-1-1 0 0,0 1 1 0 0,0-1-1 0 0,-1 1 1 0 0,1-1 0 0 0,0 0-1 0 0,0 1 1 0 0,-1-1-1 0 0,1 0 1 0 0,0 1-1 0 0,-1-1 1 0 0,1 0-1 0 0,0 1 1 0 0,-1-1-1 0 0,1 0 1 0 0,-1 0 0 0 0,1 0-1 0 0,0 1 1 0 0,-1-1-1 0 0,1 0 1 0 0,-1 0-1 0 0,1 0 1 0 0,-1 0-1 0 0,1 0 1 0 0,-1 0-1 0 0,1 0 1 0 0,-1 0 0 0 0,1 0-1 0 0,0 0 1 0 0,-1 0-1 0 0,1 0 1 0 0,-1 0-1 0 0,1 0 1 0 0,-1 0-1 0 0,1 0 1 0 0,-1 0-1 0 0,1-1 1 0 0,0 1 0 0 0,-1 0-1 0 0,1 0 1 0 0,-1-1-1 0 0,1 1 1 0 0,0 0-1 0 0,-1 0 1 0 0,1-1-1 0 0,0 1 1 0 0,-1 0-1 0 0,1-1 1 0 0,0 1 0 0 0,-1-1-1 0 0,1 1 1 0 0,50-50-4716 0 0,-13 16 2053 0 0,17-19-2078 0 0,-24 7 1025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0:18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46 480 0 0,'0'-1'240'0'0,"0"1"0"0"0,0-1 0 0 0,0 1-1 0 0,0-1 1 0 0,-1 1 0 0 0,1-1 0 0 0,0 1-1 0 0,0-1 1 0 0,0 1 0 0 0,-1-1 0 0 0,1 1 0 0 0,0-1-1 0 0,0 1 1 0 0,-1-1 0 0 0,1 1 0 0 0,0-1-1 0 0,-1 1 1 0 0,1 0 0 0 0,-1-1 0 0 0,1 1 0 0 0,-1 0-1 0 0,1-1 1 0 0,0 1 0 0 0,-1 0 0 0 0,1 0-1 0 0,-1-1 1 0 0,1 1 0 0 0,-1 0 0 0 0,0 0 0 0 0,1 0-1 0 0,-1-1 1 0 0,-26 1 1722 0 0,-26 14-1179 0 0,41-11-558 0 0,1 2 0 0 0,-1-1-1 0 0,1 2 1 0 0,0 0 0 0 0,0 0 0 0 0,1 1-1 0 0,-1 0 1 0 0,2 0 0 0 0,-10 10-1 0 0,16-15-172 0 0,1 1 0 0 0,0-1 0 0 0,0 1 0 0 0,0-1-1 0 0,0 1 1 0 0,0 0 0 0 0,1-1 0 0 0,-1 1 0 0 0,1 0-1 0 0,0 0 1 0 0,0 0 0 0 0,0 1 0 0 0,0-1-1 0 0,0 0 1 0 0,1 0 0 0 0,-1 0 0 0 0,1 1 0 0 0,0-1-1 0 0,0 0 1 0 0,0 0 0 0 0,1 1 0 0 0,-1-1 0 0 0,1 0-1 0 0,0 0 1 0 0,-1 0 0 0 0,1 0 0 0 0,1 0 0 0 0,-1 0-1 0 0,0 0 1 0 0,1 0 0 0 0,-1 0 0 0 0,1 0 0 0 0,0-1-1 0 0,0 1 1 0 0,0-1 0 0 0,1 1 0 0 0,3 2 0 0 0,5 8-13 0 0,1-1 1 0 0,1 0-1 0 0,15 11 1 0 0,-22-20-40 0 0,0 0 0 0 0,0 0 0 0 0,0 0 0 0 0,0 0 1 0 0,0-1-1 0 0,0 0 0 0 0,1-1 0 0 0,-1 1 0 0 0,1-1 0 0 0,11 0 1 0 0,-6 0-4 0 0,-1-1 1 0 0,0-1 0 0 0,0 0 0 0 0,0 0-1 0 0,0-1 1 0 0,12-4 0 0 0,-19 5 9 0 0,1-1 1 0 0,-1 0-1 0 0,0 1 1 0 0,0-1 0 0 0,0-1-1 0 0,0 1 1 0 0,0-1-1 0 0,-1 1 1 0 0,1-1-1 0 0,-1 0 1 0 0,0 0-1 0 0,1 0 1 0 0,-1-1 0 0 0,-1 1-1 0 0,1-1 1 0 0,0 0-1 0 0,2-7 1 0 0,0 2 36 0 0,-3 4-24 0 0,1 0 0 0 0,-1 1 0 0 0,0-1 0 0 0,0 0 0 0 0,0 0 1 0 0,-1 0-1 0 0,0 0 0 0 0,0-1 0 0 0,0 1 0 0 0,-1 0 0 0 0,1 0 1 0 0,-1-1-1 0 0,-1 1 0 0 0,1 0 0 0 0,-1 0 0 0 0,0-1 0 0 0,0 1 0 0 0,-2-8 1 0 0,-2 4-37 0 0,1 1 1 0 0,-1-1-1 0 0,0 0 0 0 0,-1 1 1 0 0,0 0-1 0 0,-1 1 1 0 0,1-1-1 0 0,-1 1 1 0 0,-1 1-1 0 0,1-1 1 0 0,-1 1-1 0 0,0 0 1 0 0,-15-7-1 0 0,17 10-190 0 0,0 0 0 0 0,1 0 0 0 0,-1 1 0 0 0,0 0 0 0 0,0 0 0 0 0,0 0 0 0 0,-1 1 0 0 0,1 0 0 0 0,0 0 0 0 0,-1 1 0 0 0,1 0 0 0 0,0 0 0 0 0,-1 0 0 0 0,1 1 0 0 0,0 0 0 0 0,0 0-1 0 0,0 1 1 0 0,-1-1 0 0 0,1 1 0 0 0,1 1 0 0 0,-1-1 0 0 0,0 1 0 0 0,-10 7 0 0 0,-5 10-2889 0 0,17 4-1587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0:19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1498 3 2081 0 0,'-90'-1'3064'0'0,"8"0"-684"0"0,0 3 1 0 0,-102 16-1 0 0,168-16-1889 0 0,1 2-1 0 0,-1 0 1 0 0,1 0 0 0 0,-18 8 0 0 0,79 0 50 0 0,-36-10-562 0 0,96 19-1953 0 0,204 70 0 0 0,-293-85 1564 0 0,-10-4 236 0 0,1 0 0 0 0,-1 1 0 0 0,0 0 0 0 0,-1 0 0 0 0,14 8 0 0 0,-20-10 166 0 0,1-1 0 0 0,-1 1 0 0 0,1-1 0 0 0,-1 1 0 0 0,1-1 0 0 0,-1 1 0 0 0,1-1 0 0 0,-1 1 0 0 0,1 0 0 0 0,-1-1 0 0 0,0 1 0 0 0,0 0 0 0 0,1-1 0 0 0,-1 1 0 0 0,0 0 0 0 0,0-1 0 0 0,0 1 0 0 0,1 0 0 0 0,-1-1 0 0 0,0 1 0 0 0,0 0 0 0 0,0 0 0 0 0,0-1 0 0 0,0 1 0 0 0,-1 1 0 0 0,0 0 15 0 0,0 0 0 0 0,0 0 0 0 0,0-1 1 0 0,0 1-1 0 0,-1 0 0 0 0,1-1 0 0 0,-1 1 1 0 0,1-1-1 0 0,-1 1 0 0 0,1-1 0 0 0,-1 0 1 0 0,0 0-1 0 0,-2 2 0 0 0,-9 4 116 0 0,1-1 0 0 0,-1 0 0 0 0,0 0 0 0 0,-1-2 0 0 0,1 1 0 0 0,-26 3 0 0 0,-91 6 798 0 0,106-13-729 0 0,-267 23 1711 0 0,-273 15-1765 0 0,527-37-1076 0 0,1-1 0 0 0,0-2 0 0 0,-1-1-1 0 0,1-2 1 0 0,-53-13 0 0 0,64 8-2023 0 0,-44-21 0 0 0,67 29 2827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0:21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415 198 1841 0 0,'-9'-3'756'0'0,"-67"-28"2638"0"0,70 28-3184 0 0,1-1-1 0 0,-1 1 1 0 0,1-1 0 0 0,-1 0-1 0 0,1 0 1 0 0,0-1-1 0 0,1 1 1 0 0,-1-1 0 0 0,1 0-1 0 0,-6-8 1 0 0,-20-32 631 0 0,29 44-777 0 0,1 0 0 0 0,-1 1 0 0 0,0-1 1 0 0,0 0-1 0 0,0 0 0 0 0,0 1 1 0 0,0-1-1 0 0,0 0 0 0 0,1 1 1 0 0,-1-1-1 0 0,-1 1 0 0 0,1-1 1 0 0,0 1-1 0 0,0 0 0 0 0,0-1 1 0 0,0 1-1 0 0,0 0 0 0 0,0 0 1 0 0,0 0-1 0 0,0-1 0 0 0,-1 1 1 0 0,0 1-1 0 0,1-1-33 0 0,0 1 0 0 0,0-1 0 0 0,0 1 1 0 0,1 0-1 0 0,-1-1 0 0 0,0 1 0 0 0,1 0 0 0 0,-1-1 0 0 0,0 1 1 0 0,1 0-1 0 0,-1 0 0 0 0,1 0 0 0 0,-1-1 0 0 0,1 1 1 0 0,0 0-1 0 0,-1 0 0 0 0,1 0 0 0 0,0 0 0 0 0,0 0 0 0 0,-1 0 1 0 0,1 0-1 0 0,0 0 0 0 0,0 0 0 0 0,0 0 0 0 0,0 0 0 0 0,1 2 1 0 0,-1-2-12 0 0,0 0 1 0 0,0 0 0 0 0,1 1-1 0 0,-1-1 1 0 0,0 0 0 0 0,1 0 0 0 0,-1 0-1 0 0,1 1 1 0 0,-1-1 0 0 0,1 0-1 0 0,0 0 1 0 0,0 0 0 0 0,-1 0 0 0 0,1 0-1 0 0,0 0 1 0 0,0 0 0 0 0,0 0 0 0 0,0-1-1 0 0,0 1 1 0 0,2 1 0 0 0,12 12 197 0 0,-8-5-138 0 0,-1 0 0 0 0,0 0-1 0 0,-1 1 1 0 0,0 0-1 0 0,0 0 1 0 0,-1 0 0 0 0,0 1-1 0 0,-1-1 1 0 0,3 16 0 0 0,-2 4 14 0 0,-1 0 1 0 0,-1 43 0 0 0,-2-69-90 0 0,0 0 0 0 0,-1 0 0 0 0,1 0 0 0 0,-1 0 1 0 0,0 0-1 0 0,0-1 0 0 0,-1 1 0 0 0,1 0 0 0 0,-1-1 0 0 0,-4 8 1 0 0,4-8-2 0 0,0 0 1 0 0,0 1-1 0 0,1 0 1 0 0,-1-1-1 0 0,1 1 1 0 0,0 0-1 0 0,0 0 1 0 0,0-1-1 0 0,0 1 1 0 0,0 8-1 0 0,1-5 7 0 0,-1 0-1 0 0,0 0 1 0 0,0 0 0 0 0,-1 0-1 0 0,0-1 1 0 0,0 1-1 0 0,-4 9 1 0 0,3-10-4 0 0,1 0 1 0 0,-1 1 0 0 0,1 0 0 0 0,1-1 0 0 0,-1 1 0 0 0,1 0-1 0 0,0 9 1 0 0,0-10 0 0 0,1 1 0 0 0,-1-1-1 0 0,-1 1 1 0 0,1-1 0 0 0,-1 1-1 0 0,0-1 1 0 0,-1 0 0 0 0,1 0-1 0 0,-1 0 1 0 0,0 0 0 0 0,-8 9-1 0 0,7-10 22 0 0,1 1 0 0 0,0-1 0 0 0,0 1 0 0 0,0-1 0 0 0,0 1 0 0 0,1 0 0 0 0,0 0 0 0 0,0 0 0 0 0,1 0 0 0 0,-1 1 0 0 0,1 10 0 0 0,-1 9 274 0 0,1-18-270 0 0,1-1 0 0 0,0 0 0 0 0,0 1 0 0 0,0-1 0 0 0,1 0 0 0 0,0 0 1 0 0,0 1-1 0 0,4 10 0 0 0,4-1 6 0 0,-7-15-34 0 0,0 1-1 0 0,0 0 1 0 0,-1 0-1 0 0,1 1 1 0 0,-1-1-1 0 0,0 0 1 0 0,1 1-1 0 0,-2-1 1 0 0,1 0-1 0 0,0 1 1 0 0,0 5-1 0 0,-1-7-1 0 0,0 0 0 0 0,0 0 1 0 0,0-1-1 0 0,0 1 0 0 0,1 0 0 0 0,-1 0 0 0 0,1-1 0 0 0,-1 1 1 0 0,1 0-1 0 0,0-1 0 0 0,-1 1 0 0 0,1 0 0 0 0,0-1 1 0 0,0 1-1 0 0,0-1 0 0 0,0 1 0 0 0,1-1 0 0 0,-1 0 1 0 0,3 3-1 0 0,-3-3-6 0 0,0 0-1 0 0,0 0 1 0 0,0 0 0 0 0,0 0 0 0 0,0 0 0 0 0,0 0-1 0 0,0 1 1 0 0,0-1 0 0 0,0 0 0 0 0,-1 1 0 0 0,1-1-1 0 0,0 1 1 0 0,-1-1 0 0 0,1 1 0 0 0,-1-1 0 0 0,0 1 0 0 0,1-1-1 0 0,-1 1 1 0 0,0 2 0 0 0,0-3 4 0 0,0-1 1 0 0,0 1-1 0 0,0 0 0 0 0,0 0 1 0 0,0 0-1 0 0,1 0 1 0 0,-1-1-1 0 0,0 1 0 0 0,0 0 1 0 0,1 0-1 0 0,-1 0 0 0 0,1-1 1 0 0,-1 1-1 0 0,1 0 1 0 0,-1-1-1 0 0,1 1 0 0 0,-1 0 1 0 0,1-1-1 0 0,-1 1 0 0 0,1-1 1 0 0,0 1-1 0 0,-1-1 1 0 0,1 1-1 0 0,0-1 0 0 0,0 1 1 0 0,-1-1-1 0 0,1 0 0 0 0,0 1 1 0 0,0-1-1 0 0,-1 0 0 0 0,1 0 1 0 0,0 0-1 0 0,0 1 1 0 0,0-1-1 0 0,0 0 0 0 0,-1 0 1 0 0,2 0-1 0 0,2 0 14 0 0,1 2 51 0 0,-5 2-66 0 0,5-2-66 0 0,39 12-9 0 0,-38-10 83 0 0,4 9 59 0 0,76 26-54 0 0,-26-7 54 0 0,6-7-134 0 0,-41-20 67 0 0,451 68 414 0 0,2-1-14 0 0,-287-64-140 0 0,-166-8-227 0 0,272 0 447 0 0,-126 6-325 0 0,-88-1 33 0 0,0-4 1 0 0,122-13 0 0 0,-81-3 263 0 0,79-14 1177 0 0,-114 17-1145 0 0,90-1 0 0 0,-85 8-332 0 0,82-2 102 0 0,-145 3-214 0 0,-25 4-12 0 0,1 0 1 0 0,-1 0-1 0 0,1-1 0 0 0,-1 0 0 0 0,1 0 0 0 0,-1-1 0 0 0,0 0 0 0 0,0 0 0 0 0,0 0 1 0 0,0-1-1 0 0,0 0 0 0 0,0 0 0 0 0,0 0 0 0 0,-1-1 0 0 0,0 0 0 0 0,0 0 0 0 0,8-8 1 0 0,-9 7-12 0 0,1 0 1 0 0,0 1-1 0 0,0-1 1 0 0,1 1 0 0 0,0 0-1 0 0,-1 0 1 0 0,1 0-1 0 0,11-4 1 0 0,-11 5-16 0 0,36-30-1 0 0,-37 28-3 0 0,1-1 0 0 0,-1 1 0 0 0,1 1-1 0 0,0-1 1 0 0,1 1 0 0 0,7-4 0 0 0,-7 6-13 0 0,-6 2 14 0 0,0 0-1 0 0,0-1 0 0 0,0 1 0 0 0,0 0 1 0 0,0-1-1 0 0,0 1 0 0 0,0 0 1 0 0,0-1-1 0 0,0 1 0 0 0,0-1 0 0 0,0 0 1 0 0,0 1-1 0 0,0-1 0 0 0,0 0 0 0 0,0 1 1 0 0,-1-1-1 0 0,1 0 0 0 0,0 0 1 0 0,-1 0-1 0 0,1 0 0 0 0,0 0 0 0 0,-1 0 1 0 0,1 0-1 0 0,-1 0 0 0 0,0 0 1 0 0,1 0-1 0 0,-1 0 0 0 0,0 0 0 0 0,1-2 1 0 0,-1 2-2 0 0,0 0 1 0 0,0 0 0 0 0,0 0 0 0 0,0 0 0 0 0,1 0 0 0 0,-1 0 0 0 0,0 0-1 0 0,0 0 1 0 0,1 1 0 0 0,-1-1 0 0 0,1 0 0 0 0,-1 0 0 0 0,1 0 0 0 0,-1 0-1 0 0,1 0 1 0 0,0 1 0 0 0,-1-1 0 0 0,1 0 0 0 0,0 1 0 0 0,-1-1 0 0 0,1 0-1 0 0,0 1 1 0 0,0-1 0 0 0,1 0 0 0 0,0 0-2 0 0,-1 1 0 0 0,0-1 0 0 0,0 0 0 0 0,0 0 0 0 0,0 1-1 0 0,0-1 1 0 0,0 0 0 0 0,0 0 0 0 0,0 0 0 0 0,-1 0 0 0 0,1 0 0 0 0,0 0 0 0 0,-1 0 0 0 0,1-1 0 0 0,0 1 0 0 0,-1 0-1 0 0,1 0 1 0 0,-1 0 0 0 0,0-1 0 0 0,1 1 0 0 0,-1 0 0 0 0,0 0 0 0 0,0-1 0 0 0,0 1 0 0 0,0-2 0 0 0,0-214-383 0 0,0 215 386 0 0,0 1 0 0 0,0-1 1 0 0,-1 1-1 0 0,1-1 0 0 0,0 1 0 0 0,-1-1 1 0 0,1 1-1 0 0,-1-1 0 0 0,1 1 0 0 0,-1 0 1 0 0,0-1-1 0 0,0 1 0 0 0,1 0 0 0 0,-1-1 1 0 0,0 1-1 0 0,0 0 0 0 0,-1 0 1 0 0,1 0-1 0 0,0 0 0 0 0,-2-2 0 0 0,-6-5 3 0 0,-11-14-24 0 0,-1 1-1 0 0,0 2 0 0 0,-2 0 0 0 0,0 1 0 0 0,-1 1 0 0 0,-35-18 1 0 0,-62-44 21 0 0,105 68 50 0 0,0 2-1 0 0,0 0 1 0 0,-28-10-1 0 0,29 13-66 0 0,0 0 0 0 0,0-1 0 0 0,1-1-1 0 0,0 0 1 0 0,0-1 0 0 0,-13-12 0 0 0,-31-29 45 0 0,-2 4-1 0 0,-88-54 1 0 0,115 81-24 0 0,0 2-1 0 0,-1 1 1 0 0,-1 1 0 0 0,-41-11-1 0 0,32 16 193 0 0,0 2 0 0 0,-1 2 0 0 0,0 2-1 0 0,-74 2 1 0 0,-251-19 265 0 0,137 3-93 0 0,130 11-450 0 0,35 2 24 0 0,-113 5 1 0 0,137 3 85 0 0,0-2-1 0 0,-48-4 1 0 0,74 2 22 0 0,1 1 1 0 0,-32 4-1 0 0,12-1 17 0 0,-179 3 40 0 0,150-5-26 0 0,-52 8-22 0 0,-140 6 138 0 0,132-9-290 0 0,109-5 43 0 0,0 2-1 0 0,0 0 0 0 0,0 1 0 0 0,0 1 0 0 0,-30 13 0 0 0,33-13 43 0 0,-34 17-82 0 0,-65 38 0 0 0,68-35 6 0 0,37-20-163 0 0,-1 0-1 0 0,2 1 0 0 0,-1-1 0 0 0,0 2 0 0 0,1-1 1 0 0,0 1-1 0 0,1 0 0 0 0,-9 11 0 0 0,13-15-102 0 0,0 0 1 0 0,0 0-1 0 0,0 0 1 0 0,1 0-1 0 0,-1 0 0 0 0,1 0 1 0 0,-1 0-1 0 0,1 1 0 0 0,0-1 1 0 0,1 0-1 0 0,-1 1 1 0 0,1-1-1 0 0,-1 1 0 0 0,1-1 1 0 0,0 1-1 0 0,0-1 0 0 0,0 1 1 0 0,1-1-1 0 0,-1 1 1 0 0,1-1-1 0 0,0 1 0 0 0,0-1 1 0 0,0 0-1 0 0,3 5 0 0 0,1-1-1156 0 0,1 1 0 0 0,0-1 0 0 0,0 0 0 0 0,1 0 0 0 0,11 8 1 0 0,-16-14 1250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06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168 106 2241 0 0,'-5'-1'73'0'0,"1"-1"0"0"0,0 1 0 0 0,0-1 0 0 0,0 0 0 0 0,0 0 0 0 0,1 0 0 0 0,-1-1 0 0 0,1 1 0 0 0,-1-1 0 0 0,1 0 0 0 0,0 0 0 0 0,0 0 0 0 0,0 0 0 0 0,0-1 0 0 0,0 1 0 0 0,1-1 0 0 0,0 0 0 0 0,-3-5 0 0 0,2 5-55 0 0,-1 0 0 0 0,1 0 0 0 0,-1 1 1 0 0,0-1-1 0 0,0 1 0 0 0,0-1 0 0 0,-1 1 0 0 0,1 1 0 0 0,-1-1 0 0 0,0 1 0 0 0,1-1 0 0 0,-1 1 0 0 0,0 1 0 0 0,0-1 0 0 0,-1 1 0 0 0,-4-1 0 0 0,0 1 1045 0 0,-2-1-378 0 0,34 7-459 0 0,11 1-378 0 0,0 1-325 0 0,-24-1-614 0 0,-29 5-1497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11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27 720 0 0,'5'0'2028'0'0,"4"1"-2182"0"0,3-2 4321 0 0,-8-24-1951 0 0,-4 23-2149 0 0,-25 2 493 0 0,20 0-480 0 0,0 0 0 0 0,-45 0 241 0 0,45 2-255 0 0,5 3-66 0 0,5-4-53 0 0,-4-1 53 0 0,0 0-1 0 0,-1 0 1 0 0,1 0-1 0 0,0 0 1 0 0,0 0 0 0 0,0 0-1 0 0,0 0 1 0 0,0 0 0 0 0,0 0-1 0 0,0 1 1 0 0,0-1 0 0 0,0 0-1 0 0,-1 1 1 0 0,1-1-1 0 0,0 1 1 0 0,0-1 0 0 0,0 1-1 0 0,-1-1 1 0 0,1 1 0 0 0,0-1-1 0 0,0 1 1 0 0,-1 0-1 0 0,1-1 1 0 0,-1 1 0 0 0,1 0-1 0 0,0-1 1 0 0,-1 1 0 0 0,1 0-1 0 0,-1 0 1 0 0,0 0-1 0 0,1 0 1 0 0,-1 0 0 0 0,0-1-1 0 0,0 1 1 0 0,1 0 0 0 0,-1 0-1 0 0,0 0 1 0 0,0 0-1 0 0,0 0 1 0 0,0 0 0 0 0,0 0-1 0 0,0 0 1 0 0,-1 1 0 0 0,7 28-51 0 0,-2-15-74 0 0,1 0 25 0 0,-1 0 0 0 0,-1 0 0 0 0,2 24 0 0 0,-5-34-111 0 0,0 1 1 0 0,0-1 0 0 0,-1 0-1 0 0,1 0 1 0 0,-1 1-1 0 0,0-1 1 0 0,-1 0 0 0 0,0 0-1 0 0,1 0 1 0 0,-1 0-1 0 0,-1 0 1 0 0,1 0-1 0 0,-1-1 1 0 0,-5 8 0 0 0,-22 17-5420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13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0 1361 0 0,'159'9'6957'0'0,"-105"-2"-6982"0"0,0 2 0 0 0,72 23 1 0 0,-87-14 30 0 0,-38-17 8 0 0,1 0 0 0 0,-1 0 1 0 0,1 0-1 0 0,-1 0 0 0 0,1 1 1 0 0,-1-1-1 0 0,0 1 0 0 0,0-1 1 0 0,0 1-1 0 0,0-1 0 0 0,0 1 1 0 0,0-1-1 0 0,0 1 0 0 0,0 0 1 0 0,-1 0-1 0 0,1-1 0 0 0,0 1 1 0 0,-1 0-1 0 0,0 0 0 0 0,1 2 1 0 0,-1-3-11 0 0,0 0 0 0 0,0 0 0 0 0,0-1 1 0 0,0 1-1 0 0,-1 0 0 0 0,1 0 0 0 0,0 0 1 0 0,0-1-1 0 0,-1 1 0 0 0,1 0 0 0 0,0 0 1 0 0,-1-1-1 0 0,1 1 0 0 0,-1 0 1 0 0,1-1-1 0 0,-1 1 0 0 0,1-1 0 0 0,-1 1 1 0 0,1 0-1 0 0,-1-1 0 0 0,0 1 0 0 0,1-1 1 0 0,-1 0-1 0 0,0 1 0 0 0,0-1 0 0 0,1 1 1 0 0,-1-1-1 0 0,0 0 0 0 0,0 0 0 0 0,0 1 1 0 0,0-1-1 0 0,0 0 0 0 0,0 0-1 0 0,1 1 1 0 0,-1-1 0 0 0,0 0 0 0 0,1 1 0 0 0,-1-1 0 0 0,0 0 0 0 0,0 1 0 0 0,1-1 0 0 0,-1 1 0 0 0,1-1 0 0 0,-1 1-1 0 0,1-1 1 0 0,-1 1 0 0 0,0 0 0 0 0,1-1 0 0 0,0 1 0 0 0,-1 0 0 0 0,1-1 0 0 0,-1 1 0 0 0,1 0 0 0 0,0-1 0 0 0,0 1 0 0 0,-1 0-1 0 0,1 0 1 0 0,0 0 0 0 0,0-1 0 0 0,0 1 0 0 0,0 1 0 0 0,0-2-2 0 0,0 0 0 0 0,0 1 1 0 0,0-1-1 0 0,0 1 0 0 0,0-1 0 0 0,0 0 0 0 0,0 1 1 0 0,0-1-1 0 0,0 1 0 0 0,0-1 0 0 0,-1 0 0 0 0,1 1 1 0 0,0-1-1 0 0,0 0 0 0 0,0 1 0 0 0,0-1 0 0 0,-1 0 0 0 0,1 1 1 0 0,0-1-1 0 0,0 0 0 0 0,-1 1 0 0 0,1-1 0 0 0,0 0 1 0 0,-1 0-1 0 0,1 1 0 0 0,0-1 0 0 0,-1 0 0 0 0,1 0 1 0 0,0 0-1 0 0,-1 1 0 0 0,1-1 0 0 0,0 0 0 0 0,-1 0 1 0 0,1 0-1 0 0,0 0 0 0 0,-1 0 0 0 0,1 0 0 0 0,-1 0 0 0 0,1 0 1 0 0,0 0-1 0 0,-1 0 0 0 0,1 0 0 0 0,-1 0 0 0 0,1 0 1 0 0,0 0-1 0 0,-1 0 0 0 0,0 0 4 0 0,0 0 0 0 0,1-1 1 0 0,-1 1-1 0 0,0 0 0 0 0,0 1 0 0 0,1-1 0 0 0,-1 0 1 0 0,0 0-1 0 0,1 0 0 0 0,-1 0 0 0 0,0 0 0 0 0,0 1 1 0 0,1-1-1 0 0,-1 0 0 0 0,1 1 0 0 0,-1-1 0 0 0,0 1 0 0 0,1-1 1 0 0,-1 0-1 0 0,1 1 0 0 0,-1-1 0 0 0,1 1 0 0 0,-1-1 1 0 0,1 1-1 0 0,-1 0 0 0 0,1-1 0 0 0,-1 1 0 0 0,1-1 1 0 0,0 1-1 0 0,-1 0 0 0 0,1-1 0 0 0,0 1 0 0 0,0 0 1 0 0,0 0-1 0 0,-1-1 0 0 0,1 1 0 0 0,0 0 0 0 0,0-1 0 0 0,0 1 1 0 0,0 0-1 0 0,0 0 0 0 0,0-1 0 0 0,0 1 0 0 0,1 0 1 0 0,-1-1-1 0 0,0 1 0 0 0,1 1 0 0 0,-1-2-1 0 0,1 1 1 0 0,0 0-1 0 0,-1-1 0 0 0,1 1 0 0 0,0-1 1 0 0,0 1-1 0 0,-1-1 0 0 0,1 1 0 0 0,0-1 0 0 0,0 0 1 0 0,0 1-1 0 0,0-1 0 0 0,0 0 0 0 0,0 0 0 0 0,-1 1 1 0 0,1-1-1 0 0,0 0 0 0 0,0 0 0 0 0,0 0 1 0 0,0 0-1 0 0,0 0 0 0 0,0-1 0 0 0,0 1 0 0 0,0 0 1 0 0,0 0-1 0 0,1-1 0 0 0,-1 1 14 0 0,-52-11 381 0 0,42 8-343 0 0,1-1 0 0 0,-1 0 0 0 0,1 0 0 0 0,-11-6-1 0 0,-23-11 61 0 0,-20-7 25 0 0,50 21-123 0 0,-1 1-1 0 0,1 0 1 0 0,-1 1-1 0 0,0 1 1 0 0,-13-3-1 0 0,9 3 2 0 0,1 0 0 0 0,0-1 0 0 0,-31-13 0 0 0,-13 5 72 0 0,30 8-104 0 0,5 4-1 0 0,-5 0 13 0 0,32 1 0 0 0,-65 7 0 0 0,18-4 0 0 0,39-1 0 0 0,-7 6 0 0 0,-8-3 0 0 0,-4-3 0 0 0,17 7-36 0 0,6-5 5 0 0,-5-1 26 0 0,7-3 4 0 0,-1 0 1 0 0,0 1-1 0 0,0-1 0 0 0,0 0 1 0 0,0 1-1 0 0,0-1 0 0 0,0 0 0 0 0,0 1 1 0 0,1-1-1 0 0,-1 1 0 0 0,0-1 0 0 0,0 1 1 0 0,1 0-1 0 0,-1-1 0 0 0,0 1 1 0 0,1 0-1 0 0,-1 0 0 0 0,1-1 0 0 0,-1 1 1 0 0,1 0-1 0 0,-1 0 0 0 0,1 0 1 0 0,0 0-1 0 0,-1 0 0 0 0,1-1 0 0 0,0 1 1 0 0,0 0-1 0 0,-1 0 0 0 0,1 2 0 0 0,0-3 2 0 0,0 1-1 0 0,0-1 1 0 0,0 1-1 0 0,0-1 0 0 0,-1 1 1 0 0,1-1-1 0 0,0 0 1 0 0,0 1-1 0 0,0-1 0 0 0,-1 1 1 0 0,1-1-1 0 0,0 0 1 0 0,0 1-1 0 0,-1-1 0 0 0,1 0 1 0 0,0 1-1 0 0,-1-1 1 0 0,1 0-1 0 0,-1 1 0 0 0,1-1 1 0 0,0 0-1 0 0,-1 0 1 0 0,1 0-1 0 0,-1 1 0 0 0,1-1 1 0 0,-1 0-1 0 0,1 0 1 0 0,0 0-1 0 0,-1 0 0 0 0,1 0 1 0 0,-1 0-1 0 0,1 0 1 0 0,-1 0-1 0 0,1 0 0 0 0,-1 0 1 0 0,0 0-1 0 0,1 0 0 0 0,-1 0 0 0 0,0 0 0 0 0,1 0 0 0 0,-1 0 0 0 0,0 0 0 0 0,1 0 0 0 0,-1 0 0 0 0,0 0 0 0 0,1 1 0 0 0,-1-1 0 0 0,0 0 0 0 0,1 0 0 0 0,-1 1 0 0 0,1-1 0 0 0,-1 0 0 0 0,1 1 0 0 0,-1-1 0 0 0,0 0-1 0 0,1 1 1 0 0,-1-1 0 0 0,1 1 0 0 0,0-1 0 0 0,-1 1 0 0 0,1-1 0 0 0,-1 1 0 0 0,1 0 0 0 0,0-1 0 0 0,-1 1 0 0 0,1-1 0 0 0,0 1 0 0 0,0 0 0 0 0,-1-1 0 0 0,1 1 0 0 0,0 0 0 0 0,0-1 0 0 0,0 1 0 0 0,0-1 0 0 0,0 2 0 0 0,0 1-10 0 0,0 0 0 0 0,0-1-1 0 0,0 1 1 0 0,1 0 0 0 0,-1 0 0 0 0,1-1 0 0 0,0 1 0 0 0,0 0 0 0 0,0-1 0 0 0,0 1 0 0 0,0-1-1 0 0,0 1 1 0 0,1-1 0 0 0,-1 0 0 0 0,3 4 0 0 0,-2-4 15 0 0,-1 0 0 0 0,1 0 0 0 0,-1 1 0 0 0,1-1 1 0 0,-1 0-1 0 0,0 1 0 0 0,0 0 0 0 0,0-1 0 0 0,0 1 0 0 0,0 0 0 0 0,-1-1 0 0 0,1 1 0 0 0,-1 0 1 0 0,0 0-1 0 0,0 3 0 0 0,0-5-7 0 0,0 0 1 0 0,0 0-1 0 0,0 0 1 0 0,1 0-1 0 0,-1 0 1 0 0,0 0-1 0 0,0 0 1 0 0,1 0 0 0 0,-1 0-1 0 0,0 0 1 0 0,1 0-1 0 0,-1 0 1 0 0,1 0-1 0 0,-1-1 1 0 0,1 1-1 0 0,0 0 1 0 0,-1 0-1 0 0,1 0 1 0 0,0-1-1 0 0,0 1 1 0 0,-1 0-1 0 0,1-1 1 0 0,0 1 0 0 0,0-1-1 0 0,0 1 1 0 0,2 0-1 0 0,-3-1-2 0 0,1 1 0 0 0,0-1 0 0 0,0 1 0 0 0,0-1 0 0 0,0 1 0 0 0,0-1 0 0 0,-1 1 0 0 0,1-1 0 0 0,0 1 0 0 0,-1 0 1 0 0,1 0-1 0 0,0-1 0 0 0,-1 1 0 0 0,1 0 0 0 0,-1 0 0 0 0,1 0 0 0 0,-1-1 0 0 0,1 1 0 0 0,-1 0 0 0 0,0 0 0 0 0,1 0 0 0 0,-1 0 0 0 0,0 0 0 0 0,0 0 0 0 0,0 0 0 0 0,0 1 0 0 0,2 0-1 0 0,-1-1 0 0 0,1 1 0 0 0,0-1 1 0 0,-1 0-1 0 0,1 1 0 0 0,0-1 0 0 0,0 0 0 0 0,0 0 0 0 0,0 0 0 0 0,0-1 1 0 0,0 1-1 0 0,0 0 0 0 0,0-1 0 0 0,0 1 0 0 0,0-1 0 0 0,0 0 0 0 0,4 0 1 0 0,12 4-2 0 0,30 9 6 0 0,1-3 0 0 0,1-1 0 0 0,98 3 0 0 0,-132-11-118 0 0,-1-1-1 0 0,0-1 1 0 0,1 0 0 0 0,-1-1 0 0 0,0 0 0 0 0,0-1 0 0 0,0-1-1 0 0,-1-1 1 0 0,1 0 0 0 0,-1 0 0 0 0,0-2 0 0 0,-1 1 0 0 0,1-2 0 0 0,-1 0-1 0 0,-1-1 1 0 0,1 0 0 0 0,-2-1 0 0 0,1 0 0 0 0,-1 0 0 0 0,13-18 0 0 0,-23 27 70 0 0,0 0 1 0 0,0 1 0 0 0,-1-1-1 0 0,1 0 1 0 0,-1 0 0 0 0,1 1 0 0 0,-1-1-1 0 0,1 0 1 0 0,-1 0 0 0 0,1 0 0 0 0,-1 0-1 0 0,1 1 1 0 0,-1-1 0 0 0,0 0 0 0 0,0 0-1 0 0,1 0 1 0 0,-1 0 0 0 0,0 0-1 0 0,0 0 1 0 0,0 0 0 0 0,0 0 0 0 0,0 0-1 0 0,0 0 1 0 0,-1 0 0 0 0,1 0 0 0 0,0 0-1 0 0,0 0 1 0 0,-1 0 0 0 0,1 1 0 0 0,0-1-1 0 0,-1 0 1 0 0,1 0 0 0 0,-2-1 0 0 0,1 1 8 0 0,0 1 0 0 0,0-1 1 0 0,0 1-1 0 0,0-1 1 0 0,0 1-1 0 0,0 0 1 0 0,0 0-1 0 0,0-1 1 0 0,0 1-1 0 0,0 0 1 0 0,0 0-1 0 0,0 0 1 0 0,0 0-1 0 0,0 0 1 0 0,0 0-1 0 0,0 0 1 0 0,0 1-1 0 0,-1-1 1 0 0,1 0-1 0 0,0 1 1 0 0,-1 0-1 0 0,-6 2-163 0 0,0 1 0 0 0,0 0 0 0 0,1 0 0 0 0,-1 1 0 0 0,1 0 0 0 0,-7 7 0 0 0,9 7-1692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15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0 169 2321 0 0,'0'1'4386'0'0,"0"4"-2409"0"0,16-4-210 0 0,37-7-1338 0 0,-31 4-24 0 0,25 0-103 0 0,1 3 1 0 0,-1 2-1 0 0,0 1 0 0 0,54 14 1 0 0,-57-10-240 0 0,0-1 0 0 0,1-2 0 0 0,0-1 0 0 0,85-7 1 0 0,-119 2-42 0 0,19-3 16 0 0,0 1 1 0 0,0 1-1 0 0,1 2 1 0 0,-1 1 0 0 0,48 8-1 0 0,-48-5-12 0 0,0-1 0 0 0,41-2 0 0 0,-26-1-24 0 0,46-6-2 0 0,-61 6 13 0 0,-5 0 68 0 0,-29 0 121 0 0,3 0-178 0 0,1 0 0 0 0,-1 1 0 0 0,0-1 0 0 0,1 0 1 0 0,-1 0-1 0 0,1 0 0 0 0,-1 0 0 0 0,0 0 0 0 0,1 0 1 0 0,-1 0-1 0 0,0 0 0 0 0,1 0 0 0 0,-1 0 1 0 0,0 0-1 0 0,1 0 0 0 0,-1-1 0 0 0,0 1 0 0 0,1 0 1 0 0,-1 0-1 0 0,1-1 0 0 0,-1 1 0 0 0,1 0 0 0 0,-1-1 1 0 0,1 1-1 0 0,-1 0 0 0 0,1-1 0 0 0,-1 1 0 0 0,1-1 1 0 0,-1 1-1 0 0,1-1 0 0 0,-1 1 0 0 0,1-1 0 0 0,0 1 1 0 0,-1-1-1 0 0,1 0 0 0 0,0 1 0 0 0,0-1 1 0 0,0 1-1 0 0,-1-1 0 0 0,1 0 0 0 0,0 1 0 0 0,0-1 1 0 0,0-1-1 0 0,-3 0 94 0 0,1 0 0 0 0,-1 0 1 0 0,0 0-1 0 0,0 0 0 0 0,0 1 0 0 0,0-1 1 0 0,0 1-1 0 0,-1 0 0 0 0,1 0 1 0 0,0 0-1 0 0,-5-1 0 0 0,-11-5 384 0 0,-97-54 1552 0 0,101 53-1790 0 0,1 0 0 0 0,1-1 0 0 0,-17-14-1 0 0,-19-12 309 0 0,34 25-289 0 0,13 8-419 0 0,0 0 0 0 0,0 1 0 0 0,0-1 0 0 0,0 0 0 0 0,-1 1-1 0 0,1-1 1 0 0,-1 1 0 0 0,1 0 0 0 0,-1-1 0 0 0,1 1 0 0 0,-1 1 0 0 0,1-1 0 0 0,-1 0 0 0 0,0 1 0 0 0,0-1 0 0 0,1 1 0 0 0,-1 0 0 0 0,0 0 0 0 0,0 0 0 0 0,1 0 0 0 0,-1 0 0 0 0,0 0 0 0 0,0 1 0 0 0,1 0 0 0 0,-4 1 0 0 0,5-1-195 0 0,0-1 0 0 0,1 1 0 0 0,-1 0 1 0 0,0 1-1 0 0,1-1 0 0 0,0 0 0 0 0,-1 0 1 0 0,1 0-1 0 0,-1 0 0 0 0,1 0 1 0 0,0 0-1 0 0,0 0 0 0 0,0 1 0 0 0,0-1 1 0 0,0 0-1 0 0,0 0 0 0 0,0 0 0 0 0,0 0 1 0 0,0 1-1 0 0,1-1 0 0 0,-1 0 1 0 0,0 0-1 0 0,1 0 0 0 0,-1 0 0 0 0,1 0 1 0 0,-1 0-1 0 0,1 0 0 0 0,1 2 0 0 0,23 26-6672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16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0 1121 0 0,'0'0'5002'0'0,"-5"1"-4269"0"0,-166 42 1522 0 0,155-39-2182 0 0,0 1 0 0 0,1 0-1 0 0,-1 1 1 0 0,1 1 0 0 0,0 1 0 0 0,1 0 0 0 0,0 0 0 0 0,0 1 0 0 0,1 1-1 0 0,0 1 1 0 0,1 0 0 0 0,-20 22 0 0 0,31-32-86 0 0,1-1-1 0 0,-1 0 1 0 0,1 0-1 0 0,0 1 1 0 0,-1-1 0 0 0,1 1-1 0 0,0-1 1 0 0,-1 0 0 0 0,1 1-1 0 0,0-1 1 0 0,0 1 0 0 0,-1-1-1 0 0,1 1 1 0 0,0-1 0 0 0,0 1-1 0 0,0-1 1 0 0,-1 1-1 0 0,1-1 1 0 0,0 1 0 0 0,0-1-1 0 0,0 1 1 0 0,0-1 0 0 0,0 1-1 0 0,0-1 1 0 0,0 1 0 0 0,0-1-1 0 0,0 1 1 0 0,1-1-1 0 0,-1 1 1 0 0,0-1 0 0 0,0 1-1 0 0,0-1 1 0 0,0 1 0 0 0,1-1-1 0 0,-1 1 1 0 0,0-1 0 0 0,1 0-1 0 0,-1 1 1 0 0,0-1 0 0 0,1 1-1 0 0,-1-1 1 0 0,0 0-1 0 0,1 1 1 0 0,-1-1 0 0 0,1 0-1 0 0,-1 1 1 0 0,1-1 0 0 0,22 5-1130 0 0,-22-5 1099 0 0,6 1-472 0 0,-6-1 347 0 0,0 1 1 0 0,0-1-1 0 0,1 0 0 0 0,-1 0 0 0 0,0 0 1 0 0,0 0-1 0 0,1 0 0 0 0,-1 0 0 0 0,0 0 1 0 0,0-1-1 0 0,1 1 0 0 0,-1 0 0 0 0,0-1 1 0 0,0 1-1 0 0,0-1 0 0 0,0 1 1 0 0,0-1-1 0 0,1 1 0 0 0,-1-1 0 0 0,0 0 1 0 0,1-1-1 0 0,18-10-2392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16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7 1841 0 0,'0'0'74'0'0,"0"-1"-1"0"0,0 1 1 0 0,0 0 0 0 0,0-1 0 0 0,0 1-1 0 0,0 0 1 0 0,-1-1 0 0 0,1 1-1 0 0,0 0 1 0 0,0 0 0 0 0,0-1 0 0 0,-1 1-1 0 0,1 0 1 0 0,0 0 0 0 0,0-1 0 0 0,-1 1-1 0 0,1 0 1 0 0,0 0 0 0 0,0 0-1 0 0,-1-1 1 0 0,1 1 0 0 0,0 0 0 0 0,-1 0-1 0 0,1 0 1 0 0,0 0 0 0 0,-1 0 0 0 0,1 0-1 0 0,0-1 1 0 0,-1 1 0 0 0,1 0 0 0 0,0 0-1 0 0,-1 0 1 0 0,1 0 0 0 0,0 0-1 0 0,-1 0 1 0 0,1 1 0 0 0,0-1 0 0 0,-1 0-1 0 0,1 0 1 0 0,0 0 0 0 0,-1 0 0 0 0,1 0-1 0 0,-1 1 1 0 0,0-1 19 0 0,1 0 0 0 0,-1 1-1 0 0,0-1 1 0 0,0 1 0 0 0,1-1 0 0 0,-1 1 0 0 0,0-1-1 0 0,1 1 1 0 0,-1 0 0 0 0,1-1 0 0 0,-1 1-1 0 0,1 0 1 0 0,-1-1 0 0 0,1 1 0 0 0,-1 0 0 0 0,1 0-1 0 0,-1 0 1 0 0,1-1 0 0 0,0 1 0 0 0,0 0-1 0 0,-1 0 1 0 0,1 0 0 0 0,0 0 0 0 0,0-1 0 0 0,0 1-1 0 0,0 2 1 0 0,16 89 788 0 0,-32-27-708 0 0,16-62-167 0 0,1-1-1 0 0,-1 1 1 0 0,0 0-1 0 0,-1-1 1 0 0,1 1 0 0 0,0 0-1 0 0,-1 0 1 0 0,0-1 0 0 0,1 1-1 0 0,-1 0 1 0 0,0-1 0 0 0,0 1-1 0 0,-1-1 1 0 0,1 0-1 0 0,0 1 1 0 0,-3 2 0 0 0,1-3 17 0 0,0 0 0 0 0,0 0 0 0 0,0 0 0 0 0,0-1 0 0 0,0 1 1 0 0,0-1-1 0 0,-1 0 0 0 0,1 0 0 0 0,0 0 0 0 0,-1 0 0 0 0,-3 0 0 0 0,1-7 560 0 0,2-2-432 0 0,2 7-140 0 0,0 0-1 0 0,1 0 0 0 0,-1 0 1 0 0,1 0-1 0 0,-1 0 1 0 0,1-1-1 0 0,-1 1 0 0 0,1-1 1 0 0,0 1-1 0 0,0-1 1 0 0,-1 1-1 0 0,1-1 0 0 0,1 0 1 0 0,-1 0-1 0 0,-1-2 1 0 0,-1-40 156 0 0,3-49 393 0 0,0 107-552 0 0,2 0 0 0 0,-1 0 1 0 0,2 0-1 0 0,0-1 0 0 0,5 14 0 0 0,0 0 10 0 0,-3-6 34 0 0,2 1 0 0 0,10 23 0 0 0,-15-40-18 0 0,1 1 0 0 0,0-1 0 0 0,0 0 0 0 0,0 0 1 0 0,1 0-1 0 0,0 0 0 0 0,0-1 0 0 0,0 1 0 0 0,0-1 0 0 0,1 0 1 0 0,0 0-1 0 0,7 4 0 0 0,-3-33-1728 0 0,16-7-441 0 0,6-30-2547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08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62 192 1761 0 0,'0'-84'8804'0'0,"4"79"-8781"0"0,-1 1 1 0 0,1 0 0 0 0,0 1-1 0 0,0-1 1 0 0,0 1-1 0 0,1-1 1 0 0,-1 1 0 0 0,1 1-1 0 0,0-1 1 0 0,0 0-1 0 0,0 1 1 0 0,9-3 0 0 0,25-10-20 0 0,-22 7-18 0 0,1 1 0 0 0,0 1-1 0 0,1 1 1 0 0,21-4 0 0 0,-13 5 22 0 0,-5 0-11 0 0,0 2 0 0 0,1 0 0 0 0,0 1 0 0 0,30 3 0 0 0,-46-1 11 0 0,0 0 0 0 0,-1 1 1 0 0,1 0-1 0 0,0 0 1 0 0,-1 0-1 0 0,1 1 0 0 0,-1-1 1 0 0,0 2-1 0 0,0-1 0 0 0,0 1 1 0 0,0 0-1 0 0,-1 0 0 0 0,0 0 1 0 0,0 1-1 0 0,0 0 1 0 0,0 0-1 0 0,0 0 0 0 0,-1 0 1 0 0,6 10-1 0 0,-8-8 1 0 0,1-1 0 0 0,-1 0 0 0 0,0 1 0 0 0,0-1-1 0 0,0 1 1 0 0,-1 0 0 0 0,0 0 0 0 0,-1-1 0 0 0,0 1 0 0 0,0 0 0 0 0,0 0 0 0 0,-1 0 0 0 0,1-1 0 0 0,-2 1-1 0 0,1 0 1 0 0,-1-1 0 0 0,0 1 0 0 0,0-1 0 0 0,-1 0 0 0 0,0 1 0 0 0,0-1 0 0 0,0-1 0 0 0,-1 1-1 0 0,0 0 1 0 0,0-1 0 0 0,-8 8 0 0 0,-1 0 47 0 0,1 0-1 0 0,-18 26 0 0 0,21-26-21 0 0,-2 1-1 0 0,0-1 1 0 0,0-1-1 0 0,-16 13 1 0 0,-3-3 21 0 0,-1-2 0 0 0,0-1 0 0 0,-1-1 1 0 0,-1-2-1 0 0,-1-1 0 0 0,-62 18 0 0 0,89-31-60 0 0,1 0-1 0 0,-1-1 0 0 0,1 0 0 0 0,-1 0 0 0 0,0-1 0 0 0,0 1 0 0 0,1-1 1 0 0,-1-1-1 0 0,0 0 0 0 0,-7-1 0 0 0,4 0-23 0 0,9 3 23 0 0,-1-1 0 0 0,1-1-1 0 0,-1 1 1 0 0,1 0 0 0 0,-1 0-1 0 0,1 0 1 0 0,-1-1 0 0 0,1 1 0 0 0,0-1-1 0 0,-1 1 1 0 0,1-1 0 0 0,0 0-1 0 0,-1 1 1 0 0,1-1 0 0 0,0 0 0 0 0,0 0-1 0 0,-1 0 1 0 0,1 0 0 0 0,0 0 0 0 0,0 0-1 0 0,0 0 1 0 0,0 0 0 0 0,0 0-1 0 0,1-1 1 0 0,-1 1 0 0 0,0 0 0 0 0,0-1-1 0 0,1 1 1 0 0,-1 0 0 0 0,1-1-1 0 0,0 1 1 0 0,-1-1 0 0 0,1 1 0 0 0,0-1-1 0 0,-1-2 1 0 0,2-3-17 0 0,1 1-1 0 0,-1 0 1 0 0,1-1 0 0 0,0 1-1 0 0,0 0 1 0 0,6-10 0 0 0,1-4-81 0 0,-1-8-70 0 0,-7 24 150 0 0,0 0 1 0 0,0 0 0 0 0,0 0 0 0 0,1 0 0 0 0,-1 0 0 0 0,1 1 0 0 0,0-1 0 0 0,0 0 0 0 0,0 1 0 0 0,0-1 0 0 0,1 1 0 0 0,0 0-1 0 0,-1 0 1 0 0,5-4 0 0 0,0 1 9 0 0,1 0-1 0 0,-1 1 1 0 0,1 0-1 0 0,0 0 1 0 0,0 1-1 0 0,0 0 1 0 0,0 0-1 0 0,1 1 1 0 0,0 0-1 0 0,0 0 1 0 0,0 1-1 0 0,0 1 1 0 0,0-1-1 0 0,0 1 1 0 0,0 1-1 0 0,0 0 1 0 0,0 0-1 0 0,1 1 1 0 0,-1 0-1 0 0,0 0 1 0 0,0 1-1 0 0,14 5 1 0 0,0 2 18 0 0,-1 2 1 0 0,0 1-1 0 0,0 0 1 0 0,-1 2-1 0 0,-1 0 0 0 0,-1 1 1 0 0,0 2-1 0 0,0-1 1 0 0,-2 2-1 0 0,0 1 1 0 0,17 25-1 0 0,-19-22-36 0 0,19 22-88 0 0,-32-42 67 0 0,1 0 0 0 0,0 0 0 0 0,-1-1 0 0 0,1 1 0 0 0,0 0 0 0 0,0-1 0 0 0,0 0 0 0 0,0 0 0 0 0,0 0 0 0 0,0 0 0 0 0,1 0 0 0 0,-1 0 0 0 0,0-1 0 0 0,0 0 0 0 0,5 0 0 0 0,47-7-1748 0 0,6-10-2174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09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328 196 480 0 0,'-17'-4'1325'0'0,"1"-2"0"0"0,-1 0 0 0 0,1 0 0 0 0,1-2 0 0 0,-25-14 1 0 0,38 20-1241 0 0,0 0 1 0 0,-1 0 0 0 0,1 0-1 0 0,0 0 1 0 0,0-1 0 0 0,0 1-1 0 0,0-1 1 0 0,0 1 0 0 0,1-1-1 0 0,-1 0 1 0 0,1 1 0 0 0,-1-1-1 0 0,1 0 1 0 0,0 0 0 0 0,1 0-1 0 0,-1 0 1 0 0,-1-6 0 0 0,1-57 916 0 0,2 41-932 0 0,-1 32-69 0 0,-1 0-1 0 0,-1 0 1 0 0,0 0 0 0 0,1 0-1 0 0,-2 0 1 0 0,1 0 0 0 0,-1-1-1 0 0,0 1 1 0 0,-1-1 0 0 0,0 1 0 0 0,0-1-1 0 0,0 0 1 0 0,0-1 0 0 0,-1 1-1 0 0,0-1 1 0 0,0 0 0 0 0,-12 9-1 0 0,-23 28 55 0 0,37-39-43 0 0,0 0 1 0 0,1 0 0 0 0,-1 0-1 0 0,0-1 1 0 0,0 1 0 0 0,-1-1 0 0 0,1 0-1 0 0,0 0 1 0 0,-1 0 0 0 0,-5 2-1 0 0,-12 6 22 0 0,21-9-34 0 0,-1 0 0 0 0,0-1 0 0 0,1 1 0 0 0,-1 0 0 0 0,1 0 0 0 0,-1 0 0 0 0,1-1 0 0 0,-1 1 0 0 0,1 0-1 0 0,0 0 1 0 0,-1 0 0 0 0,1 0 0 0 0,0 0 0 0 0,0 0 0 0 0,0 0 0 0 0,-1 0 0 0 0,1-1 0 0 0,0 1 0 0 0,0 0 0 0 0,0 0 0 0 0,1 0 0 0 0,-1 0 0 0 0,0 0-1 0 0,1 1 1 0 0,-1 13-65 0 0,2-14 61 0 0,-1 1-1 0 0,1-1 1 0 0,-1 1-1 0 0,1-1 0 0 0,0 0 1 0 0,0 1-1 0 0,0-1 0 0 0,-1 0 1 0 0,1-1-1 0 0,0 1 0 0 0,0 0 1 0 0,4 1-1 0 0,2 1 39 0 0,-1 0-32 0 0,-1-1 0 0 0,0 0 0 0 0,1 0 0 0 0,0-1 0 0 0,-1 0 0 0 0,1 0 0 0 0,13 0 0 0 0,34 4-5 0 0,-7 0 30 0 0,-1-2-1 0 0,1-2 1 0 0,-1-2 0 0 0,1-2 0 0 0,72-14-1 0 0,-62 2 111 0 0,-55 14-129 0 0,0 1-1 0 0,0-1 1 0 0,0 0-1 0 0,-1 0 1 0 0,1 0-1 0 0,0 0 1 0 0,-1 0-1 0 0,1 0 1 0 0,0 0 0 0 0,-1 0-1 0 0,1-1 1 0 0,-1 1-1 0 0,0 0 1 0 0,1-1-1 0 0,-1 0 1 0 0,0 1 0 0 0,0-1-1 0 0,0 0 1 0 0,0 1-1 0 0,0-1 1 0 0,-1 0-1 0 0,1 0 1 0 0,0 0 0 0 0,-1 0-1 0 0,1-2 1 0 0,0-8 72 0 0,-1 9-63 0 0,1-1 1 0 0,-1 0-1 0 0,0 1 1 0 0,0-1-1 0 0,0 1 0 0 0,0-1 1 0 0,-1 1-1 0 0,1-1 1 0 0,-1 1-1 0 0,0-1 1 0 0,0 1-1 0 0,-2-5 0 0 0,-6-1 19 0 0,8 8-31 0 0,-1 0 1 0 0,1 0-1 0 0,0 0 1 0 0,0 0-1 0 0,0 0 1 0 0,0 0 0 0 0,0 0-1 0 0,0-1 1 0 0,0 1-1 0 0,0 0 1 0 0,1-1 0 0 0,-1 1-1 0 0,0 0 1 0 0,1-1-1 0 0,-1 1 1 0 0,1-1-1 0 0,-1 1 1 0 0,1-1 0 0 0,0-2-1 0 0,0 3-3 0 0,0 0-1 0 0,0 1 1 0 0,0-1-1 0 0,-1 0 1 0 0,1 0-1 0 0,0 1 1 0 0,0-1-1 0 0,0 0 1 0 0,-1 1-1 0 0,1-1 1 0 0,0 0-1 0 0,-1 1 1 0 0,1-1-1 0 0,0 1 1 0 0,-1-1-1 0 0,1 1 1 0 0,-1-1-1 0 0,1 1 1 0 0,-1-1-1 0 0,1 1 1 0 0,-1-1-1 0 0,1 1 1 0 0,-1-1-1 0 0,0 1 1 0 0,1 0-1 0 0,-1-1 1 0 0,0 1-1 0 0,1 0 1 0 0,-1 0-1 0 0,0-1 0 0 0,1 1 1 0 0,-1 0-1 0 0,0 0 1 0 0,1 0-1 0 0,-1 0 1 0 0,-1 0-1 0 0,1 0 0 0 0,1 0 0 0 0,-1 0 0 0 0,1 0-1 0 0,0 0 1 0 0,-1 0 0 0 0,1 0 0 0 0,-1 0-1 0 0,1 0 1 0 0,-1 0 0 0 0,1 0-1 0 0,-1 0 1 0 0,1-1 0 0 0,-1 1 0 0 0,1 0-1 0 0,0 0 1 0 0,-1-1 0 0 0,1 1 0 0 0,0 0-1 0 0,-1 0 1 0 0,1-1 0 0 0,-1 1 0 0 0,1 0-1 0 0,0-1 1 0 0,0 1 0 0 0,-1 0-1 0 0,1-1 1 0 0,0 1 0 0 0,0-1 0 0 0,-1 1-1 0 0,1-1 1 0 0,0 1 0 0 0,0 0 0 0 0,0-2-1 0 0,0 1-80 0 0,0 24-280 0 0,0-2 409 0 0,1 0 0 0 0,1 0 0 0 0,1 0 0 0 0,1 0 0 0 0,11 34 0 0 0,-14-49-36 0 0,1 1 0 0 0,-1-1 0 0 0,0 1 0 0 0,-1-1 1 0 0,0 1-1 0 0,0-1 0 0 0,0 1 0 0 0,-1 0 1 0 0,0-1-1 0 0,0 1 0 0 0,-1-1 0 0 0,1 0 0 0 0,-1 1 1 0 0,-5 8-1 0 0,4-7-7 0 0,0-1 0 0 0,1 1 0 0 0,0 0 0 0 0,0 0 0 0 0,1 0 0 0 0,-1 13 0 0 0,2-19-7 0 0,0 1 0 0 0,0 0 0 0 0,0 0 0 0 0,1 0 0 0 0,-1-1 0 0 0,1 1 0 0 0,0 0 1 0 0,-1-1-1 0 0,1 1 0 0 0,1-1 0 0 0,-1 1 0 0 0,0-1 0 0 0,1 1 0 0 0,-1-1 0 0 0,1 0 1 0 0,0 0-1 0 0,0 1 0 0 0,2 1 0 0 0,0 0-9 0 0,-3-3-97 0 0,0 0 0 0 0,1 0 0 0 0,-1 0 1 0 0,0-1-1 0 0,1 1 0 0 0,-1 0 0 0 0,1 0 0 0 0,-1-1 0 0 0,1 1 1 0 0,0-1-1 0 0,-1 0 0 0 0,1 1 0 0 0,-1-1 0 0 0,1 0 0 0 0,0 0 1 0 0,-1 0-1 0 0,1 0 0 0 0,0 0 0 0 0,1-1 0 0 0,42-11-1793 0 0,-34 7 835 0 0,0 0-1 0 0,-1 0 0 0 0,0-1 0 0 0,-1-1 0 0 0,14-10 1 0 0,-18-1-643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09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34 1521 0 0,'0'-7'1820'0'0,"1"5"-1570"0"0,-1 1 1 0 0,0 0-1 0 0,0 0 1 0 0,0 0 0 0 0,0-1-1 0 0,0 1 1 0 0,0 0-1 0 0,0 0 1 0 0,0 0 0 0 0,-1 0-1 0 0,1 0 1 0 0,0-1 0 0 0,-1 1-1 0 0,1 0 1 0 0,-1 0-1 0 0,1 0 1 0 0,-2-2 0 0 0,0 2-147 0 0,0 1 0 0 0,0-1 1 0 0,-1 1-1 0 0,1-1 1 0 0,0 1-1 0 0,0 0 0 0 0,0-1 1 0 0,-1 1-1 0 0,1 0 1 0 0,0 1-1 0 0,0-1 0 0 0,0 0 1 0 0,-1 1-1 0 0,-1 0 1 0 0,-15 2 44 0 0,1 0 0 0 0,-1 2 0 0 0,1 0 0 0 0,0 1 0 0 0,0 1 1 0 0,1 1-1 0 0,-1 1 0 0 0,-22 14 0 0 0,35-19-139 0 0,-1 0 0 0 0,1 0-1 0 0,0 0 1 0 0,0 1 0 0 0,0-1 0 0 0,1 1 0 0 0,-1 1 0 0 0,1-1-1 0 0,0 0 1 0 0,1 1 0 0 0,-1 0 0 0 0,1 0 0 0 0,0 0 0 0 0,1 0-1 0 0,-1 0 1 0 0,1 1 0 0 0,1-1 0 0 0,-1 1 0 0 0,1-1 0 0 0,0 1-1 0 0,1 0 1 0 0,-1 0 0 0 0,1-1 0 0 0,1 1 0 0 0,-1 0 0 0 0,1-1-1 0 0,0 1 1 0 0,4 10 0 0 0,-3-11-8 0 0,0 1 0 0 0,1-1 1 0 0,0 0-1 0 0,1 0 0 0 0,-1-1 0 0 0,1 1 0 0 0,0-1 0 0 0,0 1 1 0 0,1-1-1 0 0,0 0 0 0 0,0-1 0 0 0,0 1 0 0 0,0-1 0 0 0,1 0 1 0 0,-1-1-1 0 0,1 1 0 0 0,0-1 0 0 0,0 0 0 0 0,0 0 0 0 0,1-1 1 0 0,-1 0-1 0 0,1 0 0 0 0,-1-1 0 0 0,1 1 0 0 0,8-1 0 0 0,-1 1 22 0 0,0-1-1 0 0,0-1 0 0 0,0 0 0 0 0,0-1 0 0 0,0-1 0 0 0,0 0 0 0 0,0-1 0 0 0,0 0 0 0 0,-1-1 0 0 0,0 0 0 0 0,19-9 1 0 0,-14 3 37 0 0,-15 9-32 0 0,0 0-1 0 0,0 0 0 0 0,0-1 0 0 0,0 1 1 0 0,-1-1-1 0 0,1 1 0 0 0,-1-1 1 0 0,1 0-1 0 0,-1 0 0 0 0,4-4 0 0 0,-4 2 27 0 0,-1 0 0 0 0,1 0-1 0 0,-1 0 1 0 0,0 0 0 0 0,0 0-1 0 0,-1 0 1 0 0,1 0-1 0 0,-1 0 1 0 0,0 0 0 0 0,0-7-1 0 0,-1-2 72 0 0,0 1-1 0 0,0 0 0 0 0,-1 0 0 0 0,-1 0 0 0 0,0 0 0 0 0,0 1 1 0 0,-2-1-1 0 0,1 1 0 0 0,-1 0 0 0 0,-1 0 0 0 0,0 1 1 0 0,-14-20-1 0 0,16 26-119 0 0,0 0 0 0 0,0 1 0 0 0,0-1 0 0 0,-1 1 0 0 0,1 0 0 0 0,-1 1 0 0 0,1-1 0 0 0,-1 1 0 0 0,0 0 0 0 0,0 0 0 0 0,0 0 0 0 0,0 1 1 0 0,-1 0-1 0 0,1 0 0 0 0,0 0 0 0 0,0 0 0 0 0,-9 1 0 0 0,-9 0-632 0 0,0 1 1 0 0,-37 7-1 0 0,54-7 420 0 0,3 0 95 0 0,-5 0-374 0 0,0 0 0 0 0,0 0-1 0 0,1 1 1 0 0,-1 0 0 0 0,1 1 0 0 0,-1-1 0 0 0,1 1 0 0 0,0 1-1 0 0,-12 7 1 0 0,-12 13-3917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22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2424 79 560 0 0,'-1'-1'126'0'0,"1"0"-1"0"0,-1 0 0 0 0,1 0 0 0 0,0 0 1 0 0,-1 1-1 0 0,1-1 0 0 0,-1 0 0 0 0,0 0 1 0 0,1 0-1 0 0,-1 1 0 0 0,1-1 1 0 0,-1 0-1 0 0,0 1 0 0 0,0-1 0 0 0,1 1 1 0 0,-1-1-1 0 0,0 1 0 0 0,0-1 0 0 0,0 1 1 0 0,0 0-1 0 0,0-1 0 0 0,0 1 1 0 0,0 0-1 0 0,-31-10 1047 0 0,20 7-442 0 0,-24-10 781 0 0,27 9-1250 0 0,-1 0-1 0 0,0 1 1 0 0,0 0-1 0 0,0 0 1 0 0,0 1-1 0 0,-15-1 1 0 0,-54-3 311 0 0,12 0-100 0 0,-1 3 0 0 0,-130 10 0 0 0,67 6-379 0 0,-35 0 147 0 0,-24-6 67 0 0,82-1 146 0 0,0-5 1 0 0,-178-22 0 0 0,247 16-419 0 0,1 2 0 0 0,-48 2 0 0 0,-28-1 20 0 0,-2 1 118 0 0,106 0-173 0 0,-40 3 0 0 0,21 2-32 0 0,0 0 0 0 0,1 2 0 0 0,-1 1 0 0 0,-37 15 0 0 0,32 1 59 0 0,7-2 13 0 0,21-17-45 0 0,0 0 1 0 0,0 1 0 0 0,0 0 0 0 0,1 0 0 0 0,-1 0 0 0 0,1 1-1 0 0,1-1 1 0 0,-6 8 0 0 0,-21 24-25 0 0,23-30 29 0 0,6-6 0 0 0,1 0 0 0 0,-1 0 0 0 0,1 0 0 0 0,-1 0 0 0 0,1 0 0 0 0,0 0 0 0 0,0 0 0 0 0,0 1 0 0 0,0-1 0 0 0,0 1 0 0 0,0-1 0 0 0,0 0 0 0 0,0 1 0 0 0,0-1 0 0 0,1 1 0 0 0,-1 0 0 0 0,0-1 0 0 0,1 1 0 0 0,0 0 0 0 0,-1-1 0 0 0,1 4 0 0 0,0-3-2 0 0,-1 0 0 0 0,1-1-1 0 0,0 1 1 0 0,-1 0 0 0 0,1 0 0 0 0,-1-1 0 0 0,1 1 0 0 0,-1 0-1 0 0,0 0 1 0 0,0-1 0 0 0,0 1 0 0 0,0-1 0 0 0,0 1 0 0 0,0-1-1 0 0,0 1 1 0 0,-2 0 0 0 0,-8 14-14 0 0,9-13 22 0 0,1 1 0 0 0,0-1 1 0 0,0 1-1 0 0,0-1 1 0 0,1 1-1 0 0,-1-1 1 0 0,1 1-1 0 0,0-1 0 0 0,0 1 1 0 0,0 0-1 0 0,0-1 1 0 0,1 1-1 0 0,0-1 1 0 0,-1 1-1 0 0,1-1 0 0 0,0 1 1 0 0,1-1-1 0 0,-1 0 1 0 0,1 0-1 0 0,-1 1 1 0 0,4 4-1 0 0,-2-4 1 0 0,-1 0-1 0 0,0 1 1 0 0,0-1-1 0 0,0 1 1 0 0,-1-1-1 0 0,1 1 1 0 0,-1 0-1 0 0,1 9 1 0 0,-2 64 6 0 0,0-76-12 0 0,0 0 1 0 0,0-1-1 0 0,1 1 0 0 0,-1 0 1 0 0,0-1-1 0 0,1 1 0 0 0,0 0 1 0 0,-1-1-1 0 0,1 1 0 0 0,0-1 1 0 0,0 1-1 0 0,0-1 0 0 0,0 1 1 0 0,0-1-1 0 0,0 1 0 0 0,0-1 1 0 0,3 2-1 0 0,15 25 55 0 0,3 15 33 0 0,-18-37-83 0 0,-1-1 1 0 0,0 1-1 0 0,0 0 1 0 0,0 0-1 0 0,0 0 1 0 0,-1 1-1 0 0,0-1 1 0 0,-1 1-1 0 0,1-1 1 0 0,0 14-1 0 0,-2-16-7 0 0,1 0 0 0 0,-1 0 1 0 0,1 0-1 0 0,0-1 0 0 0,0 1 0 0 0,0 0 0 0 0,0-1 0 0 0,1 1 1 0 0,-1-1-1 0 0,1 1 0 0 0,0-1 0 0 0,0 0 0 0 0,1 1 1 0 0,-1-1-1 0 0,0 0 0 0 0,1-1 0 0 0,0 1 0 0 0,0 0 0 0 0,0-1 1 0 0,0 1-1 0 0,0-1 0 0 0,7 3 0 0 0,7 4-14 0 0,1 0 0 0 0,1-2 1 0 0,28 8-1 0 0,-12-4 26 0 0,172 53 69 0 0,-55-27 3 0 0,-34-9-5 0 0,-34-4-58 0 0,259 63-38 0 0,-297-79 4 0 0,1-2 0 0 0,-1-2 1 0 0,1-2-1 0 0,0-3 0 0 0,72-8 0 0 0,154-19 78 0 0,-128 16-7 0 0,-52-2 160 0 0,0-4 0 0 0,142-47 0 0 0,-94 23-41 0 0,-79 26-126 0 0,-21 6-3 0 0,-1-1 1 0 0,-1-2-1 0 0,56-27 1 0 0,-57 16 93 0 0,0-2 1 0 0,-2-2-1 0 0,-1-2 0 0 0,58-63 1 0 0,-65 52-89 0 0,-25 36-37 0 0,1-1-1 0 0,-1 1 0 0 0,1-1 0 0 0,0 1 0 0 0,0 0 1 0 0,7-6-1 0 0,-5 5-8 0 0,-4 5 2 0 0,0 0 1 0 0,-1 0 0 0 0,0-1 0 0 0,1 1 0 0 0,-1-1 0 0 0,0 1 0 0 0,1-1 0 0 0,-1 1-1 0 0,0-1 1 0 0,0 0 0 0 0,0 0 0 0 0,-1 1 0 0 0,1-1 0 0 0,0 0 0 0 0,-1 0-1 0 0,1 0 1 0 0,-1 0 0 0 0,1 0 0 0 0,-1 0 0 0 0,0 0 0 0 0,0 0 0 0 0,0 0-1 0 0,0 0 1 0 0,-1-4 0 0 0,0 4-1 0 0,-1 0 0 0 0,1-1 0 0 0,-1 1 1 0 0,1 0-1 0 0,-1 0 0 0 0,0 0 0 0 0,0 0 0 0 0,0 0 0 0 0,0 1 0 0 0,0-1 0 0 0,0 0 0 0 0,-1 1 0 0 0,1 0 0 0 0,0-1 0 0 0,-1 1 0 0 0,-4-1 0 0 0,-14-11 11 0 0,3 0-1 0 0,0 0 1 0 0,-1 1-1 0 0,-25-11 1 0 0,-33-22 48 0 0,26 10-24 0 0,-1 2-1 0 0,-2 2 0 0 0,-61-25 1 0 0,49 20-44 0 0,49 28-19 0 0,-8-3 77 0 0,0 1 0 0 0,-1 2 0 0 0,-32-8 0 0 0,-32 2-42 0 0,-1 3-1 0 0,0 4 1 0 0,-1 5-1 0 0,0 3 1 0 0,-100 15 0 0 0,178-15-55 0 0,0 1 1 0 0,0 0 0 0 0,0 1 0 0 0,0 1-1 0 0,1 0 1 0 0,-1 0 0 0 0,1 2 0 0 0,0 0-1 0 0,1 0 1 0 0,-1 1 0 0 0,1 1 0 0 0,0 0-1 0 0,1 0 1 0 0,-17 17 0 0 0,5-7-144 0 0,-8 10-184 0 0,31-27 296 0 0,-1 1 0 0 0,0-1 1 0 0,0 0-1 0 0,1 1 0 0 0,-1-1 0 0 0,1 0 1 0 0,-1 1-1 0 0,1-1 0 0 0,0 1 1 0 0,-1-1-1 0 0,1 1 0 0 0,0-1 0 0 0,0 1 1 0 0,0-1-1 0 0,0 1 0 0 0,1-1 0 0 0,-1 1 1 0 0,0-1-1 0 0,0 1 0 0 0,1-1 1 0 0,-1 1-1 0 0,1-1 0 0 0,-1 0 0 0 0,1 1 1 0 0,1 1-1 0 0,5 8-746 0 0,0 0 0 0 0,0 0 0 0 0,2 0 0 0 0,-1-1 0 0 0,18 16 0 0 0,-11-15-718 0 0,1-1-1 0 0,25 13 0 0 0,-37-22 1324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18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45 1441 0 0,'11'-5'7737'0'0,"21"0"-7475"0"0,-20 3 369 0 0,-4 0-560 0 0,0 1 0 0 0,0 0 0 0 0,0 0-1 0 0,0 1 1 0 0,-1 0 0 0 0,16 2 0 0 0,-2 0 7 0 0,160-8 656 0 0,-146 0-188 0 0,-35 5-297 0 0,0 0-241 0 0,0 1 0 0 0,1 0 0 0 0,-1 0 0 0 0,0 0 0 0 0,0-1 0 0 0,0 1 0 0 0,0 0 0 0 0,0 0 0 0 0,0 0 0 0 0,0-1 0 0 0,0 1 0 0 0,0 0 0 0 0,0 0-1 0 0,0 0 1 0 0,0-1 0 0 0,0 1 0 0 0,0 0 0 0 0,0 0 0 0 0,0 0 0 0 0,0-1 0 0 0,-1 1 0 0 0,1 0 0 0 0,0 0 0 0 0,0 0 0 0 0,0-1 0 0 0,0 1 0 0 0,0 0 0 0 0,0 0 0 0 0,0 0-1 0 0,-1 0 1 0 0,1 0 0 0 0,0-1 0 0 0,0 1 0 0 0,0 0 0 0 0,0 0 0 0 0,-1 0 0 0 0,1 0 0 0 0,0 0 0 0 0,0 0 0 0 0,0 0 0 0 0,-1 0 0 0 0,1-1 0 0 0,0 1 0 0 0,0 0-1 0 0,0 0 1 0 0,-1 0 0 0 0,1 0 0 0 0,0 0 0 0 0,0 0 0 0 0,-1 0 0 0 0,-21-4 240 0 0,-1 1 0 0 0,1 0 0 0 0,-1 2 1 0 0,-43 3-1 0 0,29 0-199 0 0,1 2 1 0 0,-1 1-1 0 0,1 2 1 0 0,0 1-1 0 0,0 2 1 0 0,-36 16-1 0 0,70-25-58 0 0,0 0 0 0 0,1-1-1 0 0,0 1 1 0 0,-1 0 0 0 0,1 0-1 0 0,-1 0 1 0 0,1 0 0 0 0,0 0-1 0 0,0 0 1 0 0,-1 0 0 0 0,1 0-1 0 0,0 1 1 0 0,0-1 0 0 0,0 0-1 0 0,1 1 1 0 0,-1-1 0 0 0,0 1-1 0 0,0-1 1 0 0,0 3 0 0 0,1-3 3 0 0,0 0 0 0 0,0 0 1 0 0,1 0-1 0 0,-1 0 0 0 0,0-1 1 0 0,1 1-1 0 0,-1 0 0 0 0,1 0 1 0 0,-1 0-1 0 0,1 0 0 0 0,-1 0 1 0 0,1-1-1 0 0,-1 1 1 0 0,1 0-1 0 0,0-1 0 0 0,-1 1 1 0 0,1 0-1 0 0,0-1 0 0 0,0 1 1 0 0,0-1-1 0 0,-1 1 0 0 0,1-1 1 0 0,0 1-1 0 0,0-1 0 0 0,0 0 1 0 0,0 1-1 0 0,0-1 0 0 0,0 0 1 0 0,0 0-1 0 0,0 0 0 0 0,0 1 1 0 0,2-2-1 0 0,61 19 136 0 0,-38-11 61 0 0,-1 0 0 0 0,46 5 0 0 0,-64-11-167 0 0,-1-1-1 0 0,1 0 1 0 0,-1 0 0 0 0,1-1-1 0 0,-1 0 1 0 0,0 0-1 0 0,1 0 1 0 0,-1 0-1 0 0,0-1 1 0 0,0 0 0 0 0,0-1-1 0 0,0 0 1 0 0,0 1-1 0 0,0-2 1 0 0,9-6-1 0 0,-5 2-13 0 0,-8 7-10 0 0,-1 0 0 0 0,1 0 0 0 0,0 0 0 0 0,-1-1 1 0 0,1 1-1 0 0,0-1 0 0 0,-1 1 0 0 0,0-1 0 0 0,1 1 0 0 0,-1-1 1 0 0,0 0-1 0 0,0 0 0 0 0,0 0 0 0 0,0 0 0 0 0,0 1 0 0 0,0-1 1 0 0,-1 0-1 0 0,1-1 0 0 0,0 1 0 0 0,-1 0 0 0 0,0 0 0 0 0,0 0 1 0 0,1-4-1 0 0,-1 6 0 0 0,-1-1 0 0 0,1 0 0 0 0,0 0 0 0 0,0 1 0 0 0,0-1 0 0 0,0 0 0 0 0,-1 0 0 0 0,1 1 1 0 0,0-1-1 0 0,-1 0 0 0 0,1 1 0 0 0,-1-1 0 0 0,1 0 0 0 0,-1 1 0 0 0,1-1 0 0 0,-1 1 0 0 0,1-1 0 0 0,-1 0 0 0 0,1 1 0 0 0,-1 0 1 0 0,0-1-1 0 0,1 1 0 0 0,-1-1 0 0 0,0 1 0 0 0,1 0 0 0 0,-2-1 0 0 0,1 1 6 0 0,0-1 0 0 0,0 1 0 0 0,0-1 1 0 0,0 1-1 0 0,0-1 0 0 0,0 0 0 0 0,0 1 0 0 0,0-1 0 0 0,0 0 0 0 0,0 0 0 0 0,1 0 0 0 0,-1 1 1 0 0,0-1-1 0 0,1 0 0 0 0,-1 0 0 0 0,0 0 0 0 0,1 0 0 0 0,-1 0 0 0 0,1 0 0 0 0,0 0 0 0 0,-1 0 1 0 0,1-1-1 0 0,0 1 0 0 0,0 0 0 0 0,-1 0 0 0 0,1 0 0 0 0,0-2 0 0 0,0 2 34 0 0,1 2-62 0 0,-2-1 20 0 0,1 0 0 0 0,0 1 0 0 0,0-1 0 0 0,0 0 0 0 0,0 0 0 0 0,0 0 0 0 0,0 0 0 0 0,0 1 0 0 0,0-1 0 0 0,0 0 1 0 0,0 0-1 0 0,0 0 0 0 0,0 0 0 0 0,0 1 0 0 0,0-1 0 0 0,0 0 0 0 0,0 0 0 0 0,0 0 0 0 0,0 0 0 0 0,0 1 0 0 0,0-1 0 0 0,0 0 0 0 0,0 0 0 0 0,0 0 0 0 0,1 0 0 0 0,-1 1 0 0 0,0-1 0 0 0,0 0 0 0 0,0 0 0 0 0,0 0 1 0 0,0 0-1 0 0,0 0 0 0 0,0 0 0 0 0,1 0 0 0 0,-1 1 0 0 0,0-1 0 0 0,0 0 0 0 0,0 0 0 0 0,0 0 0 0 0,1 0 0 0 0,-1 0 0 0 0,0 0 0 0 0,0 0 0 0 0,0 0 0 0 0,0 0 0 0 0,0 0 0 0 0,1 0 0 0 0,-1 0 0 0 0,0 0 1 0 0,0 0-1 0 0,0 0 0 0 0,1 0 0 0 0,-1 0 0 0 0,0 0 0 0 0,0 0 0 0 0,0 0 0 0 0,5 2-7 0 0,-1 0 0 0 0,0 0 0 0 0,-1 0 0 0 0,1 1 0 0 0,0-1 0 0 0,-1 1 0 0 0,1 0 0 0 0,-1 0-1 0 0,0 0 1 0 0,4 6 0 0 0,30 43 202 0 0,-26-32-79 0 0,-2 1 0 0 0,0 0 0 0 0,-1 1 0 0 0,-1 0 0 0 0,-1 0 0 0 0,-1 1 0 0 0,-1 0 0 0 0,-1 0 0 0 0,-1 0 0 0 0,-1 26 0 0 0,-1 25-221 0 0,2-74-55 0 0,-1 0 0 0 0,1 0 0 0 0,-1-1 1 0 0,0 1-1 0 0,1-1 0 0 0,-1 1 0 0 0,0-1 0 0 0,1 0 0 0 0,-1 0 0 0 0,0 1 0 0 0,0-1 0 0 0,0 0 0 0 0,0 0 0 0 0,0 0 0 0 0,0 0 0 0 0,0 0 0 0 0,0 0 0 0 0,0-1 0 0 0,0 1 0 0 0,0-1 0 0 0,10-32-3400 0 0,14-13-1040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19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0 1761 0 0,'-25'3'2601'0'0,"0"1"0"0"0,-45 13 0 0 0,54-11-2012 0 0,15-1-230 0 0,23 0-67 0 0,-2-2-198 0 0,-9-1 53 0 0,1 0-1 0 0,-1-1 0 0 0,1-1 1 0 0,0 1-1 0 0,19-4 0 0 0,6 1 97 0 0,1 2-643 0 0,1 1-1 0 0,0 2 1 0 0,56 12 0 0 0,-74-11-517 0 0,-15-3 300 0 0,1 0 0 0 0,-1 0 0 0 0,0 1 0 0 0,1 0 0 0 0,-1 0 0 0 0,0 0 0 0 0,0 1 0 0 0,8 5 0 0 0,-9 5-2371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19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41 1121 0 0,'-86'-8'7403'0'0,"179"-7"-2272"0"0,-10-1-4513 0 0,-63 15-922 0 0,0 0 0 0 0,-1 1 0 0 0,1 1 0 0 0,-1 1 0 0 0,22 5 0 0 0,-12 0-2311 0 0,-1 1-1 0 0,43 18 0 0 0,-36-11-1026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2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84 960 0 0,'-56'0'5923'0'0,"52"-4"-5233"0"0,3-10 281 0 0,6-5-231 0 0,15 10-430 0 0,1 1 1 0 0,-1 1-1 0 0,1 1 0 0 0,1 1 0 0 0,-1 1 0 0 0,1 1 0 0 0,38-1 0 0 0,-52 4-331 0 0,1 0-1 0 0,-1 0 1 0 0,0 1-1 0 0,1 0 1 0 0,-1 1-1 0 0,0 0 1 0 0,0 0-1 0 0,0 1 1 0 0,9 3-1 0 0,-13-3-19 0 0,0 0-1 0 0,1 0 0 0 0,-1 0 1 0 0,0 0-1 0 0,-1 1 1 0 0,1-1-1 0 0,-1 1 1 0 0,1 0-1 0 0,-1 0 0 0 0,-1 0 1 0 0,1 1-1 0 0,0-1 1 0 0,-1 1-1 0 0,0 0 1 0 0,3 7-1 0 0,-5-8 23 0 0,1 0-1 0 0,0 0 1 0 0,-1 0 0 0 0,0 0 0 0 0,0 0 0 0 0,0 0-1 0 0,0 1 1 0 0,-1-1 0 0 0,0 0 0 0 0,0 0-1 0 0,0 0 1 0 0,0 0 0 0 0,0 0 0 0 0,-1-1-1 0 0,0 1 1 0 0,-3 5 0 0 0,-3 8-14 0 0,2-1 102 0 0,-1-1 1 0 0,-1 0-1 0 0,0-1 0 0 0,-2 1 1 0 0,1-2-1 0 0,-1 1 0 0 0,-1-2 1 0 0,-1 1-1 0 0,0-1 0 0 0,0-1 1 0 0,-1 0-1 0 0,0-1 1 0 0,-1 0-1 0 0,-27 13 0 0 0,-17 10 121 0 0,46-25-84 0 0,-1 0 1 0 0,0-1-1 0 0,0 0 0 0 0,-1-1 1 0 0,0 0-1 0 0,0-1 0 0 0,-21 4 1 0 0,7-7-99 0 0,0-1 0 0 0,1-1 0 0 0,-1-2 0 0 0,-32-6 0 0 0,60 8-2 0 0,-1 0 0 0 0,1-1-1 0 0,-1 1 1 0 0,1-1 0 0 0,-1 1 0 0 0,1-1 0 0 0,0 1 0 0 0,-1-1-1 0 0,1 1 1 0 0,0-1 0 0 0,-1 0 0 0 0,1 1 0 0 0,0-1 0 0 0,0 1 0 0 0,0-1-1 0 0,-1 0 1 0 0,1 1 0 0 0,0-1 0 0 0,0 0 0 0 0,0 1 0 0 0,0-1 0 0 0,0 0-1 0 0,0 1 1 0 0,0-1 0 0 0,0 1 0 0 0,1-1 0 0 0,-1 0 0 0 0,0 1 0 0 0,0-1-1 0 0,0 0 1 0 0,1 1 0 0 0,-1-1 0 0 0,0 1 0 0 0,1-1 0 0 0,-1 1 0 0 0,1-1-1 0 0,-1 1 1 0 0,0-1 0 0 0,1 1 0 0 0,0-1 0 0 0,16-7-11 0 0,0 1-1 0 0,0 0 1 0 0,0 2 0 0 0,1 0-1 0 0,0 1 1 0 0,0 0 0 0 0,0 2-1 0 0,1 0 1 0 0,-1 1 0 0 0,1 1-1 0 0,-1 1 1 0 0,0 0 0 0 0,1 2-1 0 0,32 8 1 0 0,11 10-799 0 0,-33-10-766 0 0,1-1 0 0 0,55 10 1 0 0,-76-19 1266 0 0,1 0 0 0 0,-1 0 0 0 0,0-1 1 0 0,1 0-1 0 0,-1-1 0 0 0,1 0 1 0 0,-1 0-1 0 0,0-1 0 0 0,0-1 1 0 0,0 1-1 0 0,0-1 0 0 0,0-1 0 0 0,16-8 1 0 0,5-7-2353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25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185 160 1601 0 0,'0'-1'94'0'0,"0"0"0"0"0,0 0 1 0 0,0 0-1 0 0,-1 0 0 0 0,1 0 1 0 0,0 1-1 0 0,0-1 0 0 0,-1 0 1 0 0,1 0-1 0 0,-1 0 0 0 0,1 0 1 0 0,0 1-1 0 0,-1-1 1 0 0,1 0-1 0 0,-1 0 0 0 0,0 1 1 0 0,1-1-1 0 0,-1 0 0 0 0,0 1 1 0 0,1-1-1 0 0,-1 1 0 0 0,0-1 1 0 0,0 1-1 0 0,0-1 0 0 0,1 1 1 0 0,-2-1-1 0 0,1 1-33 0 0,0-1 0 0 0,0 1-1 0 0,0-1 1 0 0,0 1 0 0 0,0-1 0 0 0,0 0-1 0 0,0 1 1 0 0,1-1 0 0 0,-1 0 0 0 0,0 0 0 0 0,0 1-1 0 0,1-1 1 0 0,-1 0 0 0 0,0 0 0 0 0,1 0 0 0 0,-1 0-1 0 0,1 0 1 0 0,-1 0 0 0 0,1 0 0 0 0,0 0 0 0 0,-1 0-1 0 0,1 0 1 0 0,0 0 0 0 0,0 0 0 0 0,0 0 0 0 0,0-2-1 0 0,-1 0 21 0 0,1 1-1 0 0,-1-1 1 0 0,0 1-1 0 0,0 0 1 0 0,0-1-1 0 0,0 1 1 0 0,0 0 0 0 0,0 0-1 0 0,-1-1 1 0 0,1 1-1 0 0,-1 0 1 0 0,1 1-1 0 0,-1-1 1 0 0,0 0-1 0 0,0 0 1 0 0,0 1-1 0 0,0-1 1 0 0,0 1-1 0 0,0-1 1 0 0,-3-1-1 0 0,-18-16 364 0 0,20 14-341 0 0,0 1 1 0 0,-1-1 0 0 0,1 1-1 0 0,-1-1 1 0 0,0 1-1 0 0,-1 0 1 0 0,1 1 0 0 0,-1-1-1 0 0,0 1 1 0 0,1 0 0 0 0,-2 0-1 0 0,-4-2 1 0 0,7 24 69 0 0,1 1 1 0 0,2 38-1 0 0,0-54-133 0 0,-4 49-144 0 0,4-50 101 0 0,-1 0 1 0 0,-1 0 0 0 0,1 0-1 0 0,0 0 1 0 0,-1 0-1 0 0,1 0 1 0 0,-1-1-1 0 0,0 1 1 0 0,0 0 0 0 0,0-1-1 0 0,-3 3 1 0 0,4-3 9 0 0,-1 0 1 0 0,1 1 0 0 0,1-1 0 0 0,-1 0-1 0 0,0 0 1 0 0,0 0 0 0 0,1 1 0 0 0,-1-1-1 0 0,1 0 1 0 0,0 1 0 0 0,0-1-1 0 0,0 1 1 0 0,0-1 0 0 0,0 0 0 0 0,0 1-1 0 0,1 3 1 0 0,1 15-73 0 0,3-19-1 0 0,12 1 65 0 0,0 0 0 0 0,0-2 0 0 0,1 0 0 0 0,-1-1 1 0 0,0 0-1 0 0,1-1 0 0 0,30-7 0 0 0,-18-1 38 0 0,-1-1-1 0 0,47-22 1 0 0,-48 19-7 0 0,-8 6-16 0 0,-15 1-14 0 0,-5-19 80 0 0,-5 20-80 0 0,-15 4-14 0 0,19 3 4 0 0,0 0-1 0 0,0 0 1 0 0,0-1-1 0 0,1 1 1 0 0,-1 0-1 0 0,0 0 1 0 0,1 0-1 0 0,0 0 1 0 0,-1 0-1 0 0,1 0 1 0 0,0 0-1 0 0,0 0 0 0 0,0 0 1 0 0,0-1-1 0 0,0 1 1 0 0,1 0-1 0 0,0 2 1 0 0,-1 6-14 0 0,-4 21 64 0 0,-1 0 0 0 0,-2 0 0 0 0,-1-1 0 0 0,-23 58 0 0 0,30-86-27 0 0,0 5 19 0 0,-1 0-1 0 0,1 0 1 0 0,0 0-1 0 0,0 0 1 0 0,1 1 0 0 0,1 12-1 0 0,-1-1-92 0 0,1-19 34 0 0,0 1-1 0 0,0 0 1 0 0,0-1-1 0 0,-1 1 1 0 0,1-1-1 0 0,0 1 0 0 0,0-1 1 0 0,0 1-1 0 0,0-1 1 0 0,0 0-1 0 0,0 1 1 0 0,0-1-1 0 0,0 0 1 0 0,0 0-1 0 0,0 0 1 0 0,0 0-1 0 0,0 0 0 0 0,0 0 1 0 0,0 0-1 0 0,0 0 1 0 0,0 0-1 0 0,0 0 1 0 0,0 0-1 0 0,2-1 1 0 0,32-4-965 0 0,-27 3 432 0 0,1-1 1 0 0,-1 0 0 0 0,0 0 0 0 0,0 0 0 0 0,0-1 0 0 0,-1 0 0 0 0,10-7 0 0 0,-1 0-931 0 0,10-7-538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26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217 150 1681 0 0,'0'0'101'0'0,"0"-1"0"0"0,0 1 0 0 0,0-1 0 0 0,0 0 0 0 0,0 1 0 0 0,-1-1 0 0 0,1 0 0 0 0,0 1 0 0 0,0-1-1 0 0,0 1 1 0 0,0-1 0 0 0,-1 0 0 0 0,1 1 0 0 0,0-1 0 0 0,-1 1 0 0 0,1-1 0 0 0,0 1 0 0 0,-1-1 0 0 0,1 1 0 0 0,-1-1 0 0 0,1 1 0 0 0,-1 0 0 0 0,1-1 0 0 0,-1 1 0 0 0,1 0 0 0 0,-1-1 0 0 0,1 1 0 0 0,-1 0 0 0 0,1-1 0 0 0,-1 1 0 0 0,0 0 0 0 0,0 0 0 0 0,-25 2 1304 0 0,19 1-1304 0 0,0-1 0 0 0,0 1-1 0 0,0 0 1 0 0,1 1 0 0 0,0-1 0 0 0,-7 6-1 0 0,-12 12 116 0 0,15-14-191 0 0,1 1 0 0 0,0-1 0 0 0,0 1 0 0 0,0 1 0 0 0,1 0 1 0 0,1 0-1 0 0,0 1 0 0 0,0 0 0 0 0,-9 16 0 0 0,14-17 17 0 0,0 0 0 0 0,0 0 0 0 0,0 1 0 0 0,1-1-1 0 0,1 0 1 0 0,0 0 0 0 0,0 1 0 0 0,2 13 0 0 0,0 15 288 0 0,-1-36-324 0 0,-1 0-1 0 0,1-1 1 0 0,-1 1 0 0 0,1-1-1 0 0,-1 1 1 0 0,1 0-1 0 0,0-1 1 0 0,0 0 0 0 0,0 1-1 0 0,0-1 1 0 0,0 1-1 0 0,0-1 1 0 0,0 0 0 0 0,0 0-1 0 0,1 0 1 0 0,-1 0-1 0 0,0 0 1 0 0,1 0 0 0 0,-1 0-1 0 0,1 0 1 0 0,-1 0-1 0 0,1-1 1 0 0,0 1 0 0 0,-1 0-1 0 0,1-1 1 0 0,-1 0-1 0 0,1 1 1 0 0,0-1 0 0 0,-1 0-1 0 0,1 0 1 0 0,0 0-1 0 0,2 0 1 0 0,68 0 196 0 0,-66 0-162 0 0,10-2 43 0 0,0 0 0 0 0,0 0 0 0 0,0-2-1 0 0,0 0 1 0 0,0-1 0 0 0,-1 0 0 0 0,0-1 0 0 0,26-15 0 0 0,-19 6 26 0 0,0 0 1 0 0,0-2 0 0 0,-2 0-1 0 0,29-31 1 0 0,-36 35-106 0 0,0-1 0 0 0,-1-1 0 0 0,-1 0 0 0 0,13-23 0 0 0,-21 32 2 0 0,0 0 0 0 0,0 0 1 0 0,-1 0-1 0 0,1 0 0 0 0,-1-1 1 0 0,-1 1-1 0 0,0-1 0 0 0,0 1 1 0 0,0-1-1 0 0,0 0 0 0 0,-1 1 1 0 0,0-1-1 0 0,-1 1 0 0 0,1-1 0 0 0,-1 0 1 0 0,-1 1-1 0 0,-3-11 0 0 0,2 12-60 0 0,0-1-1 0 0,0 2 0 0 0,-1-1 1 0 0,1 0-1 0 0,-1 1 1 0 0,-1 0-1 0 0,1 0 0 0 0,0 0 1 0 0,-1 0-1 0 0,0 1 0 0 0,0 0 1 0 0,0 0-1 0 0,0 0 1 0 0,-1 0-1 0 0,1 1 0 0 0,-1 0 1 0 0,1 0-1 0 0,-1 1 0 0 0,0-1 1 0 0,-7 0-1 0 0,12 2-48 0 0,0 1 0 0 0,1-1 0 0 0,-1 0 0 0 0,0 1 0 0 0,0-1 0 0 0,1 1 0 0 0,-1-1 0 0 0,1 1 0 0 0,-1-1 0 0 0,0 1 0 0 0,1-1 0 0 0,-1 1 0 0 0,1-1 1 0 0,-1 1-1 0 0,1 0 0 0 0,-1-1 0 0 0,1 1 0 0 0,0 0 0 0 0,-1 0 0 0 0,1-1 0 0 0,0 1 0 0 0,0 0 0 0 0,-1 0 0 0 0,1-1 0 0 0,0 1 0 0 0,0 0 0 0 0,0 0 0 0 0,0-1 0 0 0,0 1 0 0 0,0 0 0 0 0,0 0 0 0 0,0 0 0 0 0,0-1 0 0 0,1 1 0 0 0,-1 0 0 0 0,0 0 0 0 0,0-1 0 0 0,1 2 0 0 0,0 2-430 0 0,-1 20-2561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26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14 2161 0 0,'-44'-6'1701'0'0,"-28"-1"1467"0"0,68 7-3053 0 0,-1 0-1 0 0,1 0 1 0 0,0 1 0 0 0,-1-1-1 0 0,1 1 1 0 0,-1 0 0 0 0,1 0 0 0 0,-5 3-1 0 0,8-4-90 0 0,0 1 1 0 0,0-1-1 0 0,0 1 0 0 0,0-1 0 0 0,0 1 0 0 0,0 0 1 0 0,0 0-1 0 0,0 0 0 0 0,0-1 0 0 0,1 1 0 0 0,-1 0 1 0 0,0 0-1 0 0,0 0 0 0 0,1 0 0 0 0,-1 0 0 0 0,1 0 1 0 0,-1 1-1 0 0,1-1 0 0 0,-1 0 0 0 0,1 1 1 0 0,0 1-3 0 0,0 1 0 0 0,0-1 1 0 0,1 0-1 0 0,0 0 0 0 0,-1 0 1 0 0,1 0-1 0 0,0 0 0 0 0,1-1 1 0 0,-1 1-1 0 0,0 0 0 0 0,1 0 1 0 0,0-1-1 0 0,-1 1 0 0 0,1-1 1 0 0,0 1-1 0 0,0-1 0 0 0,1 0 1 0 0,-1 0-1 0 0,4 3 0 0 0,30 31 145 0 0,44 55 0 0 0,-75-85-154 0 0,1 0-1 0 0,0 0 1 0 0,0 0-1 0 0,1-1 1 0 0,-1 0-1 0 0,1-1 1 0 0,13 7 0 0 0,-13-7-48 0 0,0 0 0 0 0,1 1 1 0 0,-2 0-1 0 0,1 0 1 0 0,11 11-1 0 0,-16-14-40 0 0,1 1 0 0 0,0-1 0 0 0,0 0 0 0 0,0 0 1 0 0,1 0-1 0 0,-1-1 0 0 0,0 1 0 0 0,1-1 0 0 0,-1 0 0 0 0,1 0 0 0 0,-1 0 0 0 0,1 0 0 0 0,0-1 0 0 0,-1 1 0 0 0,1-1 0 0 0,6 0 0 0 0,17 3-1079 0 0,-22-3-926 0 0,-5-5-1055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26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0 185 2001 0 0,'61'-32'1761'0'0,"-31"-7"-321"0"0,30 9-639 0 0,-30-3-1041 0 0,31 8-1201 0 0,-1 0-1120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27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45 720 0 0,'-30'-19'2241'0'0,"30"7"-560"0"0,0-1 800 0 0,-31 26-2161 0 0,31 25-160 0 0,-30 32-79 0 0,0-7-1 0 0,0 0-80 0 0,0 9 160 0 0,-1-17 0 0 0,1-9-160 0 0,30-21 0 0 0,0-19-240 0 0,0-19-401 0 0,30-12-879 0 0,1-14-2002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27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301 155 1761 0 0,'-80'28'3635'0'0,"57"-22"-3141"0"0,1 1 1 0 0,0 1-1 0 0,1 1 1 0 0,0 1-1 0 0,1 1 1 0 0,-32 22-1 0 0,47-30-459 0 0,1 1-1 0 0,1 0 1 0 0,-1 0-1 0 0,0 1 1 0 0,1-1-1 0 0,-5 9 1 0 0,3-5 84 0 0,5-8-109 0 0,0 1 1 0 0,-1 0 0 0 0,1-1 0 0 0,-1 1-1 0 0,1-1 1 0 0,0 1 0 0 0,0 0 0 0 0,-1 0-1 0 0,1-1 1 0 0,0 1 0 0 0,0 0 0 0 0,0-1-1 0 0,0 1 1 0 0,0 0 0 0 0,-1 0 0 0 0,1-1-1 0 0,1 1 1 0 0,-1 0 0 0 0,0 0 0 0 0,0-1-1 0 0,0 1 1 0 0,0 0 0 0 0,1-1 0 0 0,-1 1-1 0 0,0 0 1 0 0,0-1 0 0 0,1 1 0 0 0,-1 0-1 0 0,1-1 1 0 0,-1 1 0 0 0,0 0 0 0 0,1-1 0 0 0,-1 1-1 0 0,1-1 1 0 0,0 1 0 0 0,-1-1 0 0 0,1 1-1 0 0,-1-1 1 0 0,1 0 0 0 0,0 1 0 0 0,-1-1-1 0 0,1 0 1 0 0,0 1 0 0 0,-1-1 0 0 0,1 0-1 0 0,0 0 1 0 0,-1 0 0 0 0,1 1 0 0 0,0-1-1 0 0,1 0 1 0 0,45 5 161 0 0,-10-5 25 0 0,0-1-1 0 0,0-2 1 0 0,57-13 0 0 0,-28 0 26 0 0,-50 14-212 0 0,-1-1-1 0 0,-1-1 1 0 0,1-1-1 0 0,-1 0 0 0 0,1 0 1 0 0,-1-2-1 0 0,18-11 1 0 0,-29 17-16 0 0,0-1-1 0 0,0 0 1 0 0,-1 0 0 0 0,1-1 0 0 0,-1 1 0 0 0,1 0 0 0 0,-1-1-1 0 0,0 0 1 0 0,0 1 0 0 0,0-1 0 0 0,0 0 0 0 0,-1 0 0 0 0,1 0-1 0 0,-1 0 1 0 0,0-1 0 0 0,0 1 0 0 0,0 0 0 0 0,0 0-1 0 0,0-6 1 0 0,-1 4-1 0 0,0 0 0 0 0,-1 0 0 0 0,1 1 0 0 0,-1-1 0 0 0,-1 1 0 0 0,1-1 0 0 0,0 1 0 0 0,-1-1 0 0 0,0 1 0 0 0,0 0 0 0 0,-1 0 0 0 0,-3-6 0 0 0,-3-2-21 0 0,-1 0-1 0 0,-1 0 1 0 0,0 1-1 0 0,0 0 1 0 0,-1 1 0 0 0,-21-14-1 0 0,21 16-123 0 0,-1 1-1 0 0,0 0 1 0 0,-23-8-1 0 0,32 13 16 0 0,0 1-1 0 0,0 0 1 0 0,-1 0-1 0 0,1 0 0 0 0,0 1 1 0 0,0-1-1 0 0,-1 1 1 0 0,1 0-1 0 0,0 0 1 0 0,0 1-1 0 0,-1-1 0 0 0,1 1 1 0 0,0 0-1 0 0,-8 2 1 0 0,12-2 81 0 0,-1-1 1 0 0,1 0-1 0 0,0 0 0 0 0,-1 0 1 0 0,1 0-1 0 0,0 1 1 0 0,0-1-1 0 0,-1 0 1 0 0,1 0-1 0 0,0 0 0 0 0,0 1 1 0 0,-1-1-1 0 0,1 0 1 0 0,0 0-1 0 0,0 1 1 0 0,0-1-1 0 0,-1 0 0 0 0,1 1 1 0 0,0-1-1 0 0,0 0 1 0 0,0 1-1 0 0,0-1 1 0 0,0 0-1 0 0,0 1 0 0 0,0-1 1 0 0,0 0-1 0 0,0 1 1 0 0,0-1-1 0 0,0 0 1 0 0,0 1-1 0 0,0-1 0 0 0,0 1 1 0 0,0 16-2948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28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1 4162 0 0,'-15'0'934'0'0,"-1"0"-1"0"0,1 1 1 0 0,-1 1 0 0 0,1 1 0 0 0,-18 4-1 0 0,84 5-679 0 0,-44-10-241 0 0,-1 0 1 0 0,1-1 0 0 0,0-1-1 0 0,0 1 1 0 0,10-1-1 0 0,26 2 39 0 0,28 5-45 0 0,70 10-3028 0 0,-126-17 406 0 0,-35 0-386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28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53 1201 0 0,'0'-14'4642'0'0,"-31"14"-1761"0"0,31-6-1600 0 0,31 6-561 0 0,-1-5-160 0 0,0 5-80 0 0,91-8-79 0 0,-37 8-241 0 0,37 0-641 0 0,0-6-1119 0 0,-31 0-1762 0 0,-29-1-239 0 0,-31 7 559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31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92 1361 0 0,'-40'11'4068'0'0,"19"-4"-3597"0"0,0-1 1 0 0,-1-1-1 0 0,1-1 0 0 0,-1 0 1 0 0,0-2-1 0 0,-1-1 0 0 0,1-1 1 0 0,-25-2-1 0 0,47 1-419 0 0,-1 1 0 0 0,0-1-1 0 0,1 0 1 0 0,-1 0 0 0 0,1 0 0 0 0,-1 1 0 0 0,1-1-1 0 0,0 0 1 0 0,-1 0 0 0 0,1 0 0 0 0,0 0 0 0 0,-1 0-1 0 0,1 0 1 0 0,0 0 0 0 0,0 0 0 0 0,0 1 0 0 0,0-1-1 0 0,0 0 1 0 0,0 0 0 0 0,0 0 0 0 0,0 0-1 0 0,1 0 1 0 0,-1 0 0 0 0,0 0 0 0 0,0 0 0 0 0,1 0-1 0 0,-1 1 1 0 0,1-1 0 0 0,-1 0 0 0 0,1 0 0 0 0,-1 0-1 0 0,1 1 1 0 0,0-2 0 0 0,80-18 375 0 0,-7-3-120 0 0,153-23-1 0 0,-199 42-330 0 0,51-2-1 0 0,-70 6-8 0 0,-1 0 0 0 0,1 0 0 0 0,-1 1 0 0 0,1 1 0 0 0,-1-1 0 0 0,1 1-1 0 0,-1 1 1 0 0,0 0 0 0 0,0 0 0 0 0,12 6 0 0 0,-18-7 6 0 0,0-1 0 0 0,0 1 1 0 0,1-1-1 0 0,-1 1 0 0 0,-1 0 0 0 0,1 0 1 0 0,0 0-1 0 0,0 0 0 0 0,-1 0 0 0 0,1 0 1 0 0,-1 1-1 0 0,0-1 0 0 0,1 0 0 0 0,-1 1 1 0 0,0-1-1 0 0,-1 1 0 0 0,1-1 0 0 0,0 1 1 0 0,-1-1-1 0 0,1 1 0 0 0,-1 0 0 0 0,0-1 1 0 0,0 5-1 0 0,-1 3-68 0 0,-1-1 1 0 0,0 1 0 0 0,0 0-1 0 0,-1-1 1 0 0,-4 9 0 0 0,-1 7-72 0 0,4-14 144 0 0,0 0-1 0 0,0-1 1 0 0,-1 1 0 0 0,-1-1 0 0 0,0-1 0 0 0,0 1-1 0 0,0-1 1 0 0,-2 0 0 0 0,-10 12 0 0 0,-16 18-63 0 0,-59 60-211 0 0,10-14 405 0 0,65-65-8 0 0,0-1 0 0 0,-1 0 0 0 0,-44 30 0 0 0,53-42-90 0 0,-1 0-1 0 0,0 0 1 0 0,-1-1 0 0 0,0-1-1 0 0,0 0 1 0 0,0-1-1 0 0,0 0 1 0 0,-1-1-1 0 0,1 0 1 0 0,-19 1 0 0 0,25-3-24 0 0,0-1 1 0 0,0 0 0 0 0,0 0 0 0 0,0-1-1 0 0,0 0 1 0 0,0 0 0 0 0,-12-4 0 0 0,16 4 1 0 0,1 0 1 0 0,-1 0 0 0 0,0 0-1 0 0,0 0 1 0 0,0 0 0 0 0,1-1 0 0 0,-1 1-1 0 0,0-1 1 0 0,1 1 0 0 0,-1-1-1 0 0,1 1 1 0 0,0-1 0 0 0,0 0-1 0 0,-1 0 1 0 0,1 0 0 0 0,0 0-1 0 0,1 0 1 0 0,-1 0 0 0 0,0 0-1 0 0,0 0 1 0 0,1 0 0 0 0,-1 0-1 0 0,1 0 1 0 0,0 0 0 0 0,0 0-1 0 0,0-1 1 0 0,0-1 0 0 0,1-5-34 0 0,0 1 0 0 0,0-1 0 0 0,1 1 1 0 0,0-1-1 0 0,0 1 0 0 0,7-15 0 0 0,-2 5-49 0 0,-6 15 76 0 0,-1 0 0 0 0,1 0 1 0 0,0 0-1 0 0,0 0 1 0 0,0 0-1 0 0,0 0 1 0 0,1 0-1 0 0,-1 0 1 0 0,1 1-1 0 0,0-1 0 0 0,0 1 1 0 0,0-1-1 0 0,0 1 1 0 0,0 0-1 0 0,0-1 1 0 0,1 1-1 0 0,-1 0 0 0 0,1 0 1 0 0,-1 1-1 0 0,1-1 1 0 0,0 1-1 0 0,0-1 1 0 0,0 1-1 0 0,-1 0 1 0 0,1 0-1 0 0,1 0 0 0 0,-1 0 1 0 0,5 0-1 0 0,2-1 0 0 0,0 1 0 0 0,-1 0 1 0 0,1 0-1 0 0,-1 1 0 0 0,1 0 0 0 0,0 1 0 0 0,-1 0 0 0 0,1 0 0 0 0,-1 1 0 0 0,1 0 0 0 0,-1 1 0 0 0,0 0 0 0 0,10 5 0 0 0,6 5 60 0 0,-1 1-1 0 0,0 1 1 0 0,26 23 0 0 0,-35-27 2 0 0,0 0 0 0 0,-1 2 0 0 0,-1 0 0 0 0,0 0 0 0 0,0 1 0 0 0,-2 0 0 0 0,16 25 0 0 0,-22-31-37 0 0,0 0 0 0 0,0 0 0 0 0,1 0 0 0 0,0-1 0 0 0,0 0 0 0 0,11 10 0 0 0,-15-16-74 0 0,0 0 0 0 0,0 1-1 0 0,0-1 1 0 0,0 0 0 0 0,0 0-1 0 0,0 0 1 0 0,0 0-1 0 0,0 0 1 0 0,1 0 0 0 0,-1-1-1 0 0,0 1 1 0 0,1-1 0 0 0,-1 1-1 0 0,0-1 1 0 0,1 0-1 0 0,-1 0 1 0 0,0 0 0 0 0,1-1-1 0 0,-1 1 1 0 0,0 0 0 0 0,1-1-1 0 0,-1 1 1 0 0,0-1-1 0 0,1 0 1 0 0,-1 0 0 0 0,0 0-1 0 0,0 0 1 0 0,0 0 0 0 0,0-1-1 0 0,3-1 1 0 0,25-26-2575 0 0,0-8-1254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31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299 205 2081 0 0,'0'0'3535'0'0,"-5"-2"-2321"0"0,1 2-981 0 0,4 0-193 0 0,-1 0 1 0 0,0 0-1 0 0,0 0 1 0 0,0 0 0 0 0,0 0-1 0 0,0-1 1 0 0,0 1 0 0 0,1 0-1 0 0,-1 0 1 0 0,0-1-1 0 0,0 1 1 0 0,0-1 0 0 0,0 1-1 0 0,1 0 1 0 0,-1-1 0 0 0,0 1-1 0 0,1-1 1 0 0,-1 0-1 0 0,0 1 1 0 0,1-1 0 0 0,-1 0-1 0 0,1 1 1 0 0,-1-1 0 0 0,1 0-1 0 0,-1 1 1 0 0,1-1-1 0 0,-1 0 1 0 0,1 0 0 0 0,0 0-1 0 0,-1 0 1 0 0,1 1 0 0 0,0-1-1 0 0,0-2 1 0 0,-1 1 16 0 0,1-1 0 0 0,0 1-1 0 0,-1-1 1 0 0,1 1 0 0 0,-1 0 0 0 0,0-1 0 0 0,0 1 0 0 0,0 0 0 0 0,0 0-1 0 0,0-1 1 0 0,0 1 0 0 0,-1 0 0 0 0,-2-3 0 0 0,2 3-32 0 0,1 0 0 0 0,-1-1 0 0 0,1 1 1 0 0,-1 0-1 0 0,1 0 0 0 0,0-1 0 0 0,0 1 0 0 0,0-1 1 0 0,0 1-1 0 0,0-1 0 0 0,1 1 0 0 0,-1-1 0 0 0,1 0 1 0 0,-1-2-1 0 0,1-104 1469 0 0,0 118-1542 0 0,0 1-1 0 0,-1-1 1 0 0,0 1 0 0 0,-1-1 0 0 0,0 1 0 0 0,-1-1 0 0 0,1 0-1 0 0,-2 0 1 0 0,1 0 0 0 0,-2-1 0 0 0,-5 11 0 0 0,-6 4-22 0 0,-2 0 0 0 0,-35 35 1 0 0,33-35 103 0 0,1 0 1 0 0,2 1 0 0 0,0 0-1 0 0,-21 45 1 0 0,37-68-30 0 0,1-1 0 0 0,-1 1-1 0 0,0 0 1 0 0,1 0 0 0 0,-1 0 0 0 0,1 0-1 0 0,-1 0 1 0 0,1 0 0 0 0,0 0 0 0 0,-1 0-1 0 0,1 0 1 0 0,0 0 0 0 0,0 0 0 0 0,0 0-1 0 0,0 0 1 0 0,0 0 0 0 0,0 0 0 0 0,0 0-1 0 0,0 0 1 0 0,0 0 0 0 0,0 0 0 0 0,0 0-1 0 0,1 0 1 0 0,-1 0 0 0 0,0 0 0 0 0,1 0-1 0 0,-1 0 1 0 0,1 0 0 0 0,-1 0 0 0 0,1 0-1 0 0,-1 0 1 0 0,1 0 0 0 0,0-1 0 0 0,-1 1-1 0 0,1 0 1 0 0,0-1 0 0 0,0 1 0 0 0,0 0-1 0 0,0-1 1 0 0,-1 1 0 0 0,1-1 0 0 0,0 1-1 0 0,0-1 1 0 0,0 1 0 0 0,0-1 0 0 0,0 0-1 0 0,2 1 1 0 0,5 0-28 0 0,0 1 0 0 0,0-1 0 0 0,0-1-1 0 0,16 0 1 0 0,-14-1 71 0 0,39-1 63 0 0,47-10-1 0 0,-29 3-24 0 0,-22 3-115 0 0,1-3-1 0 0,-1-1 1 0 0,-1-3 0 0 0,78-32-1 0 0,-116 42 9 0 0,-1 0-1 0 0,1-1 1 0 0,0 0-1 0 0,-1-1 1 0 0,0 1-1 0 0,0-1 1 0 0,7-8-1 0 0,-7 8 34 0 0,-5 4-9 0 0,1 0 0 0 0,-1 1 0 0 0,0-1 0 0 0,0 0 0 0 0,1 1 0 0 0,-1-1 0 0 0,0 0-1 0 0,0 0 1 0 0,0 1 0 0 0,0-1 0 0 0,0 0 0 0 0,0 0 0 0 0,0 1 0 0 0,0-1 0 0 0,0 0 0 0 0,0 0 0 0 0,0 1 0 0 0,0-1-1 0 0,-1 0 1 0 0,1 1 0 0 0,0-1 0 0 0,-1 0 0 0 0,1 1 0 0 0,0-1 0 0 0,-1 0 0 0 0,1 1 0 0 0,-1-1 0 0 0,1 1 0 0 0,-1-1-1 0 0,1 0 1 0 0,-1 1 0 0 0,1 0 0 0 0,-1-1 0 0 0,1 1 0 0 0,-1-1 0 0 0,0 1 0 0 0,1 0 0 0 0,-2-1 0 0 0,0 0 3 0 0,1 0 1 0 0,0 0 0 0 0,0 0-1 0 0,-1 0 1 0 0,1-1 0 0 0,0 1-1 0 0,0 0 1 0 0,0-1 0 0 0,1 1-1 0 0,-1 0 1 0 0,0-1 0 0 0,0 1-1 0 0,1-1 1 0 0,-1 1 0 0 0,1-1-1 0 0,-1-1 1 0 0,1 1-4 0 0,0 1 1 0 0,0 0-1 0 0,-1-1 0 0 0,1 1 1 0 0,0 0-1 0 0,0-1 0 0 0,-1 1 1 0 0,1 0-1 0 0,-1 0 0 0 0,1 0 1 0 0,-1-1-1 0 0,1 1 0 0 0,-1 0 1 0 0,0 0-1 0 0,0 0 0 0 0,0 0 0 0 0,1 0 1 0 0,-1 0-1 0 0,0 0 0 0 0,0 0 1 0 0,0 0-1 0 0,0 1 0 0 0,-2-2 1 0 0,2 1-4 0 0,0 1 0 0 0,0-1 0 0 0,0 1 0 0 0,0-1 0 0 0,0 0 0 0 0,0 0 0 0 0,1 1 0 0 0,-1-1 0 0 0,0 0 0 0 0,0 0 0 0 0,1 0 0 0 0,-1 0 0 0 0,1 0 0 0 0,-1 0 0 0 0,1 0 0 0 0,-1 0 0 0 0,1 0 0 0 0,0 0 0 0 0,-1 0 0 0 0,1 0 0 0 0,0 0 0 0 0,0-1 0 0 0,0 0 0 0 0,-1 1-3 0 0,0 1 0 0 0,1-1 0 0 0,-1 0 0 0 0,0 1-1 0 0,0-1 1 0 0,1 0 0 0 0,-1 1 0 0 0,0-1 0 0 0,0 1 0 0 0,0 0 0 0 0,0-1 0 0 0,0 1 0 0 0,0 0 0 0 0,0-1-1 0 0,0 1 1 0 0,0 0 0 0 0,0 0 0 0 0,1 0 0 0 0,-1 0 0 0 0,0 0 0 0 0,0 0 0 0 0,0 0 0 0 0,0 0-1 0 0,0 0 1 0 0,0 0 0 0 0,-1 1 0 0 0,1-1-6 0 0,1 0 1 0 0,0 0 1 0 0,-1 1-1 0 0,1-1 1 0 0,-1 0-1 0 0,1 0 1 0 0,0 1-1 0 0,-1-1 1 0 0,1 0 0 0 0,0 1-1 0 0,-1-1 1 0 0,1 0-1 0 0,0 1 1 0 0,0-1-1 0 0,-1 1 1 0 0,1-1-1 0 0,0 0 1 0 0,0 1 0 0 0,-1-1-1 0 0,1 1 1 0 0,0-1-1 0 0,0 1 1 0 0,0-1-1 0 0,0 0 1 0 0,0 1-1 0 0,0-1 1 0 0,0 1-1 0 0,0-1 1 0 0,0 1 0 0 0,0-1-1 0 0,0 1 1 0 0,0-1-1 0 0,0 1 1 0 0,0-1-1 0 0,1 1 1 0 0,-1-1-1 0 0,0 1 1 0 0,0 4-51 0 0,0 293 338 0 0,0-289-258 0 0,-1 1 0 0 0,0 0 0 0 0,-1-1 0 0 0,0 1 0 0 0,-1-1 0 0 0,-3 10 0 0 0,3-11-16 0 0,0 1-1 0 0,0-1 1 0 0,1 1-1 0 0,1 0 1 0 0,-2 17-1 0 0,3-24-45 0 0,0 0 0 0 0,0 0 0 0 0,0 1 0 0 0,0-1 0 0 0,1 0 1 0 0,-1 0-1 0 0,1 0 0 0 0,-1 0 0 0 0,1 0 0 0 0,0 0 0 0 0,0 0 0 0 0,0 0 0 0 0,0 0 0 0 0,0 0 0 0 0,0 0 0 0 0,0-1 0 0 0,1 1 1 0 0,-1 0-1 0 0,0-1 0 0 0,1 1 0 0 0,0-1 0 0 0,-1 1 0 0 0,1-1 0 0 0,0 0 0 0 0,0 0 0 0 0,0 0 0 0 0,0 0 0 0 0,0 0 0 0 0,0 0 0 0 0,0 0 1 0 0,0-1-1 0 0,0 1 0 0 0,3 0 0 0 0,1-1-241 0 0,0 1 1 0 0,-1-1 0 0 0,1 0-1 0 0,0 0 1 0 0,0-1-1 0 0,0 0 1 0 0,0 0-1 0 0,-1 0 1 0 0,1-1-1 0 0,8-3 1 0 0,21-18-4042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32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397 1 1521 0 0,'-5'0'1614'0'0,"-2"1"-1256"0"0,-1-1 1 0 0,1 1-1 0 0,0 1 0 0 0,1-1 1 0 0,-1 1-1 0 0,0 0 0 0 0,0 1 1 0 0,1 0-1 0 0,-9 4 0 0 0,-24 11-113 0 0,21-11-75 0 0,1 2 0 0 0,0 0 0 0 0,-22 17 0 0 0,-21 12 311 0 0,40-28-399 0 0,9-5 16 0 0,-1 1 0 0 0,1 0 0 0 0,0 1 0 0 0,0 1 0 0 0,-15 13 0 0 0,24-19-73 0 0,0 0-1 0 0,0 1 1 0 0,0 0 0 0 0,0-1-1 0 0,0 1 1 0 0,0 0 0 0 0,1 0-1 0 0,0 0 1 0 0,-1 0 0 0 0,1 0-1 0 0,0 0 1 0 0,1 0 0 0 0,-1 1-1 0 0,0-1 1 0 0,1 0-1 0 0,0 0 1 0 0,0 1 0 0 0,0-1-1 0 0,0 0 1 0 0,0 0 0 0 0,1 1-1 0 0,-1-1 1 0 0,1 0 0 0 0,0 0-1 0 0,0 0 1 0 0,0 0 0 0 0,2 4-1 0 0,-1-4-16 0 0,0 1 0 0 0,0-1-1 0 0,1 0 1 0 0,-1 0-1 0 0,1 0 1 0 0,0 0 0 0 0,-1-1-1 0 0,1 1 1 0 0,0-1-1 0 0,1 0 1 0 0,-1 1 0 0 0,0-1-1 0 0,1-1 1 0 0,-1 1-1 0 0,1 0 1 0 0,-1-1-1 0 0,1 0 1 0 0,6 2 0 0 0,7 0 68 0 0,1 1 0 0 0,30 0 1 0 0,-34-3-24 0 0,-1 0 1 0 0,0-2-1 0 0,1 0 0 0 0,-1 0 1 0 0,1-1-1 0 0,-1 0 0 0 0,0-2 1 0 0,0 1-1 0 0,18-9 0 0 0,-28 11-37 0 0,0-1 0 0 0,0 0 0 0 0,0 0 0 0 0,-1 0 0 0 0,1 0 0 0 0,0 0 0 0 0,-1-1 0 0 0,0 1 0 0 0,1-1 0 0 0,-1 1 0 0 0,0-1 0 0 0,-1 0 0 0 0,1 0 0 0 0,2-5 0 0 0,24-32 118 0 0,-20 31-120 0 0,0 0 1 0 0,0-1-1 0 0,-1-1 0 0 0,0 1 1 0 0,0-1-1 0 0,-2 0 0 0 0,1-1 1 0 0,-1 1-1 0 0,5-21 0 0 0,-9 28-51 0 0,0 1 1 0 0,0-1-1 0 0,-1 1 0 0 0,0-1 0 0 0,0 0 0 0 0,0 1 0 0 0,0-1 0 0 0,0 1 1 0 0,-1-1-1 0 0,1 0 0 0 0,-1 1 0 0 0,0-1 0 0 0,0 1 0 0 0,0 0 0 0 0,-1-1 1 0 0,1 1-1 0 0,-1 0 0 0 0,0 0 0 0 0,0 0 0 0 0,0 0 0 0 0,0 0 1 0 0,0 0-1 0 0,-1 0 0 0 0,1 1 0 0 0,-1-1 0 0 0,0 1 0 0 0,0 0 0 0 0,0 0 1 0 0,0 0-1 0 0,0 0 0 0 0,0 0 0 0 0,-1 1 0 0 0,1 0 0 0 0,0-1 0 0 0,-1 1 1 0 0,1 0-1 0 0,-1 1 0 0 0,-3-2 0 0 0,1 0-2044 0 0,6 11-1641 0 0,0-3 1415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32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1 960 0 0,'-41'8'1076'0'0,"0"2"1"0"0,1 3-1 0 0,0 0 0 0 0,1 3 0 0 0,-57 31 0 0 0,91-44-1026 0 0,0 0 1 0 0,1 1-1 0 0,-1-1 1 0 0,1 1 0 0 0,-1 0-1 0 0,1 1 1 0 0,1-1-1 0 0,-1 1 1 0 0,1-1 0 0 0,-1 1-1 0 0,1 0 1 0 0,1 1-1 0 0,-1-1 1 0 0,1 0-1 0 0,0 1 1 0 0,0-1 0 0 0,0 1-1 0 0,1 0 1 0 0,0-1-1 0 0,0 1 1 0 0,1 0-1 0 0,-1 0 1 0 0,2 11 0 0 0,-1-14-37 0 0,0 1 0 0 0,0-1 1 0 0,1 1-1 0 0,-1-1 1 0 0,1 0-1 0 0,0 1 0 0 0,0-1 1 0 0,0 0-1 0 0,0 0 1 0 0,1 0-1 0 0,-1 1 1 0 0,1-1-1 0 0,0-1 0 0 0,0 1 1 0 0,0 0-1 0 0,0 0 1 0 0,1-1-1 0 0,2 3 0 0 0,1 0 10 0 0,-1-1-1 0 0,1-1 0 0 0,0 1 0 0 0,0-1 0 0 0,0 0 1 0 0,1 0-1 0 0,-1-1 0 0 0,11 3 0 0 0,8 0 60 0 0,1-1 0 0 0,-1-1 0 0 0,43-1-1 0 0,-45-3 2 0 0,1 0-1 0 0,-1-1 1 0 0,0-2-1 0 0,0 0 1 0 0,27-9-1 0 0,-37 8-25 0 0,-1 1-1 0 0,1-2 1 0 0,-1 1-1 0 0,0-2 1 0 0,0 0-1 0 0,-1 0 1 0 0,0-1-1 0 0,-1 0 1 0 0,1-1 0 0 0,8-10-1 0 0,-16 15-37 0 0,0 1 0 0 0,-1-1 0 0 0,1 0 0 0 0,-1 0 0 0 0,0 0 0 0 0,0 0 0 0 0,0 0 0 0 0,0 0 0 0 0,-1-1 0 0 0,0 1 0 0 0,1 0 0 0 0,-2-1 0 0 0,1 1 0 0 0,-1-1 0 0 0,1 1 1 0 0,-1-1-1 0 0,0 0 0 0 0,-1 1 0 0 0,1-1 0 0 0,-1 1 0 0 0,0-1 0 0 0,0 1 0 0 0,0 0 0 0 0,-1-1 0 0 0,0 1 0 0 0,1 0 0 0 0,-2 0 0 0 0,1 0 0 0 0,0 0 0 0 0,-1 0 0 0 0,1 1 0 0 0,-1-1 0 0 0,-4-3 0 0 0,0-1-95 0 0,0 0-1 0 0,-1 1 1 0 0,0 0 0 0 0,0 0-1 0 0,-1 1 1 0 0,0-1 0 0 0,0 2-1 0 0,0 0 1 0 0,-1 0 0 0 0,0 0 0 0 0,0 1-1 0 0,0 1 1 0 0,-17-4 0 0 0,22 6-174 0 0,0 0 1 0 0,-1 0-1 0 0,1 0 1 0 0,0 1-1 0 0,-1 0 1 0 0,1 0 0 0 0,0 1-1 0 0,-1-1 1 0 0,1 1-1 0 0,0 0 1 0 0,0 1-1 0 0,0-1 1 0 0,0 1-1 0 0,0 0 1 0 0,-7 4 0 0 0,-19 17-4301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34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677 20 320 0 0,'8'1'695'0'0,"1"1"1"0"0,-1-1-1 0 0,1 0 0 0 0,0-1 1 0 0,0 0-1 0 0,-1-1 0 0 0,17-2 1 0 0,-3-5 430 0 0,-22 8-1115 0 0,1 0 1 0 0,-1 0 0 0 0,0 0 0 0 0,0 0 0 0 0,0 0 0 0 0,0 0 0 0 0,0-1 0 0 0,0 1-1 0 0,0 0 1 0 0,0 0 0 0 0,0 0 0 0 0,0 0 0 0 0,0 0 0 0 0,1 0 0 0 0,-1 0 0 0 0,0 0-1 0 0,0-1 1 0 0,0 1 0 0 0,0 0 0 0 0,0 0 0 0 0,0 0 0 0 0,0 0 0 0 0,0 0 0 0 0,0 0-1 0 0,0 0 1 0 0,0-1 0 0 0,0 1 0 0 0,0 0 0 0 0,0 0 0 0 0,0 0 0 0 0,0 0 0 0 0,-1 0-1 0 0,1 0 1 0 0,0-1 0 0 0,0 1 0 0 0,0 0 0 0 0,0 0 0 0 0,0 0 0 0 0,0 0 0 0 0,0 0-1 0 0,0 0 1 0 0,0 0 0 0 0,0 0 0 0 0,0 0 0 0 0,0 0 0 0 0,-1-1 0 0 0,1 1 0 0 0,0 0-1 0 0,0 0 1 0 0,0 0 0 0 0,0 0 0 0 0,0 0 0 0 0,0 0 0 0 0,0 0 0 0 0,-1 0 0 0 0,1 0-1 0 0,0 0 1 0 0,0 0 0 0 0,0 0 0 0 0,0 0 0 0 0,0 0 0 0 0,0 0 0 0 0,-1 0 0 0 0,1 0-1 0 0,0 0 1 0 0,0 0 0 0 0,0 0 0 0 0,0 0 0 0 0,-48-4 993 0 0,17 2-647 0 0,-60 0-11 0 0,26 2-186 0 0,-127 17 1 0 0,171-14-142 0 0,1 1 1 0 0,0 1-1 0 0,0 1 0 0 0,1 1 1 0 0,-1 0-1 0 0,1 2 0 0 0,1 0 1 0 0,0 1-1 0 0,0 1 0 0 0,-30 23 1 0 0,25-13-30 0 0,15-15 6 0 0,0 1 0 0 0,1 0 0 0 0,0 0 1 0 0,0 0-1 0 0,0 1 0 0 0,1 0 0 0 0,0 0 0 0 0,1 1 0 0 0,0-1 0 0 0,-7 16 1 0 0,11-21 29 0 0,-1 0 0 0 0,1 0 0 0 0,-1 0 0 0 0,1 1 0 0 0,0-1 0 0 0,0 0 0 0 0,0 0 1 0 0,0 0-1 0 0,1 1 0 0 0,-1-1 0 0 0,1 1 0 0 0,0-1 0 0 0,0 0 0 0 0,0 1 0 0 0,0-1 1 0 0,1 0-1 0 0,0 1 0 0 0,-1-1 0 0 0,1 0 0 0 0,0 0 0 0 0,0 1 0 0 0,1-1 0 0 0,-1 0 1 0 0,1 0-1 0 0,-1 0 0 0 0,1-1 0 0 0,0 1 0 0 0,0 0 0 0 0,4 3 0 0 0,9 12 85 0 0,1-1-1 0 0,0-1 0 0 0,2 0 0 0 0,0-1 1 0 0,1 0-1 0 0,0-2 0 0 0,37 19 1 0 0,154 61 135 0 0,-185-83-224 0 0,36 15-5 0 0,117 29 0 0 0,-159-49-425 0 0,0-2 0 0 0,1 0 0 0 0,-1-1 0 0 0,0-2 0 0 0,1 0-1 0 0,-1 0 1 0 0,1-2 0 0 0,-1 0 0 0 0,0-2 0 0 0,26-7 0 0 0,-23 3-1559 0 0,-1-2 1 0 0,32-18 0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37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42 560 0 0,'-27'17'2538'0'0,"25"-14"-2233"0"0,-1-1 0 0 0,0 0 1 0 0,0 0-1 0 0,0 0 0 0 0,0 0 1 0 0,0-1-1 0 0,0 1 0 0 0,0-1 1 0 0,-1 0-1 0 0,-5 2 0 0 0,7-3-127 0 0,1-1-146 0 0,0 1 1 0 0,0 0-1 0 0,0 0 0 0 0,0 0 1 0 0,0 0-1 0 0,1 0 1 0 0,-1 0-1 0 0,0 0 1 0 0,0 0-1 0 0,0 0 1 0 0,0 1-1 0 0,0-1 1 0 0,0 0-1 0 0,1 0 1 0 0,-1 1-1 0 0,0-1 0 0 0,0 1 1 0 0,0-1-1 0 0,1 1 1 0 0,-1-1-1 0 0,0 1 1 0 0,1-1-1 0 0,-1 1 1 0 0,0-1-1 0 0,1 1 1 0 0,-2 1-1 0 0,2-1-7 0 0,-1 0 0 0 0,1 0 0 0 0,-1 0 0 0 0,1 0 0 0 0,-1 0 0 0 0,0 0 1 0 0,0 0-1 0 0,1-1 0 0 0,-1 1 0 0 0,0 0 0 0 0,0 0 0 0 0,0-1 0 0 0,0 1 0 0 0,0 0 0 0 0,0-1 0 0 0,0 1 0 0 0,0-1 0 0 0,-2 1 0 0 0,-5 4 73 0 0,6 0-59 0 0,1 0 1 0 0,-1 1-1 0 0,1-1 1 0 0,0 0-1 0 0,1 1 1 0 0,-1-1-1 0 0,1 1 0 0 0,0-1 1 0 0,0 1-1 0 0,2 8 1 0 0,-1 8-7 0 0,-1 218-113 0 0,0-233 71 0 0,1 1 1 0 0,0-1 0 0 0,0 1 0 0 0,1-1 0 0 0,0 0 0 0 0,0 0 0 0 0,4 8 0 0 0,4 15 6 0 0,0 26 2 0 0,-2-29 0 0 0,-4-13 0 0 0,0 1 0 0 0,-1 0 0 0 0,0-1 0 0 0,0 27 0 0 0,-1 12-9 0 0,0-33-8 0 0,-2-1 0 0 0,0 1 0 0 0,-1-1 0 0 0,-7 37 0 0 0,0-27-9 0 0,4-16 6 0 0,0-1 0 0 0,2 1 0 0 0,-1 0 0 0 0,1 0 0 0 0,0 13 0 0 0,2-16 8 0 0,-1-1 0 0 0,0 0 0 0 0,0 0 0 0 0,-1 0 0 0 0,-1 0 0 0 0,1 0 0 0 0,-1 0 1 0 0,-1-1-1 0 0,-7 15 0 0 0,-4 1 144 0 0,-33 41 0 0 0,31-43 24 0 0,-28 44 0 0 0,41-58-152 0 0,0 0 0 0 0,0 0-1 0 0,1 1 1 0 0,0 0-1 0 0,0-1 1 0 0,1 1 0 0 0,0 0-1 0 0,1 0 1 0 0,-1 16-1 0 0,2 107 144 0 0,0-131-144 0 0,0 0-1 0 0,0 0 1 0 0,0 0-1 0 0,0 1 1 0 0,0-1 0 0 0,1 0-1 0 0,-1 0 1 0 0,0 0 0 0 0,1 0-1 0 0,-1 0 1 0 0,1 1-1 0 0,-1-1 1 0 0,1 0 0 0 0,-1 0-1 0 0,1 0 1 0 0,0 0-1 0 0,-1 0 1 0 0,1 0 0 0 0,0-1-1 0 0,0 1 1 0 0,0 0-1 0 0,0 0 1 0 0,0 0 0 0 0,0-1-1 0 0,2 2 1 0 0,-2-2-1 0 0,0 1 1 0 0,0-1-1 0 0,-1 1 1 0 0,1 0-1 0 0,0-1 1 0 0,0 1 0 0 0,0 0-1 0 0,0 0 1 0 0,-1 0-1 0 0,1 0 1 0 0,0 0-1 0 0,-1-1 1 0 0,1 1-1 0 0,0 0 1 0 0,-1 1-1 0 0,1-1 1 0 0,-1 0-1 0 0,0 0 1 0 0,1 0-1 0 0,-1 0 1 0 0,0 0-1 0 0,0 0 1 0 0,0 0-1 0 0,0 0 1 0 0,0 2-1 0 0,1 0-4 0 0,-1-1-1 0 0,0 1 1 0 0,1-1-1 0 0,0 1 1 0 0,-1-1-1 0 0,1 1 1 0 0,0-1-1 0 0,0 0 0 0 0,1 0 1 0 0,-1 1-1 0 0,0-1 1 0 0,1 0-1 0 0,-1 0 1 0 0,1 0-1 0 0,3 3 1 0 0,11 14-11 0 0,5 1 35 0 0,-18-18-19 0 0,-1-1 0 0 0,0 1 0 0 0,1-1 0 0 0,-1 1 0 0 0,0 0 0 0 0,0 0 0 0 0,0 0-1 0 0,0 0 1 0 0,0 0 0 0 0,-1 1 0 0 0,1-1 0 0 0,-1 0 0 0 0,1 1 0 0 0,-1-1 0 0 0,0 1 0 0 0,0 0-1 0 0,0-1 1 0 0,0 1 0 0 0,0 4 0 0 0,-1-5-5 0 0,-1-1 0 0 0,1 1 1 0 0,0-1-1 0 0,0 1 0 0 0,0-1 0 0 0,0 1 0 0 0,0-1 0 0 0,0 1 0 0 0,0-1 1 0 0,0 1-1 0 0,0-1 0 0 0,1 1 0 0 0,-1-1 0 0 0,1 1 0 0 0,-1-1 0 0 0,1 1 1 0 0,0-1-1 0 0,0 0 0 0 0,-1 1 0 0 0,1-1 0 0 0,0 0 0 0 0,0 0 0 0 0,0 0 1 0 0,0 0-1 0 0,0 0 0 0 0,1 0 0 0 0,-1 0 0 0 0,0 0 0 0 0,0 0 0 0 0,3 1 1 0 0,2 2-9 0 0,-1 8 12 0 0,0 2 50 0 0,1-9-51 0 0,0-1 0 0 0,0 0 0 0 0,0 0 1 0 0,1 0-1 0 0,0-1 0 0 0,-1 0 0 0 0,1-1 0 0 0,0 1 1 0 0,0-1-1 0 0,9 1 0 0 0,1 5-4 0 0,-16-7 4 0 0,1 1 0 0 0,-1-2 0 0 0,1 1 0 0 0,0 0 0 0 0,-1 0 1 0 0,1 0-1 0 0,0-1 0 0 0,0 1 0 0 0,-1-1 0 0 0,1 1 0 0 0,0-1 0 0 0,0 0 0 0 0,0 0 0 0 0,2 0 0 0 0,92 7 426 0 0,189-12 0 0 0,-48 2-256 0 0,-87 4-168 0 0,2-5 44 0 0,294-1 66 0 0,-363 11-80 0 0,111 23 1 0 0,-104-13-28 0 0,116 6 1 0 0,-142-22 42 0 0,0-3 0 0 0,75-11-1 0 0,-88 5-54 0 0,17-3 148 0 0,1 2-1 0 0,0 4 1 0 0,125 4 0 0 0,309 46 1165 0 0,-483-42-1263 0 0,53 7 499 0 0,-1-4-1 0 0,1-2 1 0 0,81-8-1 0 0,-23 0 91 0 0,-56 4-439 0 0,-11-1 107 0 0,-41 2-139 0 0,-1 0 0 0 0,24-5 0 0 0,160-26 719 0 0,-137 24-721 0 0,-42 6-94 0 0,0-2 1 0 0,45-10 0 0 0,-63 10-57 0 0,0 0 0 0 0,-1 0 0 0 0,1-1 0 0 0,0 0 0 0 0,-1-1 0 0 0,0 0 0 0 0,0 0 0 0 0,0-1 0 0 0,-1 1 0 0 0,0-2 0 0 0,10-10 0 0 0,18-22-23 0 0,-23 28-8 0 0,-1-2 0 0 0,0 0 0 0 0,-1 0 0 0 0,0-1 0 0 0,-1 0 0 0 0,13-28 0 0 0,28-51-139 0 0,-48 88 145 0 0,0 0 0 0 0,-1-1 1 0 0,1 1-1 0 0,-1 0 0 0 0,-1-1 0 0 0,1 1 0 0 0,-1 0 1 0 0,0-1-1 0 0,0 1 0 0 0,0-1 0 0 0,-2-5 1 0 0,0-11-49 0 0,2 16 47 0 0,-1 0 0 0 0,0 0 0 0 0,0-1 0 0 0,0 1 0 0 0,-5-11 1 0 0,-4-25-37 0 0,13 23 50 0 0,1 0 0 0 0,0 0 0 0 0,1 0 0 0 0,1 1 0 0 0,1 0 1 0 0,10-19-1 0 0,-15 29-81 0 0,0 0 0 0 0,0 0 0 0 0,-1 0 1 0 0,0 0-1 0 0,0 0 0 0 0,-1 0 1 0 0,0-1-1 0 0,0 1 0 0 0,-3-11 0 0 0,2-12-130 0 0,-1-4 320 0 0,1 25-67 0 0,1-1 0 0 0,0 1 0 0 0,0-1 0 0 0,1 1 0 0 0,1-1 0 0 0,3-13 0 0 0,2 2-29 0 0,-3 11-9 0 0,-1-1 1 0 0,0 0 0 0 0,0 0-1 0 0,-1 0 1 0 0,1-20 0 0 0,-2 19 26 0 0,0 0-1 0 0,1 0 1 0 0,0 0 0 0 0,7-20 0 0 0,-5 20 1 0 0,-1 0 0 0 0,0 0 0 0 0,-1 0-1 0 0,1-21 1 0 0,-3-189 370 0 0,-1 213-385 0 0,0 0 0 0 0,0 0-1 0 0,-1 0 1 0 0,0 1 0 0 0,-6-16-1 0 0,5 16-24 0 0,0-1 0 0 0,0 0 0 0 0,1 1-1 0 0,0-1 1 0 0,0-16 0 0 0,1 18 8 0 0,1 0 1 0 0,-2 0-1 0 0,1 1 1 0 0,-1-1-1 0 0,0 0 0 0 0,-6-12 1 0 0,5 13 10 0 0,1 0 0 0 0,0-1 1 0 0,0 1-1 0 0,0 0 0 0 0,1-1 0 0 0,-1-12 0 0 0,2 17-5 0 0,-1-1 0 0 0,1 1 0 0 0,0-1 0 0 0,-1 1 0 0 0,0-1 0 0 0,0 1 0 0 0,0 0 0 0 0,0-1 1 0 0,0 1-1 0 0,-1 0 0 0 0,1 0 0 0 0,-1 0 0 0 0,0 0 0 0 0,-2-3 0 0 0,-4-5 15 0 0,4 5-17 0 0,-2 0 0 0 0,1 1 0 0 0,0 0 0 0 0,-1 0 0 0 0,0 0 0 0 0,-1 1 0 0 0,1-1 0 0 0,0 2-1 0 0,-1-1 1 0 0,0 1 0 0 0,0 0 0 0 0,0 0 0 0 0,-1 1 0 0 0,1 0 0 0 0,-10-2 0 0 0,14 3-6 0 0,-50-10 31 0 0,0 3 1 0 0,-1 2-1 0 0,0 2 0 0 0,-105 6 0 0 0,49 1 157 0 0,-137-8 256 0 0,114 12-512 0 0,-242 44-1 0 0,74-5-8 0 0,-110-7-79 0 0,193-32 108 0 0,-102 7 184 0 0,258-5-237 0 0,-89 22 0 0 0,57-9 35 0 0,-353 85 184 0 0,392-93-95 0 0,-132 35 91 0 0,-168 40 100 0 0,232-69-38 0 0,81-15-572 0 0,1 2 0 0 0,0 1 1 0 0,-69 25-1 0 0,108-33 257 0 0,0 0 1 0 0,1 1-1 0 0,-1-1 0 0 0,0 1 1 0 0,1-1-1 0 0,-1 1 1 0 0,1 0-1 0 0,-1 0 0 0 0,1 0 1 0 0,-1 0-1 0 0,1 0 0 0 0,0 0 1 0 0,-1 0-1 0 0,1 0 1 0 0,0 0-1 0 0,0 0 0 0 0,0 1 1 0 0,0-1-1 0 0,0 0 1 0 0,0 1-1 0 0,0-1 0 0 0,0 1 1 0 0,1 0-1 0 0,-1-1 1 0 0,0 1-1 0 0,1-1 0 0 0,0 1 1 0 0,-1 0-1 0 0,1-1 1 0 0,0 1-1 0 0,0 0 0 0 0,0-1 1 0 0,0 1-1 0 0,0 0 1 0 0,0 0-1 0 0,0-1 0 0 0,0 1 1 0 0,1 0-1 0 0,-1-1 1 0 0,1 1-1 0 0,1 2 0 0 0,23 34-5326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41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1860 137 2401 0 0,'-1'0'394'0'0,"-12"1"696"0"0,1-2-1 0 0,-1 1 1 0 0,1-1 0 0 0,-22-5 0 0 0,24-7-677 0 0,5 10-393 0 0,4 2 15 0 0,-1 0 0 0 0,1 1 0 0 0,0-1 0 0 0,-1 0 1 0 0,1 0-1 0 0,0 0 0 0 0,0 0 0 0 0,0-1 0 0 0,0 1 1 0 0,0 0-1 0 0,0 0 0 0 0,0-1 0 0 0,0 1 1 0 0,0 0-1 0 0,0-1 0 0 0,1 1 0 0 0,-1-1 0 0 0,1 1 1 0 0,-1-1-1 0 0,1 1 0 0 0,0-1 0 0 0,-1 1 0 0 0,1-1 1 0 0,0 0-1 0 0,0 1 0 0 0,0-1 0 0 0,0 1 1 0 0,1-4-1 0 0,-1 5-22 0 0,0-1 0 0 0,0 0-1 0 0,0 1 1 0 0,0-1 0 0 0,-1 0 0 0 0,1 1 0 0 0,0-1 0 0 0,0 0 0 0 0,0 1 0 0 0,0-1-1 0 0,-1 1 1 0 0,1-1 0 0 0,0 0 0 0 0,-1 1 0 0 0,1-1 0 0 0,0 1 0 0 0,-1-1 0 0 0,1 1-1 0 0,-1-1 1 0 0,1 1 0 0 0,-1-1 0 0 0,1 1 0 0 0,-1 0 0 0 0,1-1 0 0 0,-1 1 0 0 0,1-1 0 0 0,-1 1-1 0 0,0 0 1 0 0,1 0 0 0 0,-1-1 0 0 0,1 1 0 0 0,-1 0 0 0 0,0 0 0 0 0,0 0 0 0 0,0 0-2 0 0,0 0 1 0 0,0-1-1 0 0,0 1 1 0 0,1 0-1 0 0,-1 0 1 0 0,0-1-1 0 0,0 1 1 0 0,1 0-1 0 0,-1-1 1 0 0,0 1-1 0 0,1-1 1 0 0,-1 1-1 0 0,0-1 1 0 0,1 1-1 0 0,-1-1 1 0 0,1 1-1 0 0,-1-1 1 0 0,1 0-1 0 0,-1 1 1 0 0,1-1-1 0 0,-1 0 1 0 0,1 1-1 0 0,0-1 1 0 0,-1 0-1 0 0,1 0 1 0 0,0 1-1 0 0,0-1 1 0 0,0 0-1 0 0,-1 0 1 0 0,1 1-1 0 0,0-1 1 0 0,0 0-1 0 0,0 0 1 0 0,0-1-1 0 0,0 1-4 0 0,0 0 0 0 0,0 0-1 0 0,0 1 1 0 0,0-1-1 0 0,0 0 1 0 0,0 0-1 0 0,0 1 1 0 0,-1-1-1 0 0,1 0 1 0 0,0 0-1 0 0,-1 1 1 0 0,1-1 0 0 0,0 0-1 0 0,-1 1 1 0 0,1-1-1 0 0,-1 1 1 0 0,1-1-1 0 0,-1 0 1 0 0,1 1-1 0 0,-1-1 1 0 0,0 1-1 0 0,1-1 1 0 0,-1 1 0 0 0,0 0-1 0 0,1-1 1 0 0,-1 1-1 0 0,0 0 1 0 0,1-1-1 0 0,-1 1 1 0 0,0 0-1 0 0,0 0 1 0 0,1-1-1 0 0,-1 1 1 0 0,0 0 0 0 0,0 0-1 0 0,0 0 1 0 0,1 0-1 0 0,-2 0 1 0 0,-3 0 4 0 0,0-2 56 0 0,0-4 0 0 0,-7 3-55 0 0,-1 1 1 0 0,0 0 0 0 0,0 1-1 0 0,0 1 1 0 0,0 0 0 0 0,1 1-1 0 0,-17 2 1 0 0,6-1-21 0 0,-40-1 10 0 0,48-1 13 0 0,-1 0 1 0 0,1 1 0 0 0,0 0-1 0 0,-21 6 1 0 0,-225 59-16 0 0,25-19 142 0 0,84-20-191 0 0,80-3 35 0 0,19-5 28 0 0,-39 10 50 0 0,3 0-29 0 0,-142 27 0 0 0,203-49-23 0 0,18-4 1 0 0,1-1 1 0 0,-1 0 0 0 0,0 0-1 0 0,-19 0 1 0 0,-26 13-14 0 0,55-15-3 0 0,-1 0 1 0 0,1 0 0 0 0,-1 1-1 0 0,1-1 1 0 0,-1 0-1 0 0,1 1 1 0 0,0-1-1 0 0,-1 0 1 0 0,1 1 0 0 0,0-1-1 0 0,-1 1 1 0 0,1-1-1 0 0,0 1 1 0 0,0-1 0 0 0,-1 0-1 0 0,1 1 1 0 0,0-1-1 0 0,0 1 1 0 0,0-1-1 0 0,0 1 1 0 0,0-1 0 0 0,0 1-1 0 0,0 0 1 0 0,-1-1-1 0 0,1 1 1 0 0,1-1-1 0 0,-1 1 1 0 0,0-1 0 0 0,0 1-1 0 0,0-1 1 0 0,0 1-1 0 0,0 0 1 0 0,1 0-1 0 0,-1 0 1 0 0,0-1-1 0 0,0 1 1 0 0,0 0-1 0 0,0 0 1 0 0,0-1-1 0 0,0 1 0 0 0,-1 0 1 0 0,1 0-1 0 0,0-1 1 0 0,0 1-1 0 0,0 0 1 0 0,-1-1-1 0 0,1 1 1 0 0,0 0-1 0 0,-1 0 1 0 0,1-1-1 0 0,0 1 1 0 0,-1-1-1 0 0,0 2 1 0 0,-3 0-3 0 0,3-1 7 0 0,-1-1-1 0 0,1 1 1 0 0,0-1-1 0 0,0 1 1 0 0,0-1 0 0 0,0 1-1 0 0,0 0 1 0 0,0-1 0 0 0,0 1-1 0 0,0 0 1 0 0,0 0 0 0 0,0 0-1 0 0,0 0 1 0 0,0 0 0 0 0,1 0-1 0 0,-1 0 1 0 0,0 0 0 0 0,1 0-1 0 0,-1 0 1 0 0,1 0 0 0 0,-1 0-1 0 0,1 1 1 0 0,-1-1 0 0 0,1 0-1 0 0,0 0 1 0 0,0 0 0 0 0,-1 1-1 0 0,1-1 1 0 0,0 0 0 0 0,0 0-1 0 0,0 1 1 0 0,0-1 0 0 0,1 0-1 0 0,-1 0 1 0 0,0 1 0 0 0,1-1-1 0 0,-1 0 1 0 0,0 0 0 0 0,1 0-1 0 0,-1 0 1 0 0,1 1 0 0 0,1 0-1 0 0,5 6-1 0 0,-6-6 0 0 0,1-1 0 0 0,0 1 0 0 0,-1 0 0 0 0,1 0 0 0 0,-1 0 0 0 0,0 0 0 0 0,0 0 0 0 0,0 0 0 0 0,0 0 0 0 0,0 0 0 0 0,0 1 0 0 0,0-1 0 0 0,0 0 0 0 0,-1 0 0 0 0,0 1 0 0 0,1 3 0 0 0,-1-4 0 0 0,0-1 0 0 0,0 0 1 0 0,0 1-1 0 0,0-1 0 0 0,1 0 0 0 0,-1 1 0 0 0,0-1 0 0 0,1 0 0 0 0,-1 0 1 0 0,1 1-1 0 0,-1-1 0 0 0,1 0 0 0 0,-1 0 0 0 0,1 0 0 0 0,0 0 0 0 0,0 0 0 0 0,0 0 1 0 0,-1 0-1 0 0,1 0 0 0 0,0 0 0 0 0,0 0 0 0 0,0 0 0 0 0,1 0 0 0 0,0 0 1 0 0,-1 0-2 0 0,0-1 0 0 0,0 1 0 0 0,0-1 1 0 0,0 1-1 0 0,0 0 0 0 0,-1 0 1 0 0,1-1-1 0 0,0 1 0 0 0,0 0 1 0 0,-1 0-1 0 0,1 0 0 0 0,0 0 1 0 0,-1 0-1 0 0,1 0 0 0 0,-1 0 0 0 0,1 0 1 0 0,-1 0-1 0 0,0 0 0 0 0,1 0 1 0 0,-1 0-1 0 0,0 1 0 0 0,0-1 1 0 0,0 2-1 0 0,2 0 1 0 0,-1-1 1 0 0,1 1-1 0 0,-1-1 0 0 0,1 0 1 0 0,0 1-1 0 0,0-1 0 0 0,0 0 1 0 0,0 0-1 0 0,0 0 0 0 0,0 0 1 0 0,1-1-1 0 0,-1 1 0 0 0,1-1 1 0 0,-1 1-1 0 0,1-1 0 0 0,4 2 1 0 0,9 6 6 0 0,-8-3-10 0 0,1 0 1 0 0,0 0-1 0 0,1-1 0 0 0,-1-1 1 0 0,1 0-1 0 0,0 0 0 0 0,0-1 0 0 0,13 3 1 0 0,95 13-46 0 0,-58-11 27 0 0,443 52-74 0 0,-172-24 43 0 0,-302-31 52 0 0,-1 2-1 0 0,0 1 1 0 0,0 1 0 0 0,33 16-1 0 0,-54-23-10 0 0,13 5 0 0 0,0-1 0 0 0,1-1 0 0 0,0 0 0 0 0,0-2 0 0 0,24 1 0 0 0,-43-4 10 0 0,63 6 32 0 0,-6-2-39 0 0,0 3 1 0 0,0 2-1 0 0,62 19 0 0 0,-114-26 10 0 0,142 45-43 0 0,142 67 0 0 0,-247-95 21 0 0,1-2 0 0 0,1-1 0 0 0,90 16 0 0 0,-32-7 20 0 0,-61-13 0 0 0,76 10 0 0 0,153 3-80 0 0,-189-18 62 0 0,84 20 0 0 0,-99-14 3 0 0,1-3 1 0 0,76 1-1 0 0,159-30-25 0 0,5-1 0 0 0,99 2 0 0 0,14 0 0 0 0,-359 16 40 0 0,-33 0 0 0 0,-1 2 0 0 0,54 5 0 0 0,-83-5 1 0 0,1 0-1 0 0,-1 0 1 0 0,0 0 0 0 0,0 0 0 0 0,1 0 0 0 0,-1 0 0 0 0,0 0-1 0 0,0 0 1 0 0,0 0 0 0 0,1 0 0 0 0,-1 0 0 0 0,0 0 0 0 0,0 1-1 0 0,1-1 1 0 0,-1 0 0 0 0,0 0 0 0 0,0 0 0 0 0,0 0-1 0 0,1 0 1 0 0,-1 1 0 0 0,0-1 0 0 0,0 0 0 0 0,0 0 0 0 0,0 0-1 0 0,1 0 1 0 0,-1 1 0 0 0,0-1 0 0 0,0 0 0 0 0,0 0-1 0 0,0 1 1 0 0,0-1 0 0 0,0 0 0 0 0,0 0 0 0 0,0 1 0 0 0,0-1-1 0 0,0 0 1 0 0,0 0 0 0 0,0 1 0 0 0,0-1 0 0 0,0 0-1 0 0,0 0 1 0 0,0 0 0 0 0,0 1 0 0 0,0-1 0 0 0,0 0 0 0 0,0 0-1 0 0,0 1 1 0 0,0-1 0 0 0,0 0 0 0 0,0 0 0 0 0,0 1-1 0 0,-1-1 1 0 0,1 0 0 0 0,0 0 0 0 0,0 0 0 0 0,0 0 0 0 0,0 1-1 0 0,-1-1 1 0 0,1 0 0 0 0,0 0 0 0 0,-14 11-571 0 0,-61 17-1391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43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18 871 2641 0 0,'-18'0'2869'0'0,"36"0"-1976"0"0,-13 0-733 0 0,15 0 0 0 0,-15 0 254 0 0,0 0-268 0 0,16 0 28 0 0,-16-3 134 0 0,-5 3-303 0 0,0-1 0 0 0,-1 1 0 0 0,1 0-1 0 0,0 0 1 0 0,0 0 0 0 0,0 0 0 0 0,0-1 0 0 0,0 1 0 0 0,0 0 0 0 0,0 0-1 0 0,0 0 1 0 0,0 0 0 0 0,0-1 0 0 0,0 1 0 0 0,1 0 0 0 0,-1 0-1 0 0,0 0 1 0 0,0 0 0 0 0,0-1 0 0 0,0 1 0 0 0,0 0 0 0 0,0 0 0 0 0,0 0-1 0 0,0 0 1 0 0,0 0 0 0 0,0-1 0 0 0,1 1 0 0 0,-1 0 0 0 0,0 0-1 0 0,0 0 1 0 0,0 0 0 0 0,0 0 0 0 0,0 0 0 0 0,1 0 0 0 0,-1 0-1 0 0,0-1 1 0 0,0 1 0 0 0,0 0 0 0 0,0 0 0 0 0,1 0 0 0 0,-1 0 0 0 0,0 0-1 0 0,0 0 1 0 0,0 0 0 0 0,0 0 0 0 0,1 0 0 0 0,-1 0 0 0 0,0 0-1 0 0,0 0 1 0 0,0 0 0 0 0,1 0 0 0 0,4-2 67 0 0,1-1-1 0 0,-1 0 1 0 0,0 0-1 0 0,0 0 1 0 0,0-1-1 0 0,-1 1 1 0 0,1-1-1 0 0,-1 0 1 0 0,0-1-1 0 0,0 1 1 0 0,0-1-1 0 0,0 0 1 0 0,-1 0-1 0 0,3-6 1 0 0,20-23 202 0 0,7-1-4 0 0,1 2-1 0 0,2 1 1 0 0,1 2-1 0 0,45-28 1 0 0,233-138 1134 0 0,-147 95-421 0 0,-138 82-797 0 0,26-16 335 0 0,103-49 0 0 0,138-56 119 0 0,-290 141-2465 0 0,-4 3 1102 0 0,-1-4 414 0 0,-1 1-1 0 0,1 0 1 0 0,0 0 0 0 0,-1 0-1 0 0,1 1 1 0 0,-1-1 0 0 0,1 0-1 0 0,-1 1 1 0 0,0-1 0 0 0,0 0 0 0 0,1 1-1 0 0,0 2 1 0 0,-7 6-2408 0 0,-20-2 758 0 0,-30 0-1363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44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181 168 4562 0 0,'0'-9'454'0'0,"0"1"0"0"0,1-1 0 0 0,0 1 0 0 0,1 0 0 0 0,0-1 0 0 0,0 1 0 0 0,1 0 0 0 0,4-9 1 0 0,-4 11-429 0 0,0 1 0 0 0,0 0 1 0 0,0 0-1 0 0,1 0 1 0 0,-1 0-1 0 0,1 0 1 0 0,1 1-1 0 0,-1-1 1 0 0,1 1-1 0 0,-1 1 1 0 0,1-1-1 0 0,0 0 1 0 0,0 1-1 0 0,1 0 0 0 0,-1 1 1 0 0,1-1-1 0 0,0 1 1 0 0,-1 0-1 0 0,1 0 1 0 0,6-1-1 0 0,-7 2-13 0 0,0 0 0 0 0,1 0 0 0 0,-1 1-1 0 0,0-1 1 0 0,0 1 0 0 0,0 0 0 0 0,1 0 0 0 0,-1 1-1 0 0,0 0 1 0 0,0 0 0 0 0,0 0 0 0 0,0 0 0 0 0,0 1 0 0 0,0 0-1 0 0,0 0 1 0 0,0 0 0 0 0,-1 1 0 0 0,1 0 0 0 0,-1-1-1 0 0,0 1 1 0 0,0 1 0 0 0,0-1 0 0 0,0 1 0 0 0,5 6-1 0 0,16 23 11 0 0,-2 0-1 0 0,30 59 0 0 0,-52-86-20 0 0,1 0-1 0 0,-1 0 1 0 0,0 0 0 0 0,-1 1-1 0 0,1-1 1 0 0,-1 0-1 0 0,-1 0 1 0 0,1 1 0 0 0,-1-1-1 0 0,0 0 1 0 0,0 0 0 0 0,-1 0-1 0 0,0 0 1 0 0,0 0-1 0 0,0 0 1 0 0,-1 0 0 0 0,1-1-1 0 0,-2 1 1 0 0,-3 6 0 0 0,-17 41 58 0 0,18-23-19 0 0,5-23-35 0 0,0-1-1 0 0,-1 1 1 0 0,1-1-1 0 0,-1 1 1 0 0,0-1-1 0 0,-1 0 1 0 0,0 0-1 0 0,0 0 1 0 0,0-1-1 0 0,-1 1 1 0 0,-4 5-1 0 0,-22 20 71 0 0,22-24-35 0 0,0 0 0 0 0,0 1-1 0 0,1 0 1 0 0,-7 12 0 0 0,-5 5 51 0 0,11-12-75 0 0,25-18 34 0 0,-17 5-51 0 0,0 0-1 0 0,0-1 0 0 0,0 1 1 0 0,0 0-1 0 0,0 0 1 0 0,0-1-1 0 0,0 1 0 0 0,0 0 1 0 0,0 0-1 0 0,0-1 0 0 0,0 1 1 0 0,0 0-1 0 0,0 0 0 0 0,0-1 1 0 0,0 1-1 0 0,0 0 0 0 0,0 0 1 0 0,-1-1-1 0 0,1 1 1 0 0,0 0-1 0 0,0 0 0 0 0,0 0 1 0 0,0-1-1 0 0,0 1 0 0 0,-1 0 1 0 0,1 0-1 0 0,0 0 0 0 0,0-1 1 0 0,0 1-1 0 0,-1 0 0 0 0,1 0 1 0 0,0 0-1 0 0,0 0 1 0 0,0 0-1 0 0,-1 0 0 0 0,1-1 1 0 0,0 1-1 0 0,0 0 0 0 0,-1 0 1 0 0,1 0-1 0 0,0 0 0 0 0,0 0 1 0 0,-1 0-1 0 0,1 0 0 0 0,0 0 1 0 0,0 0-1 0 0,-1 0 1 0 0,1 0-1 0 0,0 0 0 0 0,-1 0 1 0 0,-12-4 32 0 0,8-2-5 0 0,5 5-22 0 0,-1 0-1 0 0,1 1 1 0 0,-1-1-1 0 0,1 1 1 0 0,-1-1-1 0 0,0 0 1 0 0,1 1 0 0 0,-1-1-1 0 0,0 1 1 0 0,0 0-1 0 0,0-1 1 0 0,1 1-1 0 0,-1-1 1 0 0,0 1-1 0 0,0 0 1 0 0,0 0 0 0 0,0 0-1 0 0,1-1 1 0 0,-1 1-1 0 0,0 0 1 0 0,0 0-1 0 0,0 0 1 0 0,0 0-1 0 0,0 0 1 0 0,0 0 0 0 0,1 1-1 0 0,-1-1 1 0 0,0 0-1 0 0,-2 1 1 0 0,-36 6-151 0 0,38-7 142 0 0,-17 5-40 0 0,0 0 1 0 0,0 1-1 0 0,0 1 1 0 0,1 1-1 0 0,0 0 1 0 0,-29 21-1 0 0,35-22 27 0 0,1 1 0 0 0,0 0 1 0 0,0 1-1 0 0,1 0 0 0 0,0 1 0 0 0,0 0 0 0 0,1 0 0 0 0,1 0 0 0 0,0 1 1 0 0,0 1-1 0 0,-6 13 0 0 0,13-24 46 0 0,-1 1 1 0 0,0 0-1 0 0,1 0 1 0 0,-1 0-1 0 0,1 0 1 0 0,0 0-1 0 0,-1 0 0 0 0,1 0 1 0 0,0 1-1 0 0,0-1 1 0 0,1 0-1 0 0,-1 0 1 0 0,0 0-1 0 0,1 0 1 0 0,-1 0-1 0 0,1 0 1 0 0,-1 0-1 0 0,1-1 1 0 0,0 1-1 0 0,0 0 0 0 0,0 0 1 0 0,0 0-1 0 0,0-1 1 0 0,0 1-1 0 0,1 0 1 0 0,-1-1-1 0 0,1 1 1 0 0,-1-1-1 0 0,1 0 1 0 0,-1 1-1 0 0,1-1 1 0 0,0 0-1 0 0,-1 0 0 0 0,1 0 1 0 0,0 0-1 0 0,0 0 1 0 0,4 0-1 0 0,4 3 10 0 0,-1-1-1 0 0,1 0 0 0 0,1-1 0 0 0,-1 0 1 0 0,0-1-1 0 0,19 0 0 0 0,-4-1-59 0 0,0-2 1 0 0,0-1-1 0 0,-1-1 0 0 0,1-1 0 0 0,-1-1 1 0 0,26-10-1 0 0,-13 1-473 0 0,-1-1 0 0 0,-1-2 0 0 0,47-32 0 0 0,62-47-3388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45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1162 100 1681 0 0,'-36'-31'2418'0'0,"-19"-15"-276"0"0,50 43-2087 0 0,1 1-1 0 0,0-1 1 0 0,-1 1-1 0 0,0-1 1 0 0,0 2 0 0 0,1-1-1 0 0,-1 0 1 0 0,0 1 0 0 0,-1 0-1 0 0,1 0 1 0 0,-7 0-1 0 0,-10 2 63 0 0,1 1 0 0 0,-1 2-1 0 0,1 0 1 0 0,0 1 0 0 0,-38 14-1 0 0,-101 53 465 0 0,128-56-415 0 0,2 1 0 0 0,0 2-1 0 0,1 0 1 0 0,1 2 0 0 0,1 1 0 0 0,-39 42 0 0 0,14-15 138 0 0,-104 77 1 0 0,42-37-34 0 0,97-75-231 0 0,0 1 0 0 0,1 0 0 0 0,-14 18 0 0 0,26-27-31 0 0,0-1-1 0 0,0 1 1 0 0,1 0 0 0 0,-1 1-1 0 0,1-1 1 0 0,1 1-1 0 0,-1-1 1 0 0,1 1-1 0 0,0 0 1 0 0,1-1-1 0 0,0 1 1 0 0,0 0 0 0 0,0 11-1 0 0,1 0 13 0 0,2-1-1 0 0,0 1 1 0 0,1 0-1 0 0,0-1 1 0 0,2 1-1 0 0,0-1 1 0 0,1 0 0 0 0,1-1-1 0 0,11 21 1 0 0,-4-12-4 0 0,1-2-1 0 0,1 0 1 0 0,1-1 0 0 0,1 0 0 0 0,22 19 0 0 0,-9-13-6 0 0,1-2 0 0 0,1-2 1 0 0,1-1-1 0 0,2-1 0 0 0,0-2 0 0 0,1-1 1 0 0,1-3-1 0 0,0 0 0 0 0,1-3 0 0 0,1-1 1 0 0,46 7-1 0 0,10-3 5 0 0,0-5 1 0 0,1-4-1 0 0,168-10 0 0 0,-156-4 51 0 0,-1-6 0 0 0,-1-4 0 0 0,108-32 0 0 0,-139 27-78 0 0,0-4 0 0 0,-2-2-1 0 0,-1-4 1 0 0,-1-3-1 0 0,70-47 1 0 0,-106 58 36 0 0,-1-1 0 0 0,-2-2 1 0 0,0-1-1 0 0,54-61 0 0 0,-76 76-8 0 0,-1-1 1 0 0,0-1-1 0 0,-1 1 0 0 0,-1-1 1 0 0,-1-1-1 0 0,9-22 1 0 0,-13 27 5 0 0,0 0 1 0 0,-1 0-1 0 0,0 0 1 0 0,-1 0 0 0 0,0 0-1 0 0,0 0 1 0 0,-1 0-1 0 0,-1 0 1 0 0,0-1-1 0 0,-5-18 1 0 0,2 15 29 0 0,0 0 0 0 0,-2 1 0 0 0,0 0 0 0 0,0 0 0 0 0,-1 1 0 0 0,-1-1 0 0 0,0 2 0 0 0,-1-1 0 0 0,-14-15 0 0 0,6 10 43 0 0,-1 2 1 0 0,0 0-1 0 0,-1 1 0 0 0,-1 0 0 0 0,-29-15 1 0 0,4 7 27 0 0,-1 2 0 0 0,-1 2 1 0 0,-1 2-1 0 0,0 2 1 0 0,-54-8-1 0 0,-3 6-438 0 0,0 5-1 0 0,-1 5 1 0 0,0 4-1 0 0,0 5 1 0 0,0 4 0 0 0,-140 27-1 0 0,165-18-839 0 0,-88 29 0 0 0,-22 28-1820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55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184 429 1040 0 0,'0'8'1615'0'0,"-4"17"4747"0"0,3-24-6254 0 0,-1 0 0 0 0,1-1-1 0 0,0 1 1 0 0,-1 0-1 0 0,1-1 1 0 0,-1 1-1 0 0,1-1 1 0 0,-1 0-1 0 0,0 1 1 0 0,1-1 0 0 0,-1 0-1 0 0,1 0 1 0 0,-1 0-1 0 0,0 0 1 0 0,-1-1-1 0 0,3 1-48 0 0,0-1 0 0 0,0 1 0 0 0,0-1 0 0 0,0 0 0 0 0,0 1 0 0 0,0-1 0 0 0,0 1 0 0 0,-1-1-1 0 0,1 1 1 0 0,0-1 0 0 0,0 1 0 0 0,0-1 0 0 0,0 0 0 0 0,-1 1 0 0 0,1-1 0 0 0,0 1 0 0 0,-1-1 0 0 0,1 1 0 0 0,0-1 0 0 0,-1 1-1 0 0,1 0 1 0 0,0-1 0 0 0,-2 0 0 0 0,-2-1-60 0 0,0-1 0 0 0,0 0-1 0 0,0-1 1 0 0,1 1 0 0 0,-1 0 0 0 0,1-1-1 0 0,0 0 1 0 0,0 0 0 0 0,0 0-1 0 0,0 0 1 0 0,-3-7 0 0 0,-28-63-130 0 0,27 58 117 0 0,-1-9 31 0 0,1 0 0 0 0,1-1 0 0 0,2 0 1 0 0,0 0-1 0 0,2 0 0 0 0,1 0 0 0 0,3-38 0 0 0,-2 27-7 0 0,0 13-33 0 0,0 14 1 0 0,0 19 0 0 0,-5-4-31 0 0,2-2 52 0 0,0 0 0 0 0,1 1 0 0 0,-1-1 0 0 0,1 0 0 0 0,0 1 1 0 0,0 0-1 0 0,0-1 0 0 0,1 1 0 0 0,-1 0 0 0 0,1 0 0 0 0,0 0 0 0 0,0 0 0 0 0,0 0 1 0 0,0 0-1 0 0,1 6 0 0 0,0 79-12 0 0,2-44-14 0 0,-3-20 75 0 0,0-14 46 0 0,1 0 0 0 0,0-1 1 0 0,1 1-1 0 0,0 0 1 0 0,4 12-1 0 0,3 3 38 0 0,-4-16-138 0 0,-1 0 1 0 0,0 0-1 0 0,-1 0 1 0 0,0 0-1 0 0,-1 0 1 0 0,1 12-1 0 0,-3 5-14 0 0,0-15 45 0 0,1 1 1 0 0,0-1 0 0 0,1 0-1 0 0,1 0 1 0 0,2 12 0 0 0,6 4 63 0 0,-7-22-72 0 0,-1-1 0 0 0,0 1 0 0 0,0-1 1 0 0,0 1-1 0 0,-1 0 0 0 0,0 0 0 0 0,1 11 1 0 0,-2 40-85 0 0,25-69-507 0 0,-24 9 581 0 0,1 0 0 0 0,-1 0 0 0 0,0-1 0 0 0,0 1-1 0 0,-1 0 1 0 0,1-1 0 0 0,-1 1 0 0 0,0 0 0 0 0,0-1 0 0 0,0 1-1 0 0,0-1 1 0 0,0 1 0 0 0,-1-4 0 0 0,0 1-9 0 0,1-142 82 0 0,0 144-82 0 0,0 0 1 0 0,1 0 0 0 0,-1 0-1 0 0,1 0 1 0 0,0 0 0 0 0,0 0 0 0 0,0 0-1 0 0,0 0 1 0 0,1 1 0 0 0,-1-1-1 0 0,1 0 1 0 0,0 1 0 0 0,1-1-1 0 0,-1 1 1 0 0,0 0 0 0 0,1-1-1 0 0,0 1 1 0 0,5-5 0 0 0,-1 4-5 0 0,-1-1 1 0 0,1 1-1 0 0,0 0 1 0 0,0 1-1 0 0,1 0 1 0 0,-1 0-1 0 0,1 0 1 0 0,-1 1-1 0 0,11-2 1 0 0,3 1-7 0 0,0 1 1 0 0,0 0-1 0 0,1 2 1 0 0,-1 0 0 0 0,1 2-1 0 0,31 5 1 0 0,-44-5 33 0 0,1 0 0 0 0,-1 1 0 0 0,0 0 1 0 0,1 0-1 0 0,-2 1 0 0 0,1 0 0 0 0,0 1 1 0 0,-1 0-1 0 0,0 0 0 0 0,0 1 0 0 0,0 0 0 0 0,-1 0 1 0 0,0 1-1 0 0,0 0 0 0 0,-1 0 0 0 0,0 0 1 0 0,0 1-1 0 0,0 0 0 0 0,-1 0 0 0 0,0 1 1 0 0,-1-1-1 0 0,0 1 0 0 0,4 13 0 0 0,-7-19-13 0 0,-1-1-1 0 0,0 1 1 0 0,1-1 0 0 0,-1 1-1 0 0,0-1 1 0 0,0 1 0 0 0,0-1-1 0 0,-1 0 1 0 0,1 1-1 0 0,-1-1 1 0 0,1 1 0 0 0,-1-1-1 0 0,0 0 1 0 0,0 1 0 0 0,0-1-1 0 0,0 0 1 0 0,0 0-1 0 0,0 0 1 0 0,-1 0 0 0 0,1 0-1 0 0,-1 0 1 0 0,1 0-1 0 0,-1 0 1 0 0,0 0 0 0 0,0-1-1 0 0,0 1 1 0 0,0-1 0 0 0,0 1-1 0 0,0-1 1 0 0,0 0-1 0 0,0 0 1 0 0,-3 1 0 0 0,-5 4 40 0 0,2-1-44 0 0,0 0 0 0 0,0-1 0 0 0,0-1 0 0 0,-1 1 0 0 0,1-1 0 0 0,-1-1 0 0 0,0 1 0 0 0,0-2 0 0 0,1 1 0 0 0,-1-1 0 0 0,-1 0 0 0 0,1-1 0 0 0,0 0 0 0 0,0-1-1 0 0,-13-2 1 0 0,16 2-80 0 0,-1 0-1 0 0,0-1 1 0 0,1 0-1 0 0,0 0 1 0 0,-1-1-1 0 0,1 1 0 0 0,0-1 1 0 0,0-1-1 0 0,0 1 1 0 0,1-1-1 0 0,-1 0 1 0 0,1 0-1 0 0,0-1 0 0 0,0 0 1 0 0,0 0-1 0 0,1 0 1 0 0,0 0-1 0 0,0-1 1 0 0,0 1-1 0 0,-5-11 0 0 0,8 12-138 0 0,-1-1 0 0 0,1 1 0 0 0,0 0-1 0 0,0 0 1 0 0,1-1 0 0 0,-1 1-1 0 0,1-1 1 0 0,0 1 0 0 0,0 0-1 0 0,1-1 1 0 0,-1 1 0 0 0,1 0 0 0 0,0-1-1 0 0,0 1 1 0 0,1 0 0 0 0,2-6-1 0 0,23-37-5439 0 0,-2 28 3586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1:56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1054 142 1761 0 0,'2'-1'176'0'0,"-1"0"1"0"0,1 0 0 0 0,0 0-1 0 0,0 0 1 0 0,-1 0-1 0 0,1 0 1 0 0,-1-1 0 0 0,1 1-1 0 0,-1 0 1 0 0,1-1 0 0 0,-1 1-1 0 0,0-1 1 0 0,0 0-1 0 0,0 0 1 0 0,0 1 0 0 0,0-1-1 0 0,0 0 1 0 0,1-3-1 0 0,-3 3-52 0 0,1 1 0 0 0,-1-1 0 0 0,1 1 0 0 0,-1-1-1 0 0,0 1 1 0 0,0-1 0 0 0,0 1 0 0 0,0-1 0 0 0,0 1-1 0 0,0 0 1 0 0,0-1 0 0 0,0 1 0 0 0,0 0 0 0 0,-1 0-1 0 0,1 0 1 0 0,0 0 0 0 0,-1 0 0 0 0,1 0-1 0 0,-1 0 1 0 0,1 0 0 0 0,-1 1 0 0 0,-1-1 0 0 0,-18-9 179 0 0,-1 1 0 0 0,0 1 0 0 0,0 1 0 0 0,0 1 1 0 0,-26-4-1 0 0,14 3-121 0 0,-7-2-66 0 0,0 2 0 0 0,0 2 0 0 0,0 1 1 0 0,-1 2-1 0 0,1 2 0 0 0,-59 8 0 0 0,84-4-107 0 0,-1 1 0 0 0,1 1 0 0 0,0 0 0 0 0,1 1 0 0 0,-1 1 0 0 0,1 0 0 0 0,1 1 0 0 0,0 1 0 0 0,0 0 0 0 0,-22 22 0 0 0,-16 10-1 0 0,15-15 2 0 0,24-19-1 0 0,-1 1-1 0 0,2 1 1 0 0,-1 0 0 0 0,1 1 0 0 0,1 1-1 0 0,0-1 1 0 0,-17 26 0 0 0,14-16-9 0 0,6-9-17 0 0,0 0 1 0 0,1 0-1 0 0,-11 26 0 0 0,7-1 4 0 0,8-24 16 0 0,-1 0 1 0 0,0 0-1 0 0,-10 18 0 0 0,8-14 51 0 0,0 0 0 0 0,0 1-1 0 0,2 0 1 0 0,0 0 0 0 0,1 0-1 0 0,1 0 1 0 0,1 1 0 0 0,1-1 0 0 0,2 28-1 0 0,-2-5-136 0 0,0-41 83 0 0,0 7-22 0 0,0 0-1 0 0,0 0 1 0 0,1-1 0 0 0,-1 1 0 0 0,2 0-1 0 0,-1 0 1 0 0,1-1 0 0 0,2 8 0 0 0,37 48-338 0 0,-30-12 253 0 0,-7-24 107 0 0,1-6 31 0 0,1 1 1 0 0,0-1-1 0 0,2 0 1 0 0,1-1-1 0 0,0 0 1 0 0,1 0-1 0 0,1-1 1 0 0,1 0-1 0 0,1-1 0 0 0,0 0 1 0 0,1-1-1 0 0,1-1 1 0 0,0 0-1 0 0,1-1 1 0 0,32 21-1 0 0,-13-11 0 0 0,2-3-1 0 0,0 0 1 0 0,1-3-1 0 0,1-1 1 0 0,1-2-1 0 0,0-2 0 0 0,51 11 1 0 0,-22-12-46 0 0,0-3 1 0 0,117 1-1 0 0,139-30 59 0 0,-278 14-49 0 0,-1-1 0 0 0,0-3 1 0 0,-1-1-1 0 0,0-2 0 0 0,63-29 0 0 0,-90 34 11 0 0,-1-1 0 0 0,1-1 0 0 0,-2-1 0 0 0,1 0 0 0 0,-2-1 0 0 0,1-1 0 0 0,-2 0 0 0 0,0-1 0 0 0,0-1 0 0 0,-1 0 0 0 0,-1-1 0 0 0,-1 0 0 0 0,0-1 0 0 0,-1 0 0 0 0,10-23 0 0 0,-14 23-8 0 0,0 0 0 0 0,-1 0 0 0 0,-1 0 0 0 0,-1 0 0 0 0,0-1 0 0 0,-1 0 0 0 0,-1 1 0 0 0,-1-1 0 0 0,-2-22 1 0 0,-2 11-22 0 0,-2 0 0 0 0,0 0 0 0 0,-2 1 0 0 0,-16-40 0 0 0,18 53 12 0 0,0-1 0 0 0,0 1-1 0 0,-2 1 1 0 0,0-1 0 0 0,0 1-1 0 0,-1 1 1 0 0,-1 0 0 0 0,0 0 0 0 0,-1 1-1 0 0,-1 0 1 0 0,0 1 0 0 0,-13-11-1 0 0,13 13 10 0 0,-150-115-11 0 0,132 105 16 0 0,0 1 0 0 0,-2 1 0 0 0,0 1 0 0 0,-41-13 0 0 0,21 14 26 0 0,1 2 0 0 0,-2 2 0 0 0,-74-6 0 0 0,99 15-41 0 0,-1 1 1 0 0,1 1 0 0 0,-1 1-1 0 0,0 1 1 0 0,1 2 0 0 0,0 1-1 0 0,0 1 1 0 0,-41 15 0 0 0,64-19-27 0 0,0 0 1 0 0,0 1-1 0 0,0-1 1 0 0,0 1-1 0 0,0 0 1 0 0,1 0 0 0 0,-1 1-1 0 0,-7 7 1 0 0,10-9-8 0 0,1 1 0 0 0,-1-1 0 0 0,1 0 0 0 0,0 1 0 0 0,0-1 0 0 0,0 1 0 0 0,0-1 0 0 0,0 1 0 0 0,1 0 0 0 0,-1-1 0 0 0,1 1 1 0 0,-1 0-1 0 0,1-1 0 0 0,0 1 0 0 0,0 0 0 0 0,0 0 0 0 0,1-1 0 0 0,-1 1 0 0 0,1 0 0 0 0,1 3 0 0 0,18 61-1929 0 0,-15 2-2161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2:08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301 143 2001 0 0,'-25'-5'1774'0'0,"20"4"3882"0"0,5 1-5638 0 0,-1 0 0 0 0,1 1 0 0 0,0-1 0 0 0,0 1-1 0 0,0-1 1 0 0,0 0 0 0 0,0 1 0 0 0,0-1 0 0 0,-1 0 0 0 0,1 1 0 0 0,0-1 0 0 0,0 0 0 0 0,0 1-1 0 0,0-1 1 0 0,0 1 0 0 0,1-1 0 0 0,-1 0 0 0 0,0 1 0 0 0,0-1 0 0 0,0 0 0 0 0,0 1 0 0 0,0-1 0 0 0,0 0-1 0 0,1 1 1 0 0,-1-1 0 0 0,0 0 0 0 0,0 1 0 0 0,0-1 0 0 0,1 0 0 0 0,-1 0 0 0 0,0 1 0 0 0,1-1-1 0 0,-1 0 1 0 0,0 0 0 0 0,0 1 0 0 0,1-1 0 0 0,-1 0 0 0 0,0 0 0 0 0,1 0 0 0 0,0 1 0 0 0,108 23 235 0 0,-97-21-246 0 0,1 0 0 0 0,-1 0 0 0 0,0-1-1 0 0,1-1 1 0 0,-1 0 0 0 0,1-1 0 0 0,-1 0 0 0 0,16-2-1 0 0,-4-1 0 0 0,10-5-6 0 0,-25 5-2 0 0,0 1 0 0 0,0-1 0 0 0,0 2 0 0 0,0-1 0 0 0,0 1 0 0 0,19 1 0 0 0,-23-1-51 0 0,-5-3 26 0 0,0 2-26 0 0,0 1 53 0 0,0 0 0 0 0,1 0-1 0 0,-1 0 1 0 0,0 0 0 0 0,0 0-1 0 0,0 0 1 0 0,-1 0 0 0 0,1 0 0 0 0,0 0-1 0 0,0 0 1 0 0,-1 0 0 0 0,1 0 0 0 0,0 0-1 0 0,-1 0 1 0 0,1 0 0 0 0,-1 0 0 0 0,1 0-1 0 0,-1 0 1 0 0,1 0 0 0 0,-1 1-1 0 0,0-1 1 0 0,1 0 0 0 0,-1 0 0 0 0,0 1-1 0 0,0-1 1 0 0,0 0 0 0 0,1 1 0 0 0,-1-1-1 0 0,0 1 1 0 0,0-1 0 0 0,0 1 0 0 0,0 0-1 0 0,-2-1 1 0 0,-4-3 9 0 0,-10-11 45 0 0,10 7-44 0 0,-1 2 0 0 0,0-1 0 0 0,0 1 0 0 0,0 0 0 0 0,-1 0 0 0 0,0 1-1 0 0,-13-5 1 0 0,0 1 9 0 0,0 1 0 0 0,-1 1-1 0 0,0 2 1 0 0,-38-6 0 0 0,38 5 6 0 0,17 4-17 0 0,1 1 0 0 0,-1-1 1 0 0,1 1-1 0 0,-1 0 0 0 0,0 1 0 0 0,0-1 0 0 0,0 1 0 0 0,1 0 0 0 0,-1 1 0 0 0,0-1 0 0 0,0 1 0 0 0,1 0 0 0 0,-1 1 0 0 0,-5 1 1 0 0,-165 49 244 0 0,174-52-248 0 0,-24 10 44 0 0,26-9-45 0 0,-1-1 1 0 0,0 1-1 0 0,0 0 1 0 0,1 0-1 0 0,-1 0 1 0 0,1-1-1 0 0,-1 1 0 0 0,1 0 1 0 0,-1 0-1 0 0,1 0 1 0 0,-1 0-1 0 0,1 0 0 0 0,0 0 1 0 0,0 0-1 0 0,-1 0 1 0 0,1 0-1 0 0,0 0 1 0 0,0 0-1 0 0,0 0 0 0 0,0 2 1 0 0,0-3-5 0 0,0 1 1 0 0,0-1-1 0 0,0 1 0 0 0,0-1 1 0 0,0 1-1 0 0,0-1 0 0 0,0 1 1 0 0,0-1-1 0 0,-1 0 1 0 0,1 1-1 0 0,0-1 0 0 0,0 1 1 0 0,-1-1-1 0 0,1 0 0 0 0,0 1 1 0 0,-1-1-1 0 0,1 0 1 0 0,0 1-1 0 0,-1-1 0 0 0,1 0 1 0 0,0 1-1 0 0,-1-1 1 0 0,1 0-1 0 0,0 0 0 0 0,-1 1 1 0 0,1-1-1 0 0,-1 0 0 0 0,1 0 1 0 0,-1 0-1 0 0,1 0 1 0 0,-1 0-1 0 0,1 0 0 0 0,0 0 1 0 0,-1 0-1 0 0,1 0 0 0 0,-1 0 1 0 0,1 0-1 0 0,-2 0 1 0 0,2 0-3 0 0,-1 0 0 0 0,0 0 0 0 0,1 0 0 0 0,-1 0 0 0 0,0 0 0 0 0,1 0 0 0 0,-1 0 0 0 0,0 0 0 0 0,1 1 0 0 0,-1-1 0 0 0,1 0 0 0 0,-1 0 0 0 0,0 1 0 0 0,1-1 0 0 0,-1 0 0 0 0,1 1 0 0 0,-1-1 0 0 0,1 0 0 0 0,-1 1 0 0 0,1-1 0 0 0,-1 1 0 0 0,1-1 0 0 0,-1 1 0 0 0,1-1 0 0 0,0 1 0 0 0,-1-1 0 0 0,1 1 0 0 0,0 0 0 0 0,-1-1 0 0 0,1 1 0 0 0,0-1 0 0 0,0 1 0 0 0,-1 0 0 0 0,1-1 0 0 0,0 1 0 0 0,0 0 0 0 0,0-1 0 0 0,0 1 0 0 0,0 0 0 0 0,0 0 0 0 0,1 1 0 0 0,-1 0 0 0 0,0 0 0 0 0,0-1-1 0 0,0 1 1 0 0,0 0 0 0 0,0 0 0 0 0,0 0 0 0 0,0-1 0 0 0,0 1 0 0 0,-1 0-1 0 0,1 0 1 0 0,-1-1 0 0 0,0 1 0 0 0,1 0 0 0 0,-1 0 0 0 0,0-1-1 0 0,0 1 1 0 0,0-1 0 0 0,0 1 0 0 0,0-1 0 0 0,0 1 0 0 0,0-1 0 0 0,-1 0-1 0 0,1 0 1 0 0,0 0 0 0 0,-1 1 0 0 0,1-1 0 0 0,-1 0 0 0 0,1-1 0 0 0,-4 3-1 0 0,5-3 3 0 0,0 0 0 0 0,-1 0 0 0 0,1 0 0 0 0,0 0 0 0 0,0 0 0 0 0,0 0 0 0 0,0 0 0 0 0,-1 0 0 0 0,1 0 0 0 0,0 0 0 0 0,0 1 0 0 0,0-1 0 0 0,0 0 0 0 0,-1 0 0 0 0,1 0 0 0 0,0 0 0 0 0,0 0 0 0 0,0 1 0 0 0,0-1 0 0 0,0 0 0 0 0,0 0 0 0 0,0 0 0 0 0,0 1 0 0 0,-1-1 0 0 0,1 0 0 0 0,0 0 0 0 0,0 0 0 0 0,0 0 0 0 0,0 1 0 0 0,0-1 0 0 0,0 0 0 0 0,0 0 0 0 0,0 0 0 0 0,0 1 0 0 0,0-1 0 0 0,0 0 0 0 0,0 0 0 0 0,0 0 0 0 0,1 1 0 0 0,-1-1 0 0 0,0 0 0 0 0,0 0 0 0 0,0 0 0 0 0,0 1 0 0 0,0-1 0 0 0,0 0 0 0 0,0 0 0 0 0,0 0 0 0 0,1 0 0 0 0,-1 0 0 0 0,0 1 0 0 0,0-1 0 0 0,0 0 0 0 0,0 0 0 0 0,0 0 0 0 0,1 0 0 0 0,-1 0 0 0 0,0 0 0 0 0,0 0 0 0 0,0 0 0 0 0,1 0 0 0 0,-1 1 0 0 0,32 27 47 0 0,-17-14-17 0 0,0-1 0 0 0,0-1 0 0 0,1 0 0 0 0,1-1 0 0 0,19 9 0 0 0,119 44 50 0 0,-143-59-72 0 0,0-1-1 0 0,0 0 1 0 0,1-1 0 0 0,-1 0-1 0 0,1-1 1 0 0,0-1 0 0 0,0 0-1 0 0,20-1 1 0 0,13-3-47 0 0,52-11 1 0 0,-78 10 33 0 0,7 0-15 0 0,-4 1-27 0 0,-1-2 0 0 0,27-8 1 0 0,-35 9-12 0 0,3 0-128 0 0,-2-1 1 0 0,1-1-1 0 0,0 0 0 0 0,21-13 0 0 0,-9 5-1332 0 0,14-7-1081 0 0,-41 20 2379 0 0,1 1 1 0 0,-1-1 0 0 0,0 0-1 0 0,1 0 1 0 0,-1 0 0 0 0,0 0 0 0 0,0 0-1 0 0,1 0 1 0 0,-1 0 0 0 0,0 0-1 0 0,0 0 1 0 0,0-1 0 0 0,0 1-1 0 0,-1 0 1 0 0,1-1 0 0 0,0 1-1 0 0,0 0 1 0 0,0-3 0 0 0,-1-9-1542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2:02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46 1040 0 0,'-5'-1'566'0'0,"4"1"-417"0"0,0 0-1 0 0,-1 0 1 0 0,1 0-1 0 0,-1 0 1 0 0,1-1-1 0 0,0 1 1 0 0,-1 0-1 0 0,1-1 1 0 0,0 1 0 0 0,-1-1-1 0 0,1 0 1 0 0,0 1-1 0 0,0-1 1 0 0,0 0-1 0 0,0 0 1 0 0,-1 0 0 0 0,1 0-1 0 0,-1-1 1 0 0,7 0 1131 0 0,20-3 1548 0 0,-20 5-2628 0 0,20 0 187 0 0,-80 0 334 0 0,50 0-588 0 0,10-1-173 0 0,6-2 37 0 0,0 0 1 0 0,1 1-1 0 0,-1 0 0 0 0,0 1 1 0 0,20-1-1 0 0,-2 2 6 0 0,61-11-3 0 0,-64 9 13 0 0,-21 2 54 0 0,-10 0 13 0 0,-262 15 640 0 0,250-12-731 0 0,0 2 0 0 0,1 0 0 0 0,-1 1-1 0 0,1 0 1 0 0,-22 13 0 0 0,35-17 8 0 0,-1-1 12 0 0,0 1-1 0 0,-1 0 1 0 0,1 1-1 0 0,0-1 1 0 0,0 1-1 0 0,0-1 1 0 0,0 1-1 0 0,0 1 1 0 0,1-1-1 0 0,0 0 1 0 0,-1 1-1 0 0,1 0 1 0 0,0 0 0 0 0,1 0-1 0 0,-5 8 1 0 0,-16 15 16 0 0,-5 9 30 0 0,-2 34 25 0 0,28-60-66 0 0,-1-1 0 0 0,2 1 0 0 0,-1 0 0 0 0,1 0 0 0 0,1 1 0 0 0,0-1 0 0 0,0 0 0 0 0,3 10 1 0 0,-2 13 84 0 0,-2 1-61 0 0,-1-24-23 0 0,1 1 0 0 0,1-1 0 0 0,0 1 0 0 0,0-1 0 0 0,1 0 1 0 0,0 1-1 0 0,1-1 0 0 0,3 12 0 0 0,-1-14-9 0 0,0 1 0 0 0,1-1 0 0 0,0 0 1 0 0,0-1-1 0 0,1 1 0 0 0,-1-1 0 0 0,2 0 0 0 0,-1 0 0 0 0,1-1 0 0 0,0 0 1 0 0,0 0-1 0 0,16 9 0 0 0,4-3 8 0 0,31 15 52 0 0,-49-22-72 0 0,-1 0-1 0 0,1-1 1 0 0,-1 0-1 0 0,1-1 1 0 0,0 0-1 0 0,1 0 1 0 0,-1-1-1 0 0,0 0 1 0 0,16 1-1 0 0,-4 0 5 0 0,9-2-28 0 0,0-1-1 0 0,1-1 0 0 0,-1-1 1 0 0,0-2-1 0 0,-1-1 0 0 0,1-1 1 0 0,-1-1-1 0 0,0-2 0 0 0,35-16 0 0 0,-37 11-16 0 0,0-2-1 0 0,35-27 0 0 0,-43 30 18 0 0,-12 9-7 0 0,0-1 0 0 0,0-1 0 0 0,0 1-1 0 0,-1-1 1 0 0,0 0 0 0 0,6-7 0 0 0,-10 9 20 0 0,0 0 0 0 0,0 0 0 0 0,-1 0 0 0 0,1 0 0 0 0,-1 0 0 0 0,0 0 0 0 0,0-1 0 0 0,0 1 1 0 0,-1 0-1 0 0,1-1 0 0 0,-1 1 0 0 0,-1-6 0 0 0,1 7 23 0 0,-1-1 1 0 0,0 1-1 0 0,0-1 0 0 0,0 1 1 0 0,-1 0-1 0 0,1 0 1 0 0,-1-1-1 0 0,0 1 1 0 0,0 0-1 0 0,0 1 0 0 0,0-1 1 0 0,-5-5-1 0 0,-38-36 138 0 0,15 19-98 0 0,0 2 1 0 0,-2 1 0 0 0,0 1-1 0 0,-2 1 1 0 0,0 2 0 0 0,-1 2-1 0 0,0 1 1 0 0,-2 2 0 0 0,1 1-1 0 0,-2 2 1 0 0,1 2 0 0 0,-1 1 0 0 0,-42-2-1 0 0,48 8-46 0 0,1 1 0 0 0,-1 1 0 0 0,-49 10 0 0 0,80-11-10 0 0,1 0 0 0 0,0 0 1 0 0,-1 0-1 0 0,1 1 0 0 0,0-1 0 0 0,-1 0 0 0 0,1 0 0 0 0,0 0 0 0 0,0 0 0 0 0,-1 1 0 0 0,1-1 0 0 0,0 0 1 0 0,0 0-1 0 0,-1 0 0 0 0,1 1 0 0 0,0-1 0 0 0,0 0 0 0 0,0 0 0 0 0,-1 1 0 0 0,1-1 0 0 0,0 0 1 0 0,0 1-1 0 0,0-1 0 0 0,0 0 0 0 0,0 1 0 0 0,0-1 0 0 0,0 0 0 0 0,0 1 0 0 0,0-1 0 0 0,-1 0 0 0 0,1 1 1 0 0,0-1-1 0 0,1 0 0 0 0,-1 0 0 0 0,0 1 0 0 0,0-1 0 0 0,0 0 0 0 0,0 1 0 0 0,0-1 0 0 0,0 0 0 0 0,0 1 1 0 0,0-1-1 0 0,1 0 0 0 0,-1 1 0 0 0,0-1 0 0 0,0 0 0 0 0,0 0 0 0 0,0 1 0 0 0,1-1 0 0 0,-1 0 0 0 0,0 0 1 0 0,0 0-1 0 0,1 1 0 0 0,-1-1 0 0 0,0 0 0 0 0,1 0 0 0 0,-1 0 0 0 0,0 0 0 0 0,0 1 0 0 0,1-1 1 0 0,0 0-1 0 0,34 12-1570 0 0,2-1 1 0 0,0-2-1 0 0,53 6 1 0 0,-83-14 1214 0 0,53 6-2103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2:02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44 480 0 0,'-4'-1'599'0'0,"-30"-7"989"0"0,33 8-1452 0 0,-1 0 0 0 0,1 0 1 0 0,0-1-1 0 0,0 1 0 0 0,0 0 1 0 0,0-1-1 0 0,0 1 0 0 0,0-1 1 0 0,0 1-1 0 0,0-1 1 0 0,0 0-1 0 0,0 1 0 0 0,0-1 1 0 0,0 0-1 0 0,0 0 0 0 0,0 0 1 0 0,1 0-1 0 0,-1 1 0 0 0,0-1 1 0 0,1 0-1 0 0,-1 0 0 0 0,0-2 1 0 0,-11-6 1687 0 0,12 9-1799 0 0,-1 0 0 0 0,1 0-1 0 0,0 0 1 0 0,-1 0 0 0 0,1 0-1 0 0,0 0 1 0 0,0 0-1 0 0,-1 0 1 0 0,1 0 0 0 0,0 0-1 0 0,-1 0 1 0 0,1-1-1 0 0,0 1 1 0 0,-1 0 0 0 0,1 0-1 0 0,0 0 1 0 0,0 0 0 0 0,-1 0-1 0 0,1-1 1 0 0,0 1-1 0 0,0 0 1 0 0,-1 0 0 0 0,1-1-1 0 0,0 1 1 0 0,0 0 0 0 0,0 0-1 0 0,-1-1 1 0 0,1 1-1 0 0,0 0 1 0 0,0 0 0 0 0,0-1-1 0 0,0 1 1 0 0,0 0-1 0 0,0-1 1 0 0,-1 1 0 0 0,1 0-1 0 0,0-1 1 0 0,0 1 0 0 0,0 0-1 0 0,0-1 1 0 0,0 1-1 0 0,0 0 1 0 0,1-1 0 0 0,0 1 29 0 0,0 0 0 0 0,0 0 0 0 0,1 1 0 0 0,-1-1 0 0 0,0 1 1 0 0,0-1-1 0 0,1 1 0 0 0,-1-1 0 0 0,0 1 0 0 0,0-1 0 0 0,0 1 1 0 0,0 0-1 0 0,0 0 0 0 0,0 0 0 0 0,0 0 0 0 0,0-1 0 0 0,0 1 1 0 0,0 0-1 0 0,1 3 0 0 0,20 26 330 0 0,-12-8-214 0 0,-9-19-148 0 0,0 1 0 0 0,1-1-1 0 0,-1 0 1 0 0,1 0 0 0 0,0 0 0 0 0,-1 0 0 0 0,2 0-1 0 0,-1 0 1 0 0,0-1 0 0 0,0 1 0 0 0,1-1 0 0 0,5 5 0 0 0,13 9 39 0 0,81 58 221 0 0,-88-65-259 0 0,0 0 0 0 0,0-2-1 0 0,1 0 1 0 0,0 0 0 0 0,27 7 0 0 0,-37-13-66 0 0,1-1 1 0 0,0 1-1 0 0,0-1 0 0 0,0-1 1 0 0,0 1-1 0 0,0-1 1 0 0,7-1-1 0 0,-11 1-55 0 0,-1 1 1 0 0,1 0-1 0 0,0 0 0 0 0,-1-1 0 0 0,1 1 1 0 0,-1-1-1 0 0,1 1 0 0 0,0-1 1 0 0,-1 0-1 0 0,1 0 0 0 0,-1 0 0 0 0,0 0 1 0 0,1 0-1 0 0,-1 0 0 0 0,0 0 0 0 0,1 0 1 0 0,-1 0-1 0 0,0 0 0 0 0,0-1 1 0 0,0 1-1 0 0,0-1 0 0 0,0 1 0 0 0,0-1 1 0 0,-1 1-1 0 0,1-1 0 0 0,0 1 0 0 0,-1-1 1 0 0,1-1-1 0 0,-1-32-2530 0 0,0-29-1000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2:03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20 1441 0 0,'-86'-19'6189'0'0,"81"19"-4788"0"0,6 2-1322 0 0,0 1 1 0 0,1-1-1 0 0,-1 1 0 0 0,0-1 1 0 0,1 0-1 0 0,-1 0 0 0 0,1 0 1 0 0,0 0-1 0 0,0 0 0 0 0,0 0 1 0 0,0 0-1 0 0,0-1 1 0 0,0 1-1 0 0,0-1 0 0 0,0 1 1 0 0,1-1-1 0 0,-1 0 0 0 0,1 0 1 0 0,-1 0-1 0 0,5 1 0 0 0,72 26-87 0 0,-52-20 124 0 0,-9-3-287 0 0,-1-1 0 0 0,1 0 1 0 0,0-2-1 0 0,0 0 0 0 0,0-1 0 0 0,0-1 0 0 0,1-1 0 0 0,22-3 1 0 0,36 0-4202 0 0,-67 2 2331 0 0,15-4 226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2:03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1281 0 0,'-30'0'3681'0'0,"30"8"961"0"0,0-2-3761 0 0,0 7-801 0 0,0-1 0 0 0,30 1 0 0 0,0-1 80 0 0,0-4-160 0 0,24 3 80 0 0,7 3-80 0 0,-1 5-80 0 0,61 6-880 0 0,0-6-2562 0 0,-61-6-1120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2:04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1 265 160 0 0,'0'1'99'0'0,"0"-1"-1"0"0,0 1 1 0 0,0 0-1 0 0,0-1 1 0 0,1 1 0 0 0,-1 0-1 0 0,0-1 1 0 0,1 1-1 0 0,-1 0 1 0 0,0-1-1 0 0,1 1 1 0 0,-1-1 0 0 0,1 1-1 0 0,-1 0 1 0 0,1-1-1 0 0,-1 1 1 0 0,1-1 0 0 0,-1 0-1 0 0,1 1 1 0 0,-1-1-1 0 0,1 1 1 0 0,0-1-1 0 0,-1 0 1 0 0,1 1 0 0 0,-1-1-1 0 0,1 0 1 0 0,0 0-1 0 0,0 0 1 0 0,-1 0-1 0 0,1 1 1 0 0,0-1 0 0 0,-1 0-1 0 0,1 0 1 0 0,0 0-1 0 0,-1 0 1 0 0,1 0 0 0 0,0-1-1 0 0,0 1 1 0 0,-1 0-1 0 0,2 0 1 0 0,1-1 261 0 0,2-11 3986 0 0,-5-19-4127 0 0,0 28 98 0 0,0-141-77 0 0,0 141-240 0 0,0 1 0 0 0,0 0 0 0 0,0 0 0 0 0,1-1 0 0 0,-1 1 0 0 0,1 0 0 0 0,-1 0 0 0 0,1 0 0 0 0,0-1 0 0 0,0 1 0 0 0,0 0 0 0 0,0 0 0 0 0,0 0 0 0 0,0 1 0 0 0,1-1 0 0 0,2-3 0 0 0,-2 3 0 0 0,-1 1 0 0 0,1-1 0 0 0,-1 0 0 0 0,0 0 0 0 0,0 1 0 0 0,0-1 0 0 0,0 0 0 0 0,0 0 0 0 0,0 0 0 0 0,0 0 0 0 0,-1 0 0 0 0,1 0 0 0 0,-1 0 0 0 0,1-1 0 0 0,-1 1 0 0 0,0-4 0 0 0,1 5 4 0 0,0 0-1 0 0,1 0 1 0 0,-1 0 0 0 0,0 0-1 0 0,1 0 1 0 0,-1 0-1 0 0,0 0 1 0 0,1 1-1 0 0,-1-1 1 0 0,1 1-1 0 0,-1-1 1 0 0,1 1-1 0 0,0-1 1 0 0,-1 1-1 0 0,1 0 1 0 0,-1 0-1 0 0,1 0 1 0 0,-1 0-1 0 0,1 0 1 0 0,0 0-1 0 0,-1 0 1 0 0,1 0 0 0 0,-1 1-1 0 0,1-1 1 0 0,1 1-1 0 0,43 8 79 0 0,-29 5-44 0 0,6 2-76 0 0,2-5 48 0 0,0 1 0 0 0,0 1 0 0 0,36 27 0 0 0,-52-33-34 0 0,1 1 0 0 0,-1 0 0 0 0,-1 0 0 0 0,15 19 0 0 0,-22-26 24 0 0,-1 0-1 0 0,0 0 1 0 0,1 0 0 0 0,-1 0 0 0 0,0 0 0 0 0,1 0-1 0 0,-1 0 1 0 0,0 0 0 0 0,0 0 0 0 0,0 0 0 0 0,0 0-1 0 0,0 0 1 0 0,0 0 0 0 0,0 0 0 0 0,0 0 0 0 0,0 0-1 0 0,-1 0 1 0 0,1 0 0 0 0,0 0 0 0 0,-1 0 0 0 0,1 0-1 0 0,0 0 1 0 0,-1 0 0 0 0,1 0 0 0 0,-1-1 0 0 0,0 1-1 0 0,1 0 1 0 0,-1 0 0 0 0,0 0 0 0 0,1-1 0 0 0,-1 1-1 0 0,0 0 1 0 0,0-1 0 0 0,0 1 0 0 0,1-1 0 0 0,-1 1-1 0 0,0-1 1 0 0,0 1 0 0 0,-2 0 0 0 0,-3 3 8 0 0,1-2 17 0 0,0 0 0 0 0,0 0 0 0 0,0 0 0 0 0,0 0 0 0 0,0-1 0 0 0,0 0 0 0 0,0 0 0 0 0,-1 0 0 0 0,1-1 0 0 0,0 0 0 0 0,-1 0 0 0 0,1 0 0 0 0,0-1 0 0 0,-1 1 0 0 0,-7-3 0 0 0,9 2-7 0 0,3 1-12 0 0,0 0-1 0 0,0 0 1 0 0,0 0-1 0 0,0 0 1 0 0,0-1 0 0 0,0 1-1 0 0,0 0 1 0 0,0 0 0 0 0,0-1-1 0 0,0 1 1 0 0,0 0 0 0 0,0-1-1 0 0,1 1 1 0 0,-1-1 0 0 0,0 0-1 0 0,0 1 1 0 0,0-1 0 0 0,1 0-1 0 0,-1 1 1 0 0,0-1-1 0 0,0 0 1 0 0,1 0 0 0 0,-1 1-1 0 0,1-1 1 0 0,-1 0 0 0 0,1 0-1 0 0,-1 0 1 0 0,1 0 0 0 0,-1 0-1 0 0,1 0 1 0 0,0 0 0 0 0,0 0-1 0 0,0 0 1 0 0,-1 0-1 0 0,1 0 1 0 0,0-2 0 0 0,0 2-4 0 0,0-1 0 0 0,-1 1 0 0 0,1-1-1 0 0,0 1 1 0 0,-1-1 0 0 0,1 1 0 0 0,-1-1 0 0 0,0 1 0 0 0,0 0 0 0 0,1-1 0 0 0,-1 1 0 0 0,0 0 0 0 0,0-1 0 0 0,0 1 0 0 0,-2-1 0 0 0,-5-11 33 0 0,15 0-21 0 0,-5 11-14 0 0,-1 0 0 0 0,0 1 0 0 0,1-1 0 0 0,-1 0 0 0 0,0 0 0 0 0,0 0 0 0 0,0 0 0 0 0,-1 0 0 0 0,1 0 0 0 0,0 0 0 0 0,-1 0 0 0 0,1 0 0 0 0,-1-3 0 0 0,1 2 0 0 0,0 0 0 0 0,0 0 0 0 0,0 0 0 0 0,0 0 0 0 0,0 0 0 0 0,1 0 0 0 0,0 0 0 0 0,-1 1 0 0 0,1-1 0 0 0,0 1 0 0 0,0-1 0 0 0,0 1 0 0 0,1 0 0 0 0,-1 0 0 0 0,0 0 0 0 0,1 0 0 0 0,0 0 0 0 0,-1 0 0 0 0,1 1 0 0 0,4-3 0 0 0,8-4 0 0 0,0 2 0 0 0,26-10 0 0 0,-28 12-17 0 0,1 1 0 0 0,0 0-1 0 0,23-2 1 0 0,-34 5 17 0 0,0-1 1 0 0,0 1-1 0 0,0 0 0 0 0,1 0 0 0 0,-1 0 0 0 0,0 1 0 0 0,0-1 0 0 0,0 1 0 0 0,0-1 0 0 0,0 1 0 0 0,0 0 0 0 0,0 0 0 0 0,0 0 0 0 0,0 1 1 0 0,-1-1-1 0 0,1 1 0 0 0,0-1 0 0 0,-1 1 0 0 0,1 0 0 0 0,-1 0 0 0 0,0 0 0 0 0,3 3 0 0 0,5 36 93 0 0,11 23 87 0 0,-14-48-120 0 0,-1 1 0 0 0,0 0 0 0 0,-2 1 0 0 0,0-1 0 0 0,-1 1 1 0 0,1 24-1 0 0,-4 9-260 0 0,5-50-334 0 0,2-1 116 0 0,-1-1 0 0 0,0 0 0 0 0,0 0 0 0 0,1 0 0 0 0,-1 0 0 0 0,0-1 0 0 0,0 0 0 0 0,0-1 0 0 0,-1 1 0 0 0,1-1 0 0 0,0 0 0 0 0,-1 0 0 0 0,0-1 1 0 0,0 0-1 0 0,0 0 0 0 0,0 0 0 0 0,0 0 0 0 0,-1-1 0 0 0,0 0 0 0 0,6-8 0 0 0,15-17-1103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2:26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692 202 960 0 0,'0'0'148'0'0,"0"0"-1"0"0,-1-1 1 0 0,1 1-1 0 0,0 0 0 0 0,0-1 1 0 0,0 1-1 0 0,0 0 0 0 0,0-1 1 0 0,0 1-1 0 0,0-1 0 0 0,0 1 1 0 0,0 0-1 0 0,0-1 1 0 0,0 1-1 0 0,0 0 0 0 0,0-1 1 0 0,0 1-1 0 0,0 0 0 0 0,0-1 1 0 0,0 1-1 0 0,0 0 1 0 0,0-1-1 0 0,1 1 0 0 0,-1 0 1 0 0,0-1-1 0 0,0 1 0 0 0,0 0 1 0 0,1-1-1 0 0,-1 1 1 0 0,0 0-1 0 0,0 0 0 0 0,1-1 1 0 0,-1 1-1 0 0,0 0 0 0 0,0 0 1 0 0,1 0-1 0 0,-1-1 0 0 0,0 1 1 0 0,1 0-1 0 0,-1 0 1 0 0,1 0-1 0 0,19-1 667 0 0,-15 1 319 0 0,-5 0-1119 0 0,-1 1 0 0 0,0 0 0 0 0,1-1-1 0 0,-1 1 1 0 0,0-1 0 0 0,1 1-1 0 0,-1-1 1 0 0,0 1 0 0 0,1-1-1 0 0,-1 1 1 0 0,0-1 0 0 0,0 0 0 0 0,0 1-1 0 0,0-1 1 0 0,1 0 0 0 0,-1 0-1 0 0,0 0 1 0 0,0 0 0 0 0,0 0-1 0 0,0 0 1 0 0,0 0 0 0 0,1 0-1 0 0,-1 0 1 0 0,0 0 0 0 0,0 0 0 0 0,0 0-1 0 0,0-1 1 0 0,0 1 0 0 0,-6-1 109 0 0,8 0 118 0 0,-7-2-162 0 0,-14 2 148 0 0,15 1 426 0 0,4-1-628 0 0,0 0-1 0 0,0 0 1 0 0,-1 0-1 0 0,1 1 1 0 0,0-1-1 0 0,0 1 1 0 0,0-1-1 0 0,-1 1 1 0 0,1-1-1 0 0,0 1 1 0 0,-1 0-1 0 0,1-1 1 0 0,0 1-1 0 0,-1 0 1 0 0,1 0-1 0 0,0 0 1 0 0,-1 0 0 0 0,1 0-1 0 0,-1 0 1 0 0,1 1-1 0 0,-2-1 1 0 0,-44 5 8 0 0,39-4 8 0 0,-52 1-28 0 0,-12 8-13 0 0,58-7 0 0 0,-1 1 10 0 0,-1 2 0 0 0,1-1 1 0 0,0 2-1 0 0,0 0 0 0 0,1 0 0 0 0,0 2 0 0 0,-26 19 0 0 0,-2 1 56 0 0,38-26-73 0 0,1 0 1 0 0,-1 0-1 0 0,1 1 1 0 0,-1 0-1 0 0,1-1 1 0 0,1 1-1 0 0,-1 0 1 0 0,0 1-1 0 0,-2 5 1 0 0,-21 27 18 0 0,18-28 21 0 0,0 0 1 0 0,1 0 0 0 0,0 1-1 0 0,-7 12 1 0 0,9-13-36 0 0,0 0 1 0 0,-1 0 0 0 0,0 0-1 0 0,-1-1 1 0 0,-11 10 0 0 0,15-15 4 0 0,1-1 1 0 0,-1 1-1 0 0,1 0 1 0 0,-1 0-1 0 0,1 0 1 0 0,0 0-1 0 0,0 0 1 0 0,0 0-1 0 0,0 0 0 0 0,1 1 1 0 0,-1-1-1 0 0,1 1 1 0 0,0 0-1 0 0,0-1 1 0 0,0 1-1 0 0,1 0 1 0 0,-1-1-1 0 0,1 1 1 0 0,0 0-1 0 0,0 0 1 0 0,0-1-1 0 0,1 6 1 0 0,-1-7 0 0 0,0 1 0 0 0,0-1 0 0 0,-1 1 0 0 0,1-1 0 0 0,-1 1 0 0 0,1-1 0 0 0,-1 0 0 0 0,0 1 0 0 0,0-1 0 0 0,0 0 0 0 0,0 0 0 0 0,-1 1 0 0 0,1-1 0 0 0,0 0 0 0 0,-3 2 0 0 0,2-2-4 0 0,1 0 1 0 0,-1 0-1 0 0,1 0 0 0 0,0 0 0 0 0,-1 0 0 0 0,1 0 0 0 0,0 0 0 0 0,0 1 1 0 0,1-1-1 0 0,-1 0 0 0 0,0 1 0 0 0,1-1 0 0 0,-1 0 0 0 0,1 1 0 0 0,0 2 0 0 0,0 0 0 0 0,0-1 0 0 0,0 0 0 0 0,-1 0-1 0 0,0 0 1 0 0,1 0 0 0 0,-1 0-1 0 0,-1 0 1 0 0,1 0 0 0 0,-1 0-1 0 0,1 0 1 0 0,-1-1 0 0 0,0 1 0 0 0,-4 4-1 0 0,0 3-8 0 0,4-4 10 0 0,0 0 0 0 0,0-1 0 0 0,1 1 0 0 0,0 0 0 0 0,1 0 0 0 0,-1 0 0 0 0,1 0 0 0 0,1 0 0 0 0,-1 0 0 0 0,1 0 0 0 0,0 0 0 0 0,5 12 0 0 0,0-8 24 0 0,1-1-1 0 0,0 0 1 0 0,1 0-1 0 0,0-1 1 0 0,11 11-1 0 0,-15-17-17 0 0,-1 1-1 0 0,1-1 1 0 0,-1 1 0 0 0,0 0-1 0 0,0 1 1 0 0,0-1 0 0 0,3 9-1 0 0,-4-9-3 0 0,0 0 0 0 0,0 0-1 0 0,1 0 1 0 0,-1 0 0 0 0,1 0 0 0 0,0-1-1 0 0,0 1 1 0 0,0-1 0 0 0,5 4-1 0 0,78 51-2 0 0,-47-45-68 0 0,-18-6 69 0 0,-13-4-1 0 0,-5-1 0 0 0,0-1 0 0 0,0 0 0 0 0,0 0 0 0 0,1 0 0 0 0,-1 0 0 0 0,0 0 0 0 0,1-1 0 0 0,-1 1 0 0 0,4-1 0 0 0,45 6 0 0 0,-15-4 20 0 0,1-1-1 0 0,46-6 0 0 0,-8 1 4 0 0,-64 4-23 0 0,35 0 0 0 0,-1-2 0 0 0,0-2 0 0 0,75-15 0 0 0,-97 14 6 0 0,38-9 54 0 0,-62 14-58 0 0,0-1-1 0 0,1 1 1 0 0,-1 0-1 0 0,0 0 1 0 0,1 0-1 0 0,-1-1 1 0 0,0 1-1 0 0,1 0 1 0 0,-1 0-1 0 0,0-1 1 0 0,1 1-1 0 0,-1 0 1 0 0,0 0-1 0 0,0-1 1 0 0,1 1-1 0 0,-1 0 1 0 0,0-1-1 0 0,0 1 1 0 0,0-1-1 0 0,0 1 1 0 0,1 0-1 0 0,-1-1 1 0 0,0 1-1 0 0,0 0 1 0 0,0-1-1 0 0,0 1 1 0 0,0-1-1 0 0,0 1 1 0 0,0-1-1 0 0,4-8 34 0 0,3 5-35 0 0,-5 3 3 0 0,-1 0 0 0 0,0 1 0 0 0,0-1 0 0 0,1 0 0 0 0,-1 0 0 0 0,0 0 0 0 0,0 0-1 0 0,0 0 1 0 0,0 0 0 0 0,0 0 0 0 0,0 0 0 0 0,-1 0 0 0 0,1-1 0 0 0,0 1 0 0 0,-1 0 0 0 0,1-1 0 0 0,0 1 0 0 0,-1 0 0 0 0,0-1 0 0 0,1 1-1 0 0,-1 0 1 0 0,0-1 0 0 0,0 1 0 0 0,1-1 0 0 0,-1 1 0 0 0,0-1 0 0 0,0 1 0 0 0,-1-1 0 0 0,1 1 0 0 0,0 0 0 0 0,-1-3 0 0 0,1 3-3 0 0,0 1 1 0 0,0-1 0 0 0,0 1 0 0 0,-1-1 0 0 0,2 1-1 0 0,-1-1 1 0 0,0 0 0 0 0,0 1 0 0 0,0-1 0 0 0,0 1 0 0 0,0-1-1 0 0,0 1 1 0 0,0-1 0 0 0,1 1 0 0 0,-1-1 0 0 0,0 0-1 0 0,0 1 1 0 0,1 0 0 0 0,-1-1 0 0 0,0 1 0 0 0,1-1-1 0 0,-1 1 1 0 0,1-1 0 0 0,-1 1 0 0 0,1 0 0 0 0,-1-1-1 0 0,0 1 1 0 0,1 0 0 0 0,-1-1 0 0 0,1 1 0 0 0,0 0 0 0 0,-1 0-1 0 0,1-1 1 0 0,-1 1 0 0 0,1 0 0 0 0,0 0 0 0 0,12-8 32 0 0,-12 5-31 0 0,0 1-1 0 0,0-1 1 0 0,0 1-1 0 0,-1-1 1 0 0,1 1-1 0 0,0-1 1 0 0,-1 0-1 0 0,0 1 1 0 0,0-1-1 0 0,0-4 1 0 0,0 6-2 0 0,0 1 0 0 0,0-1 0 0 0,1 1 0 0 0,-1-1 0 0 0,0 1 0 0 0,0-1 0 0 0,0 1 0 0 0,1-1 0 0 0,-1 1 0 0 0,0 0 0 0 0,0-1 0 0 0,1 1 0 0 0,-1-1 0 0 0,0 1 0 0 0,1 0 0 0 0,-1-1 0 0 0,1 1 0 0 0,-1 0 0 0 0,0 0 0 0 0,1-1 0 0 0,-1 1 0 0 0,1 0 0 0 0,-1 0 0 0 0,1 0 0 0 0,-1-1 0 0 0,1 1 0 0 0,-1 0 0 0 0,1 0 0 0 0,-1 0 0 0 0,1 0 0 0 0,-1 0 0 0 0,1 0 0 0 0,0 0 0 0 0,0 0 0 0 0,-1 0 0 0 0,1 0 0 0 0,0 0 0 0 0,-1 0 0 0 0,1 0 0 0 0,0 0 0 0 0,-1 0 0 0 0,1-1 0 0 0,0 1 0 0 0,-1 0 0 0 0,1 0 0 0 0,0-1 0 0 0,-1 1 0 0 0,1 0 0 0 0,-1-1 0 0 0,1 1 0 0 0,0-1 0 0 0,-1 1 0 0 0,1 0 0 0 0,-1-1 0 0 0,0 1 0 0 0,1-1 0 0 0,-1 0 0 0 0,1 1 0 0 0,-1-1 0 0 0,0 1 0 0 0,1-1 0 0 0,-1 0 0 0 0,0 1 0 0 0,0-1 0 0 0,1 0 0 0 0,-1 1 0 0 0,0-1 0 0 0,0 0 0 0 0,0 1 0 0 0,0-2 0 0 0,0-100 0 0 0,-1 98 1 0 0,0 0 0 0 0,-1 0 0 0 0,0-1 0 0 0,0 1 1 0 0,0 0-1 0 0,0 1 0 0 0,-1-1 0 0 0,0 0 0 0 0,1 1 0 0 0,-1-1 1 0 0,-1 1-1 0 0,1 0 0 0 0,0 0 0 0 0,-1 0 0 0 0,1 0 1 0 0,-1 1-1 0 0,-5-3 0 0 0,-23-24-9 0 0,-9-16-7 0 0,34 39 5 0 0,1 0 1 0 0,0-1-1 0 0,1 1 0 0 0,-1-1 0 0 0,1 0 0 0 0,0 0 0 0 0,-5-11 1 0 0,-20-50-71 0 0,28 62 76 0 0,0 0 0 0 0,0 0-1 0 0,1 0 1 0 0,0-1 0 0 0,0 1 0 0 0,1 0 0 0 0,0-1 0 0 0,0 1 0 0 0,0-1 0 0 0,2-10 0 0 0,0-5-31 0 0,-2-69-45 0 0,0 90 79 0 0,0 0 0 0 0,0 0 0 0 0,0 1 1 0 0,0-1-1 0 0,0 0 0 0 0,-1 0 1 0 0,1 1-1 0 0,0-1 0 0 0,0 0 1 0 0,0 1-1 0 0,-1-1 0 0 0,1 0 1 0 0,0 1-1 0 0,-1-1 0 0 0,1 0 0 0 0,-1 1 1 0 0,1-1-1 0 0,-1 1 0 0 0,1-1 1 0 0,-1 0-1 0 0,1 1 0 0 0,-1 0 1 0 0,0-1-1 0 0,1 1 0 0 0,-1-1 1 0 0,0 1-1 0 0,1 0 0 0 0,-1-1 1 0 0,0 1-1 0 0,1 0 0 0 0,-1 0 0 0 0,-1-1 1 0 0,1 1-2 0 0,1 0 1 0 0,-1 0 0 0 0,0-1-1 0 0,0 1 1 0 0,1 0 0 0 0,-1 0-1 0 0,0-1 1 0 0,0 1 0 0 0,1-1-1 0 0,-1 1 1 0 0,0-1 0 0 0,1 1-1 0 0,-1-1 1 0 0,1 1 0 0 0,-1-1-1 0 0,1 1 1 0 0,-1-1 0 0 0,1 0-1 0 0,-1 1 1 0 0,1-1 0 0 0,0 0-1 0 0,-1 1 1 0 0,1-1 0 0 0,0 0-1 0 0,-1 0 1 0 0,1 0 0 0 0,0 1-1 0 0,0-1 1 0 0,0 0 0 0 0,0 0-1 0 0,0 1 1 0 0,0-2 0 0 0,0-1-4 0 0,0 0 1 0 0,0 1-1 0 0,0-1 0 0 0,0 1 1 0 0,0-1-1 0 0,1 0 1 0 0,0 1-1 0 0,-1-1 0 0 0,1 1 1 0 0,0 0-1 0 0,0-1 0 0 0,0 1 1 0 0,1 0-1 0 0,-1-1 1 0 0,0 1-1 0 0,1 0 0 0 0,0 0 1 0 0,2-2-1 0 0,3-5-1 0 0,-5 5 6 0 0,-1 0 0 0 0,0-1 0 0 0,0 1 0 0 0,0-1 0 0 0,0 1 0 0 0,-1-1 0 0 0,1 1 0 0 0,-1-1 0 0 0,0 0 0 0 0,-1 1 0 0 0,0-7 0 0 0,0-6 0 0 0,0 16-1 0 0,1 0-1 0 0,-1 1 0 0 0,1-1 0 0 0,-1 0 0 0 0,0 0 1 0 0,0 0-1 0 0,1 1 0 0 0,-1-1 0 0 0,0 0 0 0 0,0 1 1 0 0,0-1-1 0 0,0 1 0 0 0,1-1 0 0 0,-1 1 0 0 0,0-1 1 0 0,0 1-1 0 0,0 0 0 0 0,0-1 0 0 0,-2 1 0 0 0,-14-8-15 0 0,-19-12 90 0 0,-44-16 1 0 0,31 19-40 0 0,35 12-26 0 0,-1 0 0 0 0,1-1 0 0 0,-14-7 1 0 0,18 8-70 0 0,0 1 0 0 0,0 0 0 0 0,0 1 0 0 0,-1 0 1 0 0,0 0-1 0 0,1 1 0 0 0,-1 0 0 0 0,-16 0 1 0 0,26 2 38 0 0,1 1 1 0 0,0-1-1 0 0,-1 0 1 0 0,1 0-1 0 0,0 0 1 0 0,0 1-1 0 0,-1-1 1 0 0,1 0-1 0 0,0 0 1 0 0,0 1-1 0 0,0-1 1 0 0,0 0-1 0 0,-1 0 1 0 0,1 1-1 0 0,0-1 1 0 0,0 0-1 0 0,0 1 1 0 0,0-1-1 0 0,0 0 0 0 0,0 0 1 0 0,0 1-1 0 0,0-1 1 0 0,-1 0-1 0 0,1 1 1 0 0,0-1-1 0 0,0 0 1 0 0,1 1-1 0 0,-1-1 1 0 0,0 0-1 0 0,0 1 1 0 0,0-1-1 0 0,0 0 1 0 0,0 1-1 0 0,0-1 1 0 0,0 0-1 0 0,0 0 1 0 0,1 1-1 0 0,-1-1 1 0 0,0 0-1 0 0,0 1 1 0 0,0-1-1 0 0,1 0 1 0 0,-1 0-1 0 0,0 0 1 0 0,0 1-1 0 0,0-1 1 0 0,1 0-1 0 0,0 0 1 0 0,19 35-3447 0 0,-18-26 2096 0 0,-1 0 1 0 0,0 0 0 0 0,0 0-1 0 0,-1 13 1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2:30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320 133 320 0 0,'-4'-36'5312'0'0,"3"34"-5188"0"0,0 1 0 0 0,-1-1 0 0 0,1 0 0 0 0,0 1 0 0 0,-1-1 0 0 0,1 1 0 0 0,-1-1 0 0 0,1 1-1 0 0,-1-1 1 0 0,0 1 0 0 0,1 0 0 0 0,-3-1 0 0 0,3 1-89 0 0,1 1 1 0 0,-1-1-1 0 0,1 1 0 0 0,-1-1 0 0 0,1 0 0 0 0,0 1 1 0 0,-1-1-1 0 0,1 0 0 0 0,0 1 0 0 0,0-1 0 0 0,-1 0 0 0 0,1 1 1 0 0,0-1-1 0 0,0 0 0 0 0,0 0 0 0 0,0 1 0 0 0,0-1 0 0 0,0 0 1 0 0,0 1-1 0 0,0-2 0 0 0,0 2-15 0 0,0-1-1 0 0,0 1 1 0 0,0-1 0 0 0,0 1-1 0 0,1 0 1 0 0,-1-1 0 0 0,0 1 0 0 0,0 0-1 0 0,0-1 1 0 0,0 1 0 0 0,0 0-1 0 0,-1-1 1 0 0,1 1 0 0 0,0 0-1 0 0,0-1 1 0 0,0 1 0 0 0,0 0-1 0 0,0-1 1 0 0,0 1 0 0 0,0 0 0 0 0,-1-1-1 0 0,1 1 1 0 0,0 0 0 0 0,0-1-1 0 0,-1 1 1 0 0,1 0 0 0 0,0 0-1 0 0,0-1 1 0 0,-1 1 0 0 0,1 0 0 0 0,0 0-1 0 0,0-1 1 0 0,-1 1 0 0 0,1 0-1 0 0,0 0 1 0 0,-1 0 0 0 0,-19 0 153 0 0,15 0-13 0 0,-1 1-13 0 0,-44 5 26 0 0,45 0-106 0 0,5-1-40 0 0,-5-4 26 0 0,-15-1-26 0 0,15 0 199 0 0,0 0-145 0 0,-76 1 145 0 0,51 5-132 0 0,22 3-147 0 0,6-5 26 0 0,-2-1 11 0 0,2-2 14 0 0,1 0 1 0 0,-1 0-1 0 0,1-1 0 0 0,0 1 0 0 0,-1 0 1 0 0,1 0-1 0 0,0 1 0 0 0,0-1 0 0 0,0 0 1 0 0,0 0-1 0 0,0 0 0 0 0,0 1 0 0 0,0-1 0 0 0,0 1 1 0 0,1-1-1 0 0,-1 1 0 0 0,0-1 0 0 0,1 1 1 0 0,-1-1-1 0 0,1 1 0 0 0,0-1 0 0 0,0 1 1 0 0,-1-1-1 0 0,1 1 0 0 0,0 0 0 0 0,0-1 0 0 0,0 1 1 0 0,1 3-1 0 0,-1-5 4 0 0,0 1-1 0 0,0 0 1 0 0,0 0 0 0 0,1-1 0 0 0,-1 1 0 0 0,-1 0-1 0 0,1 0 1 0 0,0 0 0 0 0,0-1 0 0 0,0 1-1 0 0,0 0 1 0 0,0 0 0 0 0,-1-1 0 0 0,1 1-1 0 0,0 0 1 0 0,-1-1 0 0 0,1 1 0 0 0,-1 0 0 0 0,1-1-1 0 0,0 1 1 0 0,-1 0 0 0 0,0-1 0 0 0,1 1-1 0 0,-1-1 1 0 0,1 1 0 0 0,-1-1 0 0 0,0 1-1 0 0,1-1 1 0 0,-1 0 0 0 0,0 1 0 0 0,1-1 0 0 0,-1 0-1 0 0,0 1 1 0 0,1-1 0 0 0,-1 0 0 0 0,0 0-1 0 0,-1 1 1 0 0,0 0-2 0 0,13 6 10 0 0,-9-5-7 0 0,-1 0 2 0 0,0 0 0 0 0,1 1 0 0 0,-1-1 0 0 0,-1 1 0 0 0,1-1 0 0 0,0 1-1 0 0,-1-1 1 0 0,1 1 0 0 0,-1-1 0 0 0,0 1 0 0 0,1 0 0 0 0,-1-1 0 0 0,-1 1 0 0 0,1 0 0 0 0,0-1 0 0 0,-2 5 0 0 0,1 19 44 0 0,1 129 138 0 0,0-153-178 0 0,0 0 1 0 0,0 0-1 0 0,1 0 0 0 0,-1 0 1 0 0,1 0-1 0 0,-1-1 0 0 0,1 1 0 0 0,0 0 1 0 0,0 0-1 0 0,-1 0 0 0 0,1-1 1 0 0,0 1-1 0 0,1 0 0 0 0,-1-1 0 0 0,0 1 1 0 0,3 2-1 0 0,-3-3-9 0 0,1 1 0 0 0,-1-1 0 0 0,0 1 1 0 0,1 0-1 0 0,-1 0 0 0 0,0-1 0 0 0,0 1 0 0 0,0 0 0 0 0,0 0 0 0 0,-1 0 0 0 0,1 0 1 0 0,0 0-1 0 0,-1 0 0 0 0,1 0 0 0 0,-1 0 0 0 0,0 4 0 0 0,0 256 280 0 0,0-261-281 0 0,0 0 0 0 0,1 0-1 0 0,-1 0 1 0 0,0 0 0 0 0,0-1-1 0 0,1 1 1 0 0,-1 0 0 0 0,0 0-1 0 0,1-1 1 0 0,-1 1 0 0 0,1 0-1 0 0,-1 0 1 0 0,1-1 0 0 0,-1 1 0 0 0,1 0-1 0 0,0-1 1 0 0,-1 1 0 0 0,1-1-1 0 0,0 1 1 0 0,-1-1 0 0 0,1 1-1 0 0,0-1 1 0 0,0 0 0 0 0,0 1-1 0 0,-1-1 1 0 0,1 0 0 0 0,0 1-1 0 0,0-1 1 0 0,0 0 0 0 0,0 0-1 0 0,-1 0 1 0 0,1 0 0 0 0,0 0-1 0 0,1 0 1 0 0,1 1 7 0 0,-2-1-5 0 0,0 1 0 0 0,-1-1 0 0 0,1 1 0 0 0,-1-1 0 0 0,1 1 0 0 0,-1 0 0 0 0,1-1 0 0 0,-1 1 0 0 0,0 0 0 0 0,1-1 0 0 0,-1 1 1 0 0,0 0-1 0 0,0 0 0 0 0,1 0 0 0 0,-1-1 0 0 0,0 1 0 0 0,0 0 0 0 0,0 0 0 0 0,0-1 0 0 0,0 1 0 0 0,0 0 0 0 0,0 0 0 0 0,0 0 0 0 0,0-1 0 0 0,-1 2 0 0 0,5 17-41 0 0,0-18 40 0 0,-3-1 0 0 0,0 0 0 0 0,1 0 0 0 0,-1 0 0 0 0,0 1 0 0 0,0-1 0 0 0,0 0 0 0 0,0 1 0 0 0,0-1 0 0 0,0 1 0 0 0,1-1 0 0 0,-1 1 0 0 0,0 0 0 0 0,-1-1 0 0 0,1 1 0 0 0,0 0 0 0 0,0 0 0 0 0,0 0 0 0 0,0-1 0 0 0,1 3 0 0 0,1 0 0 0 0,0-1 0 0 0,1 1 0 0 0,0-1 0 0 0,-1 0 0 0 0,1 0 0 0 0,0 0 0 0 0,0 0 0 0 0,0-1 0 0 0,8 3 0 0 0,-2-1 0 0 0,1 2-11 0 0,1 0-1 0 0,-1-1 1 0 0,1-1-1 0 0,0 0 1 0 0,0 0-1 0 0,14 0 1 0 0,34 15 78 0 0,-5-4-54 0 0,-47-12-22 0 0,0 1 1 0 0,0-1-1 0 0,0-1 0 0 0,1 0 1 0 0,-1 0-1 0 0,13 0 0 0 0,-1-1-10 0 0,-10 1 11 0 0,1 0-1 0 0,0 0 1 0 0,0-1 0 0 0,0 0-1 0 0,-1-1 1 0 0,14-3 0 0 0,9 1-1 0 0,-22 2 63 0 0,0 0-1 0 0,1 0 1 0 0,21-6-1 0 0,20-3 187 0 0,-17 5-53 0 0,67-17 1 0 0,0-2-150 0 0,-72 18-32 0 0,-20 4-9 0 0,1 0 1 0 0,0-1-1 0 0,-1 0 0 0 0,0-1 0 0 0,0 0 1 0 0,16-8-1 0 0,47-15 16 0 0,-73 24-7 0 0,0 1-1 0 0,0-1 0 0 0,0 0 1 0 0,0 0-1 0 0,0 1 0 0 0,-1-1 1 0 0,0 0-1 0 0,1 0 0 0 0,-1 1 1 0 0,0-1-1 0 0,0 0 0 0 0,0 0 1 0 0,-1 0-1 0 0,0-3 0 0 0,2 2-5 0 0,-1 0 0 0 0,0 0 0 0 0,1 0 0 0 0,-1 0 0 0 0,-1 0 0 0 0,1 0 0 0 0,-1 0 0 0 0,1 0 0 0 0,-1 0 0 0 0,-1 0 0 0 0,1 0 0 0 0,0 1 0 0 0,-1-1 0 0 0,0 0 0 0 0,0 1 0 0 0,0-1 0 0 0,0 1 0 0 0,0 0 0 0 0,-6-7 0 0 0,7 9 0 0 0,0 0 0 0 0,0-1 0 0 0,1 1 0 0 0,-1-1 0 0 0,0 1 0 0 0,1-1 0 0 0,-1 0 0 0 0,1 1 0 0 0,0-1 0 0 0,-1 1 0 0 0,1-1 0 0 0,0 0 0 0 0,0 1 0 0 0,0-1 0 0 0,0 0 0 0 0,0 1 0 0 0,1-4 0 0 0,0 3 0 0 0,-1 1 0 0 0,0-1 0 0 0,0 1 0 0 0,0-1 0 0 0,0 1 0 0 0,0-1 0 0 0,0 1 0 0 0,0-1 0 0 0,0 0 0 0 0,-1 1 0 0 0,1-1 0 0 0,-1 1 0 0 0,1 0 0 0 0,-1-1 0 0 0,0-1 0 0 0,-7-4 0 0 0,7 7 0 0 0,0-1 0 0 0,0 1 0 0 0,1-1 0 0 0,-1 1 0 0 0,0-1 0 0 0,1 1 0 0 0,-1-1 0 0 0,0 0 0 0 0,1 1 0 0 0,-1-1 0 0 0,0 0 0 0 0,1 0 0 0 0,-1 0 0 0 0,1 1 0 0 0,0-1 0 0 0,-1 0 0 0 0,1 0 0 0 0,0 0 0 0 0,-1 0 0 0 0,1 0 0 0 0,0 0 0 0 0,0 1 0 0 0,0-3 0 0 0,-1 2 0 0 0,1 0 0 0 0,0 0 0 0 0,-1 0 0 0 0,1 0 0 0 0,-1 0 0 0 0,0 0 0 0 0,1 0 0 0 0,-1 0 0 0 0,0 1 0 0 0,1-1 0 0 0,-1 0 0 0 0,0 0 0 0 0,0 1 0 0 0,0-1 0 0 0,0 0 0 0 0,0 1 0 0 0,0-1 0 0 0,0 1 0 0 0,0-1 0 0 0,0 1 0 0 0,0 0 0 0 0,-1-1 0 0 0,-37-10 0 0 0,11 2 0 0 0,20 4 12 0 0,0 2 0 0 0,-1-1-1 0 0,1 1 1 0 0,-1 0 0 0 0,0 1-1 0 0,-14-3 1 0 0,-34-10-14 0 0,10 3 35 0 0,38 11-25 0 0,0-1 0 0 0,1 0 0 0 0,0 0 0 0 0,-1-1-1 0 0,-11-5 1 0 0,8 1-18 0 0,-1 1-1 0 0,1 0 1 0 0,-1 1-1 0 0,-16-4 1 0 0,-23-10-18 0 0,27 13 28 0 0,-66-20 0 0 0,1 7 14 0 0,34 5 52 0 0,56 14-66 0 0,-1 0 1 0 0,1-1-1 0 0,0 1 0 0 0,-1 0 0 0 0,1 0 0 0 0,0-1 0 0 0,-1 1 0 0 0,1 0 0 0 0,0 0 0 0 0,-1-1 0 0 0,1 1 1 0 0,0 0-1 0 0,0-1 0 0 0,-1 1 0 0 0,1 0 0 0 0,0-1 0 0 0,0 1 0 0 0,0-1 0 0 0,-1 1 0 0 0,1 0 0 0 0,0-1 1 0 0,0 1-1 0 0,0-1 0 0 0,0 1 0 0 0,0 0 0 0 0,0-1 0 0 0,0 1 0 0 0,0-1 0 0 0,-3-7-16 0 0,-6-2-17 0 0,5 8 27 0 0,1-2 1 0 0,-1 1-1 0 0,1 0 1 0 0,0-1 0 0 0,0 1-1 0 0,1-1 1 0 0,-1 0-1 0 0,1 0 1 0 0,-1 0 0 0 0,1 0-1 0 0,1 0 1 0 0,-1-1-1 0 0,0 1 1 0 0,1-1 0 0 0,0 1-1 0 0,0-1 1 0 0,0 1-1 0 0,1-1 1 0 0,0 1 0 0 0,0-8-1 0 0,0-83-7 0 0,0 94 11 0 0,-1 0-1 0 0,1 1 1 0 0,-1-1 0 0 0,1 0 0 0 0,-1 0-1 0 0,0 1 1 0 0,1-1 0 0 0,-1 0 0 0 0,1 0-1 0 0,-1 1 1 0 0,0-1 0 0 0,0 1 0 0 0,1-1-1 0 0,-1 1 1 0 0,0-1 0 0 0,0 1 0 0 0,0-1-1 0 0,0 1 1 0 0,0 0 0 0 0,0-1 0 0 0,1 1-1 0 0,-1 0 1 0 0,0 0 0 0 0,0 0 0 0 0,0 0-1 0 0,0 0 1 0 0,-1 0 0 0 0,-1-1-2 0 0,-2-5 4 0 0,5 0 14 0 0,2 9 55 0 0,-34-7-72 0 0,21 2 3 0 0,0 0 0 0 0,0 0 0 0 0,1-1 0 0 0,-21-9 0 0 0,9 2 14 0 0,16 8 0 0 0,6 2-12 0 0,-1 0-1 0 0,0 0 1 0 0,0 0 0 0 0,0 0-1 0 0,0 0 1 0 0,1 0-1 0 0,-1-1 1 0 0,0 1 0 0 0,0 0-1 0 0,0-1 1 0 0,1 1 0 0 0,-1 0-1 0 0,0-1 1 0 0,0 1 0 0 0,1-1-1 0 0,-1 1 1 0 0,1-1-1 0 0,-1 0 1 0 0,0 1 0 0 0,1-1-1 0 0,-1 1 1 0 0,1-1 0 0 0,-1 0-1 0 0,1 0 1 0 0,0 1 0 0 0,-1-1-1 0 0,1 0 1 0 0,0 0-1 0 0,-1 0 1 0 0,1 1 0 0 0,0-2-1 0 0,2-1-1 0 0,-3 2 0 0 0,-25-14 0 0 0,21 9-13 0 0,5 5-80 0 0,4 1-150 0 0,1 1 1 0 0,0 0 0 0 0,-1 0 0 0 0,1 0 0 0 0,-1 1 0 0 0,0 0-1 0 0,1 0 1 0 0,-1 0 0 0 0,0 0 0 0 0,0 1 0 0 0,0-1 0 0 0,4 5 0 0 0,22 17-4267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2:35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424 198 1361 0 0,'-5'0'1840'0'0,"-46"0"1242"0"0,46 0-1868 0 0,0 0-1108 0 0,-106-7 388 0 0,60 5-343 0 0,38 0-72 0 0,-2 2 0 0 0,1 0 0 0 0,-23 3 0 0 0,17-2 1 0 0,19-1-78 0 0,1-1 0 0 0,0 1 0 0 0,0 0 0 0 0,0 0 0 0 0,0 0 0 0 0,0 0 0 0 0,0 0 0 0 0,-1 0 0 0 0,1 0 0 0 0,0 0 0 0 0,0 0 0 0 0,0 0 0 0 0,0 0 0 0 0,0 0 0 0 0,-1 0 0 0 0,1 0 0 0 0,0 0 0 0 0,0 0 0 0 0,0 0 0 0 0,0 0 0 0 0,0 0 0 0 0,-1 0 0 0 0,1 0 0 0 0,0 0 0 0 0,0 0 0 0 0,0 0 0 0 0,0 0 0 0 0,0 0 0 0 0,0 1 0 0 0,-1-1 0 0 0,1 0 0 0 0,0 0 0 0 0,0 0 0 0 0,0 0 0 0 0,0 0 0 0 0,0 0 0 0 0,0 0 0 0 0,0 0 0 0 0,0 1 0 0 0,0-1 0 0 0,-1 0 0 0 0,1 0 0 0 0,0 0 0 0 0,0 0 0 0 0,0 0 0 0 0,0 1 0 0 0,0-1 0 0 0,0 0 0 0 0,0 0 0 0 0,0 0 0 0 0,0 0 0 0 0,0 0 0 0 0,0 1 0 0 0,0-1 0 0 0,0 0 0 0 0,0 0 0 0 0,0 0 0 0 0,0 0 0 0 0,0 0 0 0 0,1 1 0 0 0,-1-1 0 0 0,0 0 0 0 0,0 0 0 0 0,0 0 0 0 0,0 0 0 0 0,0 0 0 0 0,0 1 0 0 0,0-1 0 0 0,0 0 0 0 0,0 0 0 0 0,0 0 0 0 0,0 0 0 0 0,0 0 0 0 0,0 1 0 0 0,0-1 0 0 0,0 0 0 0 0,0 0 0 0 0,-1 0 0 0 0,1 0 0 0 0,0 0 0 0 0,0 0 0 0 0,0 1 0 0 0,0-1 0 0 0,0 0 0 0 0,0 0 0 0 0,0 0 0 0 0,0 0 0 0 0,0 0 0 0 0,0 0 0 0 0,-1 0 0 0 0,1 1 0 0 0,0-1 0 0 0,0 0 0 0 0,0 0 0 0 0,0 0 0 0 0,0 0 0 0 0,0 0 0 0 0,-1 0 0 0 0,1 0 0 0 0,0 0 0 0 0,0 0 0 0 0,0 0 0 0 0,0 0 0 0 0,0 0 0 0 0,-1 0 0 0 0,1 0 0 0 0,0 0 0 0 0,0 0 0 0 0,0 0 0 0 0,0 0 0 0 0,0 0 0 0 0,-1 0 0 0 0,1 0 0 0 0,0 0 0 0 0,0 0 0 0 0,0 0 0 0 0,0 0 0 0 0,0 0 0 0 0,-1-1 0 0 0,-19 1 78 0 0,15 0 0 0 0,0 0-13 0 0,-25-6 13 0 0,10 5-53 0 0,15 1 119 0 0,5-1-79 0 0,0-2-54 0 0,60 14 67 0 0,242-18 0 0 0,-1-5 14 0 0,-133 4-25 0 0,-90 2-30 0 0,99 6 0 0 0,-6 7-39 0 0,11-3 45 0 0,-38-2-10 0 0,-53-3 13 0 0,-21-3-16 0 0,27-1 22 0 0,138-25 0 0 0,56-5 171 0 0,-192 33-149 0 0,0 4-1 0 0,150 23 1 0 0,23 3 81 0 0,-221-26-113 0 0,0-2 0 0 0,-1-3 0 0 0,69-11 0 0 0,32-6 250 0 0,-64 7-72 0 0,2 2 0 0 0,91 3 1 0 0,-146 7-135 0 0,53-9 1 0 0,-38 3 16 0 0,83 0 0 0 0,-88 8-105 0 0,-7-2 0 0 0,-23 0 0 0 0,114-9 44 0 0,126-4 58 0 0,-246 14-163 0 0,-8 0 41 0 0,1 1-1 0 0,0-1 1 0 0,-1 0 0 0 0,1 0 0 0 0,-1 1-1 0 0,1-1 1 0 0,0 0 0 0 0,-1 0 0 0 0,1 0-1 0 0,0 0 1 0 0,-1 0 0 0 0,1 0-1 0 0,0 0 1 0 0,-1 0 0 0 0,1-1 0 0 0,0 1-1 0 0,-1 0 1 0 0,1 0 0 0 0,0 0 0 0 0,-1-1-1 0 0,1 1 1 0 0,-1 0 0 0 0,1-1 0 0 0,-1 1-1 0 0,1 0 1 0 0,0-1 0 0 0,-1 1 0 0 0,1-1-1 0 0,-1 1 1 0 0,0-1 0 0 0,1 1-1 0 0,-1-1 1 0 0,1 1 0 0 0,-1-1 0 0 0,0 1-1 0 0,1-1 1 0 0,-1 0 0 0 0,0 1 0 0 0,0-1-1 0 0,0 1 1 0 0,1-1 0 0 0,-1 0 0 0 0,0 1-1 0 0,0-1 1 0 0,0 0 0 0 0,0 0 0 0 0,0 0-37 0 0,0 1 1 0 0,0-1 0 0 0,0 1-1 0 0,0-1 1 0 0,0 1 0 0 0,-1-1 0 0 0,1 1-1 0 0,0-1 1 0 0,0 1 0 0 0,0 0 0 0 0,-1-1-1 0 0,1 1 1 0 0,0-1 0 0 0,0 1-1 0 0,-1 0 1 0 0,1-1 0 0 0,0 1 0 0 0,-1-1-1 0 0,1 1 1 0 0,0 0 0 0 0,-1 0-1 0 0,1-1 1 0 0,-1 1 0 0 0,1 0 0 0 0,0 0-1 0 0,-1-1 1 0 0,1 1 0 0 0,-1 0 0 0 0,1 0-1 0 0,-1 0 1 0 0,0-1 0 0 0,-49-12-3919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2:39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121 133 400 0 0,'-10'-1'8353'0'0,"-24"11"-8839"0"0,23-7 1116 0 0,-49 17 384 0 0,54-15-382 0 0,15-3-545 0 0,8-3-166 0 0,-7 1 39 0 0,15 0 94 0 0,-10-1-12 0 0,1 1 0 0 0,-1 0 0 0 0,0 1 0 0 0,0 1 0 0 0,25 6 0 0 0,-30-6-41 0 0,15 0 53 0 0,126 3-41 0 0,-112-7-35 0 0,-20 0 8 0 0,1 1-1 0 0,-1 1 1 0 0,35 5-1 0 0,242 6 15 0 0,-176-4 0 0 0,-24-1 0 0 0,-95-5 2 0 0,0-1 1 0 0,0 1-1 0 0,-1-1 0 0 0,1 1 0 0 0,0-1 1 0 0,0 0-1 0 0,0 1 0 0 0,0-1 1 0 0,0 0-1 0 0,0 0 0 0 0,0 0 0 0 0,0 0 1 0 0,0 0-1 0 0,0 0 0 0 0,0 0 1 0 0,0 0-1 0 0,0 0 0 0 0,0-1 1 0 0,0 1-1 0 0,0 0 0 0 0,0-1 0 0 0,0 1 1 0 0,0 0-1 0 0,-1-1 0 0 0,1 1 1 0 0,0-1-1 0 0,1 0 0 0 0,-8-10 20 0 0,5 10-15 0 0,-18-8 87 0 0,0 0 0 0 0,0 1 0 0 0,-31-9 0 0 0,6 3 64 0 0,-78-34 505 0 0,57 21 79 0 0,-100-28 1 0 0,111 48-783 0 0,83 0-1815 0 0,207 7-5348 0 0,-150 0 4482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2:39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1 1761 0 0,'-85'27'5122'0'0,"-35"4"-3121"0"0,89 1-2081 0 0,1-7-320 0 0,60 8 0 0 0,1-14-2001 0 0,-1-13-2882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2:40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61 350 2241 0 0,'-26'0'3148'0'0,"21"0"-1067"0"0,0-1-1174 0 0,4 1-893 0 0,0 0 1 0 0,0 0-1 0 0,0 0 0 0 0,0-1 1 0 0,0 1-1 0 0,0 0 0 0 0,0-1 1 0 0,0 1-1 0 0,0-1 0 0 0,0 1 1 0 0,0-1-1 0 0,0 0 0 0 0,0 1 1 0 0,0-1-1 0 0,0 0 0 0 0,1 0 0 0 0,-1 0 1 0 0,0 0-1 0 0,0 1 0 0 0,1-1 1 0 0,-1 0-1 0 0,1 0 0 0 0,-1 0 1 0 0,0-2-1 0 0,-2-33 291 0 0,3 27-234 0 0,0-3-8 0 0,1 1 1 0 0,0-1-1 0 0,0 1 1 0 0,1-1-1 0 0,1 1 1 0 0,0 0 0 0 0,8-21-1 0 0,-8 24-24 0 0,1-1-12 0 0,-3 4-14 0 0,0 1 1 0 0,1 0-1 0 0,0-1 0 0 0,0 1 0 0 0,0 0 1 0 0,0 0-1 0 0,1 0 0 0 0,-1 0 1 0 0,1 1-1 0 0,4-4 0 0 0,-2-6 1 0 0,0 5-14 0 0,20 3 0 0 0,-20 5-4 0 0,0 0 1 0 0,0 0 0 0 0,0 1-1 0 0,0 0 1 0 0,0 0-1 0 0,0 0 1 0 0,0 0 0 0 0,0 1-1 0 0,-1 0 1 0 0,1 0 0 0 0,0 0-1 0 0,-1 0 1 0 0,0 1 0 0 0,1 0-1 0 0,-1 0 1 0 0,0 0 0 0 0,0 0-1 0 0,-1 0 1 0 0,1 1 0 0 0,-1 0-1 0 0,0 0 1 0 0,0 0 0 0 0,0 0-1 0 0,0 0 1 0 0,-1 1 0 0 0,1-1-1 0 0,2 8 1 0 0,5 28-37 0 0,1-19 56 0 0,-9-19-13 0 0,-1 0 0 0 0,1 1 0 0 0,-1-1 1 0 0,0 1-1 0 0,1-1 0 0 0,-1 1 0 0 0,0 0 0 0 0,-1-1 0 0 0,1 1 0 0 0,0 0 0 0 0,0 5 0 0 0,0-5-1 0 0,-1 4-5 0 0,-26 4 18 0 0,23-11-7 0 0,0 1 0 0 0,1-1 0 0 0,-1 0 0 0 0,1 0 0 0 0,-1 0 0 0 0,1-1 0 0 0,-1 1 0 0 0,1-1 0 0 0,-1 1 0 0 0,1-1 0 0 0,-1 0 0 0 0,1 0 0 0 0,-1 0 0 0 0,1 0 0 0 0,0 0 0 0 0,0-1 0 0 0,-1 1 0 0 0,1 0 0 0 0,0-1 0 0 0,0 0 0 0 0,1 0 0 0 0,-1 1 0 0 0,0-1 0 0 0,0 0 0 0 0,1-1 0 0 0,-1 1 0 0 0,1 0 0 0 0,0 0 0 0 0,-2-4 0 0 0,3 0 1 0 0,-1-7 2 0 0,0 0 1 0 0,2 0-1 0 0,-1-1 1 0 0,1 1-1 0 0,1 0 1 0 0,0 0-1 0 0,1 0 1 0 0,1 0-1 0 0,0 1 1 0 0,0-1-1 0 0,7-12 1 0 0,-1 10-12 0 0,-7 9 0 0 0,0 0 0 0 0,1 1 0 0 0,0 0 0 0 0,0 0 0 0 0,7-7 0 0 0,-9 10 0 0 0,1 0 0 0 0,-1 1 0 0 0,1-1 0 0 0,0 1 0 0 0,-1 0 0 0 0,1 0 0 0 0,0 0 0 0 0,0 0 0 0 0,0 0 0 0 0,0 0 0 0 0,0 1 0 0 0,0 0 0 0 0,0-1 0 0 0,5 2 0 0 0,-5-1-8 0 0,0 0 0 0 0,0 1 1 0 0,0-1-1 0 0,0 1 0 0 0,0 0 0 0 0,0 0 1 0 0,0 0-1 0 0,-1 0 0 0 0,1 0 1 0 0,0 1-1 0 0,-1 0 0 0 0,1-1 1 0 0,-1 1-1 0 0,1 0 0 0 0,-1 0 1 0 0,0 0-1 0 0,0 0 0 0 0,0 1 1 0 0,0-1-1 0 0,0 0 0 0 0,0 1 0 0 0,-1 0 1 0 0,1-1-1 0 0,-1 1 0 0 0,0 0 1 0 0,2 4-1 0 0,2 6-25 0 0,-1 1-1 0 0,0 0 1 0 0,3 29 0 0 0,-7-38 27 0 0,4 34 38 0 0,-2 60 0 0 0,-3-64-3 0 0,1-32-50 0 0,0 0 1 0 0,0 0-1 0 0,0 0 0 0 0,0 0 0 0 0,1 0 0 0 0,-1 0 1 0 0,1 0-1 0 0,0 0 0 0 0,0 0 0 0 0,0 0 0 0 0,0 0 0 0 0,0 0 1 0 0,1-1-1 0 0,-1 1 0 0 0,1 0 0 0 0,3 3 0 0 0,-5-6-28 0 0,1 1 0 0 0,-1-1-1 0 0,1 1 1 0 0,0-1-1 0 0,0 0 1 0 0,-1 1 0 0 0,1-1-1 0 0,0 0 1 0 0,0 0 0 0 0,-1 0-1 0 0,1 1 1 0 0,0-1-1 0 0,0 0 1 0 0,0 0 0 0 0,-1 0-1 0 0,1 0 1 0 0,0 0 0 0 0,0-1-1 0 0,-1 1 1 0 0,1 0-1 0 0,0 0 1 0 0,0 0 0 0 0,1-1-1 0 0,0 0-197 0 0,1-1-1 0 0,-1 0 0 0 0,1 1 1 0 0,-1-1-1 0 0,0 0 1 0 0,0 0-1 0 0,0 0 0 0 0,0 0 1 0 0,3-4-1 0 0,25-41-5088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2:48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1115 53 160 0 0,'-19'1'1082'0'0,"0"2"1"0"0,1 0-1 0 0,-1 1 1 0 0,1 0-1 0 0,-1 2 0 0 0,-25 11 1 0 0,33-14-987 0 0,-1-1 0 0 0,-1 0 1 0 0,1-1-1 0 0,0 0 0 0 0,0-1 0 0 0,-1 0 0 0 0,1-1 1 0 0,0 0-1 0 0,-22-6 0 0 0,-34-1 476 0 0,39 4-312 0 0,-1-2 0 0 0,1 0 0 0 0,-54-20 0 0 0,19 0-20 0 0,62 25-237 0 0,0 0-1 0 0,1 0 1 0 0,-1 1-1 0 0,0-1 1 0 0,1 0-1 0 0,-1 1 1 0 0,0-1-1 0 0,0 1 1 0 0,0-1-1 0 0,1 1 1 0 0,-1 0-1 0 0,0 0 1 0 0,-2 0-1 0 0,-55-6 57 0 0,29 5-46 0 0,22 1-4 0 0,1 0 0 0 0,-1 0 0 0 0,1 1-1 0 0,-1 0 1 0 0,1 0 0 0 0,-1 1 0 0 0,-10 3 0 0 0,15-3-15 0 0,1-1 0 0 0,-1 1 0 0 0,1-1 0 0 0,0 1 1 0 0,-1 0-1 0 0,1 0 0 0 0,0 0 0 0 0,0 0 0 0 0,0 0 1 0 0,-2 5-1 0 0,-19 17-14 0 0,20-22 20 0 0,1-1 0 0 0,1 0 0 0 0,-1 0 0 0 0,0 0 0 0 0,0 0 0 0 0,1 1 0 0 0,-1-1 0 0 0,1 1 0 0 0,-1-1 0 0 0,1 1 0 0 0,-1 0 0 0 0,1-1 0 0 0,0 1 0 0 0,0 0 0 0 0,0 0 0 0 0,0 0 0 0 0,0 0 0 0 0,1 0 0 0 0,-1 0 0 0 0,0 0 0 0 0,1 0 0 0 0,0 0 0 0 0,-1 3 0 0 0,1-4 0 0 0,0 0 0 0 0,0 1 0 0 0,0-1 0 0 0,-1 0 0 0 0,1 0 0 0 0,0 1 0 0 0,-1-1 0 0 0,1 0 0 0 0,-1 0 0 0 0,1 0 0 0 0,-1 1 0 0 0,1-1 0 0 0,-1 0 0 0 0,0 0 0 0 0,0 0 0 0 0,1 0 0 0 0,-1 0 0 0 0,0 0 0 0 0,0 0 0 0 0,0-1 0 0 0,0 1 0 0 0,0 0 0 0 0,0 0 0 0 0,0-1 0 0 0,-1 1 0 0 0,-1 0 0 0 0,-2 2 0 0 0,4-2 3 0 0,0-1-1 0 0,1 1 1 0 0,-1 0 0 0 0,1 0 0 0 0,-1-1 0 0 0,1 1-1 0 0,-1 0 1 0 0,1 0 0 0 0,-1 0 0 0 0,1 0 0 0 0,0-1-1 0 0,-1 1 1 0 0,1 0 0 0 0,0 0 0 0 0,0 0-1 0 0,0 0 1 0 0,-1 0 0 0 0,1 0 0 0 0,0 0 0 0 0,0 0-1 0 0,0 0 1 0 0,1 0 0 0 0,-1 1 0 0 0,-3 15 23 0 0,-5-10-18 0 0,-35 43-29 0 0,3 39 8 0 0,20-61-41 0 0,-20 85 188 0 0,30-94-124 0 0,8-15-15 0 0,0 0 0 0 0,0-1-1 0 0,0 1 1 0 0,1 0 0 0 0,-1 0-1 0 0,1 0 1 0 0,0 0 0 0 0,0 0-1 0 0,1 0 1 0 0,-1 0 0 0 0,1 4-1 0 0,0-4 6 0 0,-1 0-1 0 0,1-1 1 0 0,0 1-1 0 0,-1-1 1 0 0,0 0 0 0 0,0 1-1 0 0,0-1 1 0 0,0 0-1 0 0,-1 1 1 0 0,1-1-1 0 0,-1 0 1 0 0,0 0-1 0 0,1 0 1 0 0,-5 4-1 0 0,1 1 8 0 0,2-2-5 0 0,2-1 0 0 0,-1 1 0 0 0,1 0 0 0 0,0 0 0 0 0,0 0 0 0 0,0 0 1 0 0,1-1-1 0 0,0 1 0 0 0,0 0 0 0 0,1 0 0 0 0,1 8 0 0 0,0 10 40 0 0,-2 160-42 0 0,0-181 3 0 0,0-1-1 0 0,0 1 1 0 0,0-1-1 0 0,1 1 1 0 0,-1-1 0 0 0,1 0-1 0 0,0 1 1 0 0,-1-1-1 0 0,1 0 1 0 0,0 1 0 0 0,1-1-1 0 0,-1 0 1 0 0,0 0-1 0 0,1 0 1 0 0,2 3 0 0 0,-2-3-1 0 0,-1 0 0 0 0,1 0 1 0 0,-1-1-1 0 0,0 1 1 0 0,0 0-1 0 0,0 0 0 0 0,0 0 1 0 0,0 0-1 0 0,0 0 1 0 0,0 0-1 0 0,-1 0 0 0 0,1 0 1 0 0,-1 1-1 0 0,0-1 1 0 0,1 4-1 0 0,0-4 1 0 0,-1 0 0 0 0,2 0-1 0 0,-1 0 1 0 0,0 0 0 0 0,0 0 0 0 0,0 0 0 0 0,1 0-1 0 0,-1 0 1 0 0,1-1 0 0 0,0 1 0 0 0,-1-1 0 0 0,1 1-1 0 0,0-1 1 0 0,0 0 0 0 0,0 1 0 0 0,0-1-1 0 0,0 0 1 0 0,0 0 0 0 0,0 0 0 0 0,1-1 0 0 0,-1 1-1 0 0,0-1 1 0 0,3 1 0 0 0,12 7 10 0 0,30 14-12 0 0,1-3 0 0 0,0-1 0 0 0,94 21 0 0 0,21 6 62 0 0,-134-36-46 0 0,0-1 0 0 0,0-2 0 0 0,1-1 0 0 0,0-1 0 0 0,38-1 0 0 0,143-16-34 0 0,-125 6 25 0 0,-52 4-12 0 0,82-5-17 0 0,0-5 0 0 0,115-29 0 0 0,-221 38 48 0 0,1 0 0 0 0,-1 0 0 0 0,0-1 0 0 0,-1 0 0 0 0,0-1 1 0 0,1 0-1 0 0,-2-1 0 0 0,1 1 0 0 0,-1-2 0 0 0,11-11 0 0 0,0-3 25 0 0,0-1 0 0 0,16-28 0 0 0,-27 40-61 0 0,-1 1 0 0 0,0-2 0 0 0,-1 1 0 0 0,-1 0 0 0 0,0-1 1 0 0,0 0-1 0 0,-1-1 0 0 0,5-22 0 0 0,-18-3-75 0 0,3 17 48 0 0,-3-22 11 0 0,7 31 26 0 0,-1 0 1 0 0,0 0 0 0 0,0 0-1 0 0,-1 0 1 0 0,-1 1 0 0 0,-7-15 0 0 0,-16-18-6 0 0,-3 1 1 0 0,-1 2-1 0 0,-59-58 1 0 0,37 42 3 0 0,2 2-7 0 0,-67-54 1 0 0,105 99-2 0 0,0 0-1 0 0,-1 0 1 0 0,0 2 0 0 0,-1 0-1 0 0,0 0 1 0 0,0 2 0 0 0,0 0 0 0 0,-1 0-1 0 0,0 2 1 0 0,0 0 0 0 0,-31-3-1 0 0,17 6-232 0 0,0 0 0 0 0,-1 2-1 0 0,1 2 1 0 0,0 1 0 0 0,-49 12-1 0 0,-6 10-1745 0 0,21 10-2148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2:51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31 2161 0 0,'-15'5'598'0'0,"-1"-1"0"0"0,1 0 0 0 0,-1-2 0 0 0,0 0 0 0 0,0 0 0 0 0,0-2 0 0 0,0 0 0 0 0,0 0 0 0 0,0-2 1 0 0,1 0-1 0 0,-18-4 0 0 0,33 6-584 0 0,-1 0 1 0 0,1 0 0 0 0,0 0-1 0 0,0 0 1 0 0,-1 0 0 0 0,1 0 0 0 0,0 0-1 0 0,0 0 1 0 0,0 0 0 0 0,-1-1-1 0 0,1 1 1 0 0,0 0 0 0 0,0 0 0 0 0,0 0-1 0 0,-1 0 1 0 0,1 0 0 0 0,0 0-1 0 0,0 0 1 0 0,0-1 0 0 0,0 1 0 0 0,-1 0-1 0 0,1 0 1 0 0,0 0 0 0 0,0 0-1 0 0,0-1 1 0 0,0 1 0 0 0,0 0 0 0 0,0 0-1 0 0,-1 0 1 0 0,1-1 0 0 0,0 1-1 0 0,0 0 1 0 0,0 0 0 0 0,0 0 0 0 0,0-1-1 0 0,0 1 1 0 0,0 0 0 0 0,0 0-1 0 0,0 0 1 0 0,0-1 0 0 0,0 1 0 0 0,0 0-1 0 0,0 0 1 0 0,0-1 0 0 0,0 1-1 0 0,0 0 1 0 0,1 0-9 0 0,-1-1 1 0 0,0 1-1 0 0,0 0 0 0 0,0 0 1 0 0,0 0-1 0 0,0-1 0 0 0,0 1 0 0 0,0 0 1 0 0,0 0-1 0 0,0 0 0 0 0,0-1 1 0 0,0 1-1 0 0,0 0 0 0 0,0 0 0 0 0,0 0 1 0 0,0-1-1 0 0,0 1 0 0 0,-1 0 1 0 0,1 0-1 0 0,0 0 0 0 0,0 0 1 0 0,0-1-1 0 0,0 1 0 0 0,0 0 0 0 0,0 0 1 0 0,0 0-1 0 0,-1 0 0 0 0,1-1 1 0 0,0 1-1 0 0,0 0 0 0 0,0 0 0 0 0,0 0 1 0 0,-1 0-1 0 0,1 0 0 0 0,0 0 1 0 0,0 0-1 0 0,0 0 0 0 0,-1-1 0 0 0,1 1 1 0 0,0 0-1 0 0,0 0 0 0 0,0 0 1 0 0,-1 0-1 0 0,1 0 0 0 0,0 0 0 0 0,0 0 1 0 0,-20-1 139 0 0,15 1 348 0 0,10 0-427 0 0,15 0-41 0 0,-15 2 42 0 0,-5 1-71 0 0,30-2 5 0 0,266-12 158 0 0,-281 12-526 0 0,33 3 964 0 0,-29-9-2689 0 0,-18 4 1843 0 0,0 1 0 0 0,-1-1 0 0 0,1 1 0 0 0,-1 0 0 0 0,1-1 0 0 0,-1 1 0 0 0,1-1 0 0 0,-1 0 0 0 0,0 1 0 0 0,1-1 0 0 0,-1 1 0 0 0,1-1 0 0 0,-1 0 0 0 0,0 1 0 0 0,0-1 0 0 0,1 0 0 0 0,-1 1 0 0 0,0-1 0 0 0,0 0 0 0 0,0 1 0 0 0,0-1 0 0 0,0-1 0 0 0,0-3-1953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2:51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14 720 0 0,'0'-5'2401'0'0,"-30"5"881"0"0,-1-8 560 0 0,62 8-3362 0 0,29 8 0 0 0,0-3 0 0 0,1 1 81 0 0,59 8 79 0 0,-5 5-320 0 0,-24 0-1120 0 0,-1 20-1121 0 0,-90 10-1521 0 0,30-4-2881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01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689 1 3682 0 0,'-151'63'1360'0'0,"90"-5"-1600"0"0,1 5-160 0 0,0-13 320 0 0,-31-6 240 0 0,37-17 160 0 0,-37-8 0 0 0,31 6-160 0 0,30 0-320 0 0,-1 0-2561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03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737 39 880 0 0,'1'0'131'0'0,"0"0"0"0"0,0 0 0 0 0,0 0 0 0 0,1-1 0 0 0,-1 1-1 0 0,0 0 1 0 0,0-1 0 0 0,0 1 0 0 0,0-1 0 0 0,0 1 0 0 0,0-1-1 0 0,0 0 1 0 0,0 1 0 0 0,0-1 0 0 0,0 0 0 0 0,0 0-1 0 0,0 1 1 0 0,0-1 0 0 0,0 0 0 0 0,-1 0 0 0 0,1 0 0 0 0,0 0-1 0 0,-1 0 1 0 0,1 0 0 0 0,-1 0 0 0 0,1-1 0 0 0,0-1 0 0 0,-2 2 46 0 0,-1-1 1 0 0,1 1 0 0 0,-1-1-1 0 0,1 1 1 0 0,-1 0-1 0 0,0 0 1 0 0,1 0 0 0 0,-1 0-1 0 0,0 0 1 0 0,0 0 0 0 0,1 1-1 0 0,-1-1 1 0 0,0 0 0 0 0,0 1-1 0 0,0 0 1 0 0,-2-1-1 0 0,-47 0 891 0 0,46 1-975 0 0,0 0-13 0 0,-25 1 0 0 0,0 1 0 0 0,0 1 0 0 0,0 2 0 0 0,0 1 0 0 0,1 2 0 0 0,0 1 0 0 0,0 1 0 0 0,-50 25 0 0 0,70-29-64 0 0,0 0-1 0 0,1 1 1 0 0,0 0-1 0 0,-14 15 1 0 0,-17 15 0 0 0,-45 34 140 0 0,75-63-137 0 0,1 1 1 0 0,0 0 0 0 0,1 0-1 0 0,-1 1 1 0 0,2 0 0 0 0,-10 19-1 0 0,7-5-5 0 0,8-19-14 0 0,-1 1 0 0 0,0-1 0 0 0,0 0 0 0 0,-1 0 0 0 0,0 0 0 0 0,0 0 0 0 0,0 0 0 0 0,-5 5 0 0 0,-1 3 16 0 0,1-1 1 0 0,0 1-1 0 0,1 0 1 0 0,-11 27-1 0 0,13-29-5 0 0,0 23 32 0 0,0-4-19 0 0,-2-18-24 0 0,1 4 0 0 0,24 2 0 0 0,3-4 11 0 0,0-1 0 0 0,0-1 1 0 0,2-2-1 0 0,-1 0 1 0 0,1-1-1 0 0,34 9 1 0 0,148 20 68 0 0,-161-34-88 0 0,1-2 0 0 0,-1-2 0 0 0,1-2 0 0 0,-1-1 0 0 0,1-3 0 0 0,-1-2 0 0 0,-1-1 0 0 0,0-2 0 0 0,57-24 0 0 0,-91 31 2 0 0,0 0 0 0 0,-1-1-1 0 0,1 0 1 0 0,-1-1 0 0 0,0 0 0 0 0,0 0 0 0 0,0-1 0 0 0,-1 1 0 0 0,0-2 0 0 0,7-9 0 0 0,-5 4 14 0 0,-1 0 1 0 0,0 0-1 0 0,-1 0 0 0 0,0-1 0 0 0,-1 0 1 0 0,-1 0-1 0 0,0 0 0 0 0,-1-1 0 0 0,3-19 1 0 0,-6 25-6 0 0,1 1 1 0 0,-1-1-1 0 0,-1 1 1 0 0,0-1-1 0 0,0 1 1 0 0,0-1 0 0 0,-1 0-1 0 0,-1 1 1 0 0,1 0-1 0 0,-1-1 1 0 0,-1 1-1 0 0,1 0 1 0 0,-1 0-1 0 0,-1 0 1 0 0,0 0 0 0 0,0 1-1 0 0,-10-14 1 0 0,5 12 2 0 0,-1 0 1 0 0,0 1-1 0 0,0 0 1 0 0,-1 1-1 0 0,0 0 0 0 0,-1 0 1 0 0,0 2-1 0 0,1-1 1 0 0,-2 1-1 0 0,1 1 1 0 0,-19-4-1 0 0,-14-2 102 0 0,-79-5 0 0 0,123 15-108 0 0,-50-5-20 0 0,0 3 0 0 0,-1 2 0 0 0,-94 12 0 0 0,95 0-207 0 0,52-11 220 0 0,-1-1 0 0 0,0 0 0 0 0,0 0 0 0 0,1 0 0 0 0,-1 0 0 0 0,0 0 0 0 0,0 0-1 0 0,1 1 1 0 0,-1-1 0 0 0,0 0 0 0 0,0 0 0 0 0,0 0 0 0 0,1 1 0 0 0,-1-1 0 0 0,0 0 0 0 0,0 0 0 0 0,0 0-1 0 0,1 1 1 0 0,-1-1 0 0 0,0 0 0 0 0,0 0 0 0 0,0 1 0 0 0,0-1 0 0 0,0 0 0 0 0,0 1 0 0 0,0-1-1 0 0,0 0 1 0 0,0 0 0 0 0,0 1 0 0 0,0-1 0 0 0,0 0 0 0 0,0 1 0 0 0,0-1 0 0 0,0 0 0 0 0,0 1-1 0 0,0-1 1 0 0,0 0 0 0 0,0 0 0 0 0,0 1 0 0 0,0-1 0 0 0,0 0 0 0 0,-1 0 0 0 0,1 1 0 0 0,0-1 0 0 0,0 0-1 0 0,0 0 1 0 0,0 1 0 0 0,-1-1 0 0 0,1 0 0 0 0,0 0 0 0 0,0 0 0 0 0,-1 0 0 0 0,1 1 0 0 0,0-1-1 0 0,0 0 1 0 0,-1 0 0 0 0,1 0 0 0 0,0 0 0 0 0,0 0 0 0 0,-1 0 0 0 0,1 0 0 0 0,0 1 0 0 0,-1-1-1 0 0,1 0 1 0 0,-1 0 0 0 0,23 6-433 0 0,-22-6 402 0 0,22 3-1373 0 0,0 0 0 0 0,0-2-1 0 0,-1 0 1 0 0,43-5 0 0 0,-34 0-417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04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1 880 0 0,'-54'2'5037'0'0,"48"-2"-4705"0"0,0 1 1 0 0,0 0 0 0 0,0 0-1 0 0,0 1 1 0 0,1 0 0 0 0,-1 0-1 0 0,0 0 1 0 0,-9 5 0 0 0,14-5-291 0 0,0 0 0 0 0,0-1 0 0 0,1 1 1 0 0,-1-1-1 0 0,1 1 0 0 0,-1 0 0 0 0,1-1 1 0 0,-1 1-1 0 0,1 0 0 0 0,0 0 0 0 0,0-1 1 0 0,0 1-1 0 0,0 0 0 0 0,0 0 0 0 0,0-1 1 0 0,0 1-1 0 0,1 0 0 0 0,-1 0 0 0 0,1-1 1 0 0,-1 1-1 0 0,1 0 0 0 0,0-1 0 0 0,1 4 1 0 0,1-3-18 0 0,0 1 0 0 0,1 0 0 0 0,-1-1 0 0 0,1 0 0 0 0,-1 0 0 0 0,1 0 0 0 0,7 3 0 0 0,198 78 725 0 0,195 93 60 0 0,-299-108-629 0 0,-85-53-302 0 0,0 0-1 0 0,1-2 1 0 0,1 0 0 0 0,0-2 0 0 0,40 15-1 0 0,-60-25-1 0 0,0-1-1 0 0,0 1 1 0 0,0-1-1 0 0,0 1 0 0 0,1-1 1 0 0,-1 0-1 0 0,0 0 1 0 0,0 0-1 0 0,0 0 0 0 0,1 0 1 0 0,-1 0-1 0 0,0-1 0 0 0,0 1 1 0 0,3-2-1 0 0,25-19-4118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04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31 320 0 0,'-115'-24'8511'0'0,"84"17"-7111"0"0,116 20-816 0 0,-14-1-421 0 0,386 56 758 0 0,-277-41-689 0 0,157 17 43 0 0,-161-42-702 0 0,-184-4-902 0 0,-24 2-2771 0 0,-43 2-209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05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335 113 320 0 0,'29'5'983'0'0,"41"6"1428"0"0,0-2 1 0 0,113-2-1 0 0,-167-8-2273 0 0,1-1 0 0 0,-1 0 0 0 0,0-1 0 0 0,0-1-1 0 0,23-8 1 0 0,-39 12-136 0 0,0-1 0 0 0,0 1 0 0 0,1 0 0 0 0,-1 0 0 0 0,0-1 0 0 0,1 1 0 0 0,-1 0 0 0 0,0 0 0 0 0,0-1 0 0 0,1 1 0 0 0,-1 0 0 0 0,0-1 0 0 0,0 1-1 0 0,0 0 1 0 0,0-1 0 0 0,1 1 0 0 0,-1 0 0 0 0,0-1 0 0 0,0 1 0 0 0,0-1 0 0 0,0 1 0 0 0,0 0 0 0 0,0-1 0 0 0,0 1 0 0 0,0 0 0 0 0,0-1 0 0 0,0 1 0 0 0,0-1 0 0 0,0 1-1 0 0,0 0 1 0 0,-1-1 0 0 0,1 1 0 0 0,0 0 0 0 0,0-1 0 0 0,0 1 0 0 0,0 0 0 0 0,-1-1 0 0 0,1 1 0 0 0,0 0 0 0 0,0 0 0 0 0,0-1 0 0 0,-1 1 0 0 0,1 0 0 0 0,0-1 0 0 0,-1 1 0 0 0,1 0-1 0 0,0 0 1 0 0,-1 0 0 0 0,1 0 0 0 0,0-1 0 0 0,-1 1 0 0 0,1 0 0 0 0,0 0 0 0 0,-1 0 0 0 0,1 0 0 0 0,0 0 0 0 0,-1 0 0 0 0,-16-9 32 0 0,-3-6 9 0 0,-1 2 1 0 0,-1 0-1 0 0,-35-15 0 0 0,41 22-27 0 0,0 1-1 0 0,-1 1 0 0 0,1 0 0 0 0,-1 1 1 0 0,0 0-1 0 0,-19 1 0 0 0,-100 3 52 0 0,105 1-51 0 0,1 1 0 0 0,-1 1 1 0 0,1 2-1 0 0,0 2 0 0 0,0 0 1 0 0,1 2-1 0 0,0 1 0 0 0,-33 18 1 0 0,40-20-17 0 0,19-8 0 0 0,-1 1 0 0 0,0-1 0 0 0,1 1 0 0 0,-1 0 0 0 0,1 0 0 0 0,-1 0 0 0 0,-4 5 0 0 0,-22 34 13 0 0,29-39-9 0 0,0 0-1 0 0,0 0 1 0 0,0 0-1 0 0,0 0 1 0 0,1 0 0 0 0,-1 0-1 0 0,1 0 1 0 0,-1 1 0 0 0,1-1-1 0 0,0 0 1 0 0,0 0 0 0 0,0 1-1 0 0,0-1 1 0 0,0 0-1 0 0,1 0 1 0 0,-1 0 0 0 0,1 1-1 0 0,-1-1 1 0 0,1 0 0 0 0,0 0-1 0 0,2 3 1 0 0,2-2-25 0 0,0-1-1 0 0,1 1 1 0 0,0-2 0 0 0,-1 1 0 0 0,1-1 0 0 0,0 1-1 0 0,0-2 1 0 0,0 1 0 0 0,0-1 0 0 0,0 1-1 0 0,11-3 1 0 0,23 3 36 0 0,52 1 8 0 0,0-4 0 0 0,115-18 0 0 0,-151 14-92 0 0,286-32-3933 0 0,-236 19-1454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08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691 19 160 0 0,'0'0'5549'0'0,"0"1"-5537"0"0,0-1 0 0 0,0 0 0 0 0,0 0 0 0 0,-1 0 0 0 0,1 0 0 0 0,0 0 0 0 0,0 1 0 0 0,0-1 0 0 0,0 0 0 0 0,0 0-1 0 0,0 0 1 0 0,0 0 0 0 0,0 1 0 0 0,0-1 0 0 0,0 0 0 0 0,0 0 0 0 0,0 0 0 0 0,0 1 0 0 0,0-1 0 0 0,0 0 0 0 0,0 0 0 0 0,0 0 0 0 0,0 0-1 0 0,0 1 1 0 0,0-1 0 0 0,0 0 0 0 0,0 0 0 0 0,0 0 0 0 0,0 0 0 0 0,0 1 0 0 0,0-1 0 0 0,0 0 0 0 0,1 0 0 0 0,-1 0 0 0 0,0 0 0 0 0,0 1-1 0 0,0-1 1 0 0,0 0 0 0 0,0 0 0 0 0,0 0 0 0 0,1 0 0 0 0,-1 0 0 0 0,0 0 0 0 0,0 0 0 0 0,0 0 0 0 0,0 1 0 0 0,1-1 0 0 0,-1 0 0 0 0,0 0 0 0 0,0 0-1 0 0,0 0 1 0 0,0 0 0 0 0,1 0 0 0 0,-1 0 0 0 0,0 0 0 0 0,0 0 0 0 0,0 0 0 0 0,1 0 0 0 0,-1 0 0 0 0,0 0 0 0 0,0 0 0 0 0,0 0 0 0 0,0-1-1 0 0,1 1 1 0 0,-1 0 0 0 0,20-1 55 0 0,-15 1 173 0 0,-10 0-80 0 0,-15 0 14 0 0,15-2 169 0 0,0-3 34 0 0,-57-3 290 0 0,-106-2 0 0 0,112 11-720 0 0,51 3 36 0 0,5-1 18 0 0,-25 4 1 0 0,20-4 12 0 0,0-2 39 0 0,1 0-45 0 0,1-1 0 0 0,-1 0 0 0 0,1 1 0 0 0,-1 0 1 0 0,1 0-1 0 0,-1 0 0 0 0,1 0 0 0 0,0 0 0 0 0,0 1 0 0 0,-1 0 1 0 0,1-1-1 0 0,0 1 0 0 0,0 0 0 0 0,1 1 0 0 0,-1-1 0 0 0,0 0 0 0 0,-2 4 1 0 0,0-3-3 0 0,1-1 1 0 0,0 1-1 0 0,-1-1 1 0 0,1 0 0 0 0,-1 0-1 0 0,0-1 1 0 0,-6 2 0 0 0,-37 15 46 0 0,46-17-53 0 0,0-1 0 0 0,1 1 0 0 0,0-1 0 0 0,0 0 0 0 0,-1 1 0 0 0,1-1 0 0 0,0 1 0 0 0,0 0 0 0 0,0-1 0 0 0,0 1 0 0 0,-1 0 0 0 0,1 0 0 0 0,0-1 0 0 0,0 1 0 0 0,1 0 0 0 0,-1 0 0 0 0,0 0 0 0 0,0 0 0 0 0,0 1 0 0 0,1-1 0 0 0,-2 2 0 0 0,2-2 0 0 0,0 0 0 0 0,-1 1 0 0 0,1-1 0 0 0,0 0 0 0 0,-1 0 0 0 0,1 0 0 0 0,-1 0 0 0 0,1 0 0 0 0,-1 0 0 0 0,1 1 0 0 0,-1-1 0 0 0,0-1 0 0 0,0 1 0 0 0,1 0 0 0 0,-1 0 0 0 0,0 0 0 0 0,0 0 0 0 0,0 0 0 0 0,0-1 0 0 0,0 1 0 0 0,-2 0 0 0 0,-6 8 0 0 0,0 6 0 0 0,8-13 0 0 0,0 0 0 0 0,0 0 0 0 0,0 0 0 0 0,0 0 0 0 0,-1 0 0 0 0,1 0 0 0 0,-1-1 0 0 0,1 1 0 0 0,-1 0 0 0 0,0-1 0 0 0,1 1 0 0 0,-1-1 0 0 0,0 0 0 0 0,0 0 0 0 0,0 1 0 0 0,0-1 0 0 0,-4 1 0 0 0,5-2 3 0 0,-1 1-1 0 0,1-1 1 0 0,-1 1-1 0 0,1 0 1 0 0,0 0-1 0 0,-1-1 1 0 0,1 1-1 0 0,0 0 1 0 0,-1 0-1 0 0,1 0 1 0 0,0 1-1 0 0,0-1 1 0 0,0 0-1 0 0,0 0 1 0 0,-1 2-1 0 0,-2 32 38 0 0,4-30-40 0 0,0-1 0 0 0,0 1 0 0 0,0-1 0 0 0,-1 1 0 0 0,0-1 0 0 0,0 1 0 0 0,0-1 0 0 0,0 1 0 0 0,-1-1 0 0 0,0 0 0 0 0,0 1 0 0 0,0-1 0 0 0,0 0 0 0 0,-1 0 0 0 0,-4 4 0 0 0,7-7 0 0 0,-10 39 80 0 0,7-36-75 0 0,0 0 0 0 0,0 1 0 0 0,1-1 0 0 0,-1 1 0 0 0,1-1 0 0 0,0 1 0 0 0,1 0 0 0 0,-1 0 0 0 0,1 0 0 0 0,0 0 0 0 0,0 0 0 0 0,0 0 0 0 0,1 0 0 0 0,0 0 0 0 0,0 7 0 0 0,0-4 3 0 0,0 0 0 0 0,0 0 0 0 0,-1 0 0 0 0,0 0-1 0 0,0 0 1 0 0,-1 0 0 0 0,0-1 0 0 0,-1 1-1 0 0,0-1 1 0 0,0 1 0 0 0,-6 10 0 0 0,7-13-5 0 0,1-1 0 0 0,0 0 1 0 0,-1 1-1 0 0,2-1 0 0 0,-1 0 1 0 0,1 1-1 0 0,-1-1 0 0 0,1 1 1 0 0,0-1-1 0 0,1 1 0 0 0,-1-1 1 0 0,1 1-1 0 0,0-1 1 0 0,0 1-1 0 0,3 6 0 0 0,51 46 64 0 0,-32-35-59 0 0,-21-18-6 0 0,1-2 0 0 0,0 1-1 0 0,0 0 1 0 0,0 0-1 0 0,0-1 1 0 0,0 1-1 0 0,0-1 1 0 0,1 0-1 0 0,-1 0 1 0 0,1-1-1 0 0,5 3 1 0 0,348 121 78 0 0,-263-96-57 0 0,18 8 7 0 0,-85-26-33 0 0,-4-1-13 0 0,1 0 0 0 0,0-1 0 0 0,1-2 0 0 0,0 0 0 0 0,0-2 0 0 0,0-1 0 0 0,0-1 0 0 0,28 0 0 0 0,-11-4 0 0 0,1-3-1 0 0,-1-1 0 0 0,67-18 1 0 0,-79 12 0 0 0,0-2-1 0 0,-2-1 1 0 0,1-1 0 0 0,29-22 0 0 0,-48 29 16 0 0,0-1-1 0 0,0-1 1 0 0,-1 0-1 0 0,-1 0 1 0 0,15-22-1 0 0,-2 2-9 0 0,-2 5-5 0 0,-1-1 0 0 0,-2-1-1 0 0,24-52 1 0 0,-34 67 10 0 0,-2 0-1 0 0,1-1 0 0 0,-2 1 1 0 0,0-1-1 0 0,0 0 1 0 0,-1 0-1 0 0,-1 0 1 0 0,0 0-1 0 0,-1-1 0 0 0,0 1 1 0 0,-1 0-1 0 0,-3-15 1 0 0,-1 10 4 0 0,0 0 0 0 0,-1 0 0 0 0,-1 1 0 0 0,-1 0 0 0 0,0 1 0 0 0,-1 0 0 0 0,-1 0 0 0 0,-1 1 0 0 0,0 0 0 0 0,0 0 0 0 0,-2 2 0 0 0,0-1 0 0 0,-20-15 0 0 0,11 13-2 0 0,-1 2 0 0 0,0 0-1 0 0,-1 2 1 0 0,0 1 0 0 0,-1 0-1 0 0,0 2 1 0 0,-46-10 0 0 0,24 12-344 0 0,0 3 0 0 0,0 2 0 0 0,-1 3 0 0 0,1 1 1 0 0,0 2-1 0 0,0 2 0 0 0,-66 18 0 0 0,18 7-3575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09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841 0 2161 0 0,'-3'2'345'0'0,"0"-1"-1"0"0,0 1 1 0 0,0 0-1 0 0,0 0 1 0 0,0 0-1 0 0,0 0 1 0 0,0 0-1 0 0,-4 6 1 0 0,-22 14 1783 0 0,7-14-1969 0 0,-1-1-1 0 0,0 0 1 0 0,-1-2 0 0 0,-36 4-1 0 0,-23 5 63 0 0,65-9-161 0 0,0 1 0 0 0,-25 12 0 0 0,6-3 0 0 0,5-4 18 0 0,22-9-44 0 0,1 0-1 0 0,0 1 1 0 0,-1 1-1 0 0,1 0 1 0 0,1 0-1 0 0,-1 0 1 0 0,0 1-1 0 0,1 1 1 0 0,-10 8-1 0 0,-3 4 44 0 0,-1-1-1 0 0,-26 16 0 0 0,-7 6-64 0 0,22-19 41 0 0,27-17-44 0 0,0 0 0 0 0,1 0 0 0 0,-1 1 0 0 0,1-1 0 0 0,0 1-1 0 0,0 0 1 0 0,1 0 0 0 0,-6 7 0 0 0,-1 9 4 0 0,10-16-13 0 0,-1 0 0 0 0,0 0 0 0 0,-1 0 0 0 0,1 0 0 0 0,-1 0 0 0 0,0-1 0 0 0,-6 7 0 0 0,6-6 7 0 0,0 0 0 0 0,-1 0-1 0 0,2 0 1 0 0,-1 1-1 0 0,0-1 1 0 0,1 1 0 0 0,0 0-1 0 0,0-1 1 0 0,0 1-1 0 0,1 0 1 0 0,-1 0 0 0 0,1 1-1 0 0,1-1 1 0 0,-1 0-1 0 0,1 0 1 0 0,-1 0 0 0 0,1 1-1 0 0,1-1 1 0 0,0 6-1 0 0,-1 0-178 0 0,1-9 170 0 0,-1 0 0 0 0,1-1 0 0 0,0 1 0 0 0,0 0 0 0 0,0-1 0 0 0,0 1 0 0 0,0-1 0 0 0,0 0 0 0 0,0 1 0 0 0,0-1 0 0 0,0 0 0 0 0,1 0 0 0 0,-1 1 0 0 0,0-1 0 0 0,1 0 0 0 0,-1 0 0 0 0,1-1 0 0 0,1 2 0 0 0,34 17 147 0 0,-36-19-145 0 0,14 6 19 0 0,1-1 1 0 0,1 0-1 0 0,-1-1 0 0 0,1-1 1 0 0,0 0-1 0 0,19 0 0 0 0,109-5 30 0 0,-62 0-46 0 0,188-6 24 0 0,-210 2-41 0 0,-1-2 1 0 0,80-20-1 0 0,-137 27 24 0 0,0 1 1 0 0,0-1-1 0 0,0 0 0 0 0,0 0 0 0 0,0 0 0 0 0,0 0 0 0 0,0 0 0 0 0,0-1 0 0 0,0 1 0 0 0,-1-1 0 0 0,1 0 0 0 0,0 0 0 0 0,-1 0 0 0 0,0 0 0 0 0,1 0 0 0 0,-1 0 0 0 0,0-1 0 0 0,0 1 0 0 0,0-1 0 0 0,-1 1 0 0 0,1-1 1 0 0,-1 0-1 0 0,1 0 0 0 0,-1 0 0 0 0,0 0 0 0 0,0 0 0 0 0,0 0 0 0 0,0 0 0 0 0,-1 0 0 0 0,1 0 0 0 0,-1 0 0 0 0,0 0 0 0 0,0 0 0 0 0,0 0 0 0 0,0-1 0 0 0,-1-3 0 0 0,-2-1 20 0 0,0 0 0 0 0,0 0-1 0 0,0 0 1 0 0,-1 0 0 0 0,0 0-1 0 0,-1 1 1 0 0,0-1 0 0 0,0 1-1 0 0,0 1 1 0 0,-1-1-1 0 0,0 1 1 0 0,0 0 0 0 0,-10-7-1 0 0,-4-1 4 0 0,-43-22 0 0 0,39 24-62 0 0,1-1 0 0 0,0-1 0 0 0,1-1 0 0 0,-24-22-1 0 0,7 13-166 0 0,23 15 32 0 0,16 9 153 0 0,0 0-1 0 0,0 0 1 0 0,0 0 0 0 0,0 0-1 0 0,0 0 1 0 0,0 0 0 0 0,0 0-1 0 0,0 0 1 0 0,0 0-1 0 0,0 0 1 0 0,0-1 0 0 0,0 1-1 0 0,-1 0 1 0 0,1 0-1 0 0,0 0 1 0 0,0 0 0 0 0,0 0-1 0 0,0 0 1 0 0,0 0 0 0 0,0 0-1 0 0,0-1 1 0 0,0 1-1 0 0,0 0 1 0 0,0 0 0 0 0,0 0-1 0 0,0 0 1 0 0,0 0-1 0 0,1 0 1 0 0,-1 0 0 0 0,0-1-1 0 0,0 1 1 0 0,0 0 0 0 0,0 0-1 0 0,0 0 1 0 0,0 0-1 0 0,0 0 1 0 0,0 0 0 0 0,0 0-1 0 0,0 0 1 0 0,0 0-1 0 0,0 0 1 0 0,0-1 0 0 0,1 1-1 0 0,-1 0 1 0 0,0 0 0 0 0,0 0-1 0 0,0 0 1 0 0,0 0-1 0 0,0 0 1 0 0,0 0 0 0 0,0 0-1 0 0,0 0 1 0 0,1 0 0 0 0,-1 0-1 0 0,0 0 1 0 0,0 0-1 0 0,0 0 1 0 0,0 0 0 0 0,0 0-1 0 0,0 0 1 0 0,0 0-1 0 0,1 0 1 0 0,-1 0 0 0 0,0 0-1 0 0,0 0 1 0 0,0 0 0 0 0,0 0-1 0 0,0 0 1 0 0,17-2-747 0 0,18 0-1274 0 0,-4 1-102 0 0,23-4-27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09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31 2081 0 0,'-56'-7'3741'0'0,"40"5"-2632"0"0,0 0 0 0 0,0-1 0 0 0,-26-8 0 0 0,48 8-800 0 0,24 2-458 0 0,180 32 272 0 0,-124-15-97 0 0,1-4-1 0 0,87 1 1 0 0,-161-13-89 0 0,11 0-206 0 0,-1 0-1 0 0,1-1 0 0 0,-1-2 1 0 0,0 0-1 0 0,28-8 0 0 0,-49 10 142 0 0,-1 1 0 0 0,1 0-1 0 0,-1 0 1 0 0,0-1-1 0 0,1 1 1 0 0,-1-1-1 0 0,1 1 1 0 0,-1-1-1 0 0,0 0 1 0 0,0 0 0 0 0,1 1-1 0 0,-1-1 1 0 0,0 0-1 0 0,0 0 1 0 0,0 0-1 0 0,0 0 1 0 0,2-3 0 0 0,-14-10-3109 0 0,2 5 2463 0 0,4-8-1121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10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58 1841 0 0,'-60'0'4962'0'0,"30"0"-2481"0"0,-1 0-1680 0 0,1 0-561 0 0,0 0-80 0 0,30 6 80 0 0,30-6 80 0 0,0 5-80 0 0,31 9 80 0 0,90-1 80 0 0,60-1-239 0 0,-6-24-482 0 0,-54-15-479 0 0,-30-3-1521 0 0,-61-9-4322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42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1648 72 1441 0 0,'-1'-1'2740'0'0,"7"-3"-2159"0"0,9 2 225 0 0,-18 4-289 0 0,2-2-463 0 0,1 0 0 0 0,-1 0 0 0 0,1 0 0 0 0,-1 0 0 0 0,1 1 0 0 0,-1-1 0 0 0,1 0 0 0 0,-1 0 0 0 0,0 0 0 0 0,1 0 0 0 0,-1-1 0 0 0,1 1 0 0 0,-1 0 0 0 0,1 0 0 0 0,-1 0 0 0 0,1 0 0 0 0,-1 0 0 0 0,1-1 0 0 0,-1 1 0 0 0,1 0 0 0 0,-1-1 0 0 0,1 1 0 0 0,0 0 0 0 0,-1-1 0 0 0,1 1 0 0 0,-1 0 0 0 0,1-1 0 0 0,0 1 0 0 0,-1 0 0 0 0,1-1 0 0 0,0 1 0 0 0,0-1 0 0 0,-1 1 0 0 0,1-1 0 0 0,0 1 0 0 0,0-1 0 0 0,-1 0 0 0 0,1 0-28 0 0,-1 0 0 0 0,0 0 0 0 0,1 0 0 0 0,-1 0 0 0 0,0 0 0 0 0,0 0-1 0 0,0 0 1 0 0,1 0 0 0 0,-1 0 0 0 0,0 1 0 0 0,0-1 0 0 0,0 0 0 0 0,-1 1 0 0 0,1-1 0 0 0,0 1 0 0 0,0-1 0 0 0,0 1 0 0 0,0-1 0 0 0,0 1-1 0 0,-1 0 1 0 0,0-1 0 0 0,-33-7 168 0 0,32 8-144 0 0,-53-13 277 0 0,42 9-238 0 0,0 0 1 0 0,0 1 0 0 0,0 1-1 0 0,0 0 1 0 0,-1 1 0 0 0,1 1-1 0 0,-1 0 1 0 0,-26 4 0 0 0,-20 10 186 0 0,-61 23 0 0 0,69-20-121 0 0,21-3-68 0 0,26-11-84 0 0,0 0-1 0 0,0 0 1 0 0,-1-1 0 0 0,1 0 0 0 0,-1 0 0 0 0,-13 2-1 0 0,3-4 12 0 0,1 2-1 0 0,0 0 0 0 0,0 1 1 0 0,0 0-1 0 0,0 2 0 0 0,0 0 1 0 0,1 0-1 0 0,0 1 0 0 0,-29 17 1 0 0,-53 52 37 0 0,18-12 4 0 0,55-46-19 0 0,8-6-21 0 0,0 1-1 0 0,-23 23 1 0 0,-36 16 52 0 0,60-32-53 0 0,-1 0-1 0 0,-1-2 0 0 0,0 0 1 0 0,-2 0-1 0 0,-22 15 0 0 0,39-31-13 0 0,0 0 0 0 0,0 0 0 0 0,0 0 0 0 0,0 0 0 0 0,1 0 0 0 0,-1 0 0 0 0,0 1 0 0 0,1-1 0 0 0,-1 1 0 0 0,1-1 0 0 0,0 1 0 0 0,-1-1 0 0 0,1 1 0 0 0,0 0 0 0 0,0 0 0 0 0,0 0 0 0 0,0-1 0 0 0,0 1 0 0 0,1 0 0 0 0,-1 0 0 0 0,1 0 0 0 0,-1 0 0 0 0,1 0 0 0 0,0 1 0 0 0,-1 1 0 0 0,1-1 0 0 0,-1 0 0 0 0,0 0 0 0 0,0-1 0 0 0,0 1-1 0 0,0 0 1 0 0,0-1 0 0 0,-1 1 0 0 0,1-1 0 0 0,-1 0 0 0 0,0 1-1 0 0,0-1 1 0 0,0 0 0 0 0,0 0 0 0 0,0 0 0 0 0,0 0 0 0 0,0-1-1 0 0,0 1 1 0 0,-1-1 0 0 0,-3 3 0 0 0,-43 20 17 0 0,26-14 52 0 0,-20 5-85 0 0,39-14 16 0 0,0 0 1 0 0,0 1 0 0 0,0-1-1 0 0,0 1 1 0 0,0 0-1 0 0,0 0 1 0 0,0 0 0 0 0,-4 3-1 0 0,-17 10 8 0 0,0-9-8 0 0,19-6 0 0 0,5 0 0 0 0,0 0 0 0 0,0 0 0 0 0,0 0 0 0 0,0 0 0 0 0,0 0 0 0 0,0 0 0 0 0,0 0 0 0 0,1 1 0 0 0,-1-1 0 0 0,0 0 0 0 0,0 0 0 0 0,0 1 0 0 0,0-1 0 0 0,0 0 0 0 0,0 1 0 0 0,0-1 0 0 0,1 1 0 0 0,-1 0 0 0 0,0-1 0 0 0,0 1 0 0 0,1-1 0 0 0,-1 1 0 0 0,0 0 0 0 0,1 0 0 0 0,-1-1 0 0 0,0 1 0 0 0,1 0 0 0 0,-1 2 0 0 0,1-2 2 0 0,-1 0 0 0 0,1 0 0 0 0,0 0 0 0 0,0 0 1 0 0,0 0-1 0 0,-1 0 0 0 0,1-1 0 0 0,0 1 0 0 0,-1 0 0 0 0,1 0 0 0 0,-1 0 0 0 0,1 0 0 0 0,-1 0 0 0 0,0-1 0 0 0,1 1 0 0 0,-1 0 0 0 0,0 0 0 0 0,1-1 0 0 0,-1 1 0 0 0,0 0 0 0 0,0-1 0 0 0,-1 2 1 0 0,0-2-2 0 0,1 1 0 0 0,0 0 1 0 0,0 0-1 0 0,0-1 0 0 0,0 1 1 0 0,0 0-1 0 0,0 0 0 0 0,0 0 1 0 0,0 1-1 0 0,0-1 1 0 0,0 0-1 0 0,1 0 0 0 0,-1 0 1 0 0,0 1-1 0 0,1-1 0 0 0,-1 0 1 0 0,1 0-1 0 0,-1 1 0 0 0,1-1 1 0 0,0 1-1 0 0,0-1 1 0 0,0 0-1 0 0,-1 3 0 0 0,1-2-4 0 0,-1 0 0 0 0,0 0-1 0 0,1 0 1 0 0,-1 0 0 0 0,0-1 0 0 0,0 1-1 0 0,-1 0 1 0 0,1-1 0 0 0,0 1-1 0 0,-1-1 1 0 0,1 1 0 0 0,0-1 0 0 0,-1 0-1 0 0,0 1 1 0 0,1-1 0 0 0,-1 0-1 0 0,0 0 1 0 0,1 0 0 0 0,-1 0 0 0 0,-2 0-1 0 0,2 0 4 0 0,0 0-1 0 0,0 0 1 0 0,0 0-1 0 0,0 0 1 0 0,1 0-1 0 0,-1 0 1 0 0,0 0-1 0 0,1 1 1 0 0,-1-1-1 0 0,1 0 1 0 0,-1 1-1 0 0,1 0 0 0 0,0-1 1 0 0,-1 1-1 0 0,1 0 1 0 0,0 0-1 0 0,0-1 1 0 0,0 1-1 0 0,1 0 1 0 0,-2 3-1 0 0,2 66 15 0 0,0-70-15 0 0,0 0 1 0 0,1 0-1 0 0,-1 0 0 0 0,0 0 1 0 0,1 0-1 0 0,-1 0 1 0 0,0 0-1 0 0,1 0 1 0 0,-1 0-1 0 0,1 0 1 0 0,0 0-1 0 0,-1-1 1 0 0,1 1-1 0 0,0 0 1 0 0,-1 0-1 0 0,1-1 1 0 0,0 1-1 0 0,0 0 1 0 0,0-1-1 0 0,-1 1 1 0 0,1-1-1 0 0,0 1 1 0 0,0-1-1 0 0,2 1 1 0 0,5 5-1 0 0,22 24 1 0 0,-29-30 0 0 0,-1 1 1 0 0,1 0-1 0 0,-1-1 0 0 0,1 1 0 0 0,-1 0 0 0 0,0-1 0 0 0,1 1 0 0 0,-1 0 1 0 0,0 0-1 0 0,0 0 0 0 0,1-1 0 0 0,-1 1 0 0 0,0 0 0 0 0,0 0 0 0 0,0 0 1 0 0,0-1-1 0 0,0 1 0 0 0,0 0 0 0 0,-1 1 0 0 0,1-1-2 0 0,0-1 0 0 0,0 1-1 0 0,0-1 1 0 0,0 1 0 0 0,0-1-1 0 0,0 1 1 0 0,0 0 0 0 0,0-1-1 0 0,0 1 1 0 0,0-1 0 0 0,0 1-1 0 0,0 0 1 0 0,0-1 0 0 0,1 1-1 0 0,-1-1 1 0 0,0 1 0 0 0,0-1-1 0 0,1 1 1 0 0,-1-1 0 0 0,0 1-1 0 0,0-1 1 0 0,1 1 0 0 0,-1-1-1 0 0,1 1 1 0 0,-1-1 0 0 0,1 1 0 0 0,-1-1-1 0 0,0 0 1 0 0,1 1 0 0 0,3 0-1 0 0,-3-1 6 0 0,0 0 0 0 0,0 0-1 0 0,0 0 1 0 0,0 0 0 0 0,0 0 0 0 0,0 0-1 0 0,0 1 1 0 0,0-1 0 0 0,-1 0 0 0 0,1 1 0 0 0,0-1-1 0 0,0 0 1 0 0,0 1 0 0 0,0-1 0 0 0,0 1-1 0 0,0 0 1 0 0,-1-1 0 0 0,1 1 0 0 0,0 0-1 0 0,-1-1 1 0 0,1 1 0 0 0,0 0 0 0 0,-1 0-1 0 0,2 1 1 0 0,-2-1-5 0 0,1 0 0 0 0,0 0 0 0 0,0 0 0 0 0,-1 0-1 0 0,1-1 1 0 0,0 1 0 0 0,0 0 0 0 0,0 0 0 0 0,0-1 0 0 0,0 1 0 0 0,0-1-1 0 0,0 1 1 0 0,0-1 0 0 0,1 1 0 0 0,-1-1 0 0 0,0 0 0 0 0,0 1-1 0 0,0-1 1 0 0,2 0 0 0 0,1 1-35 0 0,44 33-391 0 0,-31-22 395 0 0,1 0 0 0 0,0 0 0 0 0,32 13 0 0 0,-40-12 33 0 0,17-2 6 0 0,1-2 1 0 0,0-1-1 0 0,49 8 1 0 0,100 6 36 0 0,-72-11-32 0 0,-81-7-11 0 0,0 2 0 0 0,33 12 0 0 0,19 4 0 0 0,105 28 147 0 0,-160-39-134 0 0,-4-1-13 0 0,40 2 0 0 0,-8-2 31 0 0,-1 3 0 0 0,86 34 0 0 0,-123-43-14 0 0,0 0-1 0 0,0-1 1 0 0,22 4-1 0 0,22 6-2 0 0,-33-6-5 0 0,1-1-1 0 0,0-1 0 0 0,0-1 1 0 0,0-1-1 0 0,1-2 0 0 0,-1 0 1 0 0,27-2-1 0 0,-26-2-14 0 0,1-2 0 0 0,-1 0 0 0 0,0-2-1 0 0,-1 0 1 0 0,0-2 0 0 0,24-12 0 0 0,-31 14-18 0 0,31-14 9 0 0,-31 13 16 0 0,1 1-1 0 0,29-8 1 0 0,180-40 20 0 0,-186 46-29 0 0,-1 2 3 0 0,1-3 0 0 0,-1-2 0 0 0,-1-1 0 0 0,0-1 0 0 0,0-3 0 0 0,-2-1 0 0 0,58-38 0 0 0,-27 17-41 0 0,-52 31 31 0 0,0 0 0 0 0,0-1 0 0 0,18-14 0 0 0,-14 8 111 0 0,2 1-1 0 0,36-19 1 0 0,2 0 70 0 0,-39 26-99 0 0,-15 1-54 0 0,-5 0 41 0 0,0 4-57 0 0,0 1 0 0 0,0 0 1 0 0,0 0-1 0 0,1 0 0 0 0,-1-1 1 0 0,0 1-1 0 0,1 0 0 0 0,-1 0 1 0 0,1 0-1 0 0,0 0 1 0 0,-1 0-1 0 0,1 0 0 0 0,0 0 1 0 0,-1 0-1 0 0,1 0 0 0 0,0 0 1 0 0,0 0-1 0 0,0 0 0 0 0,0 1 1 0 0,0-1-1 0 0,1-1 0 0 0,-1 2 4 0 0,1-1-1 0 0,-1 0 0 0 0,0 0 0 0 0,0 0 0 0 0,0 0 1 0 0,0 0-1 0 0,0 0 0 0 0,-1 0 0 0 0,1 0 1 0 0,0 0-1 0 0,0 0 0 0 0,-1 0 0 0 0,1-1 1 0 0,0 1-1 0 0,-1 0 0 0 0,1-1 0 0 0,-1 1 0 0 0,0 0 1 0 0,1-1-1 0 0,-1 1 0 0 0,0-3 0 0 0,0 3 0 0 0,0 1 0 0 0,0-1 0 0 0,0 0 0 0 0,0 0 0 0 0,0 0 0 0 0,0 0 0 0 0,1 0 0 0 0,-1 1 0 0 0,0-1 0 0 0,0 0 0 0 0,1 0 0 0 0,-1 0 0 0 0,0 1 0 0 0,1-1 0 0 0,-1 0 0 0 0,1 0 0 0 0,-1 1 0 0 0,1-1 0 0 0,0 0 0 0 0,-1 1 0 0 0,1-1 0 0 0,-1 1 0 0 0,1-1 0 0 0,0 1 0 0 0,0-1 0 0 0,-1 1 0 0 0,1-1 0 0 0,0 1 0 0 0,1-1 0 0 0,-1 1 0 0 0,0 0 0 0 0,0-1 0 0 0,0 1 0 0 0,0-1 0 0 0,0 1 0 0 0,0-1 0 0 0,-1 0 0 0 0,1 1 0 0 0,0-1 0 0 0,0 0 0 0 0,-1 1 0 0 0,1-1 0 0 0,0 0 0 0 0,-1 0 0 0 0,1 1 0 0 0,-1-1 0 0 0,1 0 0 0 0,-1 0 0 0 0,1 0 0 0 0,-1 0 0 0 0,0 0 0 0 0,1 0 0 0 0,-1 0 0 0 0,0 0 0 0 0,0 0 0 0 0,0 0 0 0 0,0 0 0 0 0,0 0 0 0 0,0 0 0 0 0,0-1 0 0 0,0 0 4 0 0,0 1-1 0 0,0-1 0 0 0,0 1 1 0 0,0-1-1 0 0,0 1 0 0 0,-1-1 1 0 0,1 1-1 0 0,0-1 1 0 0,-1 1-1 0 0,1 0 0 0 0,-1-1 1 0 0,0 1-1 0 0,0 0 0 0 0,1-1 1 0 0,-1 1-1 0 0,0 0 0 0 0,0 0 1 0 0,0 0-1 0 0,0 0 1 0 0,0-1-1 0 0,-3 0 0 0 0,3 1-2 0 0,0 0-1 0 0,0 0 0 0 0,0 0 0 0 0,-1 0 1 0 0,1-1-1 0 0,0 1 0 0 0,0 0 0 0 0,1 0 1 0 0,-1-1-1 0 0,0 1 0 0 0,0-1 1 0 0,1 1-1 0 0,-1 0 0 0 0,1-1 0 0 0,-1 1 1 0 0,1-1-1 0 0,-1 0 0 0 0,1 1 1 0 0,0-1-1 0 0,0 1 0 0 0,0-4 0 0 0,0 4 0 0 0,0 0 0 0 0,0 0 0 0 0,0 0 0 0 0,-1-1 0 0 0,1 1 0 0 0,0 0 0 0 0,0 0 0 0 0,-1 0 0 0 0,1 0 0 0 0,-1 0 0 0 0,1 0 0 0 0,-1 0 0 0 0,0 0 0 0 0,1 0 0 0 0,-1 0 0 0 0,0 0 0 0 0,1 1 0 0 0,-1-1 0 0 0,0 0 0 0 0,0 0 0 0 0,0 1 0 0 0,0-1 0 0 0,-1 0 0 0 0,0 0 0 0 0,1 0 0 0 0,0 1 0 0 0,0-1 0 0 0,0 0 0 0 0,0 0 0 0 0,0 0 0 0 0,1 0 0 0 0,-1 1 0 0 0,0-1 0 0 0,0 0 0 0 0,0 0 0 0 0,1-1 0 0 0,-1 1 0 0 0,1 0 0 0 0,-1 0 0 0 0,1 0 0 0 0,-1 0 0 0 0,1-1 0 0 0,0 1 0 0 0,-1 0 0 0 0,1 0 0 0 0,0 0 0 0 0,0-3 0 0 0,-1 1 0 0 0,1 1 0 0 0,-1-1 0 0 0,0 1 0 0 0,1 0 0 0 0,-1-1 0 0 0,-1 1 0 0 0,1 0 0 0 0,0 0 0 0 0,0-1 0 0 0,-1 1 0 0 0,1 0 0 0 0,-1 0 0 0 0,0 1 0 0 0,0-1 0 0 0,1 0 0 0 0,-1 0 0 0 0,0 1 0 0 0,0 0 0 0 0,-1-1 0 0 0,1 1-1 0 0,0 0 1 0 0,0 0 0 0 0,-5-2 0 0 0,-18-12-12 0 0,-71-59-54 0 0,-68-44 52 0 0,99 87-97 0 0,9 5 142 0 0,41 19-28 0 0,0 1 1 0 0,0 0-1 0 0,-26-6 1 0 0,-24-9-5 0 0,11-6 1 0 0,1-2 0 0 0,-76-55 0 0 0,125 81-4 0 0,0-1 0 0 0,0 1 0 0 0,0-1 0 0 0,1 1 0 0 0,0-1 0 0 0,0 0 0 0 0,0 0 0 0 0,-4-8 0 0 0,5 9-1 0 0,0-1 1 0 0,0 1 0 0 0,-1 0-1 0 0,1-1 1 0 0,-1 1 0 0 0,1 0-1 0 0,-1 0 1 0 0,0 1 0 0 0,-6-5-1 0 0,-24-12 38 0 0,-2 1-1 0 0,-46-17 1 0 0,55 24-37 0 0,22 10 22 0 0,-82-30-50 0 0,-245-17 56 0 0,287 45-139 0 0,0 2 0 0 0,-1 2 0 0 0,1 2-1 0 0,0 1 1 0 0,-57 15 0 0 0,92-17-269 0 0,0 0 0 0 0,0 1 0 0 0,0 1 0 0 0,-16 7-1 0 0,20-7-251 0 0,0 0-1 0 0,1 0 1 0 0,-1 0-1 0 0,1 1 1 0 0,0 0 0 0 0,-4 5-1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5:35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1325 80 1841 0 0,'-25'-6'1934'0'0,"20"5"-320"0"0,0 2-360 0 0,-106 23 1120 0 0,51-17-2107 0 0,59-7-264 0 0,1 0 0 0 0,0 1-1 0 0,0-1 1 0 0,0 0-1 0 0,0 0 1 0 0,0 0 0 0 0,0 0-1 0 0,-1 0 1 0 0,1 0 0 0 0,0 0-1 0 0,0 0 1 0 0,0 0 0 0 0,0 0-1 0 0,0 0 1 0 0,-1 0 0 0 0,1 0-1 0 0,0 0 1 0 0,0 0 0 0 0,0 0-1 0 0,0 0 1 0 0,0 0 0 0 0,-1 0-1 0 0,1 0 1 0 0,0 0-1 0 0,0 0 1 0 0,0 0 0 0 0,0 0-1 0 0,0-1 1 0 0,0 1 0 0 0,-1 0-1 0 0,1 0 1 0 0,0 0 0 0 0,0 0-1 0 0,0 0 1 0 0,0 0 0 0 0,0 0-1 0 0,0 0 1 0 0,0-1 0 0 0,0 1-1 0 0,0 0 1 0 0,-1 0-1 0 0,1 0 1 0 0,0 0 0 0 0,0 0-1 0 0,0 0 1 0 0,0-1 0 0 0,0 1-1 0 0,0 0 1 0 0,0 0 0 0 0,0 0-1 0 0,0 0 1 0 0,0 0 0 0 0,0-1-1 0 0,0 1 1 0 0,0 0 0 0 0,0 0-1 0 0,0 0 1 0 0,0 0 0 0 0,0-1-1 0 0,1 1 1 0 0,-1 0 0 0 0,0 0 0 0 0,0 0 0 0 0,0 0 0 0 0,0 0 0 0 0,0-1 0 0 0,0 1-1 0 0,0 0 1 0 0,0 0 0 0 0,0 0 0 0 0,0 0 0 0 0,0 0 0 0 0,0-1 0 0 0,0 1 0 0 0,0 0 0 0 0,0 0 0 0 0,0 0 0 0 0,-1 0-1 0 0,1 0 1 0 0,0 0 0 0 0,0-1 0 0 0,0 1 0 0 0,0 0 0 0 0,0 0 0 0 0,0 0 0 0 0,0 0 0 0 0,0 0 0 0 0,0 0 0 0 0,0 0-1 0 0,-1-1 1 0 0,1 1 0 0 0,0 0 0 0 0,0 0 0 0 0,0 0 0 0 0,0 0 0 0 0,0 0 0 0 0,0 0 0 0 0,-1 0 0 0 0,1 0 0 0 0,0 0-1 0 0,0 0 1 0 0,0 0 0 0 0,0 0 0 0 0,0 0 0 0 0,-1 0 0 0 0,1 0 0 0 0,0 0 0 0 0,0 0 0 0 0,0 0 0 0 0,0 0 0 0 0,0 0-1 0 0,-1 0 1 0 0,1 0 0 0 0,0 0 0 0 0,0 0 0 0 0,0 0 0 0 0,0 0 0 0 0,0 0 0 0 0,-1 1 0 0 0,-79 6 477 0 0,45 0-253 0 0,-81 12 26 0 0,111-13-175 0 0,0 0-22 0 0,-9 0-24 0 0,1-1 1 0 0,-2-1 0 0 0,-20 4 0 0 0,-33 8 9 0 0,59-13-35 0 0,0 1 1 0 0,0 0-1 0 0,1 1 0 0 0,0 0 1 0 0,0 1-1 0 0,0-1 0 0 0,-13 13 0 0 0,-10 6 28 0 0,-15 9 35 0 0,37-26-59 0 0,0 0 0 0 0,-1-1 0 0 0,1 1 0 0 0,-1-2 0 0 0,-1 0 0 0 0,-10 4 0 0 0,11-4-11 0 0,1 0 0 0 0,1 0 0 0 0,-1 1 0 0 0,1 0 0 0 0,0 0 0 0 0,0 1 0 0 0,1 0 0 0 0,-12 15 0 0 0,11-7 3 0 0,7-13 0 0 0,0 0 0 0 0,0 0 0 0 0,0 0 0 0 0,0 0 0 0 0,0 0 0 0 0,0 0 0 0 0,-1-1 0 0 0,1 1 0 0 0,-1-1 0 0 0,1 1 0 0 0,-1-1 0 0 0,0 1 0 0 0,1-1 0 0 0,-1 0-1 0 0,0 0 1 0 0,-3 2 0 0 0,-3 1-7 0 0,7-4 2 0 0,-1 0 1 0 0,1 1-1 0 0,0-1 0 0 0,0 1 1 0 0,0-1-1 0 0,0 1 1 0 0,0-1-1 0 0,0 1 1 0 0,0 0-1 0 0,0 0 0 0 0,0-1 1 0 0,0 1-1 0 0,0 0 1 0 0,0 0-1 0 0,1 0 1 0 0,-1 0-1 0 0,0 0 0 0 0,1 0 1 0 0,-1 0-1 0 0,0 0 1 0 0,1 0-1 0 0,-1 0 1 0 0,1 0-1 0 0,0 1 0 0 0,-1-1 1 0 0,1 0-1 0 0,0 0 1 0 0,0 0-1 0 0,0 1 1 0 0,0 1-1 0 0,-1 0 6 0 0,1 0-1 0 0,-1 0 1 0 0,0 0-1 0 0,0 0 1 0 0,0 0 0 0 0,0 0-1 0 0,-1 0 1 0 0,1 0-1 0 0,-1 0 1 0 0,0-1-1 0 0,1 1 1 0 0,-1-1 0 0 0,-1 1-1 0 0,1-1 1 0 0,0 0-1 0 0,-5 4 1 0 0,4-4 1 0 0,1 0-1 0 0,-1 1 1 0 0,1-1 0 0 0,0 0 0 0 0,0 1 0 0 0,0-1-1 0 0,0 1 1 0 0,0-1 0 0 0,0 1 0 0 0,1 0-1 0 0,-1 0 1 0 0,1 0 0 0 0,0 0 0 0 0,0 0 0 0 0,0 0-1 0 0,0 0 1 0 0,0 4 0 0 0,1-5-4 0 0,0 0-1 0 0,0-1 1 0 0,0 1 0 0 0,-1 0-1 0 0,1 0 1 0 0,-1-1 0 0 0,1 1-1 0 0,-1 0 1 0 0,1-1 0 0 0,-1 1-1 0 0,0 0 1 0 0,0-1 0 0 0,0 1-1 0 0,0-1 1 0 0,0 1 0 0 0,0-1 0 0 0,-1 0-1 0 0,-1 2 1 0 0,-7 9-1 0 0,2 2 0 0 0,7-12 1 0 0,0 0 0 0 0,0-1 0 0 0,0 1 0 0 0,0 0 0 0 0,-1 0-1 0 0,1-1 1 0 0,-1 1 0 0 0,1-1 0 0 0,-1 1 0 0 0,1-1-1 0 0,-1 0 1 0 0,0 0 0 0 0,0 0 0 0 0,0 0 0 0 0,-3 2 0 0 0,3-3 1 0 0,1 1 0 0 0,-1 0 1 0 0,0-1-1 0 0,1 1 1 0 0,-1 0-1 0 0,1 0 1 0 0,-1 0-1 0 0,1 0 1 0 0,-1 0-1 0 0,1 0 1 0 0,0 0-1 0 0,-1 1 1 0 0,1-1-1 0 0,0 0 1 0 0,0 1-1 0 0,0-1 1 0 0,0 1-1 0 0,0-1 0 0 0,1 1 1 0 0,-1-1-1 0 0,0 1 1 0 0,1 0-1 0 0,-1-1 1 0 0,1 1-1 0 0,-1 0 1 0 0,1 3-1 0 0,0-4-2 0 0,0 0 0 0 0,0 0 0 0 0,0 0 0 0 0,-1 0 0 0 0,1 0-1 0 0,0 0 1 0 0,0 0 0 0 0,-1 1 0 0 0,1-1 0 0 0,-1-1 0 0 0,1 1 0 0 0,-1 0 0 0 0,1 0-1 0 0,-1 0 1 0 0,1 0 0 0 0,-1 0 0 0 0,0 0 0 0 0,1-1 0 0 0,-1 1 0 0 0,0 0 0 0 0,0 0-1 0 0,0-1 1 0 0,0 1 0 0 0,1-1 0 0 0,-1 1 0 0 0,-2 0 0 0 0,2-1 0 0 0,0 1 1 0 0,0-1 0 0 0,0 1-1 0 0,1-1 1 0 0,-1 1 0 0 0,0-1-1 0 0,0 1 1 0 0,1-1-1 0 0,-1 1 1 0 0,0 0 0 0 0,1-1-1 0 0,-1 1 1 0 0,1 0 0 0 0,-1 0-1 0 0,1-1 1 0 0,-1 1-1 0 0,1 0 1 0 0,-1 0 0 0 0,1 0-1 0 0,0 0 1 0 0,-1 0-1 0 0,1-1 1 0 0,0 1 0 0 0,0 0-1 0 0,0 0 1 0 0,0 2 0 0 0,0-3-1 0 0,0 1 1 0 0,0 0 0 0 0,0-1 0 0 0,0 1 0 0 0,0 0 0 0 0,-1-1-1 0 0,1 1 1 0 0,0 0 0 0 0,0-1 0 0 0,0 1 0 0 0,0 0 0 0 0,-1-1-1 0 0,1 1 1 0 0,0 0 0 0 0,-1-1 0 0 0,1 1 0 0 0,-1-1 0 0 0,1 1-1 0 0,0-1 1 0 0,-1 1 0 0 0,1-1 0 0 0,-1 1 0 0 0,1-1 0 0 0,-1 1-1 0 0,0-1 1 0 0,1 0 0 0 0,-1 1 0 0 0,1-1 0 0 0,-1 0 0 0 0,0 1-1 0 0,1-1 1 0 0,-1 0 0 0 0,0 0 0 0 0,-1 1 0 0 0,2-1-1 0 0,-1 0 0 0 0,0 0 1 0 0,0 0-1 0 0,0 1 0 0 0,1-1 1 0 0,-1 0-1 0 0,0 1 0 0 0,0-1 0 0 0,1 0 1 0 0,-1 1-1 0 0,0-1 0 0 0,1 1 1 0 0,-1-1-1 0 0,0 1 0 0 0,1 0 1 0 0,-1-1-1 0 0,1 1 0 0 0,-1 0 0 0 0,1-1 1 0 0,-1 1-1 0 0,1 0 0 0 0,0-1 1 0 0,-1 1-1 0 0,1 0 0 0 0,0 0 1 0 0,0 0-1 0 0,-1-1 0 0 0,1 1 0 0 0,0 0 1 0 0,0 0-1 0 0,0 0 0 0 0,0 0 1 0 0,0-1-1 0 0,0 1 0 0 0,0 1 1 0 0,0-1-1 0 0,0 0 0 0 0,0 0 1 0 0,0 0-1 0 0,-1 0 0 0 0,1 0 1 0 0,0 0-1 0 0,-1 0 1 0 0,1 0-1 0 0,-1-1 0 0 0,1 1 1 0 0,-1 0-1 0 0,1 0 0 0 0,-1 0 1 0 0,0 0-1 0 0,1-1 1 0 0,-1 1-1 0 0,0 0 0 0 0,0-1 1 0 0,1 1-1 0 0,-1-1 0 0 0,-2 2 1 0 0,2-1 0 0 0,0-1 1 0 0,0 1-1 0 0,0 0 0 0 0,-1 0 1 0 0,1 0-1 0 0,0 0 0 0 0,0 0 1 0 0,0 0-1 0 0,1 0 1 0 0,-1 0-1 0 0,0 1 0 0 0,0-1 1 0 0,1 0-1 0 0,-1 0 1 0 0,0 1-1 0 0,1-1 0 0 0,-1 1 1 0 0,1-1-1 0 0,0 0 0 0 0,0 1 1 0 0,-1-1-1 0 0,1 3 1 0 0,0-2 1 0 0,0 0 0 0 0,0-1 1 0 0,0 1-1 0 0,0 0 0 0 0,0-1 1 0 0,0 1-1 0 0,-1 0 0 0 0,1-1 1 0 0,-1 1-1 0 0,1-1 0 0 0,-1 1 1 0 0,0 0-1 0 0,0-1 1 0 0,1 1-1 0 0,-1-1 0 0 0,0 0 1 0 0,0 1-1 0 0,0-1 0 0 0,-1 0 1 0 0,1 0-1 0 0,-2 2 0 0 0,2-2-4 0 0,0 0 1 0 0,-1 0-1 0 0,1 1 0 0 0,0-1 0 0 0,0 1 0 0 0,0-1 0 0 0,0 0 0 0 0,0 1 0 0 0,0 0 0 0 0,0-1 0 0 0,1 1 0 0 0,-1 0 0 0 0,0-1 0 0 0,1 1 0 0 0,0 0 1 0 0,-1 0-1 0 0,1-1 0 0 0,0 1 0 0 0,0 0 0 0 0,0 0 0 0 0,0 2 0 0 0,0-1 5 0 0,0 1 1 0 0,0 0 0 0 0,0-1-1 0 0,-1 1 1 0 0,0 0-1 0 0,1-1 1 0 0,-1 1-1 0 0,0-1 1 0 0,-1 0 0 0 0,1 1-1 0 0,-1-1 1 0 0,1 0-1 0 0,-1 1 1 0 0,0-1-1 0 0,-4 4 1 0 0,1 1 2 0 0,0 12 7 0 0,5-19-14 0 0,0 0-1 0 0,0 0 0 0 0,0 0 0 0 0,0 0 1 0 0,0 0-1 0 0,0 0 0 0 0,0-1 0 0 0,0 1 1 0 0,-1 0-1 0 0,1 0 0 0 0,0 0 0 0 0,-1 0 1 0 0,1 0-1 0 0,0-1 0 0 0,-1 1 0 0 0,1 0 0 0 0,-1 0 1 0 0,0 0-1 0 0,-19 8-39 0 0,19-8 43 0 0,0 1-1 0 0,0-1 1 0 0,0 1 0 0 0,0 0 0 0 0,1-1 0 0 0,-1 1-1 0 0,1 0 1 0 0,-1 0 0 0 0,1-1 0 0 0,0 1-1 0 0,0 0 1 0 0,0 0 0 0 0,0 0 0 0 0,0-1-1 0 0,0 1 1 0 0,0 0 0 0 0,1 3 0 0 0,0-1 0 0 0,-3 3-8 0 0,2 10 15 0 0,1-16-15 0 0,0 0 0 0 0,0 1 1 0 0,0-1-1 0 0,0 0 0 0 0,0 0 1 0 0,1 0-1 0 0,-1 0 0 0 0,1 0 0 0 0,-1 0 1 0 0,0-1-1 0 0,1 1 0 0 0,0 0 1 0 0,-1-1-1 0 0,1 1 0 0 0,-1-1 1 0 0,1 1-1 0 0,2-1 0 0 0,1 3 14 0 0,1-1-1 0 0,-1 1 0 0 0,0 0 1 0 0,1 0-1 0 0,-1 1 0 0 0,-1 0 0 0 0,1 0 1 0 0,5 5-1 0 0,-1 0-3 0 0,-5 0-5 0 0,-4-9 0 0 0,0 0 0 0 0,0 1 0 0 0,0-1 0 0 0,0 1 0 0 0,0-1 0 0 0,0 1 0 0 0,0-1 0 0 0,0 1 0 0 0,0-1 0 0 0,0 1 0 0 0,1-1 0 0 0,-1 1 0 0 0,0-1 0 0 0,0 0 0 0 0,1 1 0 0 0,-1-1 0 0 0,0 1 0 0 0,0-1 0 0 0,1 0 0 0 0,-1 1 0 0 0,0-1 0 0 0,1 0 0 0 0,-1 1 0 0 0,1-1 0 0 0,-1 0 0 0 0,1 1 0 0 0,51 24 3 0 0,-34-20-4 0 0,0 0-1 0 0,35 5 1 0 0,113-3 13 0 0,-25-2 57 0 0,-104-4-57 0 0,0-2-1 0 0,-1-1 0 0 0,1-2 1 0 0,0-2-1 0 0,69-19 0 0 0,-15 3 1 0 0,-46 9 7 0 0,6 1 29 0 0,-30 7-35 0 0,-13 3-13 0 0,0 0 0 0 0,0 1 0 0 0,0 0 0 0 0,1 0 0 0 0,-1 1 0 0 0,12 1 0 0 0,-9-2 1 0 0,39 3 65 0 0,-8 2-55 0 0,-12 0-11 0 0,-1-1 1 0 0,0-1-1 0 0,0-2 1 0 0,58-7-1 0 0,-63 4 23 0 0,45 1 0 0 0,8-1 11 0 0,-66 1-34 0 0,40-4 0 0 0,99 2 0 0 0,-56 5 23 0 0,88-2 35 0 0,-92-3-58 0 0,7-1 0 0 0,158-27 0 0 0,-79-5 0 0 0,-143 28-22 0 0,57-21 1 0 0,-1 1-30 0 0,-82 27 41 0 0,1 0 0 0 0,0-1-1 0 0,-1 0 1 0 0,1 0 0 0 0,-1 0-1 0 0,0-1 1 0 0,0 0 0 0 0,-1-1 0 0 0,1 0-1 0 0,9-8 1 0 0,15-12-24 0 0,35-37 21 0 0,-16 36-54 0 0,-49 25 65 0 0,-1 0 0 0 0,1 0 0 0 0,0 0 0 0 0,-1 1 0 0 0,1-1 0 0 0,-1 0 0 0 0,0 0 0 0 0,1 0-1 0 0,-1 0 1 0 0,0 0 0 0 0,1 0 0 0 0,-1 0 0 0 0,0 0 0 0 0,0-1 0 0 0,0 1 0 0 0,0 0 0 0 0,0 0-1 0 0,0-1 1 0 0,-1-10-38 0 0,0 9 36 0 0,0 0-1 0 0,0 0 0 0 0,0 0 1 0 0,0 0-1 0 0,-1 0 0 0 0,1 1 1 0 0,-1-1-1 0 0,0 0 0 0 0,0 1 1 0 0,0 0-1 0 0,0-1 0 0 0,0 1 1 0 0,0 0-1 0 0,-1 0 0 0 0,1 0 1 0 0,-6-2-1 0 0,-12-15 4 0 0,-46-84 15 0 0,58 93 2 0 0,3 3-19 0 0,-1 0 0 0 0,0 0 1 0 0,-1 1-1 0 0,0-1 0 0 0,-13-8 1 0 0,9 10-9 0 0,10 4 11 0 0,1 1 0 0 0,-1 0 0 0 0,0 0 0 0 0,1 0-1 0 0,-1-1 1 0 0,0 1 0 0 0,1 0 0 0 0,-1-1 0 0 0,0 1 0 0 0,1 0 0 0 0,-1-1 0 0 0,1 1 0 0 0,-1-1 0 0 0,1 1 0 0 0,-1-1 0 0 0,1 1-1 0 0,-1-1 1 0 0,1 1 0 0 0,-1-1 0 0 0,1 0 0 0 0,0 1 0 0 0,-1-1 0 0 0,1 1 0 0 0,0-1 0 0 0,0 0 0 0 0,-1 1 0 0 0,1-1 0 0 0,0 0-1 0 0,0 0 1 0 0,0 0 0 0 0,0 0 0 0 0,-1 0 0 0 0,1 1 0 0 0,0-1 0 0 0,-1 1 0 0 0,1-1 0 0 0,-1 1 0 0 0,1-1 0 0 0,-1 1 0 0 0,1 0 0 0 0,-1-1 0 0 0,1 1 0 0 0,-1-1 0 0 0,1 1 0 0 0,-1 0 0 0 0,1 0 0 0 0,-1-1 0 0 0,1 1 0 0 0,-1 0 0 0 0,0 0 0 0 0,1 0 0 0 0,-1-1 0 0 0,1 1 0 0 0,-1 0 0 0 0,0 0 0 0 0,1 0 0 0 0,-1 0 0 0 0,-1 0 0 0 0,-17-6 0 0 0,3-5 0 0 0,-24-15 0 0 0,25 20 0 0 0,-1 0 0 0 0,1-1 0 0 0,1-1 0 0 0,-1 0 0 0 0,1-1 0 0 0,1-1 0 0 0,0 0 0 0 0,0 0 0 0 0,-15-18 0 0 0,21 21 0 0 0,-1 0 0 0 0,-1 1 0 0 0,1 0 0 0 0,-1 0 0 0 0,0 1 0 0 0,0 0 0 0 0,-1 0 0 0 0,-19-6 0 0 0,17 7 0 0 0,0-1 0 0 0,0-1 0 0 0,1 0 0 0 0,-15-10 0 0 0,-34-16 0 0 0,52 27-1 0 0,-1-1 0 0 0,1 1 0 0 0,-1 1 0 0 0,0-1 0 0 0,-13-3 0 0 0,-44-23 74 0 0,-75-34-140 0 0,117 51 67 0 0,-1 1 0 0 0,-1 1 0 0 0,0 1 0 0 0,-48-13 0 0 0,7 7 56 0 0,49 11 5 0 0,-1 1 1 0 0,-33-5-1 0 0,-48 7 678 0 0,-160 13-1 0 0,224-7-614 0 0,-1-1-57 0 0,0 2 0 0 0,0 1-1 0 0,1 2 1 0 0,0 2 0 0 0,0 1-1 0 0,-62 27 1 0 0,82-28-69 0 0,1 1-1 0 0,0 1 1 0 0,1 0-1 0 0,-14 15 1 0 0,16-15 41 0 0,-1 0 1 0 0,-25 17 0 0 0,35-27-60 0 0,1 0 0 0 0,0 1 0 0 0,-1-1 0 0 0,1 1 0 0 0,0 0 0 0 0,0 0 0 0 0,0-1 1 0 0,0 1-1 0 0,0 1 0 0 0,1-1 0 0 0,-1 0 0 0 0,1 0 0 0 0,-1 1 0 0 0,1-1 0 0 0,0 0 0 0 0,0 1 1 0 0,0-1-1 0 0,0 1 0 0 0,0 0 0 0 0,1-1 0 0 0,-1 4 0 0 0,1-4-164 0 0,0 0-1 0 0,0 0 1 0 0,1 0 0 0 0,-1 0-1 0 0,1 0 1 0 0,-1 0-1 0 0,1 0 1 0 0,0 0 0 0 0,0 0-1 0 0,0 0 1 0 0,0 0 0 0 0,0 0-1 0 0,0 0 1 0 0,0-1-1 0 0,1 1 1 0 0,-1-1 0 0 0,1 1-1 0 0,-1-1 1 0 0,1 1 0 0 0,0-1-1 0 0,-1 0 1 0 0,1 0-1 0 0,0 0 1 0 0,0 0 0 0 0,0 0-1 0 0,4 1 1 0 0,49 14-6179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22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53 400 0 0,'-24'-20'3362'0'0,"-7"7"-241"0"0,31 7-2000 0 0,-30-1-161 0 0,0 7-960 0 0,30-6 0 0 0,-30 19-3361 0 0,0-7-1442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28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1317 175 3602 0 0,'0'-1'226'0'0,"-1"0"1"0"0,0-1-1 0 0,0 1 1 0 0,0 0-1 0 0,0 0 1 0 0,0 0-1 0 0,0 0 1 0 0,0 0-1 0 0,0 0 1 0 0,0 0-1 0 0,0 0 1 0 0,-1 0-1 0 0,1 1 1 0 0,0-1-1 0 0,-1 0 1 0 0,1 1-1 0 0,0-1 1 0 0,-1 1-1 0 0,1 0 1 0 0,-1-1-1 0 0,-1 1 1 0 0,-43-10 269 0 0,35 7-93 0 0,3 1-242 0 0,1-1 0 0 0,-1-1 1 0 0,1 1-1 0 0,0-1 0 0 0,1 0 0 0 0,-12-10 0 0 0,11 9-67 0 0,1-1 0 0 0,0 0 0 0 0,0-1 0 0 0,1 1 0 0 0,-1-1 0 0 0,1 0 0 0 0,1-1 1 0 0,-6-10-1 0 0,9 15-19 0 0,0 0-1 0 0,0 0 1 0 0,0 0 0 0 0,-1 0 0 0 0,1 1 0 0 0,-1-1 0 0 0,0 1 0 0 0,0-1 0 0 0,0 1 0 0 0,0 0 0 0 0,0-1 0 0 0,-3-1 0 0 0,3 3-28 0 0,0 1 1 0 0,0-1-1 0 0,-1 1 1 0 0,1-1 0 0 0,0 1-1 0 0,-1 0 1 0 0,1 0-1 0 0,0 0 1 0 0,0 0-1 0 0,-1 0 1 0 0,1 1-1 0 0,0-1 1 0 0,0 1-1 0 0,-1 0 1 0 0,1-1-1 0 0,0 1 1 0 0,0 0-1 0 0,0 0 1 0 0,0 0 0 0 0,0 0-1 0 0,0 1 1 0 0,-1 1-1 0 0,-25 16 66 0 0,1 1-1 0 0,1 1 0 0 0,1 2 1 0 0,1 0-1 0 0,2 2 1 0 0,-28 36-1 0 0,41-49-93 0 0,0-1 0 0 0,-1 0-1 0 0,0-1 1 0 0,-1 0 0 0 0,-17 13 0 0 0,-15 14 108 0 0,37-31-117 0 0,1 0-1 0 0,0 1 1 0 0,0 0-1 0 0,1 0 1 0 0,0 0-1 0 0,0 0 1 0 0,1 1-1 0 0,0-1 0 0 0,-3 13 1 0 0,-10 21 15 0 0,10-28-10 0 0,1 0 0 0 0,0 1-1 0 0,1 0 1 0 0,-3 21-1 0 0,-1 0-7 0 0,-12 15 47 0 0,10 4 26 0 0,-1-25-33 0 0,9-22-33 0 0,-1 0 0 0 0,1 0 0 0 0,0 1 0 0 0,0-1 1 0 0,1 1-1 0 0,0-1 0 0 0,0 8 0 0 0,1-9-5 0 0,1 0 0 0 0,-1 0 0 0 0,0 0-1 0 0,0 0 1 0 0,-1 0 0 0 0,1 0 0 0 0,-1 0 0 0 0,-1-1 0 0 0,1 1 0 0 0,-1 0 0 0 0,0-1 0 0 0,0 1 0 0 0,-1-1-1 0 0,0 0 1 0 0,1 0 0 0 0,-2 0 0 0 0,-5 7 0 0 0,-17 16-6 0 0,1-3 26 0 0,0 1-1 0 0,2 0 1 0 0,2 2 0 0 0,-29 46 0 0 0,43-59-64 0 0,3-9 48 0 0,0 0 0 0 0,1 1 0 0 0,-1 0-1 0 0,2-1 1 0 0,-1 1 0 0 0,1 0-1 0 0,0 1 1 0 0,-2 13 0 0 0,4-18-14 0 0,0-1 0 0 0,0 0-1 0 0,-1 0 1 0 0,1 0 0 0 0,-1 0 0 0 0,1 0 0 0 0,-1 0 0 0 0,0 0 0 0 0,0 0 0 0 0,0 0 0 0 0,0 0 0 0 0,0 0 0 0 0,0 0-1 0 0,-1-1 1 0 0,1 1 0 0 0,-1 0 0 0 0,1-1 0 0 0,-1 1 0 0 0,1-1 0 0 0,-1 0 0 0 0,0 1 0 0 0,0-1 0 0 0,-2 1 0 0 0,-54 19-71 0 0,23-9 50 0 0,32-11 24 0 0,0 0 0 0 0,-1 0 0 0 0,1 0 0 0 0,0 1 0 0 0,0-1 0 0 0,0 1 0 0 0,0 0 0 0 0,0 0 0 0 0,0 0 0 0 0,1 0 0 0 0,-1 1 0 0 0,1-1 0 0 0,-1 1 0 0 0,1 0 0 0 0,0-1 1 0 0,0 1-1 0 0,0 0 0 0 0,0 0 0 0 0,1 0 0 0 0,-1 1 0 0 0,1-1 0 0 0,0 0 0 0 0,0 0 0 0 0,0 1 0 0 0,-1 5 0 0 0,2-6 1 0 0,-1 1 1 0 0,1-1-1 0 0,-1 0 0 0 0,1 1 1 0 0,-1-1-1 0 0,0 0 0 0 0,0 0 1 0 0,-1 0-1 0 0,1 0 0 0 0,-1 0 0 0 0,-3 5 1 0 0,3-5-1 0 0,0 0 0 0 0,1-1 1 0 0,-1 1-1 0 0,1 0 1 0 0,-1 1-1 0 0,1-1 0 0 0,0 0 1 0 0,0 0-1 0 0,0 1 0 0 0,1-1 1 0 0,-1 7-1 0 0,0-7-5 0 0,1 1-1 0 0,-1-1 1 0 0,0 0-1 0 0,0 1 1 0 0,0-1 0 0 0,-1 0-1 0 0,1 1 1 0 0,-1-1-1 0 0,0 0 1 0 0,0 0 0 0 0,0 0-1 0 0,0-1 1 0 0,0 1-1 0 0,-1 0 1 0 0,1-1 0 0 0,-1 1-1 0 0,0-1 1 0 0,1 0-1 0 0,-1 0 1 0 0,0 0 0 0 0,-1 0-1 0 0,-2 1 1 0 0,1 0-2 0 0,0 0 1 0 0,1 0-1 0 0,-1 0 1 0 0,1 1-1 0 0,0 0 1 0 0,-6 6-1 0 0,5-2 17 0 0,2-4-15 0 0,-1 1 1 0 0,1 0-1 0 0,0-1 1 0 0,0 1-1 0 0,1 0 0 0 0,-1 1 1 0 0,1-1-1 0 0,0 0 1 0 0,1 1-1 0 0,-1-1 1 0 0,1 1-1 0 0,0 0 1 0 0,1-1-1 0 0,-1 1 1 0 0,1 0-1 0 0,1 11 1 0 0,-1 58-79 0 0,0 2 13 0 0,0-74 58 0 0,1 0 1 0 0,0 0 0 0 0,0 0-1 0 0,-1 0 1 0 0,2 0-1 0 0,-1 0 1 0 0,0 0-1 0 0,1-1 1 0 0,-1 1-1 0 0,1 0 1 0 0,0-1-1 0 0,0 1 1 0 0,0-1-1 0 0,0 0 1 0 0,0 1-1 0 0,0-1 1 0 0,1 0-1 0 0,2 2 1 0 0,18 22-418 0 0,-18 1-286 0 0,-6-25 669 0 0,1 0-1 0 0,0 0 0 0 0,0 0 0 0 0,1 0 1 0 0,-1 0-1 0 0,0 0 0 0 0,1 1 0 0 0,-1-1 0 0 0,1 0 1 0 0,0 0-1 0 0,-1-1 0 0 0,2 3 0 0 0,7 5 51 0 0,-1-1-1 0 0,1-1 1 0 0,0 0-1 0 0,0 0 0 0 0,1-1 1 0 0,0 0-1 0 0,0 0 1 0 0,0-1-1 0 0,15 5 0 0 0,17 9 50 0 0,200 113 158 0 0,-209-115-208 0 0,0-1-1 0 0,61 18 1 0 0,-59-23 4 0 0,11 5 25 0 0,0 1 10 0 0,0-3-1 0 0,1-1 1 0 0,75 10-1 0 0,-102-22-13 0 0,-1-1 0 0 0,1-1 0 0 0,35-6 0 0 0,-25 3 34 0 0,46-1-1 0 0,-9 9-4 0 0,-1 4 0 0 0,76 18 0 0 0,-24-4 1 0 0,-107-20-54 0 0,1 0 0 0 0,-1-1 0 0 0,1-1 0 0 0,-1 0 0 0 0,1 0 0 0 0,22-4 0 0 0,4-2-43 0 0,-3 1 52 0 0,0-3 0 0 0,-1-1 0 0 0,0-1 0 0 0,37-17 0 0 0,-1-5 97 0 0,67-42 1 0 0,-85 47-57 0 0,59-20 0 0 0,23-12 136 0 0,-126 55-178 0 0,-1 0 0 0 0,1 0 0 0 0,-1 0 1 0 0,0-1-1 0 0,0 0 0 0 0,0-1 0 0 0,-1 1 1 0 0,0-1-1 0 0,0-1 0 0 0,-1 1 0 0 0,1-1 0 0 0,-1 0 1 0 0,-1 0-1 0 0,1 0 0 0 0,-1-1 0 0 0,-1 0 1 0 0,1 1-1 0 0,-1-1 0 0 0,-1-1 0 0 0,4-15 1 0 0,-3 2 250 0 0,-1 0 1 0 0,0 0 0 0 0,-2 0 0 0 0,0 0 0 0 0,-7-41-1 0 0,-4 26-175 0 0,8 29-87 0 0,0-1 0 0 0,1 1 0 0 0,0-1 1 0 0,0 0-1 0 0,1 1 0 0 0,0-16 0 0 0,1-31 24 0 0,2 19-13 0 0,-2 0 0 0 0,-1 0 1 0 0,-2 0-1 0 0,-1 0 0 0 0,-2 0 0 0 0,-12-39 0 0 0,-10 3 3 0 0,12 32-2 0 0,1-1 0 0 0,-12-60 1 0 0,20 56-48 0 0,3 19-25 0 0,-1-1-1 0 0,-14-45 0 0 0,11 47 60 0 0,-8-49-1 0 0,5 19 20 0 0,-2 16-52 0 0,11 32 17 0 0,-1 0 0 0 0,1 0 0 0 0,0 0 1 0 0,1 0-1 0 0,0-1 0 0 0,-1-7 0 0 0,2 11 15 0 0,0 0 0 0 0,-1 0 0 0 0,0 0 0 0 0,0 1 0 0 0,0-1 0 0 0,0 0 0 0 0,0 0 0 0 0,-1 1 0 0 0,0-1 0 0 0,1 1 0 0 0,-1-1 0 0 0,-1 1 0 0 0,-3-5 0 0 0,-38-34-3 0 0,25 25-26 0 0,-1-4 52 0 0,0 2 0 0 0,-2 0 0 0 0,0 1 0 0 0,-1 1 0 0 0,0 1 0 0 0,-27-13 0 0 0,44 26-26 0 0,-10-6-48 0 0,1 1 1 0 0,-2 1 0 0 0,1 1 0 0 0,-26-7 0 0 0,39 12-162 0 0,-1 0 0 0 0,1 1 0 0 0,-1 0 0 0 0,1 0 0 0 0,-1 0 0 0 0,1 0 0 0 0,-1 1 0 0 0,1-1 0 0 0,-1 1 0 0 0,1 0 0 0 0,-1 0 0 0 0,1 0 0 0 0,0 0 0 0 0,0 1 0 0 0,-1-1-1 0 0,1 1 1 0 0,0 0 0 0 0,-4 3 0 0 0,-4 2-1668 0 0,-70 43-9087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47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1199 60 1601 0 0,'0'-2'193'0'0,"0"1"1"0"0,0-1 0 0 0,-1 1 0 0 0,1 0 0 0 0,0-1-1 0 0,-1 1 1 0 0,1 0 0 0 0,-1-1 0 0 0,0 1-1 0 0,1 0 1 0 0,-1 0 0 0 0,0 0 0 0 0,0-1-1 0 0,0 1 1 0 0,0 0 0 0 0,0 0 0 0 0,0 0-1 0 0,0 1 1 0 0,0-1 0 0 0,0 0 0 0 0,0 0-1 0 0,-1 0 1 0 0,1 1 0 0 0,0-1 0 0 0,-1 1-1 0 0,1-1 1 0 0,0 1 0 0 0,-3-1 0 0 0,-46-6 523 0 0,37 5-237 0 0,-23-2 57 0 0,-44-3 1247 0 0,75 7-356 0 0,-30-4-332 0 0,10 0-845 0 0,-52 3 381 0 0,-81 2-106 0 0,137 1-506 0 0,1 0 1 0 0,-1 2-1 0 0,1 0 1 0 0,0 2-1 0 0,-30 11 0 0 0,-70 48-33 0 0,89-56 53 0 0,-9-1 65 0 0,30-7-107 0 0,0 0 0 0 0,1 0 0 0 0,-1 1 1 0 0,1 1-1 0 0,-1 0 0 0 0,1 0 0 0 0,0 1 1 0 0,0 0-1 0 0,0 0 0 0 0,0 1 0 0 0,1 0 1 0 0,0 1-1 0 0,-14 11 0 0 0,-6 16 78 0 0,1 1-1 0 0,-33 53 1 0 0,56-80-66 0 0,-1 0 0 0 0,-1 0 0 0 0,0 0 0 0 0,0-1 0 0 0,0 0 0 0 0,0 0 0 0 0,-1-1 0 0 0,-9 6 0 0 0,-2 2 33 0 0,17-11-40 0 0,0-1-1 0 0,-1 0 1 0 0,1 0-1 0 0,0 1 1 0 0,0-1 0 0 0,0 0-1 0 0,0 1 1 0 0,1-1-1 0 0,-1 1 1 0 0,0-1-1 0 0,1 1 1 0 0,-1 0-1 0 0,1-1 1 0 0,-1 1-1 0 0,1 0 1 0 0,0-1-1 0 0,0 1 1 0 0,0 0-1 0 0,0-1 1 0 0,0 1 0 0 0,0 0-1 0 0,0-1 1 0 0,0 1-1 0 0,1 3 1 0 0,1 16-80 0 0,-2 267 277 0 0,1-285-200 0 0,-1-1 0 0 0,1 1 0 0 0,0-1-1 0 0,1 1 1 0 0,-1-1 0 0 0,0 0 0 0 0,1 1 0 0 0,-1-1-1 0 0,1 0 1 0 0,-1 0 0 0 0,1 0 0 0 0,0 0 0 0 0,0 0 0 0 0,0-1-1 0 0,0 1 1 0 0,0-1 0 0 0,1 1 0 0 0,3 1 0 0 0,53 28 15 0 0,-57-31-14 0 0,55 22 33 0 0,1-2 1 0 0,0-3-1 0 0,85 13 0 0 0,-12-3 70 0 0,-78-15-55 0 0,1 3-43 0 0,2-4 0 0 0,0-2 0 0 0,0-2 0 0 0,57 0 1 0 0,167-23-21 0 0,-243 14-9 0 0,-1-1 0 0 0,0-1 1 0 0,0-2-1 0 0,-1-2 0 0 0,0-1 0 0 0,46-19 0 0 0,-58 18 7 0 0,0-2 0 0 0,-1 0 0 0 0,-1-1 0 0 0,0-1 0 0 0,-1-1 0 0 0,-1-1 0 0 0,0 0 0 0 0,-1-2 0 0 0,23-27 0 0 0,-23 25 26 0 0,14-16 32 0 0,-31 35-40 0 0,0-1-1 0 0,0 1 1 0 0,0-1 0 0 0,-1 0 0 0 0,1 1 0 0 0,0-1 0 0 0,-1 0 0 0 0,1 1 0 0 0,-1-1 0 0 0,0 0 0 0 0,1 0-1 0 0,-1 0 1 0 0,0 0 0 0 0,0 1 0 0 0,0-1 0 0 0,0 0 0 0 0,0 0 0 0 0,-1 0 0 0 0,1 1 0 0 0,-1-1 0 0 0,0-2-1 0 0,-19-32 47 0 0,13 25-47 0 0,0 0 0 0 0,1 0 0 0 0,1 0 1 0 0,-5-16-1 0 0,3 6-11 0 0,3 7 4 0 0,0 0 0 0 0,-2 0 0 0 0,1 1 0 0 0,-9-13 0 0 0,6 14 8 0 0,-1 2 0 0 0,-1-1 0 0 0,0 1 1 0 0,0 1-1 0 0,-18-13 0 0 0,-57-36 11 0 0,84 57-13 0 0,-14-8 17 0 0,-1 1-1 0 0,0 1 1 0 0,0 0-1 0 0,0 1 1 0 0,-1 1-1 0 0,-28-5 1 0 0,-25-9 41 0 0,-141-51 35 0 0,177 61-66 0 0,1-1 0 0 0,1-1-1 0 0,0-2 1 0 0,1-1 0 0 0,-44-27-1 0 0,71 37-42 0 0,1 1-1 0 0,-1-1 1 0 0,0 0-1 0 0,1 0 1 0 0,0-1-1 0 0,0 1 0 0 0,0-1 1 0 0,1 1-1 0 0,-3-8 1 0 0,4 10-105 0 0,0 0 0 0 0,0 0 1 0 0,0-1-1 0 0,0 1 0 0 0,0 0 1 0 0,-1 0-1 0 0,1 0 0 0 0,0 0 1 0 0,-1 1-1 0 0,0-1 1 0 0,1 0-1 0 0,-4-2 0 0 0,59 29-4748 0 0,27 11-2454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14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182 114 2241 0 0,'1'1'155'0'0,"0"0"0"0"0,0 0-1 0 0,0-1 1 0 0,0 1 0 0 0,0-1 0 0 0,0 1 0 0 0,0-1-1 0 0,0 1 1 0 0,0-1 0 0 0,0 0 0 0 0,1 1 0 0 0,-1-1-1 0 0,0 0 1 0 0,0 0 0 0 0,0 0 0 0 0,0 0 0 0 0,0 0-1 0 0,1 0 1 0 0,-1 0 0 0 0,0 0 0 0 0,1-1 0 0 0,-1 1 54 0 0,4 0 1005 0 0,-6-1-1126 0 0,0 0 1 0 0,0 0-1 0 0,0 0 0 0 0,1 0 0 0 0,-1 0 1 0 0,0 1-1 0 0,0-1 0 0 0,0 0 1 0 0,0 0-1 0 0,-1 1 0 0 0,1-1 1 0 0,0 1-1 0 0,0-1 0 0 0,0 1 0 0 0,0-1 1 0 0,-1 1-1 0 0,1 0 0 0 0,-2-1 1 0 0,-1 0 100 0 0,-26-22 158 0 0,29 21-329 0 0,0 0-1 0 0,0 0 1 0 0,0 0 0 0 0,1-1-1 0 0,-1 1 1 0 0,1 0-1 0 0,-1-1 1 0 0,1 1 0 0 0,0 0-1 0 0,-1-1 1 0 0,1 1-1 0 0,1 0 1 0 0,-1-1-1 0 0,0 1 1 0 0,0 0 0 0 0,1-1-1 0 0,0 1 1 0 0,-1 0-1 0 0,1 0 1 0 0,0-1 0 0 0,1-1-1 0 0,8-1-13 0 0,0 0-1 0 0,1 1 1 0 0,-1 0-1 0 0,1 1 0 0 0,0 0 1 0 0,0 1-1 0 0,0 0 1 0 0,0 1-1 0 0,22 0 1 0 0,-13 1-32 0 0,0 1 0 0 0,0 1 0 0 0,-1 0 0 0 0,1 2 0 0 0,19 6 0 0 0,-36-9 28 0 0,0 0 1 0 0,1 1-1 0 0,-1-1 1 0 0,0 1-1 0 0,0 0 1 0 0,0 0-1 0 0,-1 0 0 0 0,1 0 1 0 0,0 1-1 0 0,-1-1 1 0 0,0 1-1 0 0,1 0 1 0 0,-1-1-1 0 0,0 1 1 0 0,0 0-1 0 0,-1 0 1 0 0,1 0-1 0 0,-1 1 1 0 0,1-1-1 0 0,-1 0 1 0 0,0 0-1 0 0,1 5 0 0 0,1 6 14 0 0,-1 1 0 0 0,-1 0 0 0 0,0 27 1 0 0,-1-42-16 0 0,0 6 7 0 0,0-1-1 0 0,-1 0 0 0 0,0 0 0 0 0,0 1 0 0 0,0-1 1 0 0,-1 0-1 0 0,0 0 0 0 0,0 0 0 0 0,0-1 1 0 0,0 1-1 0 0,-1 0 0 0 0,0-1 0 0 0,-6 8 0 0 0,5-6 8 0 0,0 0-1 0 0,0 0 0 0 0,1 0 1 0 0,0 1-1 0 0,-5 12 0 0 0,1 12 2 0 0,6-25-8 0 0,0 0-1 0 0,-1 0 1 0 0,1 0-1 0 0,-1 0 1 0 0,0-1-1 0 0,-1 1 1 0 0,1 0-1 0 0,-1-1 1 0 0,0 0-1 0 0,0 1 1 0 0,-7 7-1 0 0,-2 0 14 0 0,0-1 1 0 0,-1 0-1 0 0,-1 0 0 0 0,1-2 1 0 0,-2 1-1 0 0,0-2 0 0 0,0 0 0 0 0,-22 10 1 0 0,22-15-2 0 0,-1 0 1 0 0,0 0-1 0 0,1-1 1 0 0,-1-1-1 0 0,0-1 1 0 0,0 0-1 0 0,-19-2 1 0 0,29 0-17 0 0,0 1-1 0 0,0-1 1 0 0,0-1 0 0 0,0 1 0 0 0,1-1 0 0 0,-1 0-1 0 0,1 0 1 0 0,-1 0 0 0 0,1-1 0 0 0,-6-4-1 0 0,8 5 2 0 0,1 0 0 0 0,0 0 0 0 0,0 0 0 0 0,0 0-1 0 0,0-1 1 0 0,0 1 0 0 0,0-1 0 0 0,0 1 0 0 0,1-1-1 0 0,-1 0 1 0 0,1 0 0 0 0,0 0 0 0 0,0 1 0 0 0,0-1 0 0 0,0 0-1 0 0,1 0 1 0 0,-1-1 0 0 0,1 1 0 0 0,-1 0 0 0 0,1-4-1 0 0,0-85-55 0 0,0 91 52 0 0,0 1 0 0 0,0-1 0 0 0,0 1 0 0 0,0-1 0 0 0,0 1 0 0 0,0-1 0 0 0,0 1 0 0 0,0-1 0 0 0,0 1 0 0 0,0-1 1 0 0,0 1-1 0 0,0-1 0 0 0,1 1 0 0 0,-1-1 0 0 0,0 1 0 0 0,0-1 0 0 0,0 1 0 0 0,1 0 0 0 0,-1-1 0 0 0,0 1 0 0 0,0-1 0 0 0,1 1 0 0 0,-1 0 0 0 0,1-1 0 0 0,-1 1 0 0 0,0 0 0 0 0,1-1 0 0 0,25 2-52 0 0,19 21 40 0 0,-16-6 24 0 0,0 1 0 0 0,-1 2 0 0 0,-1 0 0 0 0,0 2 0 0 0,24 25 0 0 0,-37-31-36 0 0,2 4 56 0 0,2-1-1 0 0,0 0 1 0 0,2-2-1 0 0,40 28 0 0 0,-53-40-64 0 0,-1 0 0 0 0,1-1 0 0 0,0-1-1 0 0,0 1 1 0 0,0-1 0 0 0,0 0-1 0 0,1-1 1 0 0,-1 1 0 0 0,0-1 0 0 0,1-1-1 0 0,-1 0 1 0 0,1 0 0 0 0,-1 0 0 0 0,1-1-1 0 0,-1 0 1 0 0,0 0 0 0 0,1-1-1 0 0,-1 0 1 0 0,0 0 0 0 0,0-1 0 0 0,12-6-1 0 0,52-31-1232 0 0,-56 28 196 0 0,-2-1-1 0 0,24-26 0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15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333 279 1201 0 0,'0'0'65'0'0,"0"0"1"0"0,0 0 0 0 0,0 0 0 0 0,1 0-1 0 0,-1-1 1 0 0,0 1 0 0 0,0 0 0 0 0,0 0-1 0 0,0 0 1 0 0,0 0 0 0 0,0-1-1 0 0,0 1 1 0 0,0 0 0 0 0,0 0 0 0 0,0 0-1 0 0,0 0 1 0 0,0-1 0 0 0,0 1 0 0 0,0 0-1 0 0,0 0 1 0 0,0 0 0 0 0,0 0 0 0 0,0-1-1 0 0,0 1 1 0 0,0 0 0 0 0,0 0 0 0 0,0 0-1 0 0,0 0 1 0 0,0 0 0 0 0,0-1 0 0 0,0 1-1 0 0,0 0 1 0 0,0 0 0 0 0,-1 0 0 0 0,1 0-1 0 0,0 0 1 0 0,0-1 0 0 0,0 1 0 0 0,0 0-1 0 0,0 0 1 0 0,0 0 0 0 0,-1 0 0 0 0,1 0-1 0 0,0 0 1 0 0,0 0 0 0 0,0 0 0 0 0,0 0-1 0 0,-1 0 1 0 0,1 0 0 0 0,0 0 0 0 0,0 0-1 0 0,0-1 1 0 0,0 1 0 0 0,-1 0-1 0 0,1 0 1 0 0,0 0 0 0 0,0 1 0 0 0,0-1-1 0 0,0 0 1 0 0,-1 0 0 0 0,1 0 0 0 0,0 0-1 0 0,0 0 1 0 0,0 0 0 0 0,0 0 0 0 0,0 0-1 0 0,-1 0 1 0 0,1 0 0 0 0,0 0 0 0 0,-9 0 677 0 0,-61-3 1566 0 0,65 3-2265 0 0,1 0 1 0 0,-1-1-1 0 0,0 0 0 0 0,1 0 1 0 0,-1-1-1 0 0,1 1 0 0 0,-1-1 1 0 0,1 0-1 0 0,0 0 0 0 0,0 0 0 0 0,0-1 1 0 0,-5-3-1 0 0,8 5-38 0 0,1 1 0 0 0,-1-1 1 0 0,1 0-1 0 0,-1 0 0 0 0,1 0 0 0 0,-1 0 1 0 0,1 0-1 0 0,0 0 0 0 0,-1 0 0 0 0,1 0 1 0 0,0 0-1 0 0,0 0 0 0 0,0 0 0 0 0,0 0 1 0 0,0 0-1 0 0,0 0 0 0 0,0-1 0 0 0,-5-20 122 0 0,3 19-118 0 0,1 0-1 0 0,0 0 1 0 0,-1 1 0 0 0,1-1-1 0 0,0 0 1 0 0,0 0-1 0 0,0 0 1 0 0,1-1 0 0 0,-1 1-1 0 0,1 0 1 0 0,0 0-1 0 0,0 0 1 0 0,0 0 0 0 0,0 0-1 0 0,0-1 1 0 0,1 1-1 0 0,-1 0 1 0 0,1 0 0 0 0,0 0-1 0 0,0 0 1 0 0,0 0-1 0 0,1 0 1 0 0,1-3 0 0 0,-2 2-1 0 0,2-11-28 0 0,-2-1 0 0 0,0 1 0 0 0,0-1 0 0 0,-1 1 0 0 0,-1-1 0 0 0,-4-18 0 0 0,-2 36-15 0 0,6-1 31 0 0,0-1 0 0 0,0 0 0 0 0,0 0 0 0 0,0 1 0 0 0,0-1 0 0 0,1 0 0 0 0,-1 1 0 0 0,0-1 0 0 0,0 1 0 0 0,0-1 0 0 0,0 1 0 0 0,1-1 0 0 0,-1 1 0 0 0,0 0 0 0 0,1-1 1 0 0,-1 1-1 0 0,0 0 0 0 0,1 0 0 0 0,-1 0 0 0 0,1-1 0 0 0,-1 1 0 0 0,1 0 0 0 0,0 0 0 0 0,-1 0 0 0 0,1 0 0 0 0,0 0 0 0 0,-1 0 0 0 0,1 0 0 0 0,0 0 0 0 0,0 0 0 0 0,0 0 0 0 0,0-1 0 0 0,0 1 0 0 0,0 0 0 0 0,0 0 0 0 0,0 0 0 0 0,1 2 0 0 0,-1 3 7 0 0,-1 0 0 0 0,1 0 0 0 0,-1 1 0 0 0,-1-1 1 0 0,1 0-1 0 0,-1 0 0 0 0,0 0 0 0 0,0 0 0 0 0,-1 0 0 0 0,0 0 0 0 0,0-1 0 0 0,-7 11 0 0 0,-13 25-4 0 0,21-36 8 0 0,0 0 0 0 0,-1 0 0 0 0,1 0 0 0 0,-1 0 0 0 0,0 0 0 0 0,-1-1 0 0 0,1 1 0 0 0,-1-1 0 0 0,-8 8 0 0 0,3-6 19 0 0,8-6-22 0 0,0 1 0 0 0,-1-1 0 0 0,1 1 0 0 0,0 0 0 0 0,0 0 0 0 0,0-1 0 0 0,0 1 0 0 0,0 0 0 0 0,-1 0 0 0 0,2 0 0 0 0,-1 0 0 0 0,0 0 0 0 0,0 1 0 0 0,0-1 0 0 0,0 0 0 0 0,1 0 0 0 0,-1 0 0 0 0,0 1 0 0 0,1-1 0 0 0,-1 0 0 0 0,1 1 0 0 0,0-1 0 0 0,-1 3 0 0 0,1-3-5 0 0,0 0 1 0 0,0 0-1 0 0,0 0 0 0 0,-1 0 0 0 0,1 0 0 0 0,0 0 1 0 0,-1 0-1 0 0,1 0 0 0 0,0 0 0 0 0,-1 0 0 0 0,0 0 0 0 0,1 0 1 0 0,-1 0-1 0 0,1 0 0 0 0,-1 0 0 0 0,0-1 0 0 0,0 1 1 0 0,1 0-1 0 0,-1-1 0 0 0,0 1 0 0 0,0 0 0 0 0,-1 0 1 0 0,1 0 5 0 0,-1 0 0 0 0,1-1 1 0 0,0 1-1 0 0,0 0 1 0 0,0 0-1 0 0,0 0 1 0 0,0 0-1 0 0,0 1 1 0 0,0-1-1 0 0,0 0 1 0 0,1 0-1 0 0,-1 0 1 0 0,0 1-1 0 0,1-1 1 0 0,-1 0-1 0 0,1 1 1 0 0,-1-1-1 0 0,1 1 1 0 0,-1-1-1 0 0,1 1 1 0 0,0-1-1 0 0,0 1 1 0 0,0 1-1 0 0,0-1-6 0 0,0 0-1 0 0,1 0 0 0 0,-1 0 1 0 0,1 0-1 0 0,-1 0 1 0 0,1 0-1 0 0,0 0 0 0 0,0 0 1 0 0,-1 0-1 0 0,2 0 1 0 0,-1 0-1 0 0,0-1 0 0 0,0 1 1 0 0,0 0-1 0 0,1-1 0 0 0,-1 1 1 0 0,1-1-1 0 0,2 2 1 0 0,1 2-9 0 0,1-1 0 0 0,0-1 1 0 0,0 1-1 0 0,1-1 1 0 0,11 5-1 0 0,2-2-12 0 0,0 0 0 0 0,1-2 0 0 0,36 4 1 0 0,-7-6 20 0 0,-45-2 3 0 0,-1 0 0 0 0,1 0 0 0 0,-1 0 0 0 0,0 0 0 0 0,1-1 0 0 0,-1 1 0 0 0,0-1 0 0 0,1-1 0 0 0,-1 1 0 0 0,0 0 0 0 0,0-1 0 0 0,0 0 0 0 0,0 0 0 0 0,0 0 0 0 0,0 0 0 0 0,-1-1 0 0 0,1 0 0 0 0,-1 1 0 0 0,0-1 0 0 0,1 0 0 0 0,2-5 0 0 0,-5 6 2 0 0,1-1 1 0 0,-1 0-1 0 0,0 0 0 0 0,0 0 0 0 0,-1 0 0 0 0,1 0 0 0 0,0 0 0 0 0,-1 0 1 0 0,0 0-1 0 0,0 0 0 0 0,0 0 0 0 0,0 0 0 0 0,0 0 0 0 0,0 0 0 0 0,-2-3 1 0 0,1-9 5 0 0,1 9-11 0 0,1 1 0 0 0,-1 0 0 0 0,1-1 0 0 0,1 1 0 0 0,-1 0 0 0 0,1 0 0 0 0,-1 0 0 0 0,6-8 0 0 0,-5 8 0 0 0,1 0 0 0 0,-1-1 0 0 0,0 1 0 0 0,-1-1 0 0 0,1 1 0 0 0,-1-1 0 0 0,0 1 0 0 0,0-11 0 0 0,0-14-46 0 0,-1 30 31 0 0,0 0 1 0 0,0 0 0 0 0,0 0-1 0 0,0 0 1 0 0,0 0-1 0 0,0 0 1 0 0,-6 55-133 0 0,-7 15 222 0 0,-34 153 357 0 0,44-214-427 0 0,-1 0 1 0 0,1 0-1 0 0,-2-1 0 0 0,-6 12 0 0 0,7-14 2 0 0,0 0 0 0 0,1 0 0 0 0,0 0-1 0 0,0 0 1 0 0,0 0 0 0 0,1 1-1 0 0,0-1 1 0 0,0 1 0 0 0,1 0-1 0 0,0-1 1 0 0,-1 8 0 0 0,2 36-127 0 0,0-50 114 0 0,0 0 1 0 0,0 0-1 0 0,0 0 1 0 0,0 0-1 0 0,0 0 0 0 0,0 0 1 0 0,0 1-1 0 0,0-1 1 0 0,0 0-1 0 0,0 0 1 0 0,0 0-1 0 0,0 0 1 0 0,0 0-1 0 0,1 0 1 0 0,-1 1-1 0 0,0-1 1 0 0,0 0-1 0 0,0 0 0 0 0,0 0 1 0 0,0 0-1 0 0,0 0 1 0 0,0 0-1 0 0,0 0 1 0 0,0 0-1 0 0,0 1 1 0 0,0-1-1 0 0,0 0 1 0 0,1 0-1 0 0,-1 0 0 0 0,0 0 1 0 0,0 0-1 0 0,0 0 1 0 0,0 0-1 0 0,0 0 1 0 0,0 0-1 0 0,0 0 1 0 0,1 0-1 0 0,-1 0 1 0 0,0 0-1 0 0,0 0 1 0 0,0 0-1 0 0,0 0 0 0 0,0 0 1 0 0,0 0-1 0 0,1 0 1 0 0,-1 0-1 0 0,0 0 1 0 0,0 0-1 0 0,0 0 1 0 0,0 0-1 0 0,0 0 1 0 0,0 0-1 0 0,0 0 1 0 0,1 0-1 0 0,-1 0 0 0 0,0 0 1 0 0,0 0-1 0 0,0 0 1 0 0,0-1-1 0 0,0 1 1 0 0,0 0-1 0 0,0 0 1 0 0,0 0-1 0 0,1 0 1 0 0,15-3-151 0 0,-2 1-277 0 0,0-1-1 0 0,-1 0 1 0 0,1-1-1 0 0,15-6 1 0 0,-27 9 212 0 0,1-1 1 0 0,0 1-1 0 0,0 0 1 0 0,-1-1-1 0 0,1 0 1 0 0,-1 0-1 0 0,1 1 1 0 0,-1-1-1 0 0,0-1 0 0 0,0 1 1 0 0,0 0-1 0 0,0-1 1 0 0,0 1-1 0 0,0-1 1 0 0,-1 1-1 0 0,1-1 1 0 0,-1 0-1 0 0,0 1 0 0 0,0-1 1 0 0,0 0-1 0 0,0 0 1 0 0,0 0-1 0 0,-1 0 1 0 0,1 0-1 0 0,-1-5 1 0 0,0-22-1568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18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516 128 960 0 0,'5'-1'1761'0'0,"0"0"-1374"0"0,-4 1-273 0 0,-1 0 1 0 0,1 0-1 0 0,0 0 0 0 0,0 0 1 0 0,0 0-1 0 0,0 0 1 0 0,-1 0-1 0 0,1-1 0 0 0,0 1 1 0 0,0 0-1 0 0,0-1 1 0 0,-1 1-1 0 0,1 0 0 0 0,0-1 1 0 0,0 1-1 0 0,-1-1 0 0 0,1 1 1 0 0,0-1-1 0 0,-1 1 1 0 0,1-1-1 0 0,-1 0 0 0 0,1 1 1 0 0,-1-1-1 0 0,1 0 1 0 0,-1 0-1 0 0,1 1 0 0 0,-1-1 1 0 0,0 0-1 0 0,1 0 1 0 0,-1 1-1 0 0,0-1 0 0 0,0 0 1 0 0,1 0-1 0 0,-1 0 1 0 0,0 0-1 0 0,0 1 0 0 0,0-1 1 0 0,0 0-1 0 0,0-1 1 0 0,-5 1 111 0 0,-16 1-52 0 0,-19-5 373 0 0,-17 8-313 0 0,9-1 55 0 0,-79 13-1 0 0,112-12-264 0 0,0 1 0 0 0,-1 1 1 0 0,2 0-1 0 0,-1 1 0 0 0,1 0 0 0 0,-1 1 1 0 0,2 1-1 0 0,-1 0 0 0 0,-15 14 0 0 0,-52 35 56 0 0,80-55-74 0 0,0 1-1 0 0,0-1 0 0 0,0 1 0 0 0,0 0 0 0 0,0-1 0 0 0,1 1 0 0 0,-1 0 0 0 0,1 0 0 0 0,0-1 0 0 0,-1 1 1 0 0,1 0-1 0 0,1 0 0 0 0,-1 0 0 0 0,0-1 0 0 0,1 4 0 0 0,0 7-6 0 0,-1-8 0 0 0,0 1 1 0 0,0 0 0 0 0,0 0 0 0 0,1-1 0 0 0,0 1 0 0 0,0 0 0 0 0,0-1-1 0 0,5 11 1 0 0,-4-13 1 0 0,0 0 0 0 0,0 0 0 0 0,0 0 0 0 0,1-1-1 0 0,-1 1 1 0 0,1-1 0 0 0,0 0 0 0 0,0 0 0 0 0,0 0-1 0 0,0 0 1 0 0,0 0 0 0 0,0-1 0 0 0,0 1 0 0 0,0-1-1 0 0,1 0 1 0 0,-1 0 0 0 0,6 1 0 0 0,14 2 10 0 0,1 0 0 0 0,0-2 0 0 0,-1-1 0 0 0,1-1 0 0 0,34-4 1 0 0,-55 4-13 0 0,0-1 1 0 0,0 1 0 0 0,0-1 0 0 0,-1 0 0 0 0,1 0-1 0 0,0-1 1 0 0,0 1 0 0 0,-1 0 0 0 0,1-1 0 0 0,-1 0-1 0 0,1 1 1 0 0,2-3 0 0 0,17-11 16 0 0,-19 13-5 0 0,0-1 0 0 0,0 0 0 0 0,-1 1 0 0 0,1-1 0 0 0,-1 0 0 0 0,1 0 0 0 0,-1 0 0 0 0,0 0 0 0 0,0-1 0 0 0,-1 1 0 0 0,1-1 0 0 0,-1 1 0 0 0,1-1 0 0 0,-1 1 0 0 0,0-1 0 0 0,-1 0 0 0 0,1 0 0 0 0,-1 1 0 0 0,1-1 0 0 0,-1-7 0 0 0,0 0 15 0 0,0 0 0 0 0,-1 0 0 0 0,0 0 1 0 0,0-1-1 0 0,-1 1 0 0 0,-1 0 0 0 0,-4-11 0 0 0,-24-37 0 0 0,21 42-26 0 0,1 1 1 0 0,0-2-1 0 0,-7-22 0 0 0,6 2-14 0 0,9 37 9 0 0,0-1 0 0 0,-1 1 0 0 0,1 0 0 0 0,0 0 0 0 0,0 0 0 0 0,-1 0 0 0 0,1 0-1 0 0,-1 0 1 0 0,1 0 0 0 0,-1 0 0 0 0,1 0 0 0 0,-3 0 0 0 0,3 0-11 0 0,0 1 0 0 0,0 0 0 0 0,0-1 0 0 0,0 1 0 0 0,0 0 0 0 0,0 0 0 0 0,1-1 0 0 0,-1 1 0 0 0,0 0 0 0 0,0 0 0 0 0,0 0 1 0 0,0 0-1 0 0,0 0 0 0 0,0 0 0 0 0,0 1 0 0 0,0-1 0 0 0,0 0 0 0 0,0 0 0 0 0,0 1 0 0 0,1-1 0 0 0,-1 0 0 0 0,0 1 0 0 0,0-1 0 0 0,0 1 0 0 0,0-1 0 0 0,1 1 1 0 0,-1-1-1 0 0,0 1 0 0 0,1 0 0 0 0,-1-1 0 0 0,0 1 0 0 0,1 0 0 0 0,-1 0 0 0 0,1-1 0 0 0,-2 3 0 0 0,32 7-1182 0 0,-1-1-1 0 0,1-2 1 0 0,1 0 0 0 0,-1-2-1 0 0,57 1 1 0 0,3-4-883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19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452 1 240 0 0,'-5'0'1908'0'0,"-101"4"2931"0"0,-49 18-2822 0 0,146-20-1982 0 0,1 1-1 0 0,0 0 1 0 0,0 0-1 0 0,0 1 1 0 0,0 0-1 0 0,1 0 1 0 0,-1 1-1 0 0,1-1 1 0 0,0 2-1 0 0,1-1 1 0 0,-1 1-1 0 0,1 0 1 0 0,0 1 0 0 0,-9 11-1 0 0,3 1 17 0 0,0 0 0 0 0,1 1 1 0 0,1 0-1 0 0,-8 25 0 0 0,17-43-45 0 0,0-1-1 0 0,0 1 1 0 0,1 0 0 0 0,-1 0 0 0 0,1 0-1 0 0,0 0 1 0 0,0 0 0 0 0,0 0 0 0 0,0 1 0 0 0,0-1-1 0 0,0 0 1 0 0,0 0 0 0 0,1 0 0 0 0,-1 0-1 0 0,0 0 1 0 0,1 0 0 0 0,0-1 0 0 0,0 1 0 0 0,-1 0-1 0 0,1 0 1 0 0,0 0 0 0 0,1-1 0 0 0,-1 1-1 0 0,0 0 1 0 0,0-1 0 0 0,1 1 0 0 0,-1-1 0 0 0,1 1-1 0 0,-1-1 1 0 0,1 0 0 0 0,-1 0 0 0 0,1 0-1 0 0,0 0 1 0 0,0 0 0 0 0,3 2 0 0 0,7 2 45 0 0,0-1-1 0 0,0 1 1 0 0,1-2 0 0 0,18 4 0 0 0,-23-6-46 0 0,21 4 6 0 0,0-1 1 0 0,0-1 0 0 0,1-2-1 0 0,-1-1 1 0 0,0-1 0 0 0,0-2-1 0 0,34-7 1 0 0,-60 10-13 0 0,-1 0 0 0 0,1 0 0 0 0,0-1 0 0 0,0 1-1 0 0,-1-1 1 0 0,1 0 0 0 0,0 0 0 0 0,-1 0 0 0 0,1 0 0 0 0,-1 0 0 0 0,1 0 0 0 0,-1-1 0 0 0,0 1-1 0 0,0-1 1 0 0,1 0 0 0 0,-1 0 0 0 0,0 0 0 0 0,0 0 0 0 0,-1 0 0 0 0,1 0 0 0 0,0 0 0 0 0,-1 0-1 0 0,1-1 1 0 0,-1 1 0 0 0,0-1 0 0 0,0 1 0 0 0,0-1 0 0 0,0 1 0 0 0,1-5 0 0 0,-2 3-41 0 0,-1-1 1 0 0,1 0 0 0 0,-1 0 0 0 0,0 1-1 0 0,0-1 1 0 0,-1 0 0 0 0,1 1 0 0 0,-1-1-1 0 0,0 1 1 0 0,0-1 0 0 0,-1 1-1 0 0,1 0 1 0 0,-1 0 0 0 0,0 0 0 0 0,-5-5-1 0 0,1 1-331 0 0,-1 0-1 0 0,0 0 1 0 0,0 1-1 0 0,0 0 1 0 0,-18-10-1 0 0,-10-2-2527 0 0,-39-13 0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20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75 240 0 0,'-50'-2'1976'0'0,"16"1"-21"0"0,-49-9 0 0 0,67 7-1272 0 0,1-1 0 0 0,0-1-1 0 0,-19-8 1 0 0,-86-18 451 0 0,94 25-654 0 0,26 7-386 0 0,0 3-14 0 0,5-3-13 0 0,14 1-5 0 0,-1 0 1 0 0,34 8 0 0 0,36 6 162 0 0,354 10 288 0 0,-46-5-239 0 0,-289-11-275 0 0,-19 0 64 0 0,1-3-1 0 0,160-10 1 0 0,-12-22-10 0 0,-208 19-2355 0 0,-67 5-2633 0 0,21 1 4155 0 0,-38 0-1834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23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273 132 2561 0 0,'-22'3'755'0'0,"-38"9"1109"0"0,56-11-1744 0 0,0 1-1 0 0,1-1 1 0 0,0 1-1 0 0,-1 0 1 0 0,1 0-1 0 0,0 0 1 0 0,0 0 0 0 0,-4 4-1 0 0,-2 0 60 0 0,-6-3-264 0 0,15-3 109 0 0,0 0 0 0 0,-1 0 1 0 0,1 0-1 0 0,-1 0 0 0 0,1 0 0 0 0,0 0 0 0 0,-1 0 0 0 0,1 0 1 0 0,-1 0-1 0 0,1 0 0 0 0,-1 0 0 0 0,1 0 0 0 0,0 1 0 0 0,-1-1 1 0 0,1 0-1 0 0,-1 0 0 0 0,1 0 0 0 0,0 1 0 0 0,-1-1 0 0 0,1 0 0 0 0,0 0 1 0 0,-1 1-1 0 0,1-1 0 0 0,0 0 0 0 0,0 0 0 0 0,-1 1 0 0 0,1-1 1 0 0,0 0-1 0 0,0 1 0 0 0,-1-1 0 0 0,1 1 0 0 0,-5-1 70 0 0,-15 0 52 0 0,20 0-143 0 0,0 0 0 0 0,-1 0 0 0 0,1 0 0 0 0,0 0 0 0 0,0 0 0 0 0,0 0 0 0 0,0 0 0 0 0,0 0 0 0 0,-1 0 0 0 0,1 0 0 0 0,0 0 0 0 0,0-1 0 0 0,0 1 0 0 0,0 0 1 0 0,0 0-1 0 0,-1 0 0 0 0,1 0 0 0 0,0 1 0 0 0,0-1 0 0 0,0 0 0 0 0,0 0 0 0 0,0 0 0 0 0,0 0 0 0 0,-1 0 0 0 0,1 0 0 0 0,0 0 0 0 0,0 0 0 0 0,0 0 0 0 0,0 0 0 0 0,0 0 0 0 0,0 0 0 0 0,-1 0 0 0 0,1 0 0 0 0,0 1 0 0 0,0-1 0 0 0,0 0 0 0 0,0 0 0 0 0,0 0 0 0 0,0 0 0 0 0,0 0 0 0 0,0 0 0 0 0,0 1 0 0 0,0-1 0 0 0,0 0 0 0 0,0 0 0 0 0,-1 0 0 0 0,1 0 0 0 0,0 0 0 0 0,0 0 0 0 0,0 1 0 0 0,0-1 0 0 0,0 0 0 0 0,0 0 0 0 0,0 0 0 0 0,0 0 0 0 0,1 0 0 0 0,-1 1 0 0 0,0-1 0 0 0,0 0 0 0 0,0 0 23 0 0,0 0 1 0 0,0 0-1 0 0,0 1 0 0 0,0-1 1 0 0,0 0-1 0 0,0 0 0 0 0,0 0 1 0 0,0 0-1 0 0,0 0 0 0 0,0 1 1 0 0,0-1-1 0 0,0 0 0 0 0,0 0 1 0 0,0 0-1 0 0,0 0 0 0 0,0 0 1 0 0,0 1-1 0 0,0-1 0 0 0,0 0 1 0 0,0 0-1 0 0,0 0 0 0 0,-1 0 1 0 0,1 0-1 0 0,0 0 0 0 0,0 1 1 0 0,0-1-1 0 0,0 0 0 0 0,0 0 1 0 0,0 0-1 0 0,0 0 0 0 0,0 0 1 0 0,-1 0-1 0 0,1 0 0 0 0,0 0 1 0 0,0 0-1 0 0,0 0 0 0 0,0 0 1 0 0,0 0-1 0 0,0 1 0 0 0,-1-1 1 0 0,1 0-1 0 0,0 0 0 0 0,0 0 1 0 0,0 0-1 0 0,0 0 0 0 0,0 0 1 0 0,-1 0-1 0 0,1 0 0 0 0,0 0 1 0 0,0 0-1 0 0,0-1 0 0 0,0 1 1 0 0,0 0-1 0 0,-1 0 0 0 0,1 0 1 0 0,0 0-1 0 0,0 0 1 0 0,0 0-1 0 0,0 0 0 0 0,-56-8 761 0 0,31-1-693 0 0,25 8-93 0 0,0 1 1 0 0,-1 0-1 0 0,1 0 1 0 0,0 0-1 0 0,-1 0 1 0 0,1 0 0 0 0,0-1-1 0 0,-1 1 1 0 0,1 0-1 0 0,0 0 1 0 0,0 0 0 0 0,-1-1-1 0 0,1 1 1 0 0,0 0-1 0 0,0 0 1 0 0,0-1-1 0 0,-1 1 1 0 0,1 0 0 0 0,0-1-1 0 0,0 1 1 0 0,0 0-1 0 0,0-1 1 0 0,0 1 0 0 0,0 0-1 0 0,0-1 1 0 0,-1 1-1 0 0,1 0 1 0 0,0-1-1 0 0,0 1 1 0 0,0 0 0 0 0,0-1-1 0 0,0 1 1 0 0,1 0-1 0 0,-1-1 1 0 0,0 1 0 0 0,0 0-1 0 0,0-1 1 0 0,0 1-1 0 0,0 0 1 0 0,0-1-1 0 0,0 1 1 0 0,1 0 0 0 0,-1 0-1 0 0,0-1 1 0 0,0 1-1 0 0,0 0 1 0 0,1 0 0 0 0,-1-1-1 0 0,0 1 1 0 0,0 0-1 0 0,1 0 1 0 0,-1-1-1 0 0,0 1 1 0 0,1 0 0 0 0,-1 0-1 0 0,0 0 1 0 0,1 0-1 0 0,-1 0 1 0 0,16-6-7 0 0,-13 6 21 0 0,1-1-1 0 0,-1 0 0 0 0,1-1 1 0 0,-1 1-1 0 0,0 0 0 0 0,1-1 1 0 0,-1 0-1 0 0,4-3 0 0 0,3-6 59 0 0,-9 9-58 0 0,1 0 1 0 0,0 0 0 0 0,0 0-1 0 0,0 0 1 0 0,0 0 0 0 0,1 1-1 0 0,-1-1 1 0 0,0 1 0 0 0,6-3-1 0 0,12-6 48 0 0,-1-1 1 0 0,1-1-1 0 0,-2 0 0 0 0,20-18 0 0 0,-36 28-63 0 0,-1 1 0 0 0,1-1-1 0 0,-1 0 1 0 0,1 0 0 0 0,0 1 0 0 0,-1-1 0 0 0,1 1 0 0 0,0 0 0 0 0,0-1 0 0 0,0 1 0 0 0,0 0 0 0 0,4-1 0 0 0,8-4 0 0 0,6 1-1 0 0,-20 5 0 0 0,0 1 0 0 0,1-1 0 0 0,-1 0 0 0 0,1 0 0 0 0,-1 0 0 0 0,0 0 0 0 0,0 1 0 0 0,1-1 0 0 0,-1 0 0 0 0,0 0 0 0 0,1 1 0 0 0,-1-1 0 0 0,0 0 0 0 0,0 1 0 0 0,0-1 0 0 0,1 0 0 0 0,-1 1 0 0 0,0-1 0 0 0,0 0 0 0 0,0 1 0 0 0,0-1 0 0 0,0 0 0 0 0,1 1 0 0 0,-1-1-1 0 0,0 0 1 0 0,0 1 0 0 0,0-1 0 0 0,0 1 0 0 0,0-1 0 0 0,0 0 0 0 0,-1 1 0 0 0,1 6 14 0 0,1 48 119 0 0,1-35-186 0 0,-1 0 0 0 0,-2 1 0 0 0,0-1-1 0 0,-6 34 1 0 0,-3-22-116 0 0,7-22 153 0 0,0-1 0 0 0,0 1-1 0 0,1 0 1 0 0,0 0-1 0 0,0 20 1 0 0,1-14 40 0 0,-1 1 0 0 0,0-1 0 0 0,-1 0-1 0 0,-8 24 1 0 0,4-17 4 0 0,7-21-36 0 0,-1 1 1 0 0,0 0-1 0 0,0-1 1 0 0,1 1-1 0 0,-1 0 1 0 0,1 0-1 0 0,0 0 1 0 0,0 0 0 0 0,0-1-1 0 0,0 1 1 0 0,1 0-1 0 0,-1 0 1 0 0,1 0-1 0 0,0-1 1 0 0,-1 1-1 0 0,1 0 1 0 0,1 0-1 0 0,-1-1 1 0 0,0 1-1 0 0,0-1 1 0 0,1 1-1 0 0,0-1 1 0 0,-1 0-1 0 0,1 0 1 0 0,0 0-1 0 0,0 0 1 0 0,0 0-1 0 0,0 0 1 0 0,1 0-1 0 0,-1 0 1 0 0,0-1 0 0 0,1 1-1 0 0,-1-1 1 0 0,1 0-1 0 0,0 0 1 0 0,-1 0-1 0 0,1 0 1 0 0,0 0-1 0 0,0-1 1 0 0,-1 1-1 0 0,6 0 1 0 0,-1-1-138 0 0,-1 1 1 0 0,0-1 0 0 0,0 1 0 0 0,0-2 0 0 0,1 1-1 0 0,-1-1 1 0 0,0 0 0 0 0,0 0 0 0 0,0-1-1 0 0,0 1 1 0 0,0-2 0 0 0,0 1 0 0 0,-1 0-1 0 0,1-1 1 0 0,-1 0 0 0 0,0 0 0 0 0,1-1-1 0 0,5-5 1 0 0,-8 5-76 0 0,-1 2-32 0 0,1 0-1 0 0,-1 0 1 0 0,0 0 0 0 0,0-1-1 0 0,0 1 1 0 0,0-1 0 0 0,0 0-1 0 0,-1 1 1 0 0,1-1 0 0 0,-1 0-1 0 0,0 0 1 0 0,0 0 0 0 0,0 0-1 0 0,0 0 1 0 0,0 0 0 0 0,-1 0-1 0 0,1-5 1 0 0,-1-17-1856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24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237 105 640 0 0,'-2'0'116'0'0,"1"-1"0"0"0,-1 1 1 0 0,1 0-1 0 0,-1-1 0 0 0,1 1 0 0 0,-1-1 0 0 0,1 0 0 0 0,0 1 0 0 0,-1-1 0 0 0,1 0 0 0 0,0 0 1 0 0,0 0-1 0 0,-1 0 0 0 0,1 0 0 0 0,0 0 0 0 0,0 0 0 0 0,0 0 0 0 0,0-1 0 0 0,0 1 0 0 0,-1-3 0 0 0,-1-31 4316 0 0,4 20-3458 0 0,-1 14 0 0 0,1-1-776 0 0,-7-1-156 0 0,-75-6 425 0 0,27 9-147 0 0,49 2-254 0 0,3 0-51 0 0,6-2-14 0 0,19-5-3 0 0,-21 5 1 0 0,0 0-3 0 0,0 0 0 0 0,-1 0-1 0 0,1-1 1 0 0,0 1-1 0 0,0 0 1 0 0,-1-1-1 0 0,1 0 1 0 0,0 1 0 0 0,-1-1-1 0 0,1 0 1 0 0,0 0-1 0 0,-1 1 1 0 0,1-1 0 0 0,1-2-1 0 0,2-2-8 0 0,13 1 22 0 0,-21 5-32 0 0,2-1 31 0 0,-1 0 0 0 0,1 0 0 0 0,0 1-1 0 0,0-1 1 0 0,0 0 0 0 0,0 1 0 0 0,0-1 0 0 0,0 1 0 0 0,0-1 0 0 0,1 1 0 0 0,-1-1 0 0 0,0 1 0 0 0,0 0 0 0 0,0 0-1 0 0,0-1 1 0 0,1 1 0 0 0,-1 0 0 0 0,0 0 0 0 0,1 0 0 0 0,-1 0 0 0 0,0 1 0 0 0,-19 5 85 0 0,11 12 14 0 0,-6 12 31 0 0,7-16-192 0 0,0 1-1 0 0,1 0 0 0 0,-5 21 1 0 0,-19 130-53 0 0,27-118 177 0 0,3 69-1 0 0,1-68-101 0 0,1-22-286 0 0,2 0 1 0 0,0-1-1 0 0,2 1 1 0 0,8 27 0 0 0,-9-40-436 0 0,3 0-1789 0 0,18-37-3181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25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14 1521 0 0,'26'-3'4911'0'0,"-47"1"-2699"0"0,21 2-2210 0 0,0 0 0 0 0,-1 0 1 0 0,1 0-1 0 0,0 0 0 0 0,0 0 0 0 0,0 0 1 0 0,0 0-1 0 0,-1 0 0 0 0,1 0 0 0 0,0 0 1 0 0,0 0-1 0 0,0 0 0 0 0,0 0 0 0 0,0 0 1 0 0,-1 0-1 0 0,1 0 0 0 0,0 0 0 0 0,0 0 1 0 0,0 0-1 0 0,0 0 0 0 0,-1 0 0 0 0,1-1 1 0 0,0 1-1 0 0,0 0 0 0 0,0 0 0 0 0,0 0 1 0 0,0 0-1 0 0,0 0 0 0 0,-1 0 0 0 0,1 0 1 0 0,0 0-1 0 0,0-1 0 0 0,0 1 0 0 0,0 0 1 0 0,0 0-1 0 0,0 0 0 0 0,0 0 0 0 0,0 0 1 0 0,0-1-1 0 0,0 1 0 0 0,0 0 0 0 0,0 0 1 0 0,0 0-1 0 0,0 0 0 0 0,0 0 0 0 0,0-1 1 0 0,0 1-1 0 0,0 0 0 0 0,0 0 0 0 0,0 0 1 0 0,0 0-1 0 0,0-1 0 0 0,0 1 0 0 0,0 0 0 0 0,0 0 0 0 0,0 0 0 0 0,0 0 0 0 0,0-1 0 0 0,0 1 0 0 0,0 0 0 0 0,0 0 0 0 0,0 0 0 0 0,0 0 0 0 0,0 0 0 0 0,0 0 0 0 0,0 0 0 0 0,0-1 0 0 0,0 1 0 0 0,0 0 0 0 0,0 0 0 0 0,-1 0 0 0 0,1 0 0 0 0,0 0 0 0 0,0 0 0 0 0,0 0 0 0 0,0 0 0 0 0,0-1 0 0 0,0 1 0 0 0,0 0 0 0 0,0 0 0 0 0,0 0 0 0 0,0 0 0 0 0,0 0 0 0 0,-1 0 0 0 0,1 0 0 0 0,0 0 0 0 0,0 0 0 0 0,0 0 0 0 0,0 0 0 0 0,0 0 0 0 0,0 0 0 0 0,0 0 0 0 0,-1 0 0 0 0,1 0 0 0 0,0 0 0 0 0,0 0 0 0 0,0 0 0 0 0,0 0 0 0 0,0 0 0 0 0,0 0 0 0 0,-1 0 0 0 0,1 0 0 0 0,0 0 0 0 0,0 0 0 0 0,0 0 0 0 0,0 0 0 0 0,0 0 0 0 0,0 0 0 0 0,0 0 0 0 0,0 0 0 0 0,-1 0 0 0 0,1 0 0 0 0,0 0 0 0 0,0 0 0 0 0,0 1 0 0 0,0-1 0 0 0,0 0 0 0 0,0 0 0 0 0,0 0 0 0 0,-5 2 35 0 0,0 0 0 0 0,0 0 0 0 0,0 0 0 0 0,0 1 0 0 0,0-1 0 0 0,1 1 0 0 0,-1 0 0 0 0,1 1 0 0 0,0-1-1 0 0,0 1 1 0 0,-5 6 0 0 0,-40 56 246 0 0,40-51-239 0 0,-2 0 0 0 0,0-1 1 0 0,0 0-1 0 0,-14 13 1 0 0,23-26-45 0 0,-3 3 26 0 0,0 0-1 0 0,0 0 1 0 0,1 0-1 0 0,-1 1 1 0 0,1 0-1 0 0,0 0 1 0 0,-7 10-1 0 0,11-12-17 0 0,-1-1-1 0 0,1 1 1 0 0,0-1 0 0 0,-1 1 0 0 0,1-1-1 0 0,1 1 1 0 0,-1-1 0 0 0,0 1-1 0 0,0-1 1 0 0,1 1 0 0 0,0-1-1 0 0,-1 1 1 0 0,1-1 0 0 0,0 0-1 0 0,0 1 1 0 0,0-1 0 0 0,0 0-1 0 0,1 0 1 0 0,-1 0 0 0 0,1 0-1 0 0,1 3 1 0 0,2 2-23 0 0,-1 0 0 0 0,0 1-1 0 0,-1 0 1 0 0,0-1 0 0 0,0 1 0 0 0,0 1-1 0 0,-1-1 1 0 0,-1 0 0 0 0,1 0 0 0 0,-1 1-1 0 0,-1-1 1 0 0,1 1 0 0 0,-2 12 0 0 0,1-20 22 0 0,1 0 1 0 0,0 0-1 0 0,-1-1 1 0 0,1 1-1 0 0,0 0 1 0 0,0 0-1 0 0,0 0 1 0 0,0 0-1 0 0,0-1 1 0 0,0 1-1 0 0,0 0 1 0 0,0-1-1 0 0,0 1 1 0 0,0-1-1 0 0,0 1 1 0 0,0-1-1 0 0,0 1 1 0 0,0-1 0 0 0,1 0-1 0 0,-1 0 1 0 0,0 0-1 0 0,1 1 1 0 0,33 4-39 0 0,-33-4 35 0 0,6-1-4 0 0,0 1 0 0 0,1-1 0 0 0,-1-1 0 0 0,0 1 0 0 0,0-1 0 0 0,0-1 0 0 0,0 1 0 0 0,0-2 0 0 0,0 1 0 0 0,0-1 0 0 0,0 0 0 0 0,11-7 0 0 0,-18 9-2 0 0,-1 0 1 0 0,1 0-1 0 0,0 0 0 0 0,-1 0 0 0 0,1-1 0 0 0,-1 1 0 0 0,1 0 1 0 0,-1-1-1 0 0,1 1 0 0 0,-1 0 0 0 0,0-1 0 0 0,0 1 0 0 0,0 0 1 0 0,1-1-1 0 0,-2 1 0 0 0,1-1 0 0 0,0 1 0 0 0,0 0 0 0 0,0-1 1 0 0,0 1-1 0 0,-1 0 0 0 0,1-1 0 0 0,-1 1 0 0 0,1 0 0 0 0,-1 0 0 0 0,0-1 1 0 0,1 1-1 0 0,-2-2 0 0 0,-7-4 17 0 0,0-1 0 0 0,-1 1 0 0 0,0 1 0 0 0,0 0 1 0 0,0 0-1 0 0,-1 1 0 0 0,0 0 0 0 0,0 1 0 0 0,0 0 0 0 0,0 1 0 0 0,-1 0 0 0 0,-22-2 1 0 0,27 5-31 0 0,1-1 0 0 0,-1 1 0 0 0,0 1 0 0 0,0-1 0 0 0,0 1 0 0 0,0 0 0 0 0,0 1 0 0 0,1-1 0 0 0,-1 1 0 0 0,-7 4 0 0 0,10-4-38 0 0,0 0-1 0 0,1 0 0 0 0,0 0 1 0 0,-1 1-1 0 0,1-1 0 0 0,0 1 1 0 0,0 0-1 0 0,0 0 0 0 0,0 0 1 0 0,1 1-1 0 0,-1-1 0 0 0,1 1 1 0 0,0-1-1 0 0,0 1 0 0 0,0 0 1 0 0,1-1-1 0 0,-3 8 0 0 0,3-9-62 0 0,1-1 0 0 0,-1 1 0 0 0,1-1 0 0 0,-1 1-1 0 0,1 0 1 0 0,0-1 0 0 0,-1 1 0 0 0,1 0 0 0 0,0 0 0 0 0,0-1-1 0 0,0 1 1 0 0,1 0 0 0 0,-1-1 0 0 0,0 1 0 0 0,0 0 0 0 0,1-1-1 0 0,0 1 1 0 0,-1 0 0 0 0,1-1 0 0 0,0 1 0 0 0,-1-1 0 0 0,1 1-1 0 0,2 1 1 0 0,1 0-521 0 0,1 0 0 0 0,-1-1-1 0 0,1 0 1 0 0,-1 0 0 0 0,1 0-1 0 0,0-1 1 0 0,0 1 0 0 0,8 0-1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26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2401 0 0,'0'0'2081'0'0,"0"6"-320"0"0,0 7-240 0 0,0 18-401 0 0,60 27-480 0 0,0-14-400 0 0,1-5-240 0 0,-1-14 0 0 0,-30-6 0 0 0,31 0-80 0 0,-1 0-480 0 0,-30-5-560 0 0,1-14-1442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26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31 518 4082 0 0,'-30'-46'4802'0'0,"30"7"-3121"0"0,30-30-2001 0 0,60-19-401 0 0,1 5 481 0 0,30 31 240 0 0,-31 2-240 0 0,1 6-800 0 0,-1-2-3602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27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0 141 3121 0 0,'0'-1'137'0'0,"0"0"-1"0"0,1 0 0 0 0,-1 0 1 0 0,0 0-1 0 0,0 1 0 0 0,1-1 0 0 0,-1 0 1 0 0,0 0-1 0 0,1 0 0 0 0,-1 1 1 0 0,1-1-1 0 0,-1 0 0 0 0,1 1 0 0 0,-1-1 1 0 0,1 0-1 0 0,0 1 0 0 0,-1-1 1 0 0,1 1-1 0 0,0-1 0 0 0,-1 1 0 0 0,1-1 1 0 0,0 1-1 0 0,0-1 0 0 0,0 1 0 0 0,-1 0 1 0 0,1 0-1 0 0,0-1 0 0 0,0 1 1 0 0,0 0-1 0 0,0 0 0 0 0,-1 0 0 0 0,1 0 1 0 0,0 0-1 0 0,1 0 0 0 0,1-1 123 0 0,2 0 195 0 0,3-4-297 0 0,9 5-117 0 0,-16 0-24 0 0,0-2 29 0 0,-1 0 0 0 0,1 0 0 0 0,0 0 0 0 0,0 0 0 0 0,-1 0 0 0 0,1 0 0 0 0,-1 0 0 0 0,1 0 0 0 0,-1 0 0 0 0,0 0 0 0 0,0 0 0 0 0,0 0 0 0 0,0 0 0 0 0,0 0 0 0 0,0 0 0 0 0,-1-2 0 0 0,1 0 44 0 0,0 3-84 0 0,0-1 1 0 0,0 1-1 0 0,0 0 0 0 0,0 0 0 0 0,0 0 1 0 0,1 0-1 0 0,-1-1 0 0 0,0 1 0 0 0,1 0 1 0 0,-1 0-1 0 0,1 0 0 0 0,0 0 0 0 0,-1 0 1 0 0,1 0-1 0 0,0 0 0 0 0,-1 0 0 0 0,1 0 1 0 0,0 0-1 0 0,0 0 0 0 0,0 1 0 0 0,0-1 1 0 0,0 0-1 0 0,1 0 0 0 0,0 0 0 0 0,-1 0 0 0 0,0 1-1 0 0,0-1 1 0 0,0 0 0 0 0,0 0 0 0 0,-1 0-1 0 0,1 0 1 0 0,0 1 0 0 0,0-1 0 0 0,0 0-1 0 0,-1 0 1 0 0,1-1 0 0 0,0 1 0 0 0,-1 0-1 0 0,1 0 1 0 0,-1 0 0 0 0,1 0 0 0 0,-1 0-1 0 0,0-1 1 0 0,0 1 0 0 0,1 0 0 0 0,-1 0-1 0 0,0-3 1 0 0,0 3-3 0 0,0 0 0 0 0,0 1 0 0 0,0-1 0 0 0,0 0 0 0 0,0 0 0 0 0,0 0 0 0 0,1 0 0 0 0,-1 0 0 0 0,0 0 0 0 0,1 0-1 0 0,-1 1 1 0 0,1-1 0 0 0,-1 0 0 0 0,1 0 0 0 0,-1 0 0 0 0,1 1 0 0 0,-1-1 0 0 0,1 0 0 0 0,0 1 0 0 0,-1-1 0 0 0,1 0 0 0 0,0 1 0 0 0,0-1 0 0 0,-1 1 0 0 0,1-1 0 0 0,0 1-1 0 0,0 0 1 0 0,0-1 0 0 0,0 1 0 0 0,-1 0 0 0 0,1 0 0 0 0,0-1 0 0 0,1 1 0 0 0,4-2 12 0 0,-5 5-2 0 0,0 0 0 0 0,0 0 0 0 0,0 0 0 0 0,0 1 0 0 0,0-1-1 0 0,-1 0 1 0 0,1 0 0 0 0,-1 1 0 0 0,0-1 0 0 0,0 0 0 0 0,0 0 0 0 0,-2 7-1 0 0,2 5 22 0 0,1 18 23 0 0,0-15 21 0 0,-1 0 0 0 0,0 0 0 0 0,-1 0-1 0 0,-5 23 1 0 0,-4-8 20 0 0,7-23-166 0 0,0 0-1 0 0,0 0 1 0 0,1 0-1 0 0,0 0 1 0 0,0 16-1 0 0,1-3-101 0 0,0-18 162 0 0,1 0-1 0 0,0 1 0 0 0,0-1 0 0 0,0 0 0 0 0,1 0 0 0 0,1 8 0 0 0,-1-11 5 0 0,-1 0 0 0 0,1 0 0 0 0,0-1-1 0 0,0 1 1 0 0,0 0 0 0 0,0-1 0 0 0,1 1-1 0 0,-1-1 1 0 0,0 1 0 0 0,1-1 0 0 0,-1 0-1 0 0,1 0 1 0 0,-1 0 0 0 0,1 1 0 0 0,-1-1 0 0 0,1-1-1 0 0,0 1 1 0 0,-1 0 0 0 0,1 0 0 0 0,0-1-1 0 0,0 1 1 0 0,2 0 0 0 0,2 1-101 0 0,0-1 0 0 0,0 1 0 0 0,0-1 0 0 0,0 0 0 0 0,1-1 0 0 0,-1 1 0 0 0,0-1 0 0 0,0-1 1 0 0,0 1-1 0 0,1-1 0 0 0,-1 0 0 0 0,0 0 0 0 0,8-4 0 0 0,-9 3-271 0 0,0 0 0 0 0,-1-1 0 0 0,1 0 0 0 0,-1 0 0 0 0,0 0 0 0 0,1-1 0 0 0,-2 1 0 0 0,1-1 1 0 0,0 0-1 0 0,5-8 0 0 0,21-27-3692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27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77 160 0 0,'-70'28'3470'0'0,"53"-22"-2918"0"0,0 0 0 0 0,1 1 0 0 0,-1 1 0 0 0,1 1 0 0 0,1 0 0 0 0,-1 1 1 0 0,2 0-1 0 0,-1 2 0 0 0,-14 14 0 0 0,11-8-304 0 0,15-15-243 0 0,-1-1 0 0 0,1 1 0 0 0,0 0 0 0 0,0 1 0 0 0,0-1-1 0 0,0 0 1 0 0,1 1 0 0 0,-1-1 0 0 0,1 1 0 0 0,0 0 0 0 0,0 0 0 0 0,0 0 0 0 0,1 0 0 0 0,-1 0 0 0 0,1 0 0 0 0,0 1 0 0 0,0-1 0 0 0,1 0 0 0 0,-1 6 0 0 0,1-5 10 0 0,-1 0 0 0 0,1 0 0 0 0,-1 0 0 0 0,0 0-1 0 0,0 1 1 0 0,-1-2 0 0 0,-3 10 0 0 0,4-13-5 0 0,0 1 0 0 0,0 0 0 0 0,1 0 0 0 0,-1 0 0 0 0,0 0 0 0 0,1 0 0 0 0,0-1 0 0 0,-1 1 0 0 0,1 0-1 0 0,0 0 1 0 0,0 0 0 0 0,0 0 0 0 0,0 0 0 0 0,0 0 0 0 0,0 0 0 0 0,1 0 0 0 0,-1 0 0 0 0,1 0 0 0 0,-1 0 0 0 0,1 0-1 0 0,0 0 1 0 0,0 0 0 0 0,0-1 0 0 0,0 1 0 0 0,0 0 0 0 0,0-1 0 0 0,0 1 0 0 0,1-1 0 0 0,-1 1 0 0 0,3 1 0 0 0,1 3 10 0 0,0-1 0 0 0,1 0 0 0 0,0 0 0 0 0,0-1 0 0 0,0 1 0 0 0,1-1 0 0 0,-1-1 0 0 0,1 1 0 0 0,0-1 0 0 0,0 0 0 0 0,10 2 0 0 0,-11-3-21 0 0,0 0 1 0 0,1 0-1 0 0,-1 0 1 0 0,0-1-1 0 0,1 0 1 0 0,-1 0 0 0 0,1 0-1 0 0,-1-1 1 0 0,1 0-1 0 0,-1-1 1 0 0,1 1-1 0 0,-1-1 1 0 0,0 0 0 0 0,1-1-1 0 0,-1 0 1 0 0,0 0-1 0 0,0 0 1 0 0,0-1-1 0 0,0 1 1 0 0,0-1 0 0 0,-1-1-1 0 0,1 1 1 0 0,-1-1-1 0 0,0 0 1 0 0,0 0-1 0 0,0-1 1 0 0,-1 1 0 0 0,1-1-1 0 0,-1 0 1 0 0,6-11-1 0 0,3-14-60 0 0,-2 0-1 0 0,12-51 1 0 0,-9 29 5 0 0,-4 22 25 0 0,-6 19 5 0 0,-1 0 0 0 0,1 0 0 0 0,-2 0 0 0 0,3-23 0 0 0,-5 31-98 0 0,0-1 0 0 0,0 1 0 0 0,0-1 1 0 0,-1 1-1 0 0,0-1 0 0 0,0 1 0 0 0,0 0 0 0 0,0-1 1 0 0,0 1-1 0 0,0 0 0 0 0,-1 0 0 0 0,0 0 0 0 0,1 0 1 0 0,-1 0-1 0 0,0 0 0 0 0,-1 0 0 0 0,1 1 0 0 0,0-1 1 0 0,-1 1-1 0 0,-4-4 0 0 0,-49-28-3985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28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1 880 0 0,'-30'6'1841'0'0,"30"-1"1521"0"0,0 3-2002 0 0,-30-8 641 0 0,30 6-880 0 0,30-6-881 0 0,30 0-160 0 0,61 6 0 0 0,24-6-160 0 0,6-6-320 0 0,-61 6-721 0 0,-29-14-960 0 0,-31 9-720 0 0,0-1 240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28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2 182 720 0 0,'1'-1'169'0'0,"1"1"0"0"0,0-1-1 0 0,-1 0 1 0 0,1 1-1 0 0,0-1 1 0 0,-1 0 0 0 0,1 0-1 0 0,-1 0 1 0 0,1 0-1 0 0,-1-1 1 0 0,0 1 0 0 0,0 0-1 0 0,1 0 1 0 0,-1-1 0 0 0,0 1-1 0 0,0-1 1 0 0,0 1-1 0 0,1-3 1 0 0,1-34 3829 0 0,-3 23-3489 0 0,0 12-439 0 0,0 1 0 0 0,-1-1 0 0 0,1 1 1 0 0,-1-1-1 0 0,1 1 0 0 0,-1-1 0 0 0,0 1 1 0 0,0-1-1 0 0,0 1 0 0 0,0 0 0 0 0,0 0 1 0 0,-1 0-1 0 0,1-1 0 0 0,-2-1 0 0 0,1 2-30 0 0,0 0-1 0 0,0-1 0 0 0,1 1 0 0 0,-1-1 0 0 0,1 0 0 0 0,0 1 0 0 0,0-1 0 0 0,0 0 1 0 0,0 0-1 0 0,0 1 0 0 0,1-1 0 0 0,-1 0 0 0 0,1 0 0 0 0,0-4 0 0 0,-1 6-37 0 0,1 0-1 0 0,0 1 1 0 0,0-1 0 0 0,0 0-1 0 0,0 0 1 0 0,0 1-1 0 0,0-1 1 0 0,0 0-1 0 0,0 0 1 0 0,0 0 0 0 0,0 1-1 0 0,0-1 1 0 0,0 0-1 0 0,1 0 1 0 0,-1 1-1 0 0,0-1 1 0 0,0 0 0 0 0,1 1-1 0 0,-1-1 1 0 0,1 0-1 0 0,-1 1 1 0 0,0-1-1 0 0,1 0 1 0 0,0 1 0 0 0,-1-1-1 0 0,1 1 1 0 0,-1-1-1 0 0,1 1 1 0 0,-1-1-1 0 0,1 1 1 0 0,0 0-1 0 0,-1-1 1 0 0,1 1 0 0 0,0 0-1 0 0,0-1 1 0 0,-1 1-1 0 0,1 0 1 0 0,0 0-1 0 0,1-1 1 0 0,-1 2-3 0 0,0 1-1 0 0,1-1 1 0 0,-1 0-1 0 0,0 0 1 0 0,0 1-1 0 0,0-1 1 0 0,0 1-1 0 0,0-1 1 0 0,0 1 0 0 0,0-1-1 0 0,0 1 1 0 0,-1 0-1 0 0,1-1 1 0 0,-1 1-1 0 0,1 0 1 0 0,-1-1 0 0 0,0 1-1 0 0,1 0 1 0 0,-1 0-1 0 0,0 0 1 0 0,0-1-1 0 0,0 1 1 0 0,0 0-1 0 0,-1 2 1 0 0,1 287 148 0 0,0-287-183 0 0,-1 0 1 0 0,2-1 0 0 0,-1 1-1 0 0,0 0 1 0 0,1-1 0 0 0,-1 1-1 0 0,1 0 1 0 0,0-1 0 0 0,0 1-1 0 0,1-1 1 0 0,-1 0 0 0 0,1 1-1 0 0,0-1 1 0 0,0 0 0 0 0,0 0-1 0 0,0 0 1 0 0,0 0 0 0 0,0 0-1 0 0,1-1 1 0 0,0 1 0 0 0,-1-1-1 0 0,1 1 1 0 0,0-1 0 0 0,0 0-1 0 0,0 0 1 0 0,1-1 0 0 0,-1 1-1 0 0,0 0 1 0 0,1-1 0 0 0,-1 0-1 0 0,1 0 1 0 0,-1 0 0 0 0,1 0-1 0 0,-1-1 1 0 0,1 1 0 0 0,5-1-1 0 0,-7 0-47 0 0,-1 0 1 0 0,0 1-1 0 0,1-1 0 0 0,-1 0 0 0 0,1 0 0 0 0,-1-1 0 0 0,0 1 0 0 0,1 0 0 0 0,-1 0 0 0 0,0-1 0 0 0,1 1 0 0 0,-1-1 0 0 0,0 1 0 0 0,1-1 0 0 0,-1 1 0 0 0,0-1 1 0 0,0 0-1 0 0,0 0 0 0 0,0 1 0 0 0,1-1 0 0 0,-1 0 0 0 0,1-1 0 0 0,-2 0-280 0 0,1-1 1 0 0,0 1-1 0 0,0 0 1 0 0,-1 0-1 0 0,1 0 0 0 0,-1-1 1 0 0,1 1-1 0 0,-1 0 1 0 0,0-1-1 0 0,0-3 0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33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97 80 0 0,'0'1'148'0'0,"1"0"-1"0"0,0 0 1 0 0,0 0-1 0 0,0 0 1 0 0,0 0 0 0 0,0-1-1 0 0,0 1 1 0 0,0 0-1 0 0,0-1 1 0 0,0 1 0 0 0,0 0-1 0 0,0-1 1 0 0,0 0 0 0 0,1 1-1 0 0,-1-1 1 0 0,0 0-1 0 0,0 1 1 0 0,1-1 0 0 0,-1 0-1 0 0,2 0 1 0 0,-2 0 87 0 0,18 4 4270 0 0,22-1-4168 0 0,-36-3-270 0 0,0-1 13 0 0,5 0-15 0 0,20-5 118 0 0,-29 5-169 0 0,-1 1 0 0 0,1 0 0 0 0,0-1 0 0 0,0 1 0 0 0,0-1 0 0 0,0 1 0 0 0,0-1 0 0 0,-1 0 0 0 0,1 1 0 0 0,0-1 0 0 0,-1 0 0 0 0,1 1 0 0 0,0-1 0 0 0,-1 0 0 0 0,1 0 0 0 0,-1 0 0 0 0,1 1 0 0 0,-1-1 0 0 0,1 0 0 0 0,-1 0 0 0 0,0 0 0 0 0,1 0 0 0 0,-1 0 0 0 0,0 0 0 0 0,0 0 0 0 0,0 0 0 0 0,0-1 0 0 0,0 1-5 0 0,0 0 0 0 0,-1 0 0 0 0,1 0 0 0 0,-1 0-1 0 0,1 0 1 0 0,-1 0 0 0 0,1 0 0 0 0,-1 0 0 0 0,0 1 0 0 0,1-1 0 0 0,-1 0-1 0 0,0 0 1 0 0,0 1 0 0 0,0-1 0 0 0,0 0 0 0 0,0 1 0 0 0,0-1 0 0 0,1 1-1 0 0,-1-1 1 0 0,0 1 0 0 0,-1-1 0 0 0,1 1 0 0 0,-1-1 0 0 0,-4-1 32 0 0,-8-7 131 0 0,12 8-155 0 0,1 0-1 0 0,-1 0 1 0 0,0 0-1 0 0,1 0 1 0 0,-1 0-1 0 0,1 0 1 0 0,-1-1-1 0 0,1 1 1 0 0,-1 0-1 0 0,1-1 0 0 0,0 1 1 0 0,-2-3-1 0 0,1 2-3 0 0,1 0 0 0 0,-1 0-1 0 0,0 0 1 0 0,0 0-1 0 0,0 0 1 0 0,0 1 0 0 0,0-1-1 0 0,0 1 1 0 0,-1 0 0 0 0,1 0-1 0 0,-1-1 1 0 0,1 2-1 0 0,0-1 1 0 0,-1 0 0 0 0,1 0-1 0 0,-4 0 1 0 0,-44-12 173 0 0,39 12-164 0 0,0 1 0 0 0,1 0 1 0 0,-1 0-1 0 0,1 1 1 0 0,-1 0-1 0 0,1 1 0 0 0,0 0 1 0 0,0 1-1 0 0,-1 0 1 0 0,2 0-1 0 0,-1 1 1 0 0,0 1-1 0 0,1 0 0 0 0,0 0 1 0 0,0 0-1 0 0,0 1 1 0 0,1 1-1 0 0,0 0 0 0 0,0 0 1 0 0,0 0-1 0 0,1 1 1 0 0,0 0-1 0 0,1 0 0 0 0,-9 14 1 0 0,14-20-21 0 0,0-1-1 0 0,1 1 1 0 0,-1-1 0 0 0,0 1 0 0 0,1-1 0 0 0,-1 1-1 0 0,1-1 1 0 0,-1 1 0 0 0,1-1 0 0 0,0 1-1 0 0,0-1 1 0 0,0 1 0 0 0,0 0 0 0 0,0-1 0 0 0,0 1-1 0 0,0 0 1 0 0,0-1 0 0 0,1 1 0 0 0,-1-1 0 0 0,0 1-1 0 0,1-1 1 0 0,0 1 0 0 0,-1-1 0 0 0,1 1-1 0 0,1 2 1 0 0,1-2 3 0 0,0 1 0 0 0,0-1-1 0 0,0 0 1 0 0,0 0 0 0 0,0 0-1 0 0,0 0 1 0 0,1 0 0 0 0,4 1-1 0 0,9 6-25 0 0,-10-6 20 0 0,0 0 0 0 0,0-1 1 0 0,0 0-1 0 0,1 0 1 0 0,-1-1-1 0 0,0 0 1 0 0,1 0-1 0 0,14 0 0 0 0,66-4 19 0 0,-75 2-17 0 0,1-1-9 0 0,-1 0-1 0 0,0 0 1 0 0,0-2-1 0 0,0 1 1 0 0,0-2 0 0 0,-1 0-1 0 0,0 0 1 0 0,19-12 0 0 0,-9 6 3 0 0,-19 9 5 0 0,-1 1 0 0 0,0 0 0 0 0,0-1 0 0 0,0 1 0 0 0,0-1 0 0 0,0 1 0 0 0,0-1 0 0 0,-1 0 0 0 0,1 0 0 0 0,-1 0 0 0 0,1 0 0 0 0,-1 0 0 0 0,0 0 0 0 0,1 0 0 0 0,-1-1 0 0 0,0 1 0 0 0,-1 0 0 0 0,1-1 0 0 0,0 1 0 0 0,-1-1 0 0 0,1 1 0 0 0,-1-1 0 0 0,0 1 0 0 0,0-1 0 0 0,0 1 0 0 0,0-1 0 0 0,0 1 0 0 0,0-1 0 0 0,-1-2 0 0 0,1-4 0 0 0,-1 8 0 0 0,0 0 1 0 0,1 0-1 0 0,-1 1 0 0 0,0-1 1 0 0,1 0-1 0 0,-1 0 1 0 0,0 0-1 0 0,0 1 0 0 0,0-1 1 0 0,0 0-1 0 0,1 1 1 0 0,-1-1-1 0 0,0 1 0 0 0,0-1 1 0 0,0 1-1 0 0,-1-1 0 0 0,1 1 1 0 0,0 0-1 0 0,0-1 1 0 0,0 1-1 0 0,0 0 0 0 0,0 0 1 0 0,0 0-1 0 0,-2 0 1 0 0,2 0 2 0 0,-9-5 64 0 0,-10 10-54 0 0,20-5-10 0 0,-1 1 0 0 0,1-1 0 0 0,-1 1-1 0 0,1-1 1 0 0,0 1 0 0 0,-1 0 0 0 0,1-1-1 0 0,-1 1 1 0 0,1-1 0 0 0,0 1 0 0 0,0 0 0 0 0,-1-1-1 0 0,1 1 1 0 0,0 0 0 0 0,0-1 0 0 0,0 1-1 0 0,0 0 1 0 0,0 0 0 0 0,0-1 0 0 0,0 1 0 0 0,0 0-1 0 0,0-1 1 0 0,0 2 0 0 0,1 8 16 0 0,0 0 1 0 0,0-1-1 0 0,1 1 1 0 0,1 0-1 0 0,4 12 1 0 0,3 16 10 0 0,0 31-17 0 0,1-34-11 0 0,-9-28 6 0 0,1-1-1 0 0,-1 0 1 0 0,-1 1 0 0 0,1-1-1 0 0,-1 1 1 0 0,0-1-1 0 0,-1 1 1 0 0,0 0 0 0 0,0-1-1 0 0,0 1 1 0 0,-2 11-1 0 0,-5 11 50 0 0,1-9 2 0 0,2 0 0 0 0,0 0 1 0 0,-1 33-1 0 0,5 79 114 0 0,0-131-174 0 0,0-1-1 0 0,0 0 0 0 0,0 1 0 0 0,0-1 0 0 0,1 0 1 0 0,-1 1-1 0 0,0-1 0 0 0,0 0 0 0 0,0 0 1 0 0,0 1-1 0 0,0-1 0 0 0,0 0 0 0 0,0 0 0 0 0,0 1 1 0 0,1-1-1 0 0,-1 0 0 0 0,0 0 0 0 0,0 1 1 0 0,0-1-1 0 0,1 0 0 0 0,-1 0 0 0 0,0 0 0 0 0,0 1 1 0 0,1-1-1 0 0,-1 0 0 0 0,0 0 0 0 0,0 0 1 0 0,1 0-1 0 0,-1 0 0 0 0,0 1 0 0 0,1-1 0 0 0,-1 0 1 0 0,0 0-1 0 0,0 0 0 0 0,1 0 0 0 0,-1 0 1 0 0,0 0-1 0 0,1 0 0 0 0,-1 0 0 0 0,18-5-111 0 0,17-18-583 0 0,-30 16 218 0 0,0 0 1 0 0,0 0-1 0 0,-1-1 1 0 0,7-15-1 0 0,19-59-4978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3:35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12 640 0 0,'0'0'961'0'0,"0"-5"-961"0"0,25-1-881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5:05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20 320 0 0,'1'5'7032'0'0,"-7"2"-6194"0"0,-74-1 256 0 0,74 4-269 0 0,6-7-559 0 0,1-8-183 0 0,-1 4 344 0 0,2 1-413 0 0,1-1-1 0 0,0 1 1 0 0,0 0 0 0 0,-1 0-1 0 0,1 0 1 0 0,0 1 0 0 0,0-1-1 0 0,-1 0 1 0 0,1 1 0 0 0,4 1 0 0 0,19 3 75 0 0,336-23 711 0 0,-301 11-778 0 0,17-1 54 0 0,79 2 0 0 0,-51 1 64 0 0,60-3 27 0 0,-142 7-167 0 0,1 2 0 0 0,27 3 0 0 0,-33-1 0 0 0,162 29 66 0 0,-66-9 41 0 0,41-6 70 0 0,227 12 33 0 0,8-29 97 0 0,-348-2-256 0 0,-29 1-114 0 0,0 0 1 0 0,-1 1-1 0 0,19 3 0 0 0,-32-3-76 0 0,1 1 1 0 0,-1-1-1 0 0,1 1 0 0 0,-1-1 1 0 0,1 1-1 0 0,-1 0 1 0 0,1-1-1 0 0,-1 1 1 0 0,1 0-1 0 0,-1-1 1 0 0,0 1-1 0 0,0 0 1 0 0,1-1-1 0 0,-1 1 0 0 0,0 0 1 0 0,0 0-1 0 0,0-1 1 0 0,0 1-1 0 0,0 0 1 0 0,0 0-1 0 0,0 0 1 0 0,0-1-1 0 0,0 1 1 0 0,0 0-1 0 0,0 0 0 0 0,0-1 1 0 0,-1 2-1 0 0,1 3-1050 0 0,0 42-6255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5:07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 2081 0 0,'0'0'220'0'0,"0"1"-1"0"0,0-1 1 0 0,0 1-1 0 0,0-1 1 0 0,0 1-1 0 0,1-1 1 0 0,-1 1-1 0 0,0-1 1 0 0,0 1-1 0 0,0-1 1 0 0,1 1 0 0 0,-1-1-1 0 0,0 1 1 0 0,1-1-1 0 0,-1 1 1 0 0,0-1-1 0 0,1 0 1 0 0,-1 1-1 0 0,1-1 1 0 0,-1 1-1 0 0,0-1 1 0 0,1 0 0 0 0,-1 1-1 0 0,1-1 1 0 0,-1 0-1 0 0,1 0 1 0 0,-1 0-1 0 0,2 1 1 0 0,21 1 1707 0 0,27-10-1358 0 0,-48 8-335 0 0,33-6 91 0 0,0 2-1 0 0,1 1 0 0 0,51 3 0 0 0,-34 1-73 0 0,123 10-918 0 0,-181-18-3802 0 0,-50-17-800 0 0,25 11 3108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5:07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12 160 0 0,'0'0'2241'0'0,"0"-6"-80"0"0,-30 6 560 0 0,0 6-560 0 0,30 2-800 0 0,0-3-881 0 0,30 1-320 0 0,0 8-80 0 0,1-9-80 0 0,29 3 0 0 0,-6-2 0 0 0,7-6-80 0 0,-1 0-400 0 0,-30-6-1121 0 0,31-7-800 0 0,-31-7-240 0 0,0-5 240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5:10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1498 20 480 0 0,'-180'-13'7657'0'0,"108"10"-6585"0"0,54 1-881 0 0,1 1-1 0 0,-1 0 0 0 0,1 1 0 0 0,0 2 1 0 0,-1-1-1 0 0,1 2 0 0 0,0 0 0 0 0,0 1 1 0 0,-26 11-1 0 0,-98 47-3 0 0,101-39-134 0 0,31-18-35 0 0,1 0 1 0 0,-1 0 0 0 0,0-1 0 0 0,-12 4-1 0 0,-52 23 99 0 0,60-24-85 0 0,0 0-1 0 0,0-2 1 0 0,0 1-1 0 0,-1-2 1 0 0,0 0-1 0 0,0-1 0 0 0,0 0 1 0 0,-16 1-1 0 0,-5-6 95 0 0,28-2-92 0 0,1 2 1 0 0,-26 7 91 0 0,22-2-118 0 0,1 1 1 0 0,-1-1-1 0 0,1 2 1 0 0,-1-1 0 0 0,1 1-1 0 0,1 1 1 0 0,-1-1-1 0 0,-10 11 1 0 0,7-7-6 0 0,-99 70-70 0 0,56-30 147 0 0,5 1-15 0 0,39-41-50 0 0,8 0 19 0 0,3-8-36 0 0,0-1 0 0 0,0 1 0 0 0,0-1 1 0 0,0 1-1 0 0,0-1 0 0 0,-1 1 0 0 0,1-1 1 0 0,0 1-1 0 0,0-1 0 0 0,0 0 0 0 0,0 1 1 0 0,-1-1-1 0 0,1 1 0 0 0,0-1 1 0 0,0 1-1 0 0,-1-1 0 0 0,1 0 0 0 0,0 1 1 0 0,0-1-1 0 0,-1 0 0 0 0,1 1 0 0 0,0-1 1 0 0,-1 0-1 0 0,1 1 0 0 0,-1-1 0 0 0,0 0 1 0 0,0 1-3 0 0,-1 0 0 0 0,0 0 0 0 0,1 0 1 0 0,-1 0-1 0 0,1 0 0 0 0,-1 0 0 0 0,1 0 1 0 0,0 1-1 0 0,0-1 0 0 0,-1 0 0 0 0,1 1 1 0 0,0-1-1 0 0,0 1 0 0 0,0 0 0 0 0,-1 2 1 0 0,-1 36-17 0 0,3-39 20 0 0,0 0-1 0 0,0 0 1 0 0,0 0 0 0 0,-1 0 0 0 0,1 0 0 0 0,0 0 0 0 0,-1-1 0 0 0,1 1 0 0 0,0 0 0 0 0,-1 0 0 0 0,1 0 0 0 0,-1 0 0 0 0,0 0 0 0 0,1-1 0 0 0,-1 1 0 0 0,1 0 0 0 0,-1-1 0 0 0,0 1 0 0 0,0 0-1 0 0,1-1 1 0 0,-1 1 0 0 0,0-1 0 0 0,0 1 0 0 0,0-1 0 0 0,0 1 0 0 0,-1-1 0 0 0,-7 6 15 0 0,2 3-18 0 0,0-1-1 0 0,1 2 1 0 0,0-1 0 0 0,-9 17-1 0 0,12-17-1 0 0,-1-1-1 0 0,-1-1 1 0 0,1 1-1 0 0,-1 0 0 0 0,-1-1 1 0 0,1 0-1 0 0,-1-1 1 0 0,-11 10-1 0 0,15-14 5 0 0,0 0 0 0 0,-1 0 1 0 0,1 0-1 0 0,0 0 0 0 0,0 0 0 0 0,0 0 0 0 0,0 0 0 0 0,1 1 0 0 0,-1-1 0 0 0,1 1 0 0 0,-1-1 0 0 0,1 1 1 0 0,0 0-1 0 0,-1 4 0 0 0,-1 43-7 0 0,3-29 16 0 0,0-20-2 0 0,0 0 0 0 0,0-1 0 0 0,1 1 0 0 0,-1 0 0 0 0,0 0 0 0 0,0-1 0 0 0,1 1 1 0 0,-1 0-1 0 0,0-1 0 0 0,1 1 0 0 0,-1 0 0 0 0,1-1 0 0 0,-1 1 0 0 0,1-1 0 0 0,-1 1 0 0 0,1-1 0 0 0,-1 1 0 0 0,1-1 0 0 0,0 1 1 0 0,-1-1-1 0 0,1 1 0 0 0,-1-1 0 0 0,1 0 0 0 0,0 1 0 0 0,0-1 0 0 0,-1 0 0 0 0,1 0 0 0 0,0 1 0 0 0,1-1 0 0 0,7 4 12 0 0,13 21-635 0 0,-20-22 594 0 0,0 0-1 0 0,1 0 0 0 0,-1 0 1 0 0,0 0-1 0 0,1-1 1 0 0,-1 1-1 0 0,1-1 0 0 0,0 0 1 0 0,0 0-1 0 0,0 0 1 0 0,0 0-1 0 0,0 0 0 0 0,7 2 1 0 0,12 5 29 0 0,1 2 0 0 0,38 24 0 0 0,-47-26 3 0 0,49 29 42 0 0,25 17 3 0 0,179 81 1 0 0,-239-125-48 0 0,1-1 0 0 0,1-2 1 0 0,-1-1-1 0 0,1-1 1 0 0,0-2-1 0 0,0-1 1 0 0,1-1-1 0 0,38-2 0 0 0,122-2-7 0 0,236-15 0 0 0,-324-2-4 0 0,-1-3-1 0 0,120-44 1 0 0,-142 38 11 0 0,141-71-1 0 0,-162 73-26 0 0,0 2 0 0 0,2 3 0 0 0,87-17 0 0 0,-140 36 52 0 0,-1-1-1 0 0,0 1 0 0 0,0-1 0 0 0,0 0 0 0 0,0-1 1 0 0,0 1-1 0 0,0-1 0 0 0,-1-1 0 0 0,0 1 0 0 0,0-1 1 0 0,7-7-1 0 0,24-35 564 0 0,-16 12-311 0 0,-5 11-170 0 0,-14 21-109 0 0,0 1 0 0 0,0-1 1 0 0,0 0-1 0 0,-1 0 0 0 0,1 0 0 0 0,-1 0 0 0 0,1 0 1 0 0,-1 0-1 0 0,0 0 0 0 0,0 0 0 0 0,0 0 1 0 0,-1-1-1 0 0,1-4 0 0 0,-1 2-7 0 0,-1 0 0 0 0,-1 0 0 0 0,1 0 0 0 0,-1 0 0 0 0,0 0 0 0 0,-1 1 0 0 0,1-1 0 0 0,-1 1 1 0 0,0-1-1 0 0,0 1 0 0 0,-1 0 0 0 0,-5-7 0 0 0,-16-25-13 0 0,0-13 154 0 0,8 16 252 0 0,-29-45 1 0 0,39 69-232 0 0,0 1 0 0 0,-1 0 0 0 0,0 0 0 0 0,0 0 0 0 0,-1 1-1 0 0,0 1 1 0 0,0-1 0 0 0,-19-10 0 0 0,23 16-92 0 0,0 0-1 0 0,0 0 1 0 0,0 1 0 0 0,0-1-1 0 0,-1 1 1 0 0,1 1-1 0 0,0-1 1 0 0,-1 1 0 0 0,1 0-1 0 0,-7 0 1 0 0,-15 0 148 0 0,-35-10 274 0 0,-1-2-1 0 0,-69-23 1 0 0,-28-6 176 0 0,122 33-717 0 0,0 1 0 0 0,0 2-1 0 0,-1 2 1 0 0,0 1 0 0 0,-65 6 0 0 0,102-4 9 0 0,-6 2-643 0 0,-1 0 0 0 0,0-1 0 0 0,0 0 0 0 0,0 0 0 0 0,0-1 0 0 0,0-1 0 0 0,-13-1-1 0 0,22 2 482 0 0,-1 0 0 0 0,1 0-1 0 0,-1-1 1 0 0,1 1-1 0 0,-1 0 1 0 0,1 0 0 0 0,-1-1-1 0 0,1 1 1 0 0,-1 0-1 0 0,1-1 1 0 0,-1 1 0 0 0,1-1-1 0 0,-1 1 1 0 0,1-1-1 0 0,0 1 1 0 0,-1-1 0 0 0,1 1-1 0 0,0-1 1 0 0,-1 1-1 0 0,1-1 1 0 0,0 1-1 0 0,0-1 1 0 0,0 1 0 0 0,-1-1-1 0 0,1 1 1 0 0,0-1-1 0 0,0 0 1 0 0,0 1 0 0 0,0-1-1 0 0,0 1 1 0 0,0-1-1 0 0,0 1 1 0 0,0-2 0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5:11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16 171 1521 0 0,'0'-67'7111'0'0,"0"1"-4631"0"0,-1 65-2480 0 0,1 1 0 0 0,0-1 1 0 0,1 1-1 0 0,-1-1 1 0 0,0 1-1 0 0,0-1 0 0 0,0 1 1 0 0,0-1-1 0 0,0 1 0 0 0,0-1 1 0 0,1 1-1 0 0,-1 0 0 0 0,0-1 1 0 0,0 1-1 0 0,1-1 1 0 0,-1 1-1 0 0,0-1 0 0 0,1 1 1 0 0,-1 0-1 0 0,0-1 0 0 0,1 1 1 0 0,-1 0-1 0 0,0-1 1 0 0,1 1-1 0 0,-1 0 0 0 0,1 0 1 0 0,-1-1-1 0 0,1 1 0 0 0,-1 0 1 0 0,1 0-1 0 0,-1 0 0 0 0,1 0 1 0 0,-1-1-1 0 0,1 1 1 0 0,-1 0-1 0 0,1 0 0 0 0,0 0 1 0 0,0 0-1 0 0,0 0 0 0 0,-1 0 1 0 0,1 0-1 0 0,0 0 0 0 0,0-1 1 0 0,0 1-1 0 0,0 0 0 0 0,-1-1 1 0 0,1 1-1 0 0,0 0 0 0 0,0-1 1 0 0,-1 1-1 0 0,1-1 0 0 0,0 1 1 0 0,-1-1-1 0 0,1 0 0 0 0,-1 1 1 0 0,1-1-1 0 0,-1 0 0 0 0,1 1 1 0 0,-1-1-1 0 0,1 0 0 0 0,-1 0 0 0 0,1 1 1 0 0,-1-1-1 0 0,0 0 0 0 0,1 0 1 0 0,-1 0-1 0 0,0 1 0 0 0,0-1 1 0 0,0 0-1 0 0,0 0 0 0 0,0 0 1 0 0,0 0-1 0 0,0 1 0 0 0,0-1 1 0 0,0 0-1 0 0,0-1 0 0 0,5 2 67 0 0,12 5 11 0 0,-20 4 89 0 0,-11 18 135 0 0,2 33 202 0 0,8-34-259 0 0,-1-1 1 0 0,-9 29 0 0 0,10-43-196 0 0,1 0 0 0 0,0-1 1 0 0,1 1-1 0 0,0 0 0 0 0,1 0 0 0 0,0 0 1 0 0,2 22-1 0 0,2-3 89 0 0,14 48 0 0 0,3-20-32 0 0,-16-40-248 0 0,-3-12 58 0 0,0 0-1 0 0,0 1 1 0 0,1-1 0 0 0,0 0 0 0 0,0-1 0 0 0,5 10 0 0 0,-5-14-38 0 0,-1 1 0 0 0,0-1 0 0 0,0 1 0 0 0,0-1 0 0 0,0 0 1 0 0,1 0-1 0 0,-1 0 0 0 0,1 0 0 0 0,-1 0 0 0 0,1 0 0 0 0,-1 0 0 0 0,1 0 1 0 0,-1-1-1 0 0,1 1 0 0 0,0-1 0 0 0,-1 1 0 0 0,1-1 0 0 0,0 1 0 0 0,0-1 1 0 0,-1 0-1 0 0,1 0 0 0 0,0 0 0 0 0,0 0 0 0 0,-1 0 0 0 0,1 0 0 0 0,0-1 1 0 0,0 1-1 0 0,-1 0 0 0 0,4-2 0 0 0,50-24-5148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5:12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252 295 560 0 0,'-10'-2'978'0'0,"1"0"0"0"0,-1 1-1 0 0,0 0 1 0 0,1 1 0 0 0,-1 0-1 0 0,-16 2 1 0 0,9 1-345 0 0,1 0 1 0 0,0 2-1 0 0,0 0 1 0 0,0 0 0 0 0,-24 14-1 0 0,36-18-586 0 0,1 1 0 0 0,0 0 0 0 0,0 0 0 0 0,0 0 0 0 0,0 0 0 0 0,0 1 0 0 0,0-1 0 0 0,1 1 0 0 0,-1-1-1 0 0,1 1 1 0 0,0 0 0 0 0,0 0 0 0 0,0 0 0 0 0,0 0 0 0 0,-2 5 0 0 0,4-6-37 0 0,-1 0 0 0 0,1 0 0 0 0,-1 1-1 0 0,1-1 1 0 0,0 0 0 0 0,0 0 0 0 0,0 1 0 0 0,0-1 0 0 0,0 0-1 0 0,0 1 1 0 0,1-1 0 0 0,-1 0 0 0 0,1 0 0 0 0,0 1 0 0 0,-1-1 0 0 0,1 0-1 0 0,0 0 1 0 0,0 0 0 0 0,1 0 0 0 0,-1 0 0 0 0,0 0 0 0 0,1 0-1 0 0,1 2 1 0 0,10 10 44 0 0,-1 0-1 0 0,2 0 0 0 0,0-2 1 0 0,1 1-1 0 0,0-2 0 0 0,0 0 1 0 0,1-1-1 0 0,1-1 0 0 0,33 15 1 0 0,-32-18-47 0 0,-1 0-1 0 0,1-2 1 0 0,0 0 0 0 0,0-1 0 0 0,0 0 0 0 0,22-1 0 0 0,-28-2 9 0 0,-1 0 0 0 0,1-1 0 0 0,-1 0 0 0 0,1-1 0 0 0,-1 0 0 0 0,0-1 0 0 0,0 0 0 0 0,0-1 0 0 0,0 0 0 0 0,0 0 0 0 0,9-7 0 0 0,-14 7 16 0 0,-1 0 0 0 0,0 0 0 0 0,0-1 0 0 0,-1 0 0 0 0,1 1 0 0 0,-1-2 0 0 0,0 1 0 0 0,0 0 0 0 0,-1-1 0 0 0,0 0 0 0 0,0 1 0 0 0,0-1 0 0 0,0 0-1 0 0,-1-1 1 0 0,0 1 0 0 0,-1 0 0 0 0,1-1 0 0 0,-1 1 0 0 0,0-1 0 0 0,-1 1 0 0 0,0-1 0 0 0,0-8 0 0 0,-2-8 131 0 0,0 1-1 0 0,-2-1 0 0 0,0 1 1 0 0,-14-40-1 0 0,13 47-238 0 0,0 1-1 0 0,0 0 1 0 0,-1 0-1 0 0,-1 0 1 0 0,0 1-1 0 0,-1 0 0 0 0,0 0 1 0 0,-1 1-1 0 0,-1 0 1 0 0,1 1-1 0 0,-2 0 1 0 0,0 0-1 0 0,0 1 1 0 0,-1 1-1 0 0,0 0 0 0 0,-1 0 1 0 0,0 2-1 0 0,0-1 1 0 0,0 2-1 0 0,-1-1 1 0 0,0 2-1 0 0,-17-5 1 0 0,-43-4-2552 0 0,38 12-1894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5:13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1 317 320 0 0,'7'-1'630'0'0,"0"0"-1"0"0,1-1 0 0 0,-1 0 1 0 0,0-1-1 0 0,0 0 0 0 0,-1 0 1 0 0,1 0-1 0 0,-1-1 1 0 0,1 0-1 0 0,9-8 0 0 0,-15 11-573 0 0,0 1-1 0 0,-1-1 0 0 0,1 0 1 0 0,-1 0-1 0 0,1 1 0 0 0,-1-1 1 0 0,1 0-1 0 0,-1 0 0 0 0,0 0 1 0 0,1 1-1 0 0,-1-1 0 0 0,0 0 1 0 0,0 0-1 0 0,0 0 1 0 0,1 0-1 0 0,-1 0 0 0 0,0 0 1 0 0,0 0-1 0 0,-1 0 0 0 0,5-16 452 0 0,11-1-116 0 0,-11 13-334 0 0,0 0 1 0 0,0 0-1 0 0,0 0 0 0 0,0 0 0 0 0,-1-1 0 0 0,0 1 0 0 0,0-1 0 0 0,-1 0 1 0 0,1 1-1 0 0,-1-1 0 0 0,-1 0 0 0 0,3-11 0 0 0,-4 13-40 0 0,0 0 1 0 0,1 0-1 0 0,0 0 0 0 0,-1 0 0 0 0,2 0 1 0 0,-1 0-1 0 0,0 1 0 0 0,1-1 0 0 0,-1 0 1 0 0,4-4-1 0 0,-3 4 17 0 0,1 0-1 0 0,-1 0 1 0 0,-1 0 0 0 0,1 0-1 0 0,-1-1 1 0 0,1 1 0 0 0,-1 0-1 0 0,0-1 1 0 0,-1 1 0 0 0,1-8-1 0 0,-1 10-21 0 0,-1 1 0 0 0,1-1 0 0 0,0 0 0 0 0,0 0 0 0 0,0 1 0 0 0,0-1 0 0 0,0 0 0 0 0,1 1 0 0 0,-1-1 0 0 0,0 0 0 0 0,1 1-1 0 0,-1-1 1 0 0,1 0 0 0 0,0 1 0 0 0,0-1 0 0 0,-1 1 0 0 0,1-1 0 0 0,0 1 0 0 0,0-1 0 0 0,0 1 0 0 0,1 0 0 0 0,-1-1-1 0 0,0 1 1 0 0,0 0 0 0 0,1 0 0 0 0,-1 0 0 0 0,3-2 0 0 0,-3 5 10 0 0,0-1 0 0 0,0 1 0 0 0,-1 0 0 0 0,1-1-1 0 0,0 1 1 0 0,-1 0 0 0 0,0-1 0 0 0,1 1 0 0 0,-1 0 0 0 0,0-1 0 0 0,0 1 0 0 0,0 0 0 0 0,0 0-1 0 0,0-1 1 0 0,0 1 0 0 0,0 0 0 0 0,-1 0 0 0 0,0 2 0 0 0,1 12 69 0 0,0 119 482 0 0,0-125-541 0 0,-1-1 0 0 0,0 1-1 0 0,-1-1 1 0 0,0 0-1 0 0,-4 14 1 0 0,3-15 36 0 0,0 0 1 0 0,1 1-1 0 0,1-1 1 0 0,-1 1-1 0 0,1 11 1 0 0,1 84-1923 0 0,0-104 1815 0 0,0 0 1 0 0,0 0 0 0 0,0 1 0 0 0,0-1 0 0 0,0 0-1 0 0,0 0 1 0 0,0 0 0 0 0,1 0 0 0 0,-1 1-1 0 0,0-1 1 0 0,0 0 0 0 0,0 0 0 0 0,0 0 0 0 0,0 0-1 0 0,0 1 1 0 0,1-1 0 0 0,-1 0 0 0 0,0 0 0 0 0,0 0-1 0 0,0 0 1 0 0,0 0 0 0 0,1 0 0 0 0,-1 1 0 0 0,0-1-1 0 0,0 0 1 0 0,0 0 0 0 0,1 0 0 0 0,-1 0-1 0 0,0 0 1 0 0,0 0 0 0 0,0 0 0 0 0,1 0 0 0 0,-1 0-1 0 0,0 0 1 0 0,0 0 0 0 0,0 0 0 0 0,1 0 0 0 0,-1 0-1 0 0,0 0 1 0 0,0 0 0 0 0,0 0 0 0 0,1 0 0 0 0,-1-1-1 0 0,0 1 1 0 0,0 0 0 0 0,0 0 0 0 0,0 0 0 0 0,1 0-1 0 0,-1 0 1 0 0,0 0 0 0 0,0-1 0 0 0,0 1-1 0 0,0 0 1 0 0,0 0 0 0 0,1 0 0 0 0,-1 0 0 0 0,0-1-1 0 0,0 1 1 0 0,45-10-4337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5:14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18 720 0 0,'-10'1'626'0'0,"0"1"0"0"0,0 0-1 0 0,0 1 1 0 0,1 0 0 0 0,-1 1 0 0 0,1 0-1 0 0,0 0 1 0 0,0 1 0 0 0,0 0-1 0 0,0 1 1 0 0,1 0 0 0 0,-13 11-1 0 0,3-3 45 0 0,17-14-645 0 0,0 1 0 0 0,0-1 0 0 0,0 0-1 0 0,0 1 1 0 0,0 0 0 0 0,0-1 0 0 0,0 1-1 0 0,1 0 1 0 0,-1-1 0 0 0,0 1 0 0 0,0 0-1 0 0,1 0 1 0 0,-1-1 0 0 0,0 1 0 0 0,1 0-1 0 0,-1 0 1 0 0,1 0 0 0 0,-1 0 0 0 0,1 0 0 0 0,-1 0-1 0 0,1 0 1 0 0,0 0 0 0 0,0 0 0 0 0,-1 0-1 0 0,1 2 1 0 0,23 11 324 0 0,1-4-234 0 0,-10-3-107 0 0,0-1 1 0 0,0-1-1 0 0,1 0 0 0 0,0-1 1 0 0,-1-1-1 0 0,1 0 1 0 0,1-1-1 0 0,-1 0 1 0 0,0-2-1 0 0,24-1 1 0 0,-33 1-9 0 0,3 0-6 0 0,0-1 0 0 0,1 0 0 0 0,-1 0 0 0 0,0-1 0 0 0,0 0 0 0 0,10-4 0 0 0,-17 5 4 0 0,0 0 1 0 0,1-1 0 0 0,-1 1-1 0 0,0-1 1 0 0,0 1-1 0 0,0-1 1 0 0,0 0 0 0 0,0 0-1 0 0,0 0 1 0 0,0 0-1 0 0,-1 0 1 0 0,1 0 0 0 0,-1 0-1 0 0,1-1 1 0 0,-1 1-1 0 0,0-1 1 0 0,0 1 0 0 0,0-1-1 0 0,0 1 1 0 0,0-1-1 0 0,-1 1 1 0 0,1-1-1 0 0,-1 0 1 0 0,0 1 0 0 0,0-1-1 0 0,0-4 1 0 0,0 5 3 0 0,0 0 1 0 0,0 0-1 0 0,-1 0 1 0 0,1 0 0 0 0,-1 0-1 0 0,1 1 1 0 0,-1-1-1 0 0,0 0 1 0 0,0 0-1 0 0,1 1 1 0 0,-1-1-1 0 0,0 0 1 0 0,-1 1-1 0 0,1-1 1 0 0,0 1-1 0 0,0-1 1 0 0,-1 1 0 0 0,-1-2-1 0 0,-5-6 30 0 0,4 3 12 0 0,0 0-1 0 0,0 1 1 0 0,0 0 0 0 0,-1 0-1 0 0,1 0 1 0 0,-1 1 0 0 0,0-1-1 0 0,-1 1 1 0 0,1 0-1 0 0,-9-4 1 0 0,13 9-2 0 0,0 0 0 0 0,0 0 0 0 0,1 0 0 0 0,-1 1 0 0 0,1-1 0 0 0,-1 0-1 0 0,1 0 1 0 0,-1 1 0 0 0,1-1 0 0 0,0 0 0 0 0,0 1 0 0 0,0-1 0 0 0,-1 0 0 0 0,1 1 0 0 0,1-1 0 0 0,-1 0 0 0 0,0 1-1 0 0,0-1 1 0 0,1 3 0 0 0,4 42 347 0 0,9 7 535 0 0,41 94 0 0 0,-9-25-90 0 0,-22-57-526 0 0,-11-35-166 0 0,-2-1 0 0 0,-2 2 0 0 0,0-1 0 0 0,-2 1 0 0 0,5 51 0 0 0,-12-81-169 0 0,0 0 1 0 0,0-1-1 0 0,0 1 0 0 0,0 0 0 0 0,0 0 1 0 0,0 0-1 0 0,0 0 0 0 0,0 0 0 0 0,0 0 1 0 0,-1-1-1 0 0,1 1 0 0 0,0 0 0 0 0,0 0 1 0 0,-1 0-1 0 0,1-1 0 0 0,-1 1 1 0 0,1 0-1 0 0,-1 0 0 0 0,1-1 0 0 0,-1 1 1 0 0,1 0-1 0 0,-2 0 0 0 0,1-1-61 0 0,1 1-1 0 0,-1-1 0 0 0,0 0 1 0 0,1 0-1 0 0,-1 0 1 0 0,0 0-1 0 0,0 0 1 0 0,1 0-1 0 0,-1 0 1 0 0,0-1-1 0 0,1 1 1 0 0,-1 0-1 0 0,0 0 1 0 0,0-1-1 0 0,1 1 1 0 0,-1 0-1 0 0,0 0 0 0 0,1-1 1 0 0,-1 1-1 0 0,0-2 1 0 0,-4-1-865 0 0,0-1 1 0 0,1 0-1 0 0,0-1 0 0 0,0 1 0 0 0,-7-10 1 0 0,-19-44-6972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5:22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1361 0 0,'5'12'3705'0'0,"10"-11"-2825"0"0,-10-1-890 0 0,0 0 237 0 0,-5-1-147 0 0,0 0-93 0 0,0 1 0 0 0,0-1 1 0 0,0 1-1 0 0,0-1 0 0 0,0 0 1 0 0,0 1-1 0 0,0-1 0 0 0,0 1 1 0 0,1-1-1 0 0,-1 0 0 0 0,0 1 0 0 0,0-1 1 0 0,1 1-1 0 0,-1-1 0 0 0,0 1 1 0 0,1-1-1 0 0,-1 1 0 0 0,0-1 0 0 0,1 1 1 0 0,-1-1-1 0 0,1 1 0 0 0,-1-1 1 0 0,0 1-1 0 0,1 0 0 0 0,-1-1 1 0 0,1 1-1 0 0,0 0 0 0 0,-1-1 0 0 0,1 1 1 0 0,-1 0-1 0 0,1 0 0 0 0,-1 0 1 0 0,1-1-1 0 0,0 1 0 0 0,-1 0 1 0 0,1 0-1 0 0,-1 0 0 0 0,1 0 0 0 0,0 0 1 0 0,-1 0-1 0 0,1 0 0 0 0,0 0 1 0 0,0 1-38 0 0,-1-1 0 0 0,0 0 0 0 0,1 0 0 0 0,-1 0 1 0 0,1 0-1 0 0,-1 0 0 0 0,1 0 0 0 0,-1 0 0 0 0,1 0 1 0 0,-1 0-1 0 0,0 0 0 0 0,1-1 0 0 0,-1 1 0 0 0,1 0 1 0 0,-1 0-1 0 0,1 0 0 0 0,-1 0 0 0 0,0-1 1 0 0,1 1-1 0 0,-1 0 0 0 0,0 0 0 0 0,1-1 0 0 0,-1 1 1 0 0,0 0-1 0 0,1-1 0 0 0,-1 1 0 0 0,0 0 0 0 0,1-1 1 0 0,-1 1-1 0 0,0 0 0 0 0,0-1 0 0 0,0 1 0 0 0,1-1 1 0 0,-1 1-1 0 0,0 0 0 0 0,0-1 0 0 0,0 1 0 0 0,0-1 1 0 0,0 1-1 0 0,0-1 0 0 0,4-10-1591 0 0,16 4 27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5:23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0 1361 0 0,'-8'1'679'0'0,"7"-1"-581"0"0,0 0 0 0 0,0 0-1 0 0,0 0 1 0 0,0 0 0 0 0,1 0 0 0 0,-1 0-1 0 0,0 1 1 0 0,0-1 0 0 0,0 0 0 0 0,0 0-1 0 0,1 1 1 0 0,-1-1 0 0 0,0 0 0 0 0,0 1-1 0 0,0-1 1 0 0,1 1 0 0 0,-1-1-1 0 0,0 1 1 0 0,1-1 0 0 0,-1 1 0 0 0,0 0-1 0 0,1-1 1 0 0,-1 1 0 0 0,1 0 0 0 0,-1-1-1 0 0,1 1 1 0 0,0 0 0 0 0,-1 0 0 0 0,1 0-1 0 0,-1-1 1 0 0,1 1 0 0 0,0 0 0 0 0,0 0-1 0 0,0 0 1 0 0,-1 0 0 0 0,1-1-1 0 0,0 1 1 0 0,0 0 0 0 0,0 0 0 0 0,0 0-1 0 0,0 0 1 0 0,1 1 0 0 0,-1-1-18 0 0,0-1-35 0 0,0 0-40 0 0,0 0-1 0 0,0 0 1 0 0,-1 1-1 0 0,1-1 1 0 0,0 0-1 0 0,0 0 1 0 0,0 0-1 0 0,0 0 1 0 0,0 1-1 0 0,0-1 1 0 0,0 0-1 0 0,0 0 1 0 0,0 0-1 0 0,0 0 1 0 0,0 1-1 0 0,0-1 1 0 0,0 0-1 0 0,0 0 1 0 0,0 0-1 0 0,0 0 1 0 0,0 1-1 0 0,1-1 1 0 0,-1 0-1 0 0,0 0 1 0 0,0 0-1 0 0,0 0 1 0 0,0 1-1 0 0,0-1 1 0 0,0 0-1 0 0,0 0 1 0 0,0 0-1 0 0,1 0 1 0 0,-1 0-1 0 0,0 0 1 0 0,0 0 0 0 0,0 1-1 0 0,0-1 1 0 0,0 0-1 0 0,1 0 1 0 0,-1 0-1 0 0,0 0 1 0 0,0 0-1 0 0,0 0 1 0 0,0 0-1 0 0,1 0 1 0 0,-1 0-1 0 0,0 0 1 0 0,0 0-1 0 0,0 0 1 0 0,0 0-1 0 0,1 0 1 0 0,-1 0-1 0 0,0 0 1 0 0,0 0-1 0 0,0 0 1 0 0,0 0-1 0 0,1 0 1 0 0,19 0 21 0 0,-15 0 41 0 0,-10 0 26 0 0,-15 0 41 0 0,20 0-120 0 0,-1 0-1 0 0,1 0 1 0 0,0 0 0 0 0,0 0 0 0 0,-1 0 0 0 0,1 0-1 0 0,0 0 1 0 0,0 0 0 0 0,-1 0 0 0 0,1 0 0 0 0,0 0-1 0 0,0 1 1 0 0,0-1 0 0 0,-1 0 0 0 0,1 0 0 0 0,0 0-1 0 0,0 0 1 0 0,0 1 0 0 0,-1-1 0 0 0,1 0 0 0 0,0 0-1 0 0,0 0 1 0 0,0 1 0 0 0,0-1 0 0 0,0 0 0 0 0,0 0-1 0 0,-1 0 1 0 0,1 1 0 0 0,0-1 0 0 0,0 0-1 0 0,0 0 1 0 0,0 1 0 0 0,0-1 0 0 0,0 0 0 0 0,0 0-1 0 0,0 1 1 0 0,0-1 0 0 0,0 0 0 0 0,0 0 0 0 0,0 1-1 0 0,0-1 1 0 0,0 0 0 0 0,0 0 0 0 0,1 1 0 0 0,-1-1-4 0 0,0 1-1 0 0,0-1 1 0 0,0 0 0 0 0,0 1 0 0 0,0-1 0 0 0,0 0 0 0 0,0 1 0 0 0,0-1 0 0 0,0 0 0 0 0,0 1 0 0 0,0-1-1 0 0,0 0 1 0 0,0 1 0 0 0,0-1 0 0 0,0 0 0 0 0,0 0 0 0 0,0 1 0 0 0,0-1 0 0 0,-1 0 0 0 0,1 1 0 0 0,0-1-1 0 0,0 0 1 0 0,0 0 0 0 0,-1 1 0 0 0,1-1 0 0 0,0 0 0 0 0,0 0 0 0 0,0 1 0 0 0,-1-1 0 0 0,1 0 0 0 0,0 0-1 0 0,-1 0 1 0 0,1 0 0 0 0,0 1 0 0 0,0-1 0 0 0,-1 0 0 0 0,0 0 45 0 0,0 0-32 0 0,0 0 1 0 0,0-1 0 0 0,0 1 0 0 0,0 0 0 0 0,-1 0 0 0 0,1 0 0 0 0,0 0-1 0 0,0 0 1 0 0,0 1 0 0 0,0-1 0 0 0,0 0 0 0 0,0 0 0 0 0,0 1-1 0 0,0-1 1 0 0,0 1 0 0 0,0-1 0 0 0,1 1 0 0 0,-1-1 0 0 0,0 1 0 0 0,0-1-1 0 0,0 1 1 0 0,0 0 0 0 0,0 1 0 0 0,-55 10 456 0 0,50-11-463 0 0,5-1-2 0 0,0 0-1 0 0,0 0 1 0 0,0 0 0 0 0,0 1 0 0 0,0-1 0 0 0,0 0 0 0 0,0 0-1 0 0,0 1 1 0 0,1-1 0 0 0,-1 0 0 0 0,0 1 0 0 0,0-1 0 0 0,0 1 0 0 0,0-1-1 0 0,0 1 1 0 0,1 0 0 0 0,-1-1 0 0 0,0 1 0 0 0,0 0 0 0 0,1-1 0 0 0,-1 1-1 0 0,0 0 1 0 0,1 0 0 0 0,-1 0 0 0 0,1 0 0 0 0,-1-1 0 0 0,1 1 0 0 0,0 0-1 0 0,-1 0 1 0 0,1 0 0 0 0,0 0 0 0 0,0 0 0 0 0,0 0 0 0 0,-1 0-1 0 0,1 0 1 0 0,0 0 0 0 0,0 0 0 0 0,0 0 0 0 0,0 0 0 0 0,1 0 0 0 0,-1 1-1 0 0,0-1-8 0 0,0 0-1 0 0,0 0 0 0 0,0 0 0 0 0,-1 0 0 0 0,1 0 0 0 0,0 0 0 0 0,0 0 0 0 0,-1 0 1 0 0,1-1-1 0 0,-1 1 0 0 0,1 0 0 0 0,-1 0 0 0 0,1 0 0 0 0,-1-1 0 0 0,1 1 1 0 0,-1 0-1 0 0,0 0 0 0 0,1-1 0 0 0,-1 1 0 0 0,0-1 0 0 0,0 1 0 0 0,1-1 0 0 0,-1 1 1 0 0,0-1-1 0 0,-1 1 0 0 0,1 0-1 0 0,0-1 0 0 0,0 1 0 0 0,0-1 0 0 0,0 1 0 0 0,0-1 0 0 0,0 1 1 0 0,0 0-1 0 0,1 0 0 0 0,-1-1 0 0 0,0 1 0 0 0,0 0 0 0 0,1 0 0 0 0,-1 0 0 0 0,0 0 0 0 0,1 0 0 0 0,-1 0 1 0 0,1 0-1 0 0,0 0 0 0 0,-1 0 0 0 0,1 0 0 0 0,0 0 0 0 0,-1 0 0 0 0,1 0 0 0 0,0 0 0 0 0,0 2 1 0 0,0-2-3 0 0,0 1 0 0 0,0-1 0 0 0,0 0 1 0 0,0 0-1 0 0,0 0 0 0 0,0 0 1 0 0,-1 0-1 0 0,1 0 0 0 0,0 0 0 0 0,0 0 1 0 0,-1 0-1 0 0,1 0 0 0 0,-1 0 0 0 0,1 0 1 0 0,-1 0-1 0 0,1-1 0 0 0,-1 1 1 0 0,0 0-1 0 0,1 0 0 0 0,-1 0 0 0 0,0-1 1 0 0,0 1-1 0 0,0 0 0 0 0,1-1 1 0 0,-1 1-1 0 0,0-1 0 0 0,0 1 0 0 0,-2 0 1 0 0,2-1-1 0 0,0 1 1 0 0,1-1 0 0 0,-1 0 0 0 0,0 1 0 0 0,0-1-1 0 0,0 1 1 0 0,1 0 0 0 0,-1-1 0 0 0,0 1-1 0 0,1-1 1 0 0,-1 1 0 0 0,0 0 0 0 0,1 0 0 0 0,-1-1-1 0 0,1 1 1 0 0,-1 0 0 0 0,1 0 0 0 0,-1 0-1 0 0,1-1 1 0 0,0 1 0 0 0,0 0 0 0 0,-1 0 0 0 0,1 0-1 0 0,0 0 1 0 0,0 0 0 0 0,0 0 0 0 0,0 0-1 0 0,0 1 1 0 0,-1 2 3 0 0,0-1 0 0 0,-1 1-1 0 0,1 0 1 0 0,-1-1-1 0 0,1 0 1 0 0,-1 1 0 0 0,0-1-1 0 0,0 0 1 0 0,-1 0 0 0 0,1 0-1 0 0,-1 0 1 0 0,-4 4 0 0 0,-20 29 174 0 0,17-1-34 0 0,-1-17-87 0 0,10-16-51 0 0,-1 0 0 0 0,1 0-1 0 0,-1 1 1 0 0,1-1-1 0 0,0 0 1 0 0,0 1 0 0 0,0-1-1 0 0,0 1 1 0 0,0-1 0 0 0,1 1-1 0 0,-1 0 1 0 0,1-1 0 0 0,-1 1-1 0 0,1 2 1 0 0,0 188 806 0 0,1-190-798 0 0,-1 1 0 0 0,1-1 1 0 0,0 1-1 0 0,0-1 0 0 0,0 1 0 0 0,1-1 1 0 0,-1 0-1 0 0,1 0 0 0 0,-1 0 1 0 0,1 0-1 0 0,0 0 0 0 0,0 0 1 0 0,1 0-1 0 0,-1-1 0 0 0,1 1 1 0 0,-1-1-1 0 0,1 1 0 0 0,4 2 1 0 0,65 39 52 0 0,-35-23-62 0 0,-25-13-31 0 0,0 0 0 0 0,0 0 0 0 0,0-1 1 0 0,15 5-1 0 0,-24-11-301 0 0,1 0 0 0 0,0 0 1 0 0,0 0-1 0 0,0 0 1 0 0,0 0-1 0 0,0-1 0 0 0,0 0 1 0 0,0 0-1 0 0,0 0 1 0 0,0 0-1 0 0,-1-1 0 0 0,1 1 1 0 0,0-1-1 0 0,0 0 1 0 0,0 0-1 0 0,0-1 0 0 0,5-2 1 0 0,21-14-4358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02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52 960 0 0,'-30'-38'4643'0'0,"-30"24"-1922"0"0,30 14-1281 0 0,30 8-559 0 0,-31-2-321 0 0,62 19-160 0 0,29 46-160 0 0,-30 12 1 0 0,61-8-161 0 0,-1 7-80 0 0,-29-18-321 0 0,29-32-1760 0 0,-5-45-3601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02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0 420 3282 0 0,'31'0'3121'0'0,"-31"-6"-960"0"0,30-57-560 0 0,266-179-2002 0 0,-85 134-8723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03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39 3201 0 0,'0'-28'3349'0'0,"1"27"-3285"0"0,-1 0-1 0 0,0 1 1 0 0,1-1 0 0 0,-1 1 0 0 0,1-1 0 0 0,-1 0 0 0 0,1 1 0 0 0,-1-1 0 0 0,1 1-1 0 0,0-1 1 0 0,-1 1 0 0 0,1-1 0 0 0,0 1 0 0 0,-1 0 0 0 0,1-1 0 0 0,0 1 0 0 0,-1 0-1 0 0,1 0 1 0 0,0-1 0 0 0,-1 1 0 0 0,1 0 0 0 0,0 0 0 0 0,0 0 0 0 0,0 0-1 0 0,-1 0 1 0 0,1 0 0 0 0,0 0 0 0 0,0 0 0 0 0,-1 0 0 0 0,1 0 0 0 0,0 0 0 0 0,0 1-1 0 0,-1-1 1 0 0,1 0 0 0 0,0 1 0 0 0,-1-1 0 0 0,1 0 0 0 0,0 1 0 0 0,0 0 0 0 0,8 1 222 0 0,73 9-31 0 0,62 10-523 0 0,-135-16 301 0 0,-5 7 57 0 0,-2-4-13 0 0,10 7-5 0 0,-8-11-47 0 0,1 1 0 0 0,-1 0 0 0 0,-1 1 0 0 0,1-1 0 0 0,-1 0 0 0 0,0 1 0 0 0,0 0 0 0 0,-1 0 0 0 0,1 0 0 0 0,1 11 0 0 0,-1-5-1 0 0,-1-1 1 0 0,0 1 0 0 0,-1 0 0 0 0,-1 0 0 0 0,1 0 0 0 0,-2 0 0 0 0,0 0 0 0 0,0 0 0 0 0,-2 0 0 0 0,1 0-1 0 0,-1-1 1 0 0,-1 1 0 0 0,0-1 0 0 0,-11 22 0 0 0,3-9-2 0 0,10-17-6 0 0,-1 0 0 0 0,-1 0 0 0 0,1-1 0 0 0,-1 1 0 0 0,-1-1 0 0 0,1 0 0 0 0,-1 0 0 0 0,0 0 0 0 0,0 0 0 0 0,-1-1 0 0 0,-6 5 0 0 0,-1-1 50 0 0,-1-1 0 0 0,0-1 0 0 0,0 0 0 0 0,0-1 0 0 0,-1-1 0 0 0,-29 8 1 0 0,37-12-49 0 0,-1 0 0 0 0,1 0 0 0 0,-1 0 0 0 0,1-1 0 0 0,0 0 0 0 0,-1-1 0 0 0,1 0 0 0 0,0 0 0 0 0,-13-3 0 0 0,16 2-10 0 0,-1 0 0 0 0,0 0-1 0 0,1 0 1 0 0,0-1 0 0 0,-1 1-1 0 0,1-1 1 0 0,0 0-1 0 0,1 0 1 0 0,-7-7 0 0 0,8 9-8 0 0,1-1 0 0 0,-1 0 0 0 0,0 0 0 0 0,1 1 1 0 0,0-1-1 0 0,-1 0 0 0 0,1-1 0 0 0,0 1 0 0 0,0 0 0 0 0,0 0 0 0 0,-1-3 1 0 0,8-11-4 0 0,-4 15 7 0 0,-1-1 0 0 0,0 0 0 0 0,0 0-1 0 0,0 0 1 0 0,0 0 0 0 0,0 0 0 0 0,0 0 0 0 0,-1 0 0 0 0,1-1 0 0 0,-1 1-1 0 0,1 0 1 0 0,-1 0 0 0 0,0-4 0 0 0,0 6-4 0 0,0-1-1 0 0,0 1 1 0 0,0 0 0 0 0,0 0-1 0 0,0-1 1 0 0,0 1 0 0 0,0 0-1 0 0,0 0 1 0 0,0-1 0 0 0,0 1-1 0 0,1 0 1 0 0,-1 0 0 0 0,0-1-1 0 0,0 1 1 0 0,0 0 0 0 0,0 0-1 0 0,0 0 1 0 0,0-1 0 0 0,1 1-1 0 0,-1 0 1 0 0,0 0 0 0 0,0 0-1 0 0,0 0 1 0 0,0 0 0 0 0,1-1-1 0 0,-1 1 1 0 0,0 0 0 0 0,0 0-1 0 0,0 0 1 0 0,1 0 0 0 0,-1 0-1 0 0,0 0 1 0 0,0 0 0 0 0,1 0-1 0 0,-1 0 1 0 0,0 0 0 0 0,0-1-1 0 0,1 1 1 0 0,-1 0 0 0 0,0 1-1 0 0,0-1 1 0 0,1 0 0 0 0,-1 0-1 0 0,0 0 1 0 0,0 0 0 0 0,0 0-1 0 0,1 0 1 0 0,-1 0 0 0 0,0 0-1 0 0,0 0 1 0 0,1 0 0 0 0,-1 0-1 0 0,0 1 1 0 0,0-1 0 0 0,0 0-1 0 0,1 0 1 0 0,-1 0 0 0 0,0 0-1 0 0,0 1 1 0 0,17 5 31 0 0,0 0 0 0 0,-1 1-1 0 0,0 1 1 0 0,0 0 0 0 0,-1 1 0 0 0,0 1 0 0 0,22 19-1 0 0,-15-12-5 0 0,84 66 27 0 0,-100-77-110 0 0,1-1-1 0 0,-1 0 1 0 0,1 0-1 0 0,0 0 1 0 0,0-1-1 0 0,11 5 1 0 0,-14-9-107 0 0,0 1 0 0 0,0 0 0 0 0,0-1 1 0 0,1 0-1 0 0,-1 0 0 0 0,0 0 0 0 0,0 0 0 0 0,0-1 0 0 0,7-1 0 0 0,-7 2-232 0 0,0-1-1 0 0,1 0 1 0 0,-1 0-1 0 0,0 0 1 0 0,0-1-1 0 0,1 1 1 0 0,-1-1-1 0 0,0 0 1 0 0,-1 0-1 0 0,6-4 0 0 0,-8 5 147 0 0,0-1-1 0 0,0 0 1 0 0,0 1-1 0 0,0-1 1 0 0,0 0-1 0 0,0 1 1 0 0,0-1-1 0 0,-1 0 1 0 0,1 0-1 0 0,-1 0 0 0 0,1 0 1 0 0,-1 0-1 0 0,0 1 1 0 0,0-1-1 0 0,0 0 1 0 0,0 0-1 0 0,0-3 1 0 0,0 5 237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03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0 9284 0 0,'-121'89'1841'0'0,"121"1"-2241"0"0,61-32-80 0 0,29-47-7764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04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209 241 480 0 0,'-17'0'1720'0'0,"-1"-1"0"0"0,1 0 0 0 0,0-2 1 0 0,-27-6-1 0 0,41 8-1656 0 0,-1 1 1 0 0,1-1-1 0 0,0 0 1 0 0,-1 0-1 0 0,1-1 1 0 0,0 1-1 0 0,0-1 1 0 0,0 0-1 0 0,0 1 1 0 0,0-1-1 0 0,0 0 1 0 0,0-1-1 0 0,1 1 1 0 0,-1-1-1 0 0,1 1 1 0 0,0-1-1 0 0,-1 0 1 0 0,1 1-1 0 0,0-1 1 0 0,1 0 0 0 0,-1 0-1 0 0,0-1 1 0 0,1 1-1 0 0,0 0 1 0 0,0 0-1 0 0,0-1 1 0 0,0 1-1 0 0,0-6 1 0 0,0-11 16 0 0,1 9-49 0 0,-1-1 0 0 0,2 1-1 0 0,-1-1 1 0 0,6-21 0 0 0,8-7-26 0 0,-6 24 6 0 0,-8 16-10 0 0,0 0-1 0 0,0 0 1 0 0,0 1-1 0 0,0-1 1 0 0,0 0-1 0 0,0 0 1 0 0,0 0-1 0 0,0 0 1 0 0,0 0-1 0 0,0 0 1 0 0,0 0-1 0 0,0 0 1 0 0,0 0 0 0 0,0 0-1 0 0,0 0 1 0 0,0 0-1 0 0,0 1 1 0 0,0-1-1 0 0,0 0 1 0 0,1 0-1 0 0,-1 0 1 0 0,0 0-1 0 0,0 0 1 0 0,0 0-1 0 0,0 0 1 0 0,0 0-1 0 0,0 0 1 0 0,0 0 0 0 0,0 0-1 0 0,0 0 1 0 0,0 0-1 0 0,1 0 1 0 0,-1 0-1 0 0,0 0 1 0 0,0 0-1 0 0,0 0 1 0 0,0 0-1 0 0,0 0 1 0 0,0 0-1 0 0,0 0 1 0 0,0 0-1 0 0,0 0 1 0 0,0 0 0 0 0,1 0-1 0 0,-1 0 1 0 0,0 0-1 0 0,0 0 1 0 0,0 0-1 0 0,0 3 3 0 0,0 1-1 0 0,-1 0 0 0 0,1 0 1 0 0,-1 0-1 0 0,0 0 1 0 0,0-1-1 0 0,0 1 1 0 0,-1 0-1 0 0,1-1 0 0 0,-1 1 1 0 0,-2 3-1 0 0,-7 18 23 0 0,9-17-20 0 0,1 0 1 0 0,0 1-1 0 0,0-1 1 0 0,1 0-1 0 0,0 1 0 0 0,1 8 1 0 0,0-10 6 0 0,0 0-1 0 0,-1 0 1 0 0,0 0 0 0 0,0 0 0 0 0,-1 0 0 0 0,0 0-1 0 0,0-1 1 0 0,-4 13 0 0 0,-4 1-3 0 0,7-17-9 0 0,0 1 0 0 0,0-1 0 0 0,1 1 0 0 0,-1 0 0 0 0,1 0 0 0 0,0 0 0 0 0,0 0 0 0 0,0 5 0 0 0,1-7 2 0 0,0 0-1 0 0,1-1 1 0 0,-1 1 0 0 0,0 0-1 0 0,1-1 1 0 0,0 1-1 0 0,-1 0 1 0 0,1-1-1 0 0,0 1 1 0 0,0-1-1 0 0,0 1 1 0 0,0-1-1 0 0,0 1 1 0 0,1-1-1 0 0,-1 0 1 0 0,0 1-1 0 0,0-1 1 0 0,1 0-1 0 0,-1 0 1 0 0,1 0-1 0 0,-1 0 1 0 0,1 0-1 0 0,3 1 1 0 0,4 1-7 0 0,-1 1 1 0 0,1-1-1 0 0,1-1 1 0 0,-1 1-1 0 0,0-2 0 0 0,1 1 1 0 0,-1-1-1 0 0,1-1 1 0 0,-1 1-1 0 0,1-2 1 0 0,9-1-1 0 0,12-2-48 0 0,58-15 0 0 0,-80 17 54 0 0,0-1-1 0 0,0 0 1 0 0,0-1-1 0 0,-1 0 1 0 0,0 0-1 0 0,12-8 1 0 0,-19 11 0 0 0,1 0 1 0 0,0 0-1 0 0,-1 0 0 0 0,1-1 0 0 0,-1 1 1 0 0,1-1-1 0 0,-1 1 0 0 0,0-1 1 0 0,0 0-1 0 0,1 1 0 0 0,-1-1 0 0 0,-1 0 1 0 0,1 0-1 0 0,0 0 0 0 0,0 0 1 0 0,-1 0-1 0 0,1 0 0 0 0,-1 0 1 0 0,1 0-1 0 0,-1 0 0 0 0,0 0 0 0 0,0 0 1 0 0,0 0-1 0 0,0 0 0 0 0,0 0 1 0 0,0 0-1 0 0,-1 0 0 0 0,1 0 1 0 0,-1 0-1 0 0,1 0 0 0 0,-1 0 0 0 0,0 0 1 0 0,0 0-1 0 0,1 1 0 0 0,-3-4 1 0 0,-8-10 29 0 0,9 14-31 0 0,1-1 0 0 0,0 1 0 0 0,-1-1 1 0 0,1 1-1 0 0,0-1 0 0 0,0 0 0 0 0,0 1 0 0 0,0-1 0 0 0,1 0 1 0 0,-1 0-1 0 0,0 0 0 0 0,1 0 0 0 0,-1 0 0 0 0,1 0 0 0 0,0 0 1 0 0,0 0-1 0 0,0-2 0 0 0,5 19-41 0 0,17 50 150 0 0,-3 0 0 0 0,-3 2 0 0 0,7 68 0 0 0,-19-86-69 0 0,-5-41-42 0 0,2 0 0 0 0,-1 0-1 0 0,1 0 1 0 0,0 0 0 0 0,0 0-1 0 0,1 0 1 0 0,1-1 0 0 0,-1 1-1 0 0,1 0 1 0 0,5 9 0 0 0,-4-13-249 0 0,-4-16-701 0 0,0-62-3784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07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1 102 1601 0 0,'90'-5'4162'0'0,"-60"-91"-8004"0"0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08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 9124 0 0,'0'39'3122'0'0,"30"-32"-3603"0"0,0-14 161 0 0,-30-18-1200 0 0,61-77-5764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08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1040 0 0,'0'-5'6964'0'0,"30"10"-6244"0"0,0-5-3281 0 0,0-5-1681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09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80 0 0,'0'63'7604'0'0,"31"6"-5043"0"0,-1 3-2161 0 0,0 3 0 0 0,60 21-240 0 0,-29-52-160 0 0,-31-31-2561 0 0,0-45-5523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10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1 331 4162 0 0,'0'-32'2881'0'0,"90"-82"1"0"0,1-1-2322 0 0,30 46-6083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11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0 191 7203 0 0,'0'-11'2802'0'0,"0"-14"-2482"0"0,0-22-80 0 0,30-8 0 0 0,31 16-160 0 0,-31 26-80 0 0,30 90 160 0 0,-90 88 0 0 0,30-88-160 0 0,-30 31 240 0 0,30-59-400 0 0,60-49-3201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11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91 2721 0 0,'-60'63'5363'0'0,"-61"14"-3042"0"0,121-14-1921 0 0,121-5 0 0 0,0-41-320 0 0,-31-28-80 0 0,1-28 0 0 0,-37-30-80 0 0,-24-98-1601 0 0,-174 84-6642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12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42 3201 0 0,'-25'-23'3736'0'0,"25"23"-3684"0"0,-1 0 1 0 0,1 0-1 0 0,0-1 1 0 0,-1 1-1 0 0,1 0 1 0 0,0 0-1 0 0,0-1 1 0 0,-1 1-1 0 0,1 0 1 0 0,0-1-1 0 0,0 1 1 0 0,0 0-1 0 0,0-1 1 0 0,-1 1-1 0 0,1-1 1 0 0,0 1-1 0 0,0 0 1 0 0,0-1-1 0 0,0 1 1 0 0,0-1-1 0 0,0 1 1 0 0,0 0 0 0 0,0-1-1 0 0,0 1 1 0 0,0-1-1 0 0,0 1 1 0 0,0 0-1 0 0,0-1 1 0 0,0 1-1 0 0,1 0 1 0 0,-1-1-1 0 0,0 1 1 0 0,0 0-1 0 0,0-1 1 0 0,0 1-1 0 0,1 0 1 0 0,-1-1-1 0 0,0 1 1 0 0,0 0-1 0 0,1-1 1 0 0,-1 1-1 0 0,0 0 1 0 0,1 0 0 0 0,-1-1-1 0 0,0 1 1 0 0,1 0-1 0 0,-1 0 1 0 0,0 0-1 0 0,1-1 1 0 0,-1 1-1 0 0,0 0 1 0 0,1 0-1 0 0,-1 0 1 0 0,1 0-1 0 0,24-3 528 0 0,-14 3-555 0 0,-1 0 1 0 0,1 1 0 0 0,-1 0-1 0 0,1 1 1 0 0,-1 0 0 0 0,0 1-1 0 0,0 0 1 0 0,0 0 0 0 0,0 1-1 0 0,0 1 1 0 0,-1-1 0 0 0,10 8-1 0 0,-18-11-24 0 0,1 0 0 0 0,-1 0 0 0 0,1 0 0 0 0,-1 1 0 0 0,0-1-1 0 0,0 1 1 0 0,0-1 0 0 0,0 1 0 0 0,0-1 0 0 0,0 1 0 0 0,0 0 0 0 0,0 0-1 0 0,-1-1 1 0 0,1 1 0 0 0,-1 0 0 0 0,1 0 0 0 0,-1 0 0 0 0,0-1 0 0 0,1 1-1 0 0,-1 0 1 0 0,0 0 0 0 0,0 0 0 0 0,0 0 0 0 0,-1 0 0 0 0,1-1 0 0 0,0 1-1 0 0,-1 0 1 0 0,0 2 0 0 0,-1-1 10 0 0,1 0 0 0 0,0 0-1 0 0,-1 0 1 0 0,0-1 0 0 0,0 1 0 0 0,0-1-1 0 0,0 1 1 0 0,0-1 0 0 0,0 0 0 0 0,0 1-1 0 0,-1-1 1 0 0,1 0 0 0 0,-1-1 0 0 0,0 1 0 0 0,0 0-1 0 0,1-1 1 0 0,-1 0 0 0 0,0 1 0 0 0,-5 0-1 0 0,-47 1 200 0 0,37-6-130 0 0,19 2-79 0 0,-1 0-1 0 0,1 1 1 0 0,-1-1 0 0 0,1 0-1 0 0,-1 1 1 0 0,1-1 0 0 0,-1 1-1 0 0,1-1 1 0 0,-1 1 0 0 0,1-1 0 0 0,0 1-1 0 0,-1-1 1 0 0,1 1 0 0 0,0 0-1 0 0,0-1 1 0 0,-1 1 0 0 0,1 0-1 0 0,0-1 1 0 0,0 1 0 0 0,-1 0-1 0 0,1 0 1 0 0,0 0 0 0 0,0 0-1 0 0,0 0 1 0 0,16-5-1 0 0,-1 2 0 0 0,1 0 0 0 0,0 0 0 0 0,0 2 0 0 0,0 0 0 0 0,0 1 0 0 0,0 1 0 0 0,0 0 0 0 0,31 8 0 0 0,-40-8 5 0 0,1 1 0 0 0,-1 0-1 0 0,0 1 1 0 0,0 0 0 0 0,0 0 0 0 0,0 1 0 0 0,0-1 0 0 0,-1 2 0 0 0,1-1 0 0 0,-1 1 0 0 0,0 1 0 0 0,-1-1 0 0 0,1 1 0 0 0,-1 0 0 0 0,0 0 0 0 0,-1 1 0 0 0,1 0 0 0 0,7 13 0 0 0,-13-19-1 0 0,1 1 1 0 0,0 0-1 0 0,-1-1 1 0 0,1 1-1 0 0,-1 0 1 0 0,1 0 0 0 0,-1-1-1 0 0,0 1 1 0 0,0 0-1 0 0,0 0 1 0 0,0-1 0 0 0,0 1-1 0 0,0 0 1 0 0,0 0-1 0 0,-1 0 1 0 0,1-1-1 0 0,-1 1 1 0 0,1 0 0 0 0,-1-1-1 0 0,0 1 1 0 0,1 0-1 0 0,-1-1 1 0 0,0 1 0 0 0,0-1-1 0 0,0 1 1 0 0,0-1-1 0 0,-1 0 1 0 0,1 1 0 0 0,0-1-1 0 0,0 0 1 0 0,-4 2-1 0 0,-1 1 17 0 0,0 0 0 0 0,-1 0 0 0 0,0-1 0 0 0,0 0 0 0 0,0-1 0 0 0,-14 4 0 0 0,-22 5-17 0 0,-51 6 0 0 0,75-15-799 0 0,-1-1-1 0 0,1-1 0 0 0,-22-2 0 0 0,-20-13-5380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14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3362 0 0,'-85'19'7523'0'0,"84"-19"-7508"0"0,1 0 0 0 0,0 0 1 0 0,0 0-1 0 0,-1 0 0 0 0,1 1 0 0 0,0-1 1 0 0,0 0-1 0 0,-1 0 0 0 0,1 0 0 0 0,0 0 1 0 0,0 1-1 0 0,-1-1 0 0 0,1 0 0 0 0,0 0 1 0 0,0 0-1 0 0,0 1 0 0 0,-1-1 0 0 0,1 0 1 0 0,0 0-1 0 0,0 1 0 0 0,0-1 0 0 0,0 0 1 0 0,0 0-1 0 0,0 1 0 0 0,-1-1 0 0 0,1 0 1 0 0,0 0-1 0 0,0 1 0 0 0,0-1 0 0 0,0 0 1 0 0,0 1-1 0 0,0-1 0 0 0,0 0 0 0 0,0 0 1 0 0,0 1-1 0 0,0-1 0 0 0,0 0 0 0 0,1 1 1 0 0,-1-1-1 0 0,0 0 0 0 0,0 0 0 0 0,0 1 1 0 0,0-1-1 0 0,0 0 0 0 0,0 0 0 0 0,1 1 0 0 0,-1-1 1 0 0,0 0-1 0 0,0 0 0 0 0,0 1 0 0 0,1-1 1 0 0,-1 0-1 0 0,0 0 0 0 0,0 0 0 0 0,1 0 1 0 0,-1 1-1 0 0,0-1 0 0 0,0 0 0 0 0,1 0 1 0 0,-1 0-1 0 0,0 0 0 0 0,1 0 0 0 0,34 6 212 0 0,574 14 413 0 0,-604-20-635 0 0,303 7 70 0 0,-252-3-32 0 0,0 3 1 0 0,-1 2-1 0 0,67 21 1 0 0,-78-18 9 0 0,0-1 1 0 0,1-3-1 0 0,68 5 0 0 0,-90-11-54 0 0,165 3 29 0 0,-167-6 61 0 0,1 2 0 0 0,36 4 0 0 0,82 12 550 0 0,-3 1-118 0 0,148-1 0 0 0,243-37 399 0 0,111-41 174 0 0,-532 54-898 0 0,1 5-1 0 0,188 21 1 0 0,345 43 272 0 0,-482-54-536 0 0,430 24-1 0 0,-129-5-22 0 0,-315-14 162 0 0,158 35-1 0 0,43 6-78 0 0,147 26 208 0 0,-86-19-66 0 0,-400-62-385 0 0,-9-2 25 0 0,-28-15-799 0 0,-1 0-341 0 0,-200-124-8786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17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150 161 880 0 0,'-50'22'6083'0'0,"22"-7"-3475"0"0,6-9-2501 0 0,6-3 260 0 0,-11 10 347 0 0,21-8-178 0 0,9-5 134 0 0,87-22-536 0 0,6-5-66 0 0,-37 12-9 0 0,0-3 1 0 0,-1-2 0 0 0,88-45 0 0 0,-66 26 6 0 0,-25 20-52 0 0,-47 21-11 0 0,-11 17 20 0 0,-15 58 47 0 0,4 1 0 0 0,3 0 0 0 0,-1 95 1 0 0,11-152-147 0 0,2-1 0 0 0,4 32 1 0 0,-5-51 47 0 0,0 1-1 0 0,0-1 1 0 0,1 1 0 0 0,-1 0 0 0 0,1-1 0 0 0,-1 0-1 0 0,1 1 1 0 0,0-1 0 0 0,-1 1 0 0 0,1-1 0 0 0,0 0-1 0 0,0 1 1 0 0,0-1 0 0 0,0 0 0 0 0,0 0 0 0 0,0 0-1 0 0,0 0 1 0 0,0 0 0 0 0,1 0 0 0 0,-1 0-1 0 0,0 0 1 0 0,1-1 0 0 0,-1 1 0 0 0,1 0 0 0 0,-1-1-1 0 0,1 1 1 0 0,-1-1 0 0 0,1 1 0 0 0,-1-1 0 0 0,1 0-1 0 0,-1 0 1 0 0,1 0 0 0 0,-1 1 0 0 0,4-2 0 0 0,4 0-266 0 0,0 0 1 0 0,0 0-1 0 0,0-1 1 0 0,-1 0-1 0 0,1-1 1 0 0,-1 0-1 0 0,1-1 1 0 0,-1 1-1 0 0,14-10 1 0 0,-5 1-1300 0 0,-2-1 0 0 0,0 0-1 0 0,0-1 1 0 0,14-19 0 0 0,-24 28 1075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17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 5763 0 0,'-60'57'4562'0'0,"-61"32"-3682"0"0,121 13-880 0 0,0 57 240 0 0,0-90-240 0 0,121-163-3281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17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391 50 960 0 0,'0'-2'316'0'0,"0"-1"0"0"0,1 1 0 0 0,-1-1 0 0 0,1 1 0 0 0,-1-1 0 0 0,1 1 0 0 0,0-1 0 0 0,0 1 0 0 0,0 0 0 0 0,0-1 0 0 0,0 1 0 0 0,1 0 1 0 0,-1 0-1 0 0,1 0 0 0 0,-1 0 0 0 0,1 0 0 0 0,3-3 0 0 0,-1 1 172 0 0,-4 4-418 0 0,0 0 1 0 0,0 0 0 0 0,0 0-1 0 0,0 0 1 0 0,0 0 0 0 0,0 0 0 0 0,0 0-1 0 0,-1 0 1 0 0,1 0 0 0 0,0 0-1 0 0,0 0 1 0 0,0 0 0 0 0,0 0 0 0 0,0 0-1 0 0,0 0 1 0 0,0 0 0 0 0,0 0-1 0 0,-1 0 1 0 0,1 0 0 0 0,0 0 0 0 0,0 0-1 0 0,0 0 1 0 0,0 0 0 0 0,0 0-1 0 0,0 0 1 0 0,0 0 0 0 0,0 0 0 0 0,0 0-1 0 0,0 0 1 0 0,0-1 0 0 0,-1 1-1 0 0,1 0 1 0 0,0 0 0 0 0,0 0 0 0 0,0 0-1 0 0,0 0 1 0 0,0 0 0 0 0,0 0-1 0 0,0 0 1 0 0,0 0 0 0 0,0 0 0 0 0,0-1-1 0 0,-20 10-250 0 0,3-2 428 0 0,4-2-198 0 0,-7 3 58 0 0,0 1 0 0 0,-28 18-1 0 0,29-13 93 0 0,-34 33 0 0 0,30-25-80 0 0,-58 53 201 0 0,36-1-135 0 0,30-51-231 0 0,-18 31-164 0 0,32-51 202 0 0,0 0 0 0 0,0-1 1 0 0,1 1-1 0 0,-1-1 1 0 0,0 1-1 0 0,1 0 0 0 0,0 0 1 0 0,0-1-1 0 0,0 1 1 0 0,0 0-1 0 0,0 0 0 0 0,0-1 1 0 0,1 1-1 0 0,-1 0 1 0 0,1-1-1 0 0,0 1 0 0 0,-1 0 1 0 0,2-1-1 0 0,1 5 0 0 0,1-2 10 0 0,0 0 0 0 0,0-1 0 0 0,1 1-1 0 0,-1-1 1 0 0,1 0 0 0 0,0 0 0 0 0,1-1-1 0 0,-1 1 1 0 0,0-1 0 0 0,13 5 0 0 0,-1-1 0 0 0,1 0 0 0 0,33 7 1 0 0,-17-9 3 0 0,1-1 0 0 0,-1-2 1 0 0,1-1-1 0 0,0-2 1 0 0,-1-1-1 0 0,1-2 0 0 0,-1-2 1 0 0,67-18-1 0 0,-46 4 7 0 0,-54 19-13 0 0,-1 1 1 0 0,1 0 0 0 0,0 0-1 0 0,-1-1 1 0 0,1 1-1 0 0,-1 0 1 0 0,0-1 0 0 0,1 1-1 0 0,-1-1 1 0 0,1 1 0 0 0,-1 0-1 0 0,1-1 1 0 0,-1 1 0 0 0,0-1-1 0 0,1 1 1 0 0,-1-1 0 0 0,0 1-1 0 0,0-1 1 0 0,1 1 0 0 0,-1-1-1 0 0,0 0 1 0 0,0 1 0 0 0,0-1-1 0 0,0 1 1 0 0,0-1 0 0 0,0 1-1 0 0,0-1 1 0 0,0 0 0 0 0,0 1-1 0 0,0-1 1 0 0,0 1-1 0 0,0-1 1 0 0,0 0 0 0 0,0 1-1 0 0,0-1 1 0 0,-1 1 0 0 0,1-1-1 0 0,0 1 1 0 0,0-1 0 0 0,-1 1-1 0 0,1-1 1 0 0,0 1 0 0 0,-1-1-1 0 0,1 1 1 0 0,0-1 0 0 0,-1 1-1 0 0,1 0 1 0 0,-1-1 0 0 0,1 1-1 0 0,-1-1 1 0 0,0 1 0 0 0,-3-3 3 0 0,0 0 1 0 0,-1 1 0 0 0,1-1 0 0 0,-1 1 0 0 0,0 0 0 0 0,1 0 0 0 0,-7-1 0 0 0,-28-4-261 0 0,-1 2 0 0 0,1 1 0 0 0,-1 2-1 0 0,0 2 1 0 0,0 2 0 0 0,0 1 0 0 0,-54 12 0 0 0,81-12-602 0 0,0 1 1 0 0,1 0-1 0 0,-1 1 0 0 0,1 0 1 0 0,0 1-1 0 0,1 0 0 0 0,-1 1 0 0 0,-11 9 1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50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871 353 240 0 0,'-16'-3'1504'0'0,"1"0"-1"0"0,-1 0 1 0 0,-18-8-1 0 0,18 5-933 0 0,0-1 0 0 0,-27-17 0 0 0,-9 6 178 0 0,-7-2-244 0 0,57 19-483 0 0,0 0 0 0 0,0 0 0 0 0,1 0 0 0 0,-1 0 0 0 0,0 0-1 0 0,1 0 1 0 0,-1 0 0 0 0,1-1 0 0 0,-1 1 0 0 0,1-1 0 0 0,0 1 0 0 0,0-1-1 0 0,0 0 1 0 0,0 1 0 0 0,0-1 0 0 0,0 0 0 0 0,0 0 0 0 0,0 1 0 0 0,1-1-1 0 0,-1 0 1 0 0,1 0 0 0 0,-1 0 0 0 0,1 0 0 0 0,-1-3 0 0 0,1 3-12 0 0,0 0-1 0 0,0 1 1 0 0,-1-1 0 0 0,1 0 0 0 0,-1 0 0 0 0,0 0-1 0 0,1 0 1 0 0,-1 1 0 0 0,0-1 0 0 0,0 0 0 0 0,0 1-1 0 0,0-1 1 0 0,-1 1 0 0 0,1-1 0 0 0,-3-1 0 0 0,-1-4 23 0 0,24 1-32 0 0,-1 5-33 0 0,-25 3 174 0 0,-38 2 311 0 0,-252-17 682 0 0,286 12-1090 0 0,0 0-1 0 0,0 1 0 0 0,0 0 1 0 0,0 1-1 0 0,0 0 0 0 0,0 0 1 0 0,0 2-1 0 0,0-1 0 0 0,0 1 1 0 0,0 1-1 0 0,1 0 1 0 0,0 0-1 0 0,0 1 0 0 0,0 1 1 0 0,-10 6-1 0 0,-7 5 51 0 0,25-16-90 0 0,0 0 0 0 0,0 0 0 0 0,0 0 0 0 0,0 0 0 0 0,0 0 0 0 0,1 0 0 0 0,-1 1 0 0 0,0-1 0 0 0,1 1 0 0 0,-1-1 0 0 0,1 1 0 0 0,-1 0 0 0 0,1-1 0 0 0,0 1 0 0 0,-1 0 0 0 0,1 0 0 0 0,0 0 0 0 0,0 0 0 0 0,1 0 0 0 0,-1 0 0 0 0,0 0 0 0 0,1 0 0 0 0,-1 1 0 0 0,1-1-1 0 0,0 0 1 0 0,-1 0 0 0 0,1 0 0 0 0,0 0 0 0 0,1 5 0 0 0,-1-1 36 0 0,-1-4-30 0 0,1 0 0 0 0,0 1-1 0 0,0-1 1 0 0,-1 0 0 0 0,2 0 0 0 0,-1 0 0 0 0,0 0 0 0 0,0 1-1 0 0,1-1 1 0 0,-1 0 0 0 0,1 0 0 0 0,0 0 0 0 0,0 0-1 0 0,1 3 1 0 0,3 0-8 0 0,-1 0 1 0 0,0 1-1 0 0,0 0 0 0 0,0-1 0 0 0,5 12 0 0 0,41 36 79 0 0,-25-1-9 0 0,-22-44-56 0 0,0-1 0 0 0,1 0 1 0 0,-1 1-1 0 0,1-1 1 0 0,1-1-1 0 0,9 13 0 0 0,-4 3 64 0 0,80 100 94 0 0,-4-25 199 0 0,-77-89-333 0 0,0 1-1 0 0,0-1 0 0 0,1-1 1 0 0,0 0-1 0 0,1 0 1 0 0,-1-1-1 0 0,1-1 1 0 0,13 5-1 0 0,19 12 86 0 0,-18-10-28 0 0,1 0 0 0 0,0-1 0 0 0,1-2 0 0 0,29 6-1 0 0,24 10-86 0 0,41 14 92 0 0,0-6 1 0 0,235 34-1 0 0,-300-62-87 0 0,1-4 1 0 0,-1-1 0 0 0,0-4-1 0 0,73-12 1 0 0,-59 6 42 0 0,0 3 1 0 0,75 2-1 0 0,-99 8-3 0 0,-11 0-52 0 0,0-2 0 0 0,1-1 0 0 0,68-9 0 0 0,-102 8-3 0 0,0 0 0 0 0,0 0 0 0 0,1 0 0 0 0,-1 0 0 0 0,0 0 0 0 0,0-1 0 0 0,0 1 0 0 0,0-1 0 0 0,-1 0 0 0 0,1 1 0 0 0,2-4 0 0 0,5-3 0 0 0,-6 5 0 0 0,0-1 0 0 0,0 1 0 0 0,0 0-1 0 0,-1-1 1 0 0,1 1 0 0 0,-1-1 0 0 0,0 0 0 0 0,0 1 0 0 0,0-1 0 0 0,0 0 0 0 0,-1-1-1 0 0,0 1 1 0 0,0 0 0 0 0,0 0 0 0 0,0 0 0 0 0,0-1 0 0 0,-1 1 0 0 0,0 0 0 0 0,-1-8-1 0 0,1 4 9 0 0,-1 0-1 0 0,-1 1 1 0 0,1-1-1 0 0,-1 1 1 0 0,0 0-1 0 0,-1 0 1 0 0,0-1-1 0 0,0 1 1 0 0,-1 1-1 0 0,-7-12 1 0 0,7 14-2 0 0,1-1-1 0 0,0 1 1 0 0,0 0 0 0 0,1-1 0 0 0,-1 0-1 0 0,1 0 1 0 0,0 1 0 0 0,0-1-1 0 0,0-1 1 0 0,1 1 0 0 0,0 0 0 0 0,0 0-1 0 0,0-7 1 0 0,0 10-7 0 0,1-1-1 0 0,0 1 1 0 0,-1 0 0 0 0,1-1-1 0 0,-1 1 1 0 0,0 0 0 0 0,0 0 0 0 0,0-1-1 0 0,0 1 1 0 0,0 0 0 0 0,0 0-1 0 0,0 0 1 0 0,-1 0 0 0 0,1 1-1 0 0,-1-1 1 0 0,-2-2 0 0 0,-36-26-39 0 0,8 6 22 0 0,-6-24 20 0 0,16 16-17 0 0,-5-4 46 0 0,-2 1 0 0 0,-55-53 0 0 0,81 86-31 0 0,1 0 0 0 0,-1 0 0 0 0,1 1 0 0 0,-1-1 0 0 0,0 0 0 0 0,0 1 0 0 0,0 0 0 0 0,0 0 0 0 0,0 0 0 0 0,0 0 0 0 0,0 0 0 0 0,0 0 0 0 0,-3 1 0 0 0,-12-4 0 0 0,-12-7-6 0 0,-21-7 84 0 0,0-2-1 0 0,-68-38 1 0 0,66 32-13 0 0,0 3 1 0 0,-103-31-1 0 0,62 24 59 0 0,23 11-83 0 0,47 13 16 0 0,1 0-1 0 0,-1-2 0 0 0,-41-19 1 0 0,43 17 25 0 0,0 1-1 0 0,-1 1 1 0 0,0 1 0 0 0,-1 0 0 0 0,1 2-1 0 0,-27-2 1 0 0,-34-8 213 0 0,52 9-170 0 0,0 2 1 0 0,-46 0 0 0 0,-17-1 124 0 0,-72-3 19 0 0,8 1-2833 0 0,94-5-3692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9:20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266 210 5202 0 0,'-36'1'1116'0'0,"0"3"0"0"0,0 1 0 0 0,-45 12-1 0 0,9-1-455 0 0,67-15 33 0 0,10-2-586 0 0,60-11-4 0 0,86-5 1 0 0,-70 10-71 0 0,7 2-13 0 0,0 4 0 0 0,1 3 0 0 0,123 20 0 0 0,-178-16-20 0 0,0-2 0 0 0,1-1 0 0 0,42-3 0 0 0,-8-7 0 0 0,184-11 0 0 0,-211 17-22 0 0,61-11 0 0 0,-65 7 11 0 0,56-2 0 0 0,-74 6 47 0 0,50 3-6 0 0,-60 0-30 0 0,41 1 0 0 0,395 28 80 0 0,-387-26-119 0 0,105-6-1 0 0,-51-1 39 0 0,-95 2 1 0 0,-1-1 0 0 0,0 0 0 0 0,0-1 0 0 0,25-7 0 0 0,24-10 67 0 0,4 3-46 0 0,-44-2 99 0 0,-12 6-34 0 0,-7 8-66 0 0,-1 1-1 0 0,1-1 1 0 0,0 1 0 0 0,0 0 0 0 0,0 0 0 0 0,0 1-1 0 0,0 0 1 0 0,1 1 0 0 0,-1-1 0 0 0,1 1 0 0 0,8 0 0 0 0,16-3 8 0 0,-14 1-10 0 0,803-101 445 0 0,-719 96-465 0 0,88-3-63 0 0,-65 11 132 0 0,388 24-67 0 0,-157-9 0 0 0,-271-6-8 0 0,6 1-16 0 0,-1-4 0 0 0,101-6 0 0 0,-122-4 24 0 0,124 7 0 0 0,-116 0-43 0 0,0-4 1 0 0,108-13-1 0 0,-46 2 11 0 0,254 2-13 0 0,-89 5-4 0 0,700 16 84 0 0,-857-7-56 0 0,190 13 21 0 0,-76-11 0 0 0,-45-4 0 0 0,171 36 93 0 0,-248-9-21 0 0,-98-18-74 0 0,55 6-1 0 0,-4-8 3 0 0,83 13 0 0 0,-137-15 35 0 0,47 3 0 0 0,7 0-92 0 0,21 2 97 0 0,36 6 0 0 0,2-3 0 0 0,-151-14-70 0 0,0-1 0 0 0,1 0 0 0 0,-1 0 0 0 0,0 0 0 0 0,1 0 0 0 0,-1 0 1 0 0,0 0-1 0 0,1 1 0 0 0,-1-1 0 0 0,0 0 0 0 0,0 0 0 0 0,1 1 0 0 0,-1-1 0 0 0,0 0 0 0 0,0 0 0 0 0,0 1 0 0 0,1-1 0 0 0,-1 0 0 0 0,0 0 0 0 0,0 1 0 0 0,0-1 1 0 0,0 0-1 0 0,0 1 0 0 0,1-1 0 0 0,-1 0 0 0 0,0 1 0 0 0,0-1 0 0 0,0 0 0 0 0,0 1 0 0 0,0-1 0 0 0,0 0 0 0 0,0 1 0 0 0,0-1 0 0 0,0 0 0 0 0,0 1 0 0 0,-1-1 1 0 0,1 0-1 0 0,0 1 0 0 0,0-1 0 0 0,0 1 0 0 0,0 36-5599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9:33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2145 92 2241 0 0,'-8'-7'862'0'0,"0"1"0"0"0,-1 1 1 0 0,0 0-1 0 0,-13-6 0 0 0,12 6-720 0 0,-1 2 1 0 0,0-1-1 0 0,-1 1 1 0 0,1 1-1 0 0,0 0 1 0 0,-1 1-1 0 0,1 0 1 0 0,-1 1-1 0 0,0 0 0 0 0,1 0 1 0 0,-1 1-1 0 0,-17 5 1 0 0,-1 0 199 0 0,0-1 1 0 0,-51 1-1 0 0,52-5-281 0 0,1-2 0 0 0,-1-1 0 0 0,0-1 0 0 0,1-2 0 0 0,0-1 0 0 0,-47-15 0 0 0,59 16-40 0 0,-1 0 0 0 0,0 2 0 0 0,-1 0 0 0 0,1 1 0 0 0,-28 0 0 0 0,24 1-14 0 0,-477-1 113 0 0,461 6-110 0 0,0 2 0 0 0,0 1 0 0 0,1 2-1 0 0,0 2 1 0 0,1 1 0 0 0,-37 19-1 0 0,19-5 31 0 0,1 3 0 0 0,-95 71-1 0 0,113-76-40 0 0,-53 28-1 0 0,46-29-30 0 0,-39 29 0 0 0,71-44 14 0 0,0 0-1 0 0,0 1 0 0 0,0 0 1 0 0,1 0-1 0 0,1 1 0 0 0,0 1 1 0 0,0-1-1 0 0,1 1 0 0 0,-8 17 1 0 0,11-22 19 0 0,1-2-1 0 0,0-1 1 0 0,0 1 0 0 0,0 0 0 0 0,0 0-1 0 0,1-1 1 0 0,0 1 0 0 0,0 0-1 0 0,0 0 1 0 0,0 5 0 0 0,1-7-3 0 0,1 0 0 0 0,0 0 1 0 0,-1 1-1 0 0,1-1 0 0 0,0 0 0 0 0,0 0 1 0 0,0 0-1 0 0,0 0 0 0 0,1 0 0 0 0,-1 0 1 0 0,0 0-1 0 0,1-1 0 0 0,-1 1 0 0 0,1 0 1 0 0,0-1-1 0 0,0 1 0 0 0,-1-1 0 0 0,1 0 1 0 0,3 2-1 0 0,24 15 9 0 0,55 26 1 0 0,-6-3 30 0 0,-34-15-47 0 0,2-2 0 0 0,0-1 1 0 0,1-3-1 0 0,1-2 0 0 0,62 15 0 0 0,26 2-19 0 0,144 17 0 0 0,118-6-23 0 0,-352-41 35 0 0,0-3 0 0 0,-1-2 0 0 0,84-10 0 0 0,-92 3 0 0 0,-1-2-1 0 0,0-1 1 0 0,0-2-1 0 0,51-25 0 0 0,-42 16 14 0 0,-2-3 0 0 0,0-1-1 0 0,68-54 1 0 0,-101 72 5 0 0,-1 0-1 0 0,0-1 1 0 0,0-1 0 0 0,-1 1-1 0 0,0-1 1 0 0,-1-1 0 0 0,8-12-1 0 0,-11 14-1 0 0,-1 0 0 0 0,0-1 0 0 0,-1 0 0 0 0,0 1 0 0 0,-1-1 0 0 0,1-11 0 0 0,2-4 0 0 0,-2 11 13 0 0,0-1 0 0 0,-1 1 0 0 0,0 0-1 0 0,-1-1 1 0 0,-2-23 0 0 0,-1 27 12 0 0,0 0 1 0 0,0 0-1 0 0,-1 0 1 0 0,0 0 0 0 0,-1 1-1 0 0,0 0 1 0 0,0 0 0 0 0,-8-9-1 0 0,3 4 9 0 0,-2-1 0 0 0,1 2-1 0 0,-2-1 1 0 0,0 2-1 0 0,0 0 1 0 0,-1 0 0 0 0,-1 1-1 0 0,0 1 1 0 0,-20-10-1 0 0,24 14-170 0 0,0 1-1 0 0,0 1 0 0 0,-1 0 0 0 0,1 0 1 0 0,-1 2-1 0 0,0-1 0 0 0,0 1 1 0 0,0 1-1 0 0,0 0 0 0 0,0 1 0 0 0,0 0 1 0 0,0 1-1 0 0,0 0 0 0 0,0 1 0 0 0,-18 4 1 0 0,7 3-1799 0 0,1 0 0 0 0,0 2 1 0 0,-29 18-1 0 0,48-27 1715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31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25 160 0 0,'30'-6'4002'0'0,"-30"-1"-881"0"0,0 1-1200 0 0,-30 6-1040 0 0,30-6 559 0 0,0 12 1041 0 0,30-6-2080 0 0,-30 6-81 0 0,0 13-160 0 0,0 115 240 0 0,0-26-240 0 0,-30 13 0 0 0,30-19-80 0 0,30-77-1200 0 0,30-100-6644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32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534 80 2641 0 0,'0'-14'2369'0'0,"1"9"-2023"0"0,-1 1 0 0 0,0-1 0 0 0,0 0 0 0 0,0 1 0 0 0,-1-1 0 0 0,0 0-1 0 0,0 1 1 0 0,0-1 0 0 0,-2-5 0 0 0,2 9-337 0 0,-1-1 0 0 0,1 1 1 0 0,-1 0-1 0 0,1 0 0 0 0,-1 0 0 0 0,1 0 0 0 0,-1 0 0 0 0,1 0 0 0 0,-1 0 0 0 0,0 1 0 0 0,0-1 0 0 0,1 1 1 0 0,-1-1-1 0 0,0 1 0 0 0,0-1 0 0 0,0 1 0 0 0,1 0 0 0 0,-1 0 0 0 0,0 0 0 0 0,0 0 0 0 0,0 0 0 0 0,0 1 1 0 0,1-1-1 0 0,-1 0 0 0 0,0 1 0 0 0,0 0 0 0 0,-1 0 0 0 0,-2 3 175 0 0,0 6 46 0 0,-34 21 130 0 0,-319 252 1827 0 0,348-274-2122 0 0,1 0-1 0 0,0 1 1 0 0,0 0-1 0 0,1 0 1 0 0,-12 21-1 0 0,19-30-82 0 0,0 1-1 0 0,0-1 0 0 0,1 1 1 0 0,-1-1-1 0 0,1 1 1 0 0,-1-1-1 0 0,1 1 1 0 0,0-1-1 0 0,-1 1 0 0 0,1 0 1 0 0,0-1-1 0 0,0 1 1 0 0,0 3-1 0 0,1-4-23 0 0,-1-1 0 0 0,0 1 0 0 0,1 0-1 0 0,-1-1 1 0 0,1 1 0 0 0,-1 0 0 0 0,1-1 0 0 0,0 1 0 0 0,-1 0-1 0 0,1-1 1 0 0,0 1 0 0 0,-1-1 0 0 0,1 0 0 0 0,0 1 0 0 0,0-1-1 0 0,-1 1 1 0 0,1-1 0 0 0,0 0 0 0 0,0 0 0 0 0,0 1 0 0 0,-1-1 0 0 0,1 0-1 0 0,0 0 1 0 0,0 0 0 0 0,0 0 0 0 0,0 0 0 0 0,1 0 0 0 0,25-3-1902 0 0,-1-1 1 0 0,47-14 0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33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528 7 160 0 0,'-3'-6'6492'0'0,"-5"7"-5129"0"0,-6 11-1014 0 0,13-9-294 0 0,0-1 0 0 0,1 1 0 0 0,-1 0 0 0 0,1 0 0 0 0,-1 0 0 0 0,1-1 0 0 0,0 1 0 0 0,0 0 0 0 0,1 0 0 0 0,-1 0 0 0 0,0 0 0 0 0,1-1 0 0 0,0 1 0 0 0,-1 0 0 0 0,1-1 0 0 0,0 1 0 0 0,1 0 0 0 0,-1-1 0 0 0,0 1 0 0 0,3 2 0 0 0,37 51 306 0 0,-36-50-303 0 0,81 89 315 0 0,-86-95-368 0 0,0 1 0 0 0,0-1 0 0 0,0 0 0 0 0,0 0 0 0 0,1 0 0 0 0,-1 0 0 0 0,0 0 0 0 0,0 0 0 0 0,0 0 0 0 0,0 1 0 0 0,0-1 0 0 0,1 0 0 0 0,-1 0 0 0 0,0 0 0 0 0,0 0 0 0 0,0 0 0 0 0,0 0-1 0 0,1 0 1 0 0,-1 0 0 0 0,0 0 0 0 0,0 0 0 0 0,0 0 0 0 0,1 0 0 0 0,-1 0 0 0 0,0 0 0 0 0,0 0 0 0 0,0 0 0 0 0,0 0 0 0 0,1 0 0 0 0,-1 0 0 0 0,0 0 0 0 0,0 0 0 0 0,0-1 0 0 0,0 1 0 0 0,1 0 0 0 0,-1 0-1 0 0,0 0 1 0 0,0 0 0 0 0,0 0 0 0 0,0 0 0 0 0,0-1 0 0 0,0 1 0 0 0,1 0 0 0 0,-1 0 0 0 0,0 0 0 0 0,0 0 0 0 0,0 0 0 0 0,0-1 0 0 0,0 1 0 0 0,0 0 0 0 0,0 0 0 0 0,0 0 0 0 0,0 0 0 0 0,0-1 0 0 0,0 1-1 0 0,0 0 1 0 0,0 0 0 0 0,0 0 0 0 0,0-1 0 0 0,0 1 0 0 0,0 0 0 0 0,0 0 0 0 0,0 0 0 0 0,0 0 0 0 0,0-1 0 0 0,0 1 0 0 0,0 0 0 0 0,0 0 0 0 0,0-1 8 0 0,-1 0 1 0 0,1 0-1 0 0,0 0 1 0 0,0 1-1 0 0,-1-1 1 0 0,1 0 0 0 0,-1 0-1 0 0,1 1 1 0 0,-1-1-1 0 0,1 0 1 0 0,-1 0-1 0 0,1 1 1 0 0,-1-1-1 0 0,1 1 1 0 0,-1-1-1 0 0,0 0 1 0 0,1 1-1 0 0,-1-1 1 0 0,0 1-1 0 0,0 0 1 0 0,1-1 0 0 0,-1 1-1 0 0,0-1 1 0 0,0 1-1 0 0,1 0 1 0 0,-1 0-1 0 0,-1-1 1 0 0,-29-4 310 0 0,0 1 1 0 0,-1 1-1 0 0,1 2 1 0 0,-1 1 0 0 0,-37 4-1 0 0,26-1 24 0 0,-14-1 226 0 0,0 3-1 0 0,1 2 0 0 0,-103 27 0 0 0,156-34-546 0 0,-1 1-1 0 0,1 0 1 0 0,0 0-1 0 0,0 0 0 0 0,0 0 1 0 0,-1 1-1 0 0,1-1 0 0 0,1 1 1 0 0,-6 3-1 0 0,10-4-23 0 0,0 0 0 0 0,0 0 0 0 0,0 0-1 0 0,1 0 1 0 0,-1-1 0 0 0,0 1 0 0 0,0 0 0 0 0,0-1 0 0 0,1 0 0 0 0,-1 1 0 0 0,0-1 0 0 0,0 0 0 0 0,1 0-1 0 0,2-1 1 0 0,347 2-247 0 0,-141-5-352 0 0,-101 10-396 0 0,-101-5 821 0 0,-1 0 0 0 0,0 1-1 0 0,1 0 1 0 0,-1 1 0 0 0,0 0 0 0 0,0 0 0 0 0,15 8 0 0 0,-23-11 165 0 0,1 0 1 0 0,-1 0-1 0 0,0 0 1 0 0,1 0-1 0 0,-1 1 0 0 0,0-1 1 0 0,1 0-1 0 0,-1 0 1 0 0,1 0-1 0 0,-1 1 1 0 0,0-1-1 0 0,1 0 0 0 0,-1 0 1 0 0,0 1-1 0 0,0-1 1 0 0,1 0-1 0 0,-1 1 1 0 0,0-1-1 0 0,0 0 0 0 0,1 1 1 0 0,-1-1-1 0 0,0 0 1 0 0,0 1-1 0 0,0-1 0 0 0,1 0 1 0 0,-1 1-1 0 0,0-1 1 0 0,0 1-1 0 0,0-1 1 0 0,0 1-1 0 0,0-1 0 0 0,0 0 1 0 0,0 1-1 0 0,0-1 1 0 0,0 1-1 0 0,0-1 1 0 0,0 0-1 0 0,0 1 0 0 0,0-1 1 0 0,-1 1-1 0 0,1-1 1 0 0,0 0-1 0 0,0 1 1 0 0,0-1-1 0 0,0 0 0 0 0,-1 1 1 0 0,1-1-1 0 0,0 0 1 0 0,0 1-1 0 0,-1-1 1 0 0,1 0-1 0 0,0 1 0 0 0,-1-1 1 0 0,1 0-1 0 0,0 0 1 0 0,-1 1-1 0 0,1-1 1 0 0,0 0-1 0 0,-1 0 0 0 0,1 0 1 0 0,-1 0-1 0 0,0 1 1 0 0,-29 8 142 0 0,-29-3 491 0 0,-88-1 0 0 0,91-5-243 0 0,-241 1 829 0 0,674 12-1321 0 0,-384-24-6 0 0,-21-11 40 0 0,-243-122 110 0 0,251 135-48 0 0,-51-30-109 0 0,62 29 74 0 0,9 10 44 0 0,0 0 0 0 0,0 0 0 0 0,0 0 0 0 0,0-1 1 0 0,0 1-1 0 0,0 0 0 0 0,0 0 0 0 0,0-1 0 0 0,0 1 0 0 0,0 0 0 0 0,0 0 0 0 0,0-1 0 0 0,0 1 0 0 0,0 0 0 0 0,0 0 0 0 0,0-1 0 0 0,0 1 0 0 0,0 0 0 0 0,0 0 0 0 0,1-1 0 0 0,-1 1 0 0 0,0 0 0 0 0,0 0 0 0 0,0 0 0 0 0,0-1 0 0 0,0 1 0 0 0,1 0 0 0 0,-1 0 0 0 0,0 0 0 0 0,0 0 0 0 0,0-1 0 0 0,1 1 0 0 0,-1 0 0 0 0,0 0 0 0 0,0 0 0 0 0,1 0 0 0 0,-1 0 1 0 0,0 0-1 0 0,0 0 0 0 0,1 0 0 0 0,-1 0 0 0 0,0 0 0 0 0,0 0 0 0 0,0 0 0 0 0,1 0 0 0 0,-1 0 0 0 0,0 0 0 0 0,0 0 0 0 0,1 0 0 0 0,-1 0 0 0 0,0 0 0 0 0,0 0 0 0 0,1 0 0 0 0,-1 0 0 0 0,0 0 0 0 0,0 0 0 0 0,1 1 0 0 0,115 2-25 0 0,-78 2 7 0 0,0 3 0 0 0,-1 0 0 0 0,46 18 0 0 0,-69-21 8 0 0,20 10-25 0 0,-33-10 25 0 0,-20-3 7 0 0,-14-3-195 0 0,0 2 0 0 0,1 1-1 0 0,-1 1 1 0 0,-57 15 0 0 0,75-14-512 0 0,0 0 0 0 0,0 1-1 0 0,1 0 1 0 0,-18 11 0 0 0,17-4-4091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40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224 112 3602 0 0,'11'0'929'0'0,"-2"0"764"0"0,-11-2-21 0 0,1 2-1567 0 0,-1 0 0 0 0,1 0 0 0 0,0 0 0 0 0,0-1 0 0 0,0 1 0 0 0,0 0 0 0 0,0-1 0 0 0,1 1 0 0 0,-1-1 0 0 0,0 1 0 0 0,0-1 0 0 0,0 1 0 0 0,0-1 0 0 0,0 0 0 0 0,1 1 0 0 0,-1-1 0 0 0,0 0 0 0 0,1 0 0 0 0,-1 0 0 0 0,0 1 0 0 0,1-1 0 0 0,-1 0 0 0 0,1 0 0 0 0,-1 0 0 0 0,1 0 0 0 0,0 0 0 0 0,-1 0 0 0 0,1 0 0 0 0,0 0 0 0 0,0 0 0 0 0,0 0 0 0 0,-1 0 0 0 0,1 0 0 0 0,0 0 0 0 0,0 0 0 0 0,1 0 0 0 0,-1 0 0 0 0,0 0 0 0 0,0 0 0 0 0,0 0 0 0 0,1 0 0 0 0,-1 0 0 0 0,1 0 0 0 0,-1 0 0 0 0,0 0 0 0 0,1 0 0 0 0,0 0 0 0 0,-1 0 0 0 0,1 0 0 0 0,0 0 0 0 0,-1 1 0 0 0,1-1 0 0 0,1-1 0 0 0,2-2-8 0 0,0 0 0 0 0,0 0 0 0 0,1 1 0 0 0,0-1-1 0 0,0 1 1 0 0,0 0 0 0 0,0 0 0 0 0,0 0 0 0 0,0 1 0 0 0,1 0-1 0 0,6-2 1 0 0,63-12 115 0 0,-28 10-182 0 0,0 2 0 0 0,0 2 0 0 0,78 7 0 0 0,-120-4-31 0 0,0-1 0 0 0,-1 1-1 0 0,1 0 1 0 0,-1 0 0 0 0,0 0-1 0 0,1 1 1 0 0,-1-1 0 0 0,0 1-1 0 0,1 0 1 0 0,5 5 0 0 0,-9-6 1 0 0,0-1 0 0 0,-1 1 0 0 0,1 0 0 0 0,0 0 0 0 0,-1-1 1 0 0,1 1-1 0 0,-1 0 0 0 0,1 0 0 0 0,-1 0 0 0 0,0 0 0 0 0,1 0 0 0 0,-1 0 1 0 0,0 0-1 0 0,1 0 0 0 0,-1 0 0 0 0,0 0 0 0 0,0 0 0 0 0,0 0 1 0 0,0 0-1 0 0,0 0 0 0 0,0 0 0 0 0,-1 1 0 0 0,0 1 1 0 0,0 0 0 0 0,0 0 0 0 0,0 0 0 0 0,-1 0 0 0 0,0 0 0 0 0,1 0 0 0 0,-1 0 0 0 0,0-1 0 0 0,0 1 0 0 0,-4 3 0 0 0,-14 11 29 0 0,-1 0-1 0 0,0-2 0 0 0,-1 0 1 0 0,-1-1-1 0 0,0-2 0 0 0,-1 0 1 0 0,0-1-1 0 0,-1-2 0 0 0,-28 8 1 0 0,5-4 173 0 0,-1-1 1 0 0,0-2-1 0 0,-57 3 0 0 0,68-13-83 0 0,38 0-118 0 0,-1 0 0 0 0,1 0 0 0 0,0 1 0 0 0,0-1-1 0 0,0 0 1 0 0,-1 0 0 0 0,1 0 0 0 0,0 0 0 0 0,0 0-1 0 0,0 0 1 0 0,-1 0 0 0 0,1 0 0 0 0,0 0 0 0 0,0 0-1 0 0,0 0 1 0 0,-1 0 0 0 0,1 0 0 0 0,0 0 0 0 0,0 0-1 0 0,0 0 1 0 0,-1 0 0 0 0,1 0 0 0 0,0 0 0 0 0,0 0-1 0 0,0-1 1 0 0,0 1 0 0 0,-1 0 0 0 0,1 0 0 0 0,0 0-1 0 0,0 0 1 0 0,0 0 0 0 0,0 0 0 0 0,-1-1 0 0 0,1 1-1 0 0,0 0 1 0 0,0 0 0 0 0,0 0 0 0 0,0 0 0 0 0,0-1-1 0 0,0 1 1 0 0,0 0 0 0 0,0 0 0 0 0,0 0 0 0 0,-1 0-1 0 0,1-1 1 0 0,0 1 0 0 0,0 0 0 0 0,0 0 0 0 0,0 0-1 0 0,0-1 1 0 0,0 1 0 0 0,0 0 0 0 0,0-1 0 0 0,43-18 114 0 0,-14 8-103 0 0,-2-2-3 0 0,2 2 0 0 0,0 2 0 0 0,0 0 0 0 0,0 2 0 0 0,1 1 0 0 0,0 1 0 0 0,1 2 0 0 0,-1 1 0 0 0,0 1 0 0 0,1 2 0 0 0,55 8 0 0 0,-75-7-16 0 0,-1 1-1 0 0,1 0 0 0 0,-1 0 1 0 0,0 1-1 0 0,0 0 0 0 0,0 1 1 0 0,-1 0-1 0 0,0 1 0 0 0,12 8 1 0 0,-19-12 4 0 0,0 0 0 0 0,0-1 0 0 0,0 1 1 0 0,0 0-1 0 0,0 0 0 0 0,0 0 0 0 0,-1 1 1 0 0,1-1-1 0 0,-1 0 0 0 0,1 1 0 0 0,-1-1 1 0 0,0 1-1 0 0,0-1 0 0 0,0 1 0 0 0,0-1 1 0 0,-1 1-1 0 0,1 0 0 0 0,-1-1 0 0 0,1 5 1 0 0,-2-4 2 0 0,1-1 1 0 0,-1 1 0 0 0,0 0 0 0 0,0-1 0 0 0,0 0 0 0 0,0 1 0 0 0,0-1 0 0 0,-1 0-1 0 0,1 1 1 0 0,-1-1 0 0 0,1 0 0 0 0,-1 0 0 0 0,0 0 0 0 0,0 0 0 0 0,0-1-1 0 0,-3 4 1 0 0,-12 5 53 0 0,1 0 0 0 0,-1-2 0 0 0,0 1 0 0 0,-31 8 0 0 0,46-16-46 0 0,-61 20 327 0 0,-2-3-1 0 0,-92 15 1 0 0,115-27-361 0 0,-1-1-1 0 0,-1-3 1 0 0,1-1 0 0 0,-62-6-1 0 0,101 4-44 0 0,1 1 0 0 0,0-1 0 0 0,0 1 0 0 0,0-1 0 0 0,0 0 0 0 0,0 0 0 0 0,0 0 0 0 0,0-1 0 0 0,-3-1 0 0 0,5 3 28 0 0,1-1 1 0 0,0 1 0 0 0,0 0-1 0 0,-1-1 1 0 0,1 1-1 0 0,0 0 1 0 0,0-1-1 0 0,-1 1 1 0 0,1-1 0 0 0,0 1-1 0 0,0-1 1 0 0,0 1-1 0 0,0 0 1 0 0,0-1 0 0 0,0 1-1 0 0,0-1 1 0 0,0 1-1 0 0,0-1 1 0 0,0 1 0 0 0,0-1-1 0 0,0 1 1 0 0,0-1-1 0 0,0 1 1 0 0,0 0-1 0 0,1-1 1 0 0,-1 1 0 0 0,0-1-1 0 0,0 1 1 0 0,0 0-1 0 0,1-1 1 0 0,-1 1 0 0 0,0-1-1 0 0,0 1 1 0 0,1 0-1 0 0,-1-1 1 0 0,0 1-1 0 0,1 0 1 0 0,-1 0 0 0 0,1-1-1 0 0,-1 1 1 0 0,0 0-1 0 0,1-1 1 0 0,13-8-1429 0 0,1 0 0 0 0,0 1 0 0 0,0 1 0 0 0,27-10 0 0 0,104-29-5947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40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45 1121 0 0,'-61'0'6322'0'0,"-29"0"-4561"0"0,-1 5 560 0 0,91-10-320 0 0,30 5-400 0 0,31 0-961 0 0,29 5-400 0 0,146 9 80 0 0,5-28-480 0 0,-90-16-6162 0 0,-91 10-1442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41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443 98 5122 0 0,'-4'-2'555'0'0,"-42"-33"2300"0"0,45 35-2806 0 0,0-1 0 0 0,0 0 0 0 0,0 1 0 0 0,0-1-1 0 0,0 0 1 0 0,1 0 0 0 0,-1 0 0 0 0,0 0 0 0 0,0 0 0 0 0,1 0-1 0 0,-1 0 1 0 0,0 0 0 0 0,1 0 0 0 0,-1 0 0 0 0,1 0-1 0 0,0-1 1 0 0,-1 1 0 0 0,1 0 0 0 0,0 0 0 0 0,0 0-1 0 0,0-1 1 0 0,0 1 0 0 0,0 0 0 0 0,0 0 0 0 0,0-1-1 0 0,0 1 1 0 0,0 0 0 0 0,0 0 0 0 0,1 0 0 0 0,-1 0 0 0 0,0-1-1 0 0,1 1 1 0 0,-1 0 0 0 0,1 0 0 0 0,-1 0 0 0 0,1 0-1 0 0,0 0 1 0 0,0 0 0 0 0,1-1 0 0 0,2-1-13 0 0,0 1 1 0 0,0 0 0 0 0,1 0-1 0 0,-1 0 1 0 0,0 1 0 0 0,1-1-1 0 0,0 1 1 0 0,-1 0 0 0 0,1 1-1 0 0,0-1 1 0 0,-1 1 0 0 0,1 0-1 0 0,6 0 1 0 0,66 9 10 0 0,-69-6-53 0 0,1-1 0 0 0,-1 1 0 0 0,0 1 0 0 0,0 0 0 0 0,0 0 0 0 0,0 0 0 0 0,-1 1 0 0 0,1 0 0 0 0,-1 1 0 0 0,-1 0 0 0 0,1 0 0 0 0,-1 0 0 0 0,0 1 0 0 0,0-1 0 0 0,-1 2 0 0 0,0-1 0 0 0,7 13 0 0 0,-10-16 7 0 0,1 2 0 0 0,-1-1 0 0 0,1 0 0 0 0,-2 0 0 0 0,1 1 0 0 0,-1-1 0 0 0,1 1 0 0 0,-1-1 0 0 0,-1 1-1 0 0,1 0 1 0 0,-1-1 0 0 0,0 1 0 0 0,0 0 0 0 0,-1-1 0 0 0,0 1 0 0 0,0-1 0 0 0,0 1 0 0 0,-1-1 0 0 0,1 1 0 0 0,-1-1 0 0 0,0 0 0 0 0,-1 0 0 0 0,0 0 0 0 0,1 0 0 0 0,-2 0 0 0 0,1 0 0 0 0,0-1 0 0 0,-8 7 0 0 0,-2 0 47 0 0,0-1 1 0 0,-1 0-1 0 0,0-1 0 0 0,-1-1 1 0 0,0 0-1 0 0,0-1 1 0 0,-1-1-1 0 0,-23 7 0 0 0,17-6 37 0 0,-4 2 19 0 0,-3 3 88 0 0,-1-1 0 0 0,0-2 0 0 0,0-1 0 0 0,-1-1 1 0 0,0-2-1 0 0,0-1 0 0 0,-63 0 0 0 0,86-5-121 0 0,-1 1 1 0 0,1-1-1 0 0,0-1 0 0 0,-1 0 1 0 0,1 0-1 0 0,-9-4 0 0 0,14 5-49 0 0,0-1-1 0 0,1 0 0 0 0,-1 1 1 0 0,0-1-1 0 0,0 0 0 0 0,1-1 1 0 0,-1 1-1 0 0,1 0 0 0 0,0-1 1 0 0,0 1-1 0 0,0-1 0 0 0,0 0 0 0 0,0 0 1 0 0,0 0-1 0 0,1 0 0 0 0,0 0 1 0 0,-1 0-1 0 0,1 0 0 0 0,0 0 1 0 0,-1-6-1 0 0,-8-60 206 0 0,-5 38-120 0 0,16 30-104 0 0,-1 0 0 0 0,1 1 0 0 0,0-1 0 0 0,-1 0 0 0 0,1 1 0 0 0,0-1 0 0 0,0 1 0 0 0,-1-1 1 0 0,1 1-1 0 0,0 0 0 0 0,0-1 0 0 0,-1 1 0 0 0,1 0 0 0 0,0-1 0 0 0,0 1 0 0 0,0 0 1 0 0,0 0-1 0 0,0 0 0 0 0,0 0 0 0 0,0 0 0 0 0,-1 0 0 0 0,1 0 0 0 0,0 0 0 0 0,0 0 0 0 0,0 0 1 0 0,0 0-1 0 0,0 1 0 0 0,0-1 0 0 0,0 1 0 0 0,20 4 54 0 0,0 1-1 0 0,0 1 1 0 0,22 12 0 0 0,414 193 583 0 0,-443-205-691 0 0,0-1 0 0 0,1 0 0 0 0,-1-1-1 0 0,1-1 1 0 0,1-1 0 0 0,-1 0 0 0 0,0 0 0 0 0,1-2 0 0 0,-1 0 0 0 0,1 0 0 0 0,-1-2-1 0 0,1 0 1 0 0,-1-1 0 0 0,1 0 0 0 0,-1-1 0 0 0,0-1 0 0 0,25-10 0 0 0,3-2-1962 0 0,69-37 0 0 0,-111 53 1997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57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7 2001 0 0,'3'-1'5468'0'0,"19"-5"-4840"0"0,-103 14 2147 0 0,56-9-2362 0 0,21 1-39 0 0,-1 1-868 0 0,-9 3 273 0 0,20-6-597 0 0,27-6-851 0 0,-29 7 1362 0 0,-8 1 387 0 0,-131 0 2228 0 0,129 0-1721 0 0,6 1-580 0 0,0-1 0 0 0,0 1 0 0 0,0-1 0 0 0,0 0-1 0 0,-1 1 1 0 0,1-1 0 0 0,0 1 0 0 0,0-1 0 0 0,0 1 0 0 0,0-1 0 0 0,0 1-1 0 0,0-1 1 0 0,0 1 0 0 0,0-1 0 0 0,0 1 0 0 0,1-1 0 0 0,-1 1 0 0 0,0-1-1 0 0,0 1 1 0 0,0-1 0 0 0,0 1 0 0 0,1-1 0 0 0,-1 0 0 0 0,0 1 0 0 0,0-1-1 0 0,1 1 1 0 0,-1-1 0 0 0,0 0 0 0 0,1 1 0 0 0,-1-1 0 0 0,1 0 0 0 0,-1 1-1 0 0,0-1 1 0 0,2 1 0 0 0,10 12 24 0 0,0 0-1 0 0,-1 1 0 0 0,-1 1 1 0 0,14 23-1 0 0,21 30-48 0 0,-16-29-56 0 0,-19-25-117 0 0,0-1-1 0 0,1 0 0 0 0,20 19 0 0 0,-23-26-195 0 0,0 0 1 0 0,1-1-1 0 0,0 0 0 0 0,12 4 0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57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1 242 4642 0 0,'0'-7'3682'0'0,"60"-13"-1681"0"0,61-43-1521 0 0,235-89-7123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58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83 2721 0 0,'0'-38'3282'0'0,"-30"19"-1601"0"0,30 0-481 0 0,0 13-800 0 0,-30 6-80 0 0,30 6-320 0 0,-30 38 80 0 0,0 83 321 0 0,-1-12-241 0 0,31-32-160 0 0,0-51-240 0 0,61-51-2162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8:58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89 1681 0 0,'0'14'3361'0'0,"-30"-3"-1440"0"0,0 14-560 0 0,-61 33-241 0 0,7 19-479 0 0,53 0-161 0 0,86-2-240 0 0,65-24-80 0 0,31-51-160 0 0,-60-44 0 0 0,-31-38 160 0 0,-30-111 80 0 0,-90 80-1280 0 0,-61 69-5283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9:02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38 1201 0 0,'5'0'1254'0'0,"-4"0"-1059"0"0,0 0-1 0 0,0 0 1 0 0,0 0 0 0 0,0 0-1 0 0,0 0 1 0 0,0 0-1 0 0,0-1 1 0 0,0 1 0 0 0,0 0-1 0 0,0 0 1 0 0,0-1 0 0 0,0 1-1 0 0,0 0 1 0 0,0-1 0 0 0,0 1-1 0 0,0-1 1 0 0,0 0-1 0 0,0 1 1 0 0,-1-1 0 0 0,1 0-1 0 0,0 1 1 0 0,0-1 0 0 0,-1 0-1 0 0,1 0 1 0 0,-1 0 0 0 0,2-1-1 0 0,-3 2-92 0 0,0-1-1 0 0,0 0 1 0 0,0 1-1 0 0,0-1 1 0 0,0 0-1 0 0,0 1 1 0 0,1-1-1 0 0,-2 1 1 0 0,1 0-1 0 0,0-1 1 0 0,0 1-1 0 0,0 0 1 0 0,0-1-1 0 0,0 1 1 0 0,0 0-1 0 0,0 0 1 0 0,0 0-1 0 0,0 0 1 0 0,0 0-1 0 0,0 0 1 0 0,0 1-1 0 0,-2-1 1 0 0,3 0 31 0 0,-5 0 321 0 0,5-1-409 0 0,1 0 0 0 0,0 0 0 0 0,0 0 0 0 0,0 0 0 0 0,0 0 0 0 0,0 1 1 0 0,0-1-1 0 0,0 0 0 0 0,0 0 0 0 0,0 1 0 0 0,0-1 0 0 0,0 1 1 0 0,0-1-1 0 0,1 1 0 0 0,-1-1 0 0 0,0 1 0 0 0,0 0 0 0 0,1-1 1 0 0,-1 1-1 0 0,0 0 0 0 0,2 0 0 0 0,37-5 389 0 0,-6 5-221 0 0,1 1 1 0 0,-1 2-1 0 0,0 2 1 0 0,65 16-1 0 0,-59-1-233 0 0,-39-20 21 0 0,0 0-1 0 0,0 1 1 0 0,0-1-1 0 0,0 1 1 0 0,0-1-1 0 0,0 1 1 0 0,0-1-1 0 0,0 1 1 0 0,-1 0-1 0 0,1-1 1 0 0,0 1-1 0 0,0 0 1 0 0,-1-1-1 0 0,1 1 1 0 0,-1 0-1 0 0,1 0 1 0 0,0 0-1 0 0,-1 0 1 0 0,0 0 0 0 0,1 0-1 0 0,-1 0 1 0 0,1 0-1 0 0,-1 0 1 0 0,0 0-1 0 0,0 0 1 0 0,0 0-1 0 0,1 0 1 0 0,-1 0-1 0 0,0 0 1 0 0,0 0-1 0 0,-1 0 1 0 0,1 0-1 0 0,0 0 1 0 0,0 0-1 0 0,0 0 1 0 0,-1 0-1 0 0,1 1 1 0 0,-10 11 43 0 0,8-9-30 0 0,-1 0 0 0 0,0 0 0 0 0,0 0 0 0 0,0 0 0 0 0,0-1 0 0 0,-1 0 0 0 0,1 1 1 0 0,-1-1-1 0 0,0 0 0 0 0,0-1 0 0 0,0 1 0 0 0,-7 2 0 0 0,-36 15 53 0 0,-62 16 0 0 0,89-31-72 0 0,-1 0 1 0 0,0-1-1 0 0,1-2 1 0 0,-1 0-1 0 0,-41-2 0 0 0,61 0 3 0 0,-1-1-1 0 0,1 1 0 0 0,-1 0 0 0 0,0-1 0 0 0,1 1 1 0 0,-1-1-1 0 0,1 0 0 0 0,0 1 0 0 0,-1-1 0 0 0,1 0 0 0 0,-1 0 1 0 0,1 0-1 0 0,0 0 0 0 0,0 0 0 0 0,0 0 0 0 0,-1 0 0 0 0,1 0 1 0 0,0-1-1 0 0,0 1 0 0 0,1 0 0 0 0,-1-1 0 0 0,0 1 0 0 0,0-1 1 0 0,1 1-1 0 0,-1-1 0 0 0,1 1 0 0 0,-1-1 0 0 0,1 1 0 0 0,0-1 1 0 0,-1 0-1 0 0,1 1 0 0 0,0-1 0 0 0,0 1 0 0 0,0-1 0 0 0,0 0 1 0 0,0 1-1 0 0,1-1 0 0 0,-1 1 0 0 0,0-1 0 0 0,1 0 0 0 0,-1 1 1 0 0,1-1-1 0 0,0 1 0 0 0,-1 0 0 0 0,1-1 0 0 0,0 1 0 0 0,0-1 1 0 0,0 1-1 0 0,0 0 0 0 0,0 0 0 0 0,0 0 0 0 0,0-1 1 0 0,1 1-1 0 0,-1 0 0 0 0,0 0 0 0 0,1 1 0 0 0,-1-1 0 0 0,0 0 1 0 0,1 0-1 0 0,-1 1 0 0 0,1-1 0 0 0,-1 1 0 0 0,1-1 0 0 0,0 1 1 0 0,1-1-1 0 0,47 0-37 0 0,-46 2 49 0 0,0 0 1 0 0,1-1-1 0 0,-1 2 1 0 0,0-1-1 0 0,0 0 1 0 0,0 1-1 0 0,0 0 1 0 0,0 0-1 0 0,0 0 1 0 0,0 0 0 0 0,0 1-1 0 0,-1 0 1 0 0,5 3-1 0 0,26 20 120 0 0,-2 1 0 0 0,38 39 0 0 0,-54-46-109 0 0,26 38-1 0 0,-20-25-151 0 0,-20-31 69 0 0,0 1 0 0 0,0-1 0 0 0,-1 0 0 0 0,1 0 1 0 0,1 1-1 0 0,-1-1 0 0 0,0 0 0 0 0,0-1 0 0 0,1 1 1 0 0,-1 0-1 0 0,1-1 0 0 0,0 1 0 0 0,-1-1 0 0 0,1 0 0 0 0,0 0 1 0 0,0 0-1 0 0,0 0 0 0 0,0 0 0 0 0,0-1 0 0 0,0 1 1 0 0,0-1-1 0 0,0 0 0 0 0,5 0 0 0 0,3-3-497 0 0,0-1 0 0 0,0 0-1 0 0,-1 0 1 0 0,1-1 0 0 0,-1 0-1 0 0,10-7 1 0 0,-19 11 494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9:02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642 56 3121 0 0,'-6'-6'723'0'0,"4"5"-473"0"0,0-1-1 0 0,0 0 1 0 0,0 0-1 0 0,0 0 1 0 0,0 0 0 0 0,1 0-1 0 0,-1 0 1 0 0,1 0 0 0 0,0 0-1 0 0,-1-1 1 0 0,1 1-1 0 0,0 0 1 0 0,0-1 0 0 0,0 1-1 0 0,1-1 1 0 0,-1 0 0 0 0,0-2-1 0 0,1 5-234 0 0,0 0 1 0 0,0-1-1 0 0,0 1 0 0 0,0 0 1 0 0,0-1-1 0 0,1 1 0 0 0,-1 0 1 0 0,0 0-1 0 0,0-1 0 0 0,0 1 1 0 0,0 0-1 0 0,0-1 0 0 0,0 1 1 0 0,0 0-1 0 0,1 0 0 0 0,-1-1 1 0 0,0 1-1 0 0,0 0 0 0 0,0 0 1 0 0,1-1-1 0 0,-1 1 0 0 0,0 0 1 0 0,0 0-1 0 0,1 0 0 0 0,-1-1 1 0 0,0 1-1 0 0,0 0 0 0 0,1 0 1 0 0,-1 0-1 0 0,0 0 0 0 0,1 0 1 0 0,-1 0-1 0 0,0 0 0 0 0,0 0 1 0 0,1 0-1 0 0,-1 0 0 0 0,0 0 1 0 0,1 0-1 0 0,-1 0 0 0 0,0 0 1 0 0,1 0-1 0 0,-1 0 0 0 0,0 0 0 0 0,1 0 1 0 0,-1 0-1 0 0,0 0 0 0 0,8 0-8 0 0,0-1 0 0 0,0 1 0 0 0,0 1 0 0 0,0-1 0 0 0,0 1 0 0 0,0 1 0 0 0,-1-1 0 0 0,10 4 0 0 0,-15-4-15 0 0,0 0 1 0 0,-1 0-1 0 0,1-1 1 0 0,0 1-1 0 0,-1 1 1 0 0,1-1-1 0 0,0 0 1 0 0,-1 0-1 0 0,0 1 1 0 0,1-1-1 0 0,-1 0 1 0 0,0 1 0 0 0,1-1-1 0 0,-1 1 1 0 0,0 0-1 0 0,0-1 1 0 0,0 1-1 0 0,0 3 1 0 0,0-2 9 0 0,-1 0 0 0 0,0 0 1 0 0,1 0-1 0 0,-1 0 0 0 0,-1 0 1 0 0,1 0-1 0 0,0 0 0 0 0,-1 0 1 0 0,0 0-1 0 0,1 0 0 0 0,-1 0 1 0 0,0 0-1 0 0,-1 0 0 0 0,1 0 1 0 0,0-1-1 0 0,-3 4 0 0 0,-5 7 45 0 0,0 0 0 0 0,-1 0 0 0 0,-1-1 0 0 0,0-1 0 0 0,0 0 0 0 0,-2-1 0 0 0,1 0 0 0 0,-1 0 0 0 0,0-1 0 0 0,-1-1 0 0 0,-17 8 0 0 0,-32 13 318 0 0,-81 26 0 0 0,136-52-338 0 0,-26 9 114 0 0,1-1 1 0 0,-2-2-1 0 0,1-2 1 0 0,-62 6-1 0 0,88-13-127 0 0,0 0 0 0 0,0-1-1 0 0,-1 1 1 0 0,1-2 0 0 0,0 1 0 0 0,0-1-1 0 0,0 0 1 0 0,0-1 0 0 0,0 0 0 0 0,-12-6 0 0 0,19 8-15 0 0,1 1 0 0 0,-1 0 0 0 0,0-1 0 0 0,0 1 1 0 0,1-1-1 0 0,-1 1 0 0 0,0-1 0 0 0,1 1 0 0 0,-1-1 1 0 0,1 0-1 0 0,-1 1 0 0 0,1-1 0 0 0,-1 0 0 0 0,1 1 1 0 0,-1-1-1 0 0,1 0 0 0 0,0 0 0 0 0,-1 1 0 0 0,1-1 1 0 0,0 0-1 0 0,0 0 0 0 0,0 0 0 0 0,-1 1 0 0 0,1-1 0 0 0,0 0 1 0 0,0 0-1 0 0,0 0 0 0 0,0 1 0 0 0,0-1 0 0 0,1 0 1 0 0,-1 0-1 0 0,0-1 0 0 0,2 0-2 0 0,0-1 0 0 0,1 1 0 0 0,-1 0 0 0 0,0 0 0 0 0,1 0 0 0 0,-1 0 0 0 0,1 1 0 0 0,-1-1 0 0 0,1 1 0 0 0,0 0 0 0 0,0-1 0 0 0,0 1 0 0 0,0 0 0 0 0,4 0 0 0 0,-2-1 5 0 0,0 1 0 0 0,0 0-1 0 0,0 0 1 0 0,1 0 0 0 0,-1 1 0 0 0,0 0-1 0 0,0 0 1 0 0,1 0 0 0 0,-1 1 0 0 0,0 0 0 0 0,0 0-1 0 0,1 0 1 0 0,-1 0 0 0 0,0 1 0 0 0,0 0-1 0 0,-1 0 1 0 0,7 3 0 0 0,1 3 28 0 0,0 0 0 0 0,-1 1 1 0 0,1 0-1 0 0,-2 1 0 0 0,11 11 1 0 0,-2 1 105 0 0,0 2 1 0 0,15 25 0 0 0,19 26 360 0 0,-47-66-542 0 0,2-1 1 0 0,-1 0-1 0 0,1-1 1 0 0,0 0-1 0 0,15 11 1 0 0,63 28-2010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9:38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1347 401 560 0 0,'55'-43'4749'0'0,"-55"43"-4719"0"0,1-1-1 0 0,-1 1 1 0 0,0 0-1 0 0,0 0 1 0 0,0-1-1 0 0,0 1 1 0 0,0 0-1 0 0,0 0 1 0 0,0 0-1 0 0,0-1 1 0 0,0 1-1 0 0,0 0 1 0 0,0 0 0 0 0,0-1-1 0 0,0 1 1 0 0,0 0-1 0 0,0 0 1 0 0,0-1-1 0 0,0 1 1 0 0,0 0-1 0 0,0 0 1 0 0,0 0-1 0 0,0-1 1 0 0,0 1-1 0 0,0 0 1 0 0,-1 0-1 0 0,1-1 1 0 0,0 1-1 0 0,0 0 1 0 0,0 0 0 0 0,0 0-1 0 0,-1 0 1 0 0,1-1-1 0 0,0 1 1 0 0,0 0-1 0 0,0 0 1 0 0,0 0-1 0 0,-1 0 1 0 0,1 0-1 0 0,0 0 1 0 0,0 0-1 0 0,-1-1 1 0 0,1 1-1 0 0,0 0 1 0 0,0 0-1 0 0,0 0 1 0 0,-1 0 0 0 0,1 0-1 0 0,0 0 1 0 0,0 0-1 0 0,-1 0 1 0 0,1 0-1 0 0,0 0 1 0 0,0 0-1 0 0,-1 0 1 0 0,1 1-1 0 0,-18-6 191 0 0,17 5-135 0 0,-22-4 58 0 0,0 1 1 0 0,0 2 0 0 0,0 0 0 0 0,0 2 0 0 0,0 0-1 0 0,0 2 1 0 0,0 0 0 0 0,-25 8 0 0 0,8-1-58 0 0,1 3 1 0 0,0 1 0 0 0,-44 22-1 0 0,63-25-70 0 0,0 1 0 0 0,1 0-1 0 0,0 1 1 0 0,1 2-1 0 0,-33 32 1 0 0,20-12-10 0 0,-46 69 1 0 0,66-86-49 0 0,1 0 0 0 0,0 1-1 0 0,-6 20 1 0 0,6-16 0 0 0,0-1 1 0 0,-19 30 0 0 0,-56 84 254 0 0,-1 1-306 0 0,21 22 13 0 0,57-138 50 0 0,0 1 1 0 0,2 0-1 0 0,-5 34 0 0 0,6-29-17 0 0,-17 51-1 0 0,-17 20-45 0 0,-62 109 0 0 0,84-174 39 0 0,-18 53 1 0 0,-9 18-54 0 0,34-86 94 0 0,2 0 0 0 0,0 1 1 0 0,0 1-1 0 0,2-1 0 0 0,-7 37 0 0 0,9-11-40 0 0,1 72-1 0 0,3-114 51 0 0,0 91-23 0 0,0-91 21 0 0,0-1 1 0 0,1 1-1 0 0,0 0 1 0 0,-1-1-1 0 0,1 1 1 0 0,0-1-1 0 0,0 1 1 0 0,0-1-1 0 0,1 1 1 0 0,-1-1-1 0 0,1 0 1 0 0,-1 0-1 0 0,1 1 1 0 0,0-1 0 0 0,0 0-1 0 0,0-1 1 0 0,0 1-1 0 0,0 0 1 0 0,0-1-1 0 0,0 1 1 0 0,1-1-1 0 0,-1 1 1 0 0,5 1-1 0 0,8 6 19 0 0,184 126 40 0 0,-173-119-54 0 0,7 1-2 0 0,0-1 1 0 0,0-2 0 0 0,2-1 0 0 0,0-2-1 0 0,65 13 1 0 0,186 15 95 0 0,-262-36-74 0 0,218 33 459 0 0,-17-1-91 0 0,126 0 213 0 0,-281-25-382 0 0,55 9 405 0 0,218 5 0 0 0,-225-24-197 0 0,142-19 0 0 0,-50 1 0 0 0,-74 10-241 0 0,237-8 130 0 0,-254 13-258 0 0,-73 2-79 0 0,0-1-1 0 0,0-3 1 0 0,-1-1-1 0 0,1-2 1 0 0,-1-3 0 0 0,-1-1-1 0 0,0-2 1 0 0,-1-2 0 0 0,64-34-1 0 0,225-150 409 0 0,-290 171-343 0 0,-25 16-13 0 0,1 0-1 0 0,0 2 1 0 0,1 0-1 0 0,0 1 1 0 0,34-13-1 0 0,-47 21-23 0 0,0 0 0 0 0,0 1-1 0 0,1-1 1 0 0,-1 1 0 0 0,0 1 0 0 0,0-1-1 0 0,1 1 1 0 0,-1 0 0 0 0,10 1 0 0 0,-12 0-1 0 0,0 0 0 0 0,-1 1 0 0 0,1-1 0 0 0,0 1 0 0 0,-1 0 1 0 0,1-1-1 0 0,-1 1 0 0 0,0 1 0 0 0,1-1 0 0 0,-1 1 0 0 0,0-1 1 0 0,-1 1-1 0 0,1 0 0 0 0,4 5 0 0 0,13 10 61 0 0,-15-14-68 0 0,-1-1 1 0 0,1 0-1 0 0,0 0 1 0 0,-1 0-1 0 0,1-1 0 0 0,1 1 1 0 0,-1-1-1 0 0,0 0 1 0 0,0-1-1 0 0,1 0 1 0 0,8 2-1 0 0,72 4-63 0 0,-60-5 55 0 0,3-1-36 0 0,0-1 0 0 0,0-2 0 0 0,0-1 0 0 0,-1-1 0 0 0,1-1 0 0 0,-1-2 0 0 0,47-17 0 0 0,-63 21 69 0 0,0 0 0 0 0,0 1 0 0 0,0 1 1 0 0,1 0-1 0 0,-1 0 0 0 0,0 1 0 0 0,1 1 1 0 0,-1 0-1 0 0,0 0 0 0 0,17 5 0 0 0,-16-3-28 0 0,-1 0 0 0 0,1-2 0 0 0,0 1 0 0 0,0-2 0 0 0,0 1 0 0 0,0-2 0 0 0,0 0 0 0 0,0-1 0 0 0,22-5 0 0 0,-15 1 21 0 0,-1 0 0 0 0,0-2-1 0 0,34-19 1 0 0,-31 16 17 0 0,1 0-1 0 0,0 1 1 0 0,1 1 0 0 0,0 1-1 0 0,1 2 1 0 0,35-6-1 0 0,-36 8-54 0 0,0-1 0 0 0,0-1-1 0 0,-1-1 1 0 0,1-1-1 0 0,42-22 1 0 0,-50 21 19 0 0,0-1 0 0 0,-1 0 0 0 0,0-2 0 0 0,-1 1 0 0 0,0-2 0 0 0,-1 0 0 0 0,16-21 0 0 0,-20 25 4 0 0,206-258-282 0 0,-199 242 237 0 0,-4 10 28 0 0,-1-1 0 0 0,-1 0 1 0 0,0-1-1 0 0,-2 0 0 0 0,0-1 0 0 0,8-23 1 0 0,-6-17-40 0 0,20-63 41 0 0,11-24-36 0 0,4-11-89 0 0,-33 92 54 0 0,-4 19-30 0 0,2 0 0 0 0,25-67-1 0 0,-17 72 69 0 0,-12 28 44 0 0,0 0 0 0 0,-1-1-1 0 0,-1 1 1 0 0,0-1 0 0 0,0 0-1 0 0,-1 0 1 0 0,-1-1 0 0 0,1-18 0 0 0,-2 22 33 0 0,-1-1 1 0 0,0 0 0 0 0,-1 1 0 0 0,0-1 0 0 0,0 0 0 0 0,-2 1 0 0 0,1 0 0 0 0,-1-1-1 0 0,0 1 1 0 0,-1 0 0 0 0,-1 1 0 0 0,1-1 0 0 0,-1 1 0 0 0,-1-1 0 0 0,0 2-1 0 0,0-1 1 0 0,-10-10 0 0 0,7 10-12 0 0,0 1 1 0 0,-1 0-1 0 0,1 0 0 0 0,-2 1 0 0 0,1 0 0 0 0,-1 1 1 0 0,0 0-1 0 0,-14-5 0 0 0,-50-28-42 0 0,-61-29 222 0 0,-59-23-83 0 0,-13-7-100 0 0,151 65 51 0 0,0-1 45 0 0,-1 2 0 0 0,-1 3 0 0 0,-91-30 0 0 0,44 34 116 0 0,-1 5 0 0 0,-120-6 0 0 0,18 2-22 0 0,97 10-124 0 0,0 4 0 0 0,-138 7 0 0 0,-205 48 188 0 0,344-31-195 0 0,-1-5-1 0 0,-187-9 1 0 0,143-9-102 0 0,-80-2-19 0 0,184 12 37 0 0,1 2 1 0 0,-88 16-1 0 0,-177 33 102 0 0,-137 2-94 0 0,429-52-12 0 0,1 0-11 0 0,0 1 1 0 0,-32 9-1 0 0,-186 29-124 0 0,155-24 257 0 0,13-3-124 0 0,0 3-1 0 0,-82 30 1 0 0,54-9-22 0 0,-99 43-48 0 0,121-42-73 0 0,-113 51 476 0 0,170-82-527 0 0,0 0 0 0 0,-1-1 0 0 0,0-1 0 0 0,-1-2 0 0 0,1 0 0 0 0,-32 1 0 0 0,55-5 94 0 0,-1 0 0 0 0,1 0-1 0 0,-1 1 1 0 0,1-1 0 0 0,0 0 0 0 0,-1 0 0 0 0,1 0 0 0 0,-1 0 0 0 0,1 0 0 0 0,-1 0 0 0 0,1 1 0 0 0,-1-1 0 0 0,1 0-1 0 0,0 0 1 0 0,-1 0 0 0 0,1-1 0 0 0,-1 1 0 0 0,1 0 0 0 0,-1 0 0 0 0,1 0 0 0 0,0 0 0 0 0,-1 0 0 0 0,1 0 0 0 0,-1-1 0 0 0,1 1-1 0 0,0 0 1 0 0,-1 0 0 0 0,1-1 0 0 0,-1 1 0 0 0,1 0 0 0 0,0 0 0 0 0,-1-1 0 0 0,1 1 0 0 0,0 0 0 0 0,0-1 0 0 0,-1 1-1 0 0,1-1 1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9:40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61 254 640 0 0,'-50'-8'6790'0'0,"49"8"-6759"0"0,1 0 0 0 0,-1 0 0 0 0,1-1 1 0 0,0 1-1 0 0,-1 0 0 0 0,1 0 0 0 0,-1-1 0 0 0,1 1 0 0 0,0 0 0 0 0,-1 0 0 0 0,1-1 1 0 0,0 1-1 0 0,-1 0 0 0 0,1-1 0 0 0,0 1 0 0 0,0 0 0 0 0,-1-1 0 0 0,1 1 1 0 0,0-1-1 0 0,0 1 0 0 0,0 0 0 0 0,0-1 0 0 0,-1 1 0 0 0,1-1 0 0 0,0 1 0 0 0,0-1 1 0 0,0 1-1 0 0,0 0 0 0 0,0-1 0 0 0,0 1 0 0 0,0-1 0 0 0,0 1 0 0 0,0-1 0 0 0,0 1 1 0 0,0 0-1 0 0,1-1 0 0 0,-1 1 0 0 0,0-1 0 0 0,0 1 0 0 0,0-1 0 0 0,0 1 1 0 0,1 0-1 0 0,-1-1 0 0 0,0 1 0 0 0,0 0 0 0 0,1-1 0 0 0,-1 1 0 0 0,0 0 0 0 0,1-1 1 0 0,0 1-1 0 0,12-11 329 0 0,-21 7-21 0 0,8 4-307 0 0,-1 0 0 0 0,1 0 0 0 0,-1 0 0 0 0,1 0 0 0 0,-1 0 0 0 0,1 0 0 0 0,-1 0 0 0 0,1-1-1 0 0,-1 1 1 0 0,1 0 0 0 0,-1 0 0 0 0,1 0 0 0 0,-1-1 0 0 0,1 1 0 0 0,-1 0 0 0 0,1-1 0 0 0,0 1 0 0 0,-1 0-1 0 0,1-1 1 0 0,-1 1 0 0 0,1 0 0 0 0,0-1 0 0 0,-1 1 0 0 0,1-1 0 0 0,0 1 0 0 0,0 0 0 0 0,-1-1 0 0 0,1 1 0 0 0,0-1-1 0 0,0 1 1 0 0,0-2 0 0 0,5 0 342 0 0,11-2-269 0 0,1 0 1 0 0,-1-2 0 0 0,26-12 0 0 0,22-8-49 0 0,14-3-43 0 0,-19 9 17 0 0,-1-2 0 0 0,89-48 0 0 0,-144 68 27 0 0,-6 7-45 0 0,-27 22-4 0 0,2-5-2 0 0,-102 88 54 0 0,104-85-52 0 0,1 1 1 0 0,1 0 0 0 0,-30 44-1 0 0,46-59-34 0 0,1 0-1 0 0,1 1 1 0 0,0 0-1 0 0,0 0 0 0 0,1 0 1 0 0,1 1-1 0 0,-4 15 0 0 0,7-24-46 0 0,1 0-1 0 0,0-1 1 0 0,-1 1-1 0 0,1-1 1 0 0,1 1-1 0 0,-1 0 1 0 0,0-1-1 0 0,1 1 0 0 0,0-1 1 0 0,0 1-1 0 0,0-1 1 0 0,0 1-1 0 0,0-1 1 0 0,1 0-1 0 0,0 1 0 0 0,-1-1 1 0 0,1 0-1 0 0,0 0 1 0 0,1 0-1 0 0,-1-1 1 0 0,0 1-1 0 0,1 0 0 0 0,0-1 1 0 0,-1 0-1 0 0,1 1 1 0 0,0-1-1 0 0,0 0 1 0 0,1 0-1 0 0,-1-1 1 0 0,7 3-1 0 0,11 3-917 0 0,0 0 0 0 0,1-2 1 0 0,0-1-1 0 0,28 2 0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9:41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 7443 0 0,'-121'50'2642'0'0,"31"65"-2802"0"0,60-21 240 0 0,90-42-2001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9:42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1021 133 400 0 0,'-3'-2'460'0'0,"-1"0"-1"0"0,1 0 1 0 0,-1 0-1 0 0,1 0 1 0 0,0 0-1 0 0,0-1 1 0 0,0 1 0 0 0,0-1-1 0 0,0 0 1 0 0,1 0-1 0 0,-1 0 1 0 0,1 0-1 0 0,0-1 1 0 0,0 1-1 0 0,-3-6 1 0 0,2 1-120 0 0,1 0 0 0 0,0 1-1 0 0,0-1 1 0 0,1 0 0 0 0,0 0 0 0 0,0 0 0 0 0,1-10-1 0 0,-1 17-332 0 0,0 0 0 0 0,0 0-1 0 0,0 0 1 0 0,0 0 0 0 0,0 0-1 0 0,0 0 1 0 0,0 1 0 0 0,0-1-1 0 0,-1 0 1 0 0,1 1 0 0 0,0-1 0 0 0,0 1-1 0 0,-1-1 1 0 0,1 1 0 0 0,0 0-1 0 0,0 0 1 0 0,-1-1 0 0 0,1 1-1 0 0,0 0 1 0 0,-1 0 0 0 0,1 0-1 0 0,0 0 1 0 0,-2 1 0 0 0,-2-1-6 0 0,0 1 1 0 0,0 0 0 0 0,0 0-1 0 0,0 0 1 0 0,1 1 0 0 0,-1 0-1 0 0,-7 3 1 0 0,-223 94-2 0 0,175-70 1 0 0,57-24-3 0 0,16-7-10 0 0,-13 2 10 0 0,0 0 0 0 0,1 0 0 0 0,-1-1 0 0 0,0 1 0 0 0,1 0 0 0 0,-1 0 0 0 0,0 0 0 0 0,0-1 0 0 0,1 1 0 0 0,-1 0 0 0 0,0 0 0 0 0,1-1 0 0 0,-1 1 0 0 0,0 0 0 0 0,0 0 0 0 0,0-1 0 0 0,1 1 0 0 0,-1 0 0 0 0,0-1 0 0 0,0 1 0 0 0,0 0 0 0 0,0-1 0 0 0,0 1 1 0 0,0-1-1 0 0,0 1 0 0 0,0 0 0 0 0,1-1 0 0 0,-1 1 0 0 0,0 0 0 0 0,-1-1 0 0 0,5-8 9 0 0,0 5 5 0 0,1 1-1 0 0,-1 0 1 0 0,1 0-1 0 0,0 1 1 0 0,0-1-1 0 0,1 1 1 0 0,-1 0-1 0 0,0 0 1 0 0,11-1-1 0 0,4-3 8 0 0,11-2 23 0 0,0 2 0 0 0,0 1 0 0 0,1 1 1 0 0,0 1-1 0 0,53 3 0 0 0,61 6-55 0 0,-122-7-30 0 0,-16-7 32 0 0,-10 6 15 0 0,0 0 0 0 0,0 0 0 0 0,-1 1 0 0 0,1-1-1 0 0,0 0 1 0 0,-1 1 0 0 0,1 0 0 0 0,-1-1 0 0 0,1 1 0 0 0,-1 0 0 0 0,0 0 0 0 0,0 1 0 0 0,1-1 0 0 0,-1 0 0 0 0,0 1 0 0 0,-5-1 0 0 0,-69-8 94 0 0,-1 2 0 0 0,-89 5-1 0 0,147 2-78 0 0,-8 0 70 0 0,0 1 0 0 0,0 2-1 0 0,-29 5 1 0 0,36 0-41 0 0,21-8-46 0 0,0 0-1 0 0,-1 0 1 0 0,1 0-1 0 0,0 0 1 0 0,-1 0-1 0 0,1 0 0 0 0,0 0 1 0 0,0 0-1 0 0,-1 0 1 0 0,1 0-1 0 0,0 0 1 0 0,-1 0-1 0 0,1 0 0 0 0,0 1 1 0 0,-1-1-1 0 0,1 0 1 0 0,0 0-1 0 0,0 0 1 0 0,-1 0-1 0 0,1 1 0 0 0,0-1 1 0 0,0 0-1 0 0,-1 0 1 0 0,1 0-1 0 0,0 1 1 0 0,0-1-1 0 0,0 0 0 0 0,0 0 1 0 0,-1 1-1 0 0,1-1 1 0 0,0 0-1 0 0,0 1 1 0 0,0-1-1 0 0,0 0 1 0 0,0 0-1 0 0,0 1 0 0 0,0-1 1 0 0,0 0-1 0 0,0 1 1 0 0,0-1-1 0 0,0 0 1 0 0,0 1-1 0 0,0-1 0 0 0,0 0 1 0 0,0 1-1 0 0,0-1 1 0 0,0 0-1 0 0,0 0 1 0 0,0 1-1 0 0,2 0 0 0 0,-1-1 0 0 0,0 1 0 0 0,1 0 0 0 0,-1 0 1 0 0,0 0-1 0 0,1 0 0 0 0,-1 0 0 0 0,0 0 0 0 0,0 0 0 0 0,0 0 0 0 0,0 0 0 0 0,0 0 0 0 0,0 0 0 0 0,1 3 0 0 0,13 16-4 0 0,-5-12 12 0 0,0 0 0 0 0,0-2 1 0 0,0 1-1 0 0,1-1 0 0 0,0 0 0 0 0,16 5 0 0 0,86 28 74 0 0,-94-33-76 0 0,112 39-1 0 0,-123-43-5 0 0,0 1 0 0 0,0 1 0 0 0,0-1 0 0 0,-1 1 0 0 0,0 1 0 0 0,0-1 1 0 0,0 1-1 0 0,0 1 0 0 0,-1-1 0 0 0,0 1 0 0 0,0 0 0 0 0,5 7 0 0 0,-10-11 0 0 0,0 0 1 0 0,-1 0 0 0 0,1 1-1 0 0,-1-1 1 0 0,1 0-1 0 0,-1 0 1 0 0,0 0 0 0 0,0 0-1 0 0,0 0 1 0 0,0 1 0 0 0,0-1-1 0 0,0 0 1 0 0,-1 0-1 0 0,1 0 1 0 0,-1 0 0 0 0,1 0-1 0 0,-1 0 1 0 0,0 0 0 0 0,0 0-1 0 0,0 0 1 0 0,0 0-1 0 0,0 0 1 0 0,-1 0 0 0 0,1 0-1 0 0,0-1 1 0 0,-1 1-1 0 0,1-1 1 0 0,-1 1 0 0 0,0-1-1 0 0,1 0 1 0 0,-1 1 0 0 0,0-1-1 0 0,-3 1 1 0 0,-4 4 1 0 0,-1 0 1 0 0,0-1 0 0 0,-1 0-1 0 0,1-1 1 0 0,-1 0-1 0 0,-13 3 1 0 0,-56 7 58 0 0,-1-3 0 0 0,-122 1 0 0 0,164-11-48 0 0,-82 2 1 0 0,-149 10-457 0 0,144-1-1505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9:45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121 108 1040 0 0,'-30'-44'3202'0'0,"-31"13"-1281"0"0,31 18-961 0 0,30 7-560 0 0,0-2-320 0 0,0 3-480 0 0,30 5-4642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9:45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25 3282 0 0,'-61'-13'2401'0'0,"31"1"-721"0"0,30 18-719 0 0,61 19-401 0 0,120 71-80 0 0,-30-33-400 0 0,-61-24-480 0 0,-60-7-1681 0 0,1-1-3441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9:45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1 218 7684 0 0,'90'-58'2161'0'0,"176"-32"-2322"0"0,36 20-559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9:46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25 6723 0 0,'0'-19'1681'0'0,"31"13"-1441"0"0,-1 6-720 0 0,0 0 400 0 0,-30 14 0 0 0,-91 144 240 0 0,1-30-160 0 0,-1-14 0 0 0,7 7-160 0 0,54-77-561 0 0,60-36-4561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9:46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514 1 2081 0 0,'-151'32'3041'0'0,"-90"64"-1360"0"0,150-7-1921 0 0,61-7 720 0 0,120-5 80 0 0,61-46-239 0 0,91-62 159 0 0,-7-71-160 0 0,-84-5-160 0 0,-181 16-1681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9:47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522 213 1841 0 0,'-2'-3'236'0'0,"0"1"-1"0"0,0-1 1 0 0,1 1 0 0 0,-1-1-1 0 0,1 0 1 0 0,0 0 0 0 0,0 0-1 0 0,0 0 1 0 0,0 0 0 0 0,0 0-1 0 0,1 0 1 0 0,-1 0 0 0 0,1 0-1 0 0,0 0 1 0 0,0 0 0 0 0,0-1-1 0 0,0 1 1 0 0,0 0 0 0 0,1 0-1 0 0,-1 0 1 0 0,2-4 0 0 0,1 0 4 0 0,0 1 1 0 0,0-1 0 0 0,0 1 0 0 0,1 0 0 0 0,0 0-1 0 0,0 0 1 0 0,1 1 0 0 0,0-1 0 0 0,7-6 0 0 0,-3 4-97 0 0,1-1 0 0 0,0 1 0 0 0,1 1 0 0 0,0 0 0 0 0,0 0 0 0 0,1 1 0 0 0,-1 0 0 0 0,1 1 0 0 0,0 1 0 0 0,22-6 0 0 0,-29 10-130 0 0,-1 0-1 0 0,1 0 0 0 0,0 1 1 0 0,0-1-1 0 0,-1 1 0 0 0,1 0 1 0 0,0 0-1 0 0,-1 1 0 0 0,0 0 1 0 0,1-1-1 0 0,-1 1 0 0 0,0 1 1 0 0,0-1-1 0 0,0 1 0 0 0,0-1 1 0 0,0 1-1 0 0,0 0 0 0 0,-1 1 1 0 0,6 5-1 0 0,-7-7-9 0 0,0 1-1 0 0,0 0 1 0 0,0 0-1 0 0,0 0 1 0 0,0 0-1 0 0,0 0 0 0 0,-1 0 1 0 0,0 0-1 0 0,1 1 1 0 0,-1-1-1 0 0,0 0 1 0 0,-1 1-1 0 0,1-1 1 0 0,-1 1-1 0 0,1-1 1 0 0,-1 1-1 0 0,0-1 1 0 0,0 1-1 0 0,-1-1 1 0 0,1 1-1 0 0,-1-1 0 0 0,1 1 1 0 0,-1-1-1 0 0,-2 6 1 0 0,-2 1 3 0 0,1 0-1 0 0,-1 0 1 0 0,-1-1 0 0 0,1 0-1 0 0,-2 0 1 0 0,-13 15 0 0 0,6-9-13 0 0,0-1 0 0 0,-2-1 0 0 0,0-1-1 0 0,0 0 1 0 0,-1-1 0 0 0,0-1 0 0 0,-20 9 0 0 0,-129 44-64 0 0,158-60 69 0 0,-165 48-22 0 0,147-46 6 0 0,1 0 0 0 0,-1-2 1 0 0,1 0-1 0 0,-47-3 0 0 0,65 0 5 0 0,0-1 0 0 0,0 0 0 0 0,0 0 1 0 0,0 0-1 0 0,0-1 0 0 0,0-1 0 0 0,1 1 0 0 0,-11-6 1 0 0,16 8 8 0 0,0-1 0 0 0,0 1 1 0 0,1-1-1 0 0,-1 0 1 0 0,0 1-1 0 0,0-1 1 0 0,1 0-1 0 0,-1 0 0 0 0,0 1 1 0 0,1-1-1 0 0,-1 0 1 0 0,1 0-1 0 0,-1 0 1 0 0,1 0-1 0 0,0 0 0 0 0,-1 1 1 0 0,1-1-1 0 0,0 0 1 0 0,-1 0-1 0 0,1 0 0 0 0,0 0 1 0 0,0-2-1 0 0,0 1-1 0 0,1 0 1 0 0,0 0-1 0 0,-1 1 0 0 0,1-1 0 0 0,0 0 0 0 0,0 0 0 0 0,0 1 1 0 0,0-1-1 0 0,0 1 0 0 0,0-1 0 0 0,0 0 0 0 0,1 1 1 0 0,-1 0-1 0 0,1-1 0 0 0,2-1 0 0 0,3-2 4 0 0,1-1 0 0 0,0 2 0 0 0,0-1 0 0 0,0 1 0 0 0,1 0 0 0 0,-1 1 0 0 0,1 0 0 0 0,0 0 0 0 0,0 1 0 0 0,18-2 0 0 0,-23 4 7 0 0,-1 0-1 0 0,1 0 1 0 0,-1 1 0 0 0,0-1-1 0 0,1 1 1 0 0,-1 0 0 0 0,0 0-1 0 0,1 0 1 0 0,-1 0 0 0 0,0 1-1 0 0,0-1 1 0 0,0 1 0 0 0,0 0-1 0 0,0 0 1 0 0,3 3 0 0 0,46 35 2 0 0,60 60 0 0 0,-30-25-801 0 0,2-12-1345 0 0,-47-39 939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9:47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868 161 2641 0 0,'0'-10'631'0'0,"0"-1"-1"0"0,1 1 0 0 0,0 0 1 0 0,0-1-1 0 0,1 1 1 0 0,0 0-1 0 0,1 0 0 0 0,1 0 1 0 0,4-11-1 0 0,-6 18-587 0 0,0-1-1 0 0,1 1 1 0 0,-1 0-1 0 0,1 0 1 0 0,0 0 0 0 0,0 0-1 0 0,0 0 1 0 0,0 1 0 0 0,0-1-1 0 0,1 1 1 0 0,-1 0-1 0 0,1 0 1 0 0,-1 0 0 0 0,1 0-1 0 0,0 1 1 0 0,0-1-1 0 0,0 1 1 0 0,0 0 0 0 0,0 0-1 0 0,0 1 1 0 0,0-1-1 0 0,0 1 1 0 0,0 0 0 0 0,0 0-1 0 0,0 0 1 0 0,0 1-1 0 0,7 1 1 0 0,-8-2-34 0 0,1 0 1 0 0,-1 1-1 0 0,0-1 1 0 0,1 1-1 0 0,-1 0 1 0 0,0 0-1 0 0,0 0 1 0 0,0 0-1 0 0,0 1 1 0 0,0-1-1 0 0,4 4 0 0 0,-5-4-2 0 0,-1 1-1 0 0,0 0 0 0 0,0 0 0 0 0,0 0 0 0 0,0 0 0 0 0,0 0 1 0 0,-1 0-1 0 0,1 0 0 0 0,0 0 0 0 0,-1 0 0 0 0,0 0 0 0 0,1 0 1 0 0,-1 0-1 0 0,0 0 0 0 0,0 0 0 0 0,0 0 0 0 0,0 1 1 0 0,-1-1-1 0 0,1 0 0 0 0,-1 0 0 0 0,1 0 0 0 0,-1 0 0 0 0,1 0 1 0 0,-1 0-1 0 0,0 0 0 0 0,-2 2 0 0 0,-2 8 19 0 0,-1 0 0 0 0,0-1 0 0 0,-1 0 0 0 0,0 0 0 0 0,-1-1 0 0 0,0 0 0 0 0,-1 0 0 0 0,0-1 0 0 0,0 0 0 0 0,-13 8 0 0 0,-8 5 34 0 0,0-1 1 0 0,-45 21 0 0 0,14-12 30 0 0,-2-3 1 0 0,0-2 0 0 0,-2-3-1 0 0,-96 18 1 0 0,127-33-68 0 0,1-2 0 0 0,-2-2 0 0 0,-49-1 0 0 0,70-2-28 0 0,0-1 0 0 0,0-1-1 0 0,0 0 1 0 0,0-1 0 0 0,0 0 0 0 0,0-1 0 0 0,1-1 0 0 0,-1 0-1 0 0,-21-12 1 0 0,31 14-1 0 0,0 0 0 0 0,0 0 0 0 0,0 0 0 0 0,1 0-1 0 0,-1 0 1 0 0,1-1 0 0 0,0 1 0 0 0,0-1 0 0 0,0 0 0 0 0,1 0-1 0 0,-1 0 1 0 0,-2-7 0 0 0,2 0-36 0 0,11 9-9 0 0,15 6 33 0 0,-1 1 0 0 0,0 0 0 0 0,1 2 1 0 0,-2 0-1 0 0,39 20 0 0 0,-3 0 105 0 0,102 67-1 0 0,-132-73-54 0 0,0 1 0 0 0,40 45 0 0 0,-49-48-159 0 0,1 1 0 0 0,1-2-1 0 0,34 24 1 0 0,-34-30-527 0 0,1-1 1 0 0,27 11-1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39:51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1226 460 4562 0 0,'-21'-16'2263'0'0,"20"14"-2184"0"0,-1 0 0 0 0,0 1 0 0 0,1-1 0 0 0,-1 1 0 0 0,0-1 0 0 0,0 1 0 0 0,0 0 0 0 0,0 0 0 0 0,0 0 0 0 0,0 0 0 0 0,0 0 0 0 0,0 0 0 0 0,0 1 0 0 0,0-1 0 0 0,-1 1 0 0 0,1-1 0 0 0,0 1 0 0 0,0 0 0 0 0,-1 0 0 0 0,1 0 0 0 0,0 0 1 0 0,0 0-1 0 0,-1 0 0 0 0,1 1 0 0 0,0-1 0 0 0,0 1 0 0 0,0 0 0 0 0,-1-1 0 0 0,1 1 0 0 0,0 0 0 0 0,0 0 0 0 0,0 0 0 0 0,0 1 0 0 0,-3 2 0 0 0,-50 25 1 0 0,29-16-58 0 0,1 1-1 0 0,0 1 1 0 0,1 1 0 0 0,0 1 0 0 0,2 1-1 0 0,0 2 1 0 0,-21 23 0 0 0,-133 126-22 0 0,39-4-7 0 0,32-34-67 0 0,-50 25-49 0 0,9-9 49 0 0,122-120 47 0 0,1 1 0 0 0,1 1-1 0 0,-24 43 1 0 0,42-66 20 0 0,0 0 1 0 0,0 1-1 0 0,1-1 1 0 0,0 1 0 0 0,1-1-1 0 0,0 1 1 0 0,0 0-1 0 0,0 0 1 0 0,1 0 0 0 0,0 0-1 0 0,0 0 1 0 0,0 8-1 0 0,2-11 4 0 0,1 0 0 0 0,-1 0-1 0 0,1 0 1 0 0,0 0 0 0 0,0 0-1 0 0,0-1 1 0 0,0 1 0 0 0,0-1-1 0 0,1 1 1 0 0,0-1 0 0 0,0 0-1 0 0,0 0 1 0 0,0 0 0 0 0,0 0-1 0 0,0-1 1 0 0,1 1 0 0 0,0-1-1 0 0,6 3 1 0 0,9 8 22 0 0,1-1 0 0 0,1-1 0 0 0,0-1 0 0 0,0-1 0 0 0,1-1 0 0 0,40 9 0 0 0,293 31 18 0 0,-57-10-7 0 0,-295-37-30 0 0,265 48 13 0 0,-246-44 12 0 0,0 0 0 0 0,0-2-1 0 0,1 0 1 0 0,-1-2-1 0 0,1 0 1 0 0,-1-2 0 0 0,1 0-1 0 0,0-1 1 0 0,-1-2 0 0 0,0 0-1 0 0,0-1 1 0 0,37-15 0 0 0,-50 17-19 0 0,1 0 1 0 0,-1 0 0 0 0,1 1 0 0 0,0 0 0 0 0,0 1 0 0 0,0 0 0 0 0,0 1 0 0 0,0 0-1 0 0,0 0 1 0 0,0 1 0 0 0,0 1 0 0 0,16 3 0 0 0,-13 0-1 0 0,0-1 1 0 0,-1 2-1 0 0,1 0 0 0 0,-1 0 1 0 0,0 1-1 0 0,-1 1 1 0 0,0 0-1 0 0,14 13 0 0 0,-7-5 14 0 0,-1 1 0 0 0,0 0 0 0 0,22 31 0 0 0,-20-30-36 0 0,-8-10 46 0 0,-1 10 179 0 0,-10-16-186 0 0,1 0 0 0 0,0 0 0 0 0,0 0 0 0 0,0 0 0 0 0,0-1 0 0 0,1 1 0 0 0,-1 0 0 0 0,0-1 0 0 0,1 1 0 0 0,-1 0 0 0 0,1-1 0 0 0,-1 0 0 0 0,1 1 0 0 0,0-1 0 0 0,0 0 0 0 0,2 2 0 0 0,8 1 0 0 0,0 1 0 0 0,0-1 0 0 0,0-1 0 0 0,1 0 0 0 0,-1-1 0 0 0,25 1 0 0 0,-1 1 16 0 0,118 21 142 0 0,-39-6 15 0 0,128 5 1 0 0,158 6 584 0 0,-380-28-722 0 0,207 10 372 0 0,0-9 1 0 0,256-30-1 0 0,-414 21-402 0 0,71 4 0 0 0,-61 3 60 0 0,387 12 337 0 0,-247-2-342 0 0,-138-4-126 0 0,129-6 0 0 0,-93-15-1 0 0,138-35 0 0 0,-92 15 36 0 0,-50 11-291 0 0,-1-5 0 0 0,202-79 0 0 0,-185 59 203 0 0,168-36-1 0 0,-219 63 61 0 0,75-25 13 0 0,-68 18 46 0 0,101-19 0 0 0,-148 39-4 0 0,0-2 0 0 0,-1-1 0 0 0,42-20 0 0 0,273-86-46 0 0,-317 105-46 0 0,60-30 1 0 0,8-4 27 0 0,-60 30-14 0 0,-17 7 32 0 0,0-1 0 0 0,-1-2 1 0 0,0 0-1 0 0,44-30 0 0 0,-19 1 61 0 0,-23 18-19 0 0,49-31 0 0 0,-72 51-13 0 0,-1 0 1 0 0,0 0-1 0 0,-1-1 1 0 0,1 1-1 0 0,0-1 1 0 0,-1 0-1 0 0,4-6 1 0 0,20-19-46 0 0,-1 10-6 0 0,-19 14 41 0 0,1 0 1 0 0,-1 0 0 0 0,0-1-1 0 0,0 0 1 0 0,0 0-1 0 0,9-13 1 0 0,-8 6-60 0 0,-6 10 52 0 0,-1 0 1 0 0,1 0-1 0 0,0 0 1 0 0,0 0 0 0 0,0 1-1 0 0,0-1 1 0 0,0 1 0 0 0,1-1-1 0 0,-1 1 1 0 0,5-3 0 0 0,-4 4 11 0 0,-1-1 0 0 0,0 0 0 0 0,0 0 0 0 0,0 1 0 0 0,0-1 0 0 0,0 0 0 0 0,-1 0 0 0 0,1-1 1 0 0,0 1-1 0 0,-1 0 0 0 0,0-1 0 0 0,1 1 0 0 0,-1 0 0 0 0,0-1 0 0 0,0 0 0 0 0,-1 1 0 0 0,1-1 0 0 0,0 1 1 0 0,-1-1-1 0 0,0 0 0 0 0,1 1 0 0 0,-1-1 0 0 0,0 0 0 0 0,-1 0 0 0 0,1 1 0 0 0,0-1 0 0 0,-1 0 0 0 0,1 1 1 0 0,-1-1-1 0 0,0 1 0 0 0,0-1 0 0 0,-2-4 0 0 0,-5-7 20 0 0,0 1 0 0 0,0 0 0 0 0,-2 1 0 0 0,-18-21 0 0 0,8 10-5 0 0,-4-6 52 0 0,11 11-9 0 0,-1 0 0 0 0,-1 2 1 0 0,-1 0-1 0 0,-28-22 1 0 0,6 14-57 0 0,-76-35 0 0 0,-5-2-254 0 0,67 35 271 0 0,0 1 0 0 0,-1 3 0 0 0,-71-19 0 0 0,28 10 142 0 0,-300-129-52 0 0,364 147-104 0 0,0 0 1 0 0,0 2 0 0 0,-58-11-1 0 0,-113-5-5 0 0,154 22 3 0 0,-965-68 132 0 0,113 99 281 0 0,808-20-436 0 0,0-4 1 0 0,0-4 0 0 0,0-5-1 0 0,-172-33 1 0 0,133 7 86 0 0,33 7-8 0 0,-1 4 0 0 0,0 5 0 0 0,-108-5 1 0 0,149 21 30 0 0,1 2 0 0 0,-1 4 0 0 0,1 1 0 0 0,-64 17 0 0 0,33-2 10 0 0,-174 37 97 0 0,37-32 225 0 0,-324-4 0 0 0,280-18-59 0 0,-101 29 1333 0 0,333-27-1635 0 0,0 2 1 0 0,0 1-1 0 0,1 2 0 0 0,-49 22 1 0 0,-142 81-84 0 0,151-72-116 0 0,-79 37-20 0 0,148-76-24 0 0,1 1-1 0 0,0 0 0 0 0,1 0 0 0 0,-1 0 1 0 0,0 1-1 0 0,1 0 0 0 0,0 1 1 0 0,0-1-1 0 0,1 1 0 0 0,0 0 1 0 0,0 0-1 0 0,-6 10 0 0 0,10-11-371 0 0,0-1 1 0 0,1 1-1 0 0,-1 0 0 0 0,1 0 0 0 0,0 0 0 0 0,0 0 0 0 0,1 0 1 0 0,-1 0-1 0 0,1 0 0 0 0,0 0 0 0 0,1 0 0 0 0,-1 0 1 0 0,1-1-1 0 0,3 8 0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18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602 17 1121 0 0,'-116'-10'6029'0'0,"113"9"-5889"0"0,-1 1 1 0 0,1 1-1 0 0,0-1 1 0 0,-1 0-1 0 0,1 1 1 0 0,-1 0-1 0 0,1 0 1 0 0,0 0 0 0 0,-1 0-1 0 0,1 0 1 0 0,-3 3-1 0 0,5-4-122 0 0,0 0 0 0 0,0 1-1 0 0,1-1 1 0 0,-1 1 0 0 0,0-1-1 0 0,1 1 1 0 0,-1-1 0 0 0,0 1 0 0 0,1 0-1 0 0,-1-1 1 0 0,1 1 0 0 0,-1 0 0 0 0,1-1-1 0 0,-1 1 1 0 0,1 0 0 0 0,-1 0 0 0 0,1 0-1 0 0,0-1 1 0 0,-1 3 0 0 0,5 1 11 0 0,1 0 1 0 0,-1 0-1 0 0,1 0 0 0 0,0 0 1 0 0,0-1-1 0 0,0 0 0 0 0,1 0 1 0 0,-1 0-1 0 0,1-1 0 0 0,0 1 1 0 0,-1-1-1 0 0,1-1 0 0 0,0 1 1 0 0,7 0-1 0 0,7 3 1012 0 0,-71 4 2440 0 0,93-15-2073 0 0,-23 5-1399 0 0,-1-2-1 0 0,1 0 1 0 0,-1-1-1 0 0,0-1 1 0 0,0 0-1 0 0,26-12 0 0 0,-44 16-4 0 0,0 1-1 0 0,1 0 0 0 0,-1 0 0 0 0,1-1 0 0 0,-1 1 0 0 0,0 0 0 0 0,1-1 0 0 0,-1 1 0 0 0,0 0 0 0 0,0-1 0 0 0,1 1 0 0 0,-1-1 0 0 0,0 1 0 0 0,0 0 0 0 0,1-1 0 0 0,-1 1 0 0 0,0-1 0 0 0,0 1 0 0 0,0-1 0 0 0,0 1 0 0 0,0 0 0 0 0,0-1 0 0 0,0 1 1 0 0,0-1-1 0 0,0 1 0 0 0,0-1 0 0 0,0 1 0 0 0,0-1 0 0 0,0 1 0 0 0,0-1 0 0 0,0 1 0 0 0,0-1 0 0 0,-1 1 0 0 0,1 0 0 0 0,0-1 0 0 0,0 1 0 0 0,0-1 0 0 0,-1 1 0 0 0,1 0 0 0 0,0-1 0 0 0,-1 1 0 0 0,1 0 0 0 0,0-1 0 0 0,-1 1 0 0 0,1 0 0 0 0,0-1 0 0 0,-1 1 1 0 0,1 0-1 0 0,-1 0 0 0 0,1-1 0 0 0,0 1 0 0 0,-1 0 0 0 0,1 0 0 0 0,-1 0 0 0 0,1 0 0 0 0,-1 0 0 0 0,-25-7 72 0 0,1 1 1 0 0,-1 1 0 0 0,0 2-1 0 0,0 0 1 0 0,-37 2-1 0 0,27 2 49 0 0,0 1 0 0 0,0 1 0 0 0,1 2 0 0 0,-1 2 0 0 0,1 1 0 0 0,-58 22 0 0 0,86-26-99 0 0,0 0 1 0 0,0 1 0 0 0,1 0 0 0 0,-1 1 0 0 0,1-1 0 0 0,0 1 0 0 0,0 0 0 0 0,1 0 0 0 0,0 1 0 0 0,0 0 0 0 0,1 0 0 0 0,-1 0 0 0 0,1 0 0 0 0,1 1 0 0 0,-4 10 0 0 0,-23 38-135 0 0,25-47 113 0 0,0 1 0 0 0,1 0 0 0 0,0 0-1 0 0,1 0 1 0 0,0 1 0 0 0,0-1 0 0 0,1 1-1 0 0,1-1 1 0 0,0 1 0 0 0,0 0 0 0 0,1 0-1 0 0,1 15 1 0 0,0-3 1 0 0,-2-13 10 0 0,0 1 1 0 0,0-1 0 0 0,-1 1-1 0 0,0-1 1 0 0,-1 1 0 0 0,-7 17-1 0 0,4-10 22 0 0,6-16-33 0 0,-1 0 0 0 0,0 1 0 0 0,1 0-1 0 0,0-1 1 0 0,-1 1 0 0 0,1-1 0 0 0,0 1-1 0 0,0-1 1 0 0,1 1 0 0 0,-1 0 0 0 0,0-1-1 0 0,1 1 1 0 0,0-1 0 0 0,-1 1 0 0 0,1-1-1 0 0,0 0 1 0 0,0 1 0 0 0,1-1 0 0 0,-1 0-1 0 0,0 0 1 0 0,1 1 0 0 0,2 1 0 0 0,1 2-9 0 0,0-1 0 0 0,1 0 1 0 0,0 0-1 0 0,0 0 0 0 0,0-1 0 0 0,8 5 1 0 0,7 1 30 0 0,1 0 1 0 0,0-2 0 0 0,1 0-1 0 0,-1-2 1 0 0,1 0 0 0 0,1-2 0 0 0,-1 0-1 0 0,43 0 1 0 0,-20-4 48 0 0,0-3 0 0 0,0-1 0 0 0,-1-3 0 0 0,83-22 1 0 0,-34 1-71 0 0,99-43 1 0 0,-47 6-1767 0 0,-113 57-605 0 0,0 0 1 0 0,47-3-1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19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151 127 240 0 0,'0'-32'4722'0'0,"-60"-5"-1680"0"0,29 5-1602 0 0,1 12-479 0 0,0 15-241 0 0,30 10-80 0 0,0 1-159 0 0,30 8-81 0 0,31-9-80 0 0,59 3-80 0 0,1-8 0 0 0,-30 0-160 0 0,-1 6-960 0 0,-60-6-3282 0 0,-60 19-3121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19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70 3762 0 0,'-31'0'3361'0'0,"31"-12"-1760"0"0,0 5-80 0 0,31 7-961 0 0,-1-6 80 0 0,60-13-80 0 0,31 5-159 0 0,30 3-1682 0 0,-60 22-5122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22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1319 547 4242 0 0,'0'-2'21'0'0,"0"0"-1"0"0,-1-1 1 0 0,1 1-1 0 0,0 0 1 0 0,-1 0 0 0 0,0 0-1 0 0,1 0 1 0 0,-1 0-1 0 0,0 0 1 0 0,0 0-1 0 0,0 0 1 0 0,0 0 0 0 0,0 0-1 0 0,-1 0 1 0 0,1 0-1 0 0,0 1 1 0 0,-1-1 0 0 0,0 0-1 0 0,1 1 1 0 0,-1 0-1 0 0,0-1 1 0 0,0 1 0 0 0,1 0-1 0 0,-1 0 1 0 0,0 0-1 0 0,0 0 1 0 0,0 0 0 0 0,-1 0-1 0 0,1 1 1 0 0,-3-1-1 0 0,-8-4 222 0 0,8 2 359 0 0,10 3-641 0 0,7 1 98 0 0,16-1-93 0 0,-27 0 88 0 0,0 0-1 0 0,0 0 1 0 0,-1 0 0 0 0,1-1-1 0 0,0 1 1 0 0,0 0 0 0 0,-1 0-1 0 0,1-1 1 0 0,0 1 0 0 0,-1-1-1 0 0,1 1 1 0 0,-1-1-1 0 0,1 1 1 0 0,0-1 0 0 0,-1 1-1 0 0,1-1 1 0 0,-1 1 0 0 0,1-1-1 0 0,-1 1 1 0 0,0-1 0 0 0,1 0-1 0 0,-1 1 1 0 0,0-1 0 0 0,1 0-1 0 0,-1 0 1 0 0,0 1 0 0 0,0-1-1 0 0,0 0 1 0 0,1 0-1 0 0,-1 1 1 0 0,0-1 0 0 0,0-1-1 0 0,-1-1-41 0 0,1 1 0 0 0,0 0 0 0 0,-1-1 0 0 0,1 1 0 0 0,-1 0 0 0 0,0 0-1 0 0,0 0 1 0 0,0-1 0 0 0,0 1 0 0 0,0 0 0 0 0,-1 0 0 0 0,1 1 0 0 0,0-1 0 0 0,-1 0-1 0 0,0 0 1 0 0,1 1 0 0 0,-1-1 0 0 0,0 0 0 0 0,0 1 0 0 0,0 0 0 0 0,0 0-1 0 0,0-1 1 0 0,0 1 0 0 0,0 0 0 0 0,0 0 0 0 0,0 1 0 0 0,-1-1 0 0 0,1 0 0 0 0,0 1-1 0 0,-1 0 1 0 0,1-1 0 0 0,-3 1 0 0 0,-14-2 69 0 0,0 0 0 0 0,-1 2 0 0 0,-21 1 0 0 0,14 0 28 0 0,-103 3 316 0 0,62-1-149 0 0,-117-10 0 0 0,153 4-225 0 0,1 2 0 0 0,-1 1 0 0 0,0 1 0 0 0,0 2 0 0 0,0 1 0 0 0,1 2 0 0 0,-48 14 0 0 0,64-14-29 0 0,0 1 0 0 0,0 1 0 0 0,0 0 0 0 0,1 1 0 0 0,-26 22 0 0 0,3-3 13 0 0,9-8-18 0 0,-125 95 77 0 0,140-104-87 0 0,0 1 0 0 0,0 0-1 0 0,2 1 1 0 0,-1 0 0 0 0,2 1 0 0 0,0 1-1 0 0,0-1 1 0 0,-8 21 0 0 0,15-26-6 0 0,0 1 0 0 0,1-1 0 0 0,0 1 0 0 0,1 0 0 0 0,0 0 0 0 0,0 0 0 0 0,1 0 0 0 0,2 11 0 0 0,-1 10 0 0 0,-1-20 0 0 0,0 1 0 0 0,2-1 0 0 0,-1 1 0 0 0,1-1 0 0 0,1 1 0 0 0,0-1 0 0 0,1 0 1 0 0,0 0-1 0 0,1-1 0 0 0,0 1 0 0 0,0-1 0 0 0,8 11 0 0 0,-2-7 0 0 0,0-1 1 0 0,0 0-1 0 0,1-1 0 0 0,1 0 0 0 0,0-1 0 0 0,1-1 1 0 0,21 14-1 0 0,3-4-3 0 0,0-1 0 0 0,2-2 1 0 0,0-2-1 0 0,0-1 0 0 0,80 14 0 0 0,436 48-77 0 0,-410-64 160 0 0,0-7 0 0 0,0-5 0 0 0,0-7 0 0 0,156-29 0 0 0,-122 5 240 0 0,-42-3 1080 0 0,-45 9-585 0 0,-70 21-712 0 0,1 1 0 0 0,-1 0 1 0 0,1 2-1 0 0,-1 1 0 0 0,27 3 1 0 0,-2 0 10 0 0,177 16 226 0 0,13 1-94 0 0,-205-20-211 0 0,-1-2-1 0 0,0 0 0 0 0,1-3 0 0 0,-1 0 0 0 0,-1-2 0 0 0,1-1 0 0 0,-1-2 0 0 0,54-25 0 0 0,-63 26-24 0 0,0 1 1 0 0,0 2-1 0 0,1 0 0 0 0,-1 1 0 0 0,43-4 0 0 0,116 7 71 0 0,-34 1-49 0 0,-108-2-67 0 0,68-17 1 0 0,-72 12 36 0 0,145-44-74 0 0,-85 21 51 0 0,0 3 42 0 0,163-54 34 0 0,-217 66-54 0 0,0-1 0 0 0,-1-3-1 0 0,-1-1 1 0 0,40-30 0 0 0,97-55-346 0 0,-116 73-4 0 0,-47 25 322 0 0,-1 0 0 0 0,0-1 0 0 0,-1 0 0 0 0,0-1 0 0 0,14-16 0 0 0,-20 22 32 0 0,-1-1 0 0 0,0-1 0 0 0,0 1 0 0 0,-1 0 0 0 0,1-1-1 0 0,-1 0 1 0 0,-1 0 0 0 0,1 0 0 0 0,-1 0 0 0 0,0 0 0 0 0,0 0 0 0 0,0-1 0 0 0,0-10 0 0 0,-2 14-5 0 0,0 0 0 0 0,0-1 0 0 0,0 1 0 0 0,-1 0 0 0 0,0 0 0 0 0,1-1 0 0 0,-1 1 0 0 0,0 0 0 0 0,-1 0 0 0 0,1 0 0 0 0,0 0 0 0 0,-1 0 0 0 0,0 1 0 0 0,0-1 0 0 0,0 0 0 0 0,-2-2 0 0 0,-9-9-49 0 0,-1 0 1 0 0,-1 1 0 0 0,0 0 0 0 0,0 1 0 0 0,-1 1 0 0 0,-1 1 0 0 0,0 0-1 0 0,-29-12 1 0 0,-17-4-209 0 0,-77-21 0 0 0,-261-47-504 0 0,234 59 522 0 0,63 12 68 0 0,-581-101-392 0 0,199 99 260 0 0,345 21 260 0 0,-613 12-238 0 0,489 6 107 0 0,-329 26 15 0 0,540-35 59 0 0,1 3 0 0 0,0 2 0 0 0,-90 29 0 0 0,105-23-274 0 0,1 2 1 0 0,0 2-1 0 0,-52 37 1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25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104 245 1040 0 0,'0'-4'418'0'0,"-1"1"-1"0"0,1-1 0 0 0,-1 0 1 0 0,0 1-1 0 0,-1-1 0 0 0,1 1 1 0 0,0-1-1 0 0,-1 1 0 0 0,0 0 1 0 0,0-1-1 0 0,0 1 0 0 0,0 0 1 0 0,0 0-1 0 0,-1 1 0 0 0,-4-6 1 0 0,3 4-194 0 0,1 1-1 0 0,-1-1 1 0 0,1-1 0 0 0,0 1 0 0 0,0 0-1 0 0,-3-9 1 0 0,-24-61 723 0 0,28 70-920 0 0,1 1-1 0 0,0-1 1 0 0,0 0-1 0 0,0 1 0 0 0,0-1 1 0 0,1 0-1 0 0,-1 0 1 0 0,1 0-1 0 0,0 0 0 0 0,1 1 1 0 0,0-7-1 0 0,0-3 71 0 0,-6 5-17 0 0,-3 5 39 0 0,8 3-59 0 0,1 1-37 0 0,0 0-1 0 0,0 0 1 0 0,0 0 0 0 0,0 0 0 0 0,0 0 0 0 0,0 0 0 0 0,0 1 0 0 0,-1-1 0 0 0,1 0 0 0 0,0 0-1 0 0,-1 1 1 0 0,1-1 0 0 0,-1 1 0 0 0,1-1 0 0 0,-1 0 0 0 0,0 1 0 0 0,0-1 0 0 0,1 3 0 0 0,-1 323 483 0 0,0-326-506 0 0,1 0 1 0 0,0 0-1 0 0,0 0 0 0 0,0 0 0 0 0,1 0 0 0 0,-1 0 0 0 0,0 0 0 0 0,0-1 0 0 0,0 1 0 0 0,1 0 0 0 0,-1-1 0 0 0,0 1 0 0 0,1-1 0 0 0,-1 1 0 0 0,0-1 0 0 0,1 0 0 0 0,-1 0 0 0 0,3 1 0 0 0,36 4-14 0 0,3-1 3 0 0,1-3 0 0 0,64-6-1 0 0,-92 3 25 0 0,0 0 0 0 0,0-1 0 0 0,0 0-1 0 0,-1-2 1 0 0,1 0 0 0 0,-1 0 0 0 0,0-2 0 0 0,-1 1-1 0 0,1-2 1 0 0,12-9 0 0 0,-24 15-9 0 0,0-1 0 0 0,0 1 0 0 0,0-1-1 0 0,-1 0 1 0 0,0 0 0 0 0,1 0 0 0 0,-1 0 0 0 0,0 0 0 0 0,0-1 0 0 0,-1 1 0 0 0,1 0 0 0 0,-1-1 0 0 0,1 1 0 0 0,0-8 0 0 0,1-50 49 0 0,-3 38-5 0 0,0 19-36 0 0,0 1 1 0 0,-1-1-1 0 0,1 1 1 0 0,0 0-1 0 0,-1-1 1 0 0,0 1-1 0 0,0-1 0 0 0,0 1 1 0 0,0 0-1 0 0,-1 0 1 0 0,1 0-1 0 0,-1 0 1 0 0,0 0-1 0 0,1 0 1 0 0,-5-4-1 0 0,0-2 2 0 0,1-15-89 0 0,5 19-46 0 0,0 17 104 0 0,0-1 55 0 0,1 0 1 0 0,0 0-1 0 0,0 0 1 0 0,1 0 0 0 0,7 20-1 0 0,2 18 78 0 0,1 24-5 0 0,-2-17 60 0 0,4 104 0 0 0,-16-122-127 0 0,0-28-59 0 0,1 0 0 0 0,1 1 0 0 0,0-1 0 0 0,0 0 1 0 0,1 1-1 0 0,0-1 0 0 0,1 0 0 0 0,0 0 0 0 0,0 1 0 0 0,5 8 0 0 0,-4-14-125 0 0,1-1 1 0 0,-1 0-1 0 0,1 0 0 0 0,0 0 1 0 0,0 0-1 0 0,1-1 0 0 0,7 5 0 0 0,-6-4-169 0 0,29 25-2959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26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1 3282 0 0,'-60'6'4372'0'0,"-29"18"-2843"0"0,22-4-1041 0 0,14-7-226 0 0,-130 37 290 0 0,177-48-537 0 0,1-1 0 0 0,0 1 0 0 0,0 0 0 0 0,0 1 1 0 0,0-1-1 0 0,0 1 0 0 0,0 0 0 0 0,0 0 0 0 0,1 1 0 0 0,0-1 0 0 0,0 1 1 0 0,0 0-1 0 0,-4 5 0 0 0,5-4-12 0 0,0 1 0 0 0,0-1 0 0 0,1 1 1 0 0,0 0-1 0 0,0 0 0 0 0,0 0 0 0 0,1 0 0 0 0,0 0 1 0 0,0 0-1 0 0,0 1 0 0 0,1-1 0 0 0,0 8 0 0 0,1-1 9 0 0,0 0-1 0 0,2 0 0 0 0,-1 0 1 0 0,1-1-1 0 0,7 16 1 0 0,-5-11-14 0 0,-2-10-1 0 0,0 0 0 0 0,1-1 0 0 0,-1 1 0 0 0,1-1 0 0 0,1 0 0 0 0,-1 0 0 0 0,1 0 0 0 0,0-1 0 0 0,0 0 0 0 0,1 0 0 0 0,-1 0 0 0 0,1-1 0 0 0,0 1-1 0 0,1-1 1 0 0,-1-1 0 0 0,1 1 0 0 0,-1-1 0 0 0,1-1 0 0 0,0 1 0 0 0,0-1 0 0 0,11 2 0 0 0,6 2-8 0 0,0-2 0 0 0,1-1 0 0 0,0-1 0 0 0,-1-1 0 0 0,27-2 0 0 0,-34 0 13 0 0,0-1 1 0 0,0-1 0 0 0,0-1 0 0 0,-1 0 0 0 0,0-1 0 0 0,0-1 0 0 0,25-11 0 0 0,-37 15-2 0 0,1-1 1 0 0,0 1 0 0 0,-1-1-1 0 0,1 0 1 0 0,-1 0-1 0 0,0 0 1 0 0,0 0-1 0 0,0-1 1 0 0,0 0-1 0 0,-1 0 1 0 0,0 0-1 0 0,1 0 1 0 0,-1 0 0 0 0,-1-1-1 0 0,1 1 1 0 0,-1-1-1 0 0,1 0 1 0 0,-2 0-1 0 0,1 0 1 0 0,0 0-1 0 0,-1 0 1 0 0,0 0 0 0 0,0 0-1 0 0,0 0 1 0 0,-1 0-1 0 0,0-1 1 0 0,-1-8-1 0 0,-2 0 10 0 0,-1 1 0 0 0,0 1 1 0 0,-1-1-1 0 0,-1 1 0 0 0,-12-20 0 0 0,16 28-6 0 0,0 0 0 0 0,-1 0 0 0 0,0 0 0 0 0,0 0 0 0 0,0 0-1 0 0,0 1 1 0 0,-1 0 0 0 0,1 0 0 0 0,-1 0 0 0 0,0 0 0 0 0,0 0 0 0 0,0 1 0 0 0,0-1 0 0 0,0 1 0 0 0,0 0 0 0 0,-7-2 0 0 0,2 3-45 0 0,1-1 0 0 0,-1 1 1 0 0,0 1-1 0 0,0 0 0 0 0,1 0 1 0 0,-11 2-1 0 0,4-1-126 0 0,-9 1-1425 0 0,43-7-1607 0 0,11-7-777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26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424 52 720 0 0,'0'0'696'0'0,"1"-4"-4"0"0,-12 2 3216 0 0,4 2-3557 0 0,-15 0 249 0 0,0 1-1 0 0,1 1 0 0 0,-28 5 0 0 0,20-1-378 0 0,1 1 1 0 0,-1 2-1 0 0,1 0 0 0 0,0 2 0 0 0,-33 19 1 0 0,54-26-195 0 0,-1 0 1 0 0,2 1-1 0 0,-1 1 1 0 0,0-1 0 0 0,1 1-1 0 0,0 0 1 0 0,0 0-1 0 0,1 1 1 0 0,0-1 0 0 0,-8 15-1 0 0,10-15-26 0 0,1 0-1 0 0,0 0 1 0 0,0-1-1 0 0,1 1 1 0 0,0 0-1 0 0,0 1 1 0 0,0-1-1 0 0,1 0 1 0 0,0 0 0 0 0,0 0-1 0 0,0 0 1 0 0,1 0-1 0 0,0 0 1 0 0,0 0-1 0 0,0 0 1 0 0,1 0-1 0 0,3 7 1 0 0,-1-3-3 0 0,1 0 0 0 0,1 0-1 0 0,0-1 1 0 0,0 1 0 0 0,1-2 0 0 0,0 1 0 0 0,1-1 0 0 0,0 0 0 0 0,0 0 0 0 0,0-1 0 0 0,1 0-1 0 0,0 0 1 0 0,1-1 0 0 0,-1 0 0 0 0,1-1 0 0 0,0 0 0 0 0,1-1 0 0 0,-1 0 0 0 0,13 3 0 0 0,-3-1-36 0 0,0-2 1 0 0,0 0 0 0 0,1-1 0 0 0,-1 0 0 0 0,1-2 0 0 0,-1-1 0 0 0,1 0-1 0 0,-1-2 1 0 0,25-4 0 0 0,-35 4 53 0 0,0-1-1 0 0,-1-1 1 0 0,1 1-1 0 0,-1-1 1 0 0,0-1-1 0 0,0 0 1 0 0,-1 0-1 0 0,1-1 1 0 0,-1 0-1 0 0,0 0 0 0 0,-1-1 1 0 0,0 0-1 0 0,0 0 1 0 0,0 0-1 0 0,-1-1 1 0 0,0 0-1 0 0,0-1 1 0 0,-1 1-1 0 0,0-1 1 0 0,-1 0-1 0 0,0-1 1 0 0,0 1-1 0 0,-1-1 1 0 0,3-14-1 0 0,-3 13 10 0 0,0 1-1 0 0,-1-2 1 0 0,0 1-1 0 0,-1 0 1 0 0,0 0-1 0 0,-1 0 1 0 0,0-1-1 0 0,-1 1 1 0 0,0 0 0 0 0,-1 0-1 0 0,0 0 1 0 0,-1 0-1 0 0,0 0 1 0 0,0 0-1 0 0,-2 1 1 0 0,1 0-1 0 0,-1-1 1 0 0,-1 2-1 0 0,1-1 1 0 0,-2 1 0 0 0,1 0-1 0 0,-1 0 1 0 0,-1 0-1 0 0,-11-10 1 0 0,14 16-31 0 0,0 0 0 0 0,0-1 1 0 0,0 2-1 0 0,0-1 0 0 0,0 1 0 0 0,-1-1 1 0 0,1 2-1 0 0,-1-1 0 0 0,0 0 1 0 0,1 1-1 0 0,-1 0 0 0 0,0 1 0 0 0,0-1 1 0 0,0 1-1 0 0,0 0 0 0 0,0 1 1 0 0,1-1-1 0 0,-1 1 0 0 0,0 0 0 0 0,-10 4 1 0 0,2 0-346 0 0,1 0 0 0 0,0 1 1 0 0,0 1-1 0 0,1 0 0 0 0,0 1 1 0 0,-16 12-1 0 0,10-4-1258 0 0,1 1 1 0 0,0 1-1 0 0,1 0 0 0 0,-13 22 0 0 0,26-36 1316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31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2 4322 0 0,'-5'0'2521'0'0,"-28"0"-164"0"0,17-1-2052 0 0,-1 0 0 0 0,1 2 0 0 0,0 0 0 0 0,-27 6 0 0 0,37 0 37 0 0,2 1-204 0 0,2-6-118 0 0,0 0-1 0 0,0 0 0 0 0,0 0 1 0 0,0 0-1 0 0,0 0 0 0 0,0 1 1 0 0,1-1-1 0 0,0 1 1 0 0,-1-1-1 0 0,1 1 0 0 0,0 0 1 0 0,-1 5-1 0 0,-10 22 36 0 0,-25 43-162 0 0,35-64 123 0 0,0 0-1 0 0,0 1 1 0 0,1-1-1 0 0,0 1 1 0 0,0 14 0 0 0,1-24-16 0 0,0 1-42 0 0,0 0 1 0 0,0 0 0 0 0,-1-1 0 0 0,1 1 0 0 0,0 0 0 0 0,0 0-1 0 0,0 0 1 0 0,0 0 0 0 0,0 0 0 0 0,0 0 0 0 0,0 0 0 0 0,1 0-1 0 0,-1 0 1 0 0,0 0 0 0 0,0 0 0 0 0,1-1 0 0 0,-1 1-1 0 0,1 0 1 0 0,-1 0 0 0 0,1 0 0 0 0,-1-1 0 0 0,1 1 0 0 0,-1 0-1 0 0,1 0 1 0 0,0-1 0 0 0,-1 1 0 0 0,1 0 0 0 0,0-1 0 0 0,-1 1-1 0 0,1-1 1 0 0,0 1 0 0 0,0-1 0 0 0,0 1 0 0 0,0-1 0 0 0,-1 0-1 0 0,1 1 1 0 0,0-1 0 0 0,0 0 0 0 0,0 0 0 0 0,0 0 0 0 0,1 0-1 0 0,24-11-2270 0 0,-25 10 2033 0 0,0-1 1 0 0,0 0-1 0 0,0 0 1 0 0,0 0-1 0 0,0 0 0 0 0,0 0 1 0 0,-1 0-1 0 0,1 0 1 0 0,-1-1-1 0 0,1 1 1 0 0,-1 0-1 0 0,0 0 0 0 0,0 0 1 0 0,0-1-1 0 0,0 1 1 0 0,0-2-1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31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58 160 0 0,'-30'-14'3922'0'0,"30"-5"80"0"0,0 8-2402 0 0,0-3-1039 0 0,30 14-561 0 0,1 6-160 0 0,-1 7 0 0 0,0 7 160 0 0,-60-1 80 0 0,0-8 160 0 0,-1-11 0 0 0,-29-5 0 0 0,60-1-80 0 0,0-2-160 0 0,0 2 0 0 0,60 1-240 0 0,31 35-4722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32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31 4322 0 0,'-84'-14'4629'0'0,"-43"-2"-3255"0"0,102 15-1041 0 0,20 1 281 0 0,0 1-441 0 0,1 0-127 0 0,3-1-34 0 0,0 0 0 0 0,0 0 0 0 0,1 0 0 0 0,-1 0 0 0 0,0 0 0 0 0,0 0 0 0 0,0 0 0 0 0,1 0 0 0 0,-1 1 0 0 0,0-1 0 0 0,0 0 1 0 0,1 0-1 0 0,-1 1 0 0 0,0-1 0 0 0,0 1 0 0 0,1-1 0 0 0,-1 0 0 0 0,0 1 0 0 0,1 0 0 0 0,-1-1 0 0 0,1 1 0 0 0,-1-1 0 0 0,1 1 1 0 0,-1 0-1 0 0,1-1 0 0 0,-1 1 0 0 0,1 0 0 0 0,-1-1 0 0 0,1 1 0 0 0,0 0 0 0 0,-1 0 0 0 0,1-1 0 0 0,0 1 0 0 0,0 0 0 0 0,0 1 0 0 0,10 0 68 0 0,135-2 4 0 0,-34 0-1101 0 0,-104 0 476 0 0,0 0 1 0 0,0 0 0 0 0,0 1 0 0 0,0 0-1 0 0,14 5 1 0 0,-21-6 349 0 0,1 1 0 0 0,0-1 0 0 0,0 1 0 0 0,-1-1 0 0 0,1 1 0 0 0,-1-1 0 0 0,1 1 0 0 0,0 0 0 0 0,-1-1 0 0 0,1 1 0 0 0,-1 0 0 0 0,1 0 0 0 0,-1-1 0 0 0,0 1 0 0 0,1 0 0 0 0,-1 0 0 0 0,0 0 0 0 0,0 0-1 0 0,1 0 1 0 0,-1-1 0 0 0,0 1 0 0 0,0 0 0 0 0,0 0 0 0 0,0 0 0 0 0,0 0 0 0 0,0 0 0 0 0,0 0 0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33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1201 0 0,'-30'0'5442'0'0,"-1"0"-1520"0"0,92 6-3522 0 0,60 7 0 0 0,90 6-160 0 0,54 1-2641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50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0 4482 0 0,'-84'0'-720'0'0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59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1589 1 960 0 0,'-102'9'2517'0'0,"0"5"0"0"0,-167 46 0 0 0,223-47-2468 0 0,2 2 0 0 0,0 2 0 0 0,0 1 0 0 0,2 3 0 0 0,0 2 0 0 0,2 1 0 0 0,-45 35 0 0 0,10-7-1 0 0,20-15-41 0 0,-175 127 2 0 0,204-142-9 0 0,1 1-1 0 0,1 1 1 0 0,1 1-1 0 0,2 1 1 0 0,0 1 0 0 0,-26 47-1 0 0,8 1 80 0 0,16-28 48 0 0,-36 54 1 0 0,42-78-139 0 0,13-17-7 0 0,-1-1-1 0 0,1 0 1 0 0,0 1-1 0 0,0 0 1 0 0,1 0-1 0 0,0 0 1 0 0,0 0-1 0 0,0 1 1 0 0,1-1-1 0 0,0 1 0 0 0,0-1 1 0 0,1 1-1 0 0,-1 0 1 0 0,2 0-1 0 0,-1 14 1 0 0,0-9 13 0 0,2 0 1 0 0,-1 0 0 0 0,1 1-1 0 0,1-1 1 0 0,1 0 0 0 0,-1 0-1 0 0,2 0 1 0 0,0 0 0 0 0,6 14-1 0 0,-5-19-10 0 0,-1 0-1 0 0,1 0 0 0 0,0-1 1 0 0,1 0-1 0 0,0 1 1 0 0,0-2-1 0 0,0 1 0 0 0,1-1 1 0 0,-1 0-1 0 0,1 0 0 0 0,0-1 1 0 0,1 0-1 0 0,-1 0 1 0 0,1-1-1 0 0,9 3 0 0 0,9 3 31 0 0,1-2-1 0 0,0-1 1 0 0,0-2-1 0 0,1 0 1 0 0,47-1-1 0 0,160-13 128 0 0,-93 1-104 0 0,85 3-43 0 0,209-10 37 0 0,-234 1 34 0 0,280 13 1 0 0,-141 37-117 0 0,147 7-33 0 0,-337-37 149 0 0,-141 1 81 0 0,10-5-67 0 0,-20-1-79 0 0,0 0 0 0 0,0 0 0 0 0,0 1 0 0 0,0-1 0 0 0,1 0 0 0 0,-1 0 0 0 0,0 0 0 0 0,0 0 0 0 0,0 0 0 0 0,0 0 0 0 0,0 0 0 0 0,1 0 0 0 0,-1 0 0 0 0,0 0 0 0 0,0 0 0 0 0,0 0 0 0 0,0 0 1 0 0,0 0-1 0 0,1 0 0 0 0,-1 0 0 0 0,0 0 0 0 0,0 0 0 0 0,0 0 0 0 0,0 0 0 0 0,0 0 0 0 0,0 0 0 0 0,1-1 0 0 0,-1 1 0 0 0,0 0 0 0 0,0 0 0 0 0,0 0 0 0 0,0 0 0 0 0,0 0 0 0 0,0 0 0 0 0,0 0 0 0 0,1 0 0 0 0,-1 0 0 0 0,0-1 0 0 0,0 1 0 0 0,0 0 0 0 0,0 0 0 0 0,0 0 0 0 0,0 0 0 0 0,0 0 0 0 0,0-1 0 0 0,0 1 0 0 0,0 0 0 0 0,0 0 0 0 0,0 0 0 0 0,0 0 0 0 0,0 0 0 0 0,0 0 0 0 0,0-1 0 0 0,0 1 0 0 0,0 0 0 0 0,0 0 0 0 0,0 0 0 0 0,0 0 0 0 0,0-1 0 0 0,0 1 14 0 0,0 0 0 0 0,0 0-1 0 0,0 0 1 0 0,0 0 0 0 0,0 0 0 0 0,0-1 0 0 0,0 1-1 0 0,0 0 1 0 0,0 0 0 0 0,0 0 0 0 0,0 0-1 0 0,0 0 1 0 0,0-1 0 0 0,0 1 0 0 0,0 0-1 0 0,0 0 1 0 0,0 0 0 0 0,0 0 0 0 0,0 0 0 0 0,0 0-1 0 0,0-1 1 0 0,0 1 0 0 0,0 0 0 0 0,0 0-1 0 0,0 0 1 0 0,0 0 0 0 0,1 0 0 0 0,-1 0-1 0 0,0 0 1 0 0,0-1 0 0 0,0 1 0 0 0,0 0 0 0 0,0 0-1 0 0,0 0 1 0 0,1 0 0 0 0,-1 0 0 0 0,0 0-1 0 0,0 0 1 0 0,0 0 0 0 0,0 0 0 0 0,0 0-1 0 0,0 0 1 0 0,1 0 0 0 0,-1 0 0 0 0,0 0 0 0 0,0 0-1 0 0,0 0 1 0 0,0 0 0 0 0,0 0 0 0 0,1 0-1 0 0,-1 0 1 0 0,0 0 0 0 0,0 0 0 0 0,0 0-1 0 0,0 0 1 0 0,0 0 0 0 0,1 0 0 0 0,-1 0 0 0 0,0 1-1 0 0,181-1-94 0 0,-71 0 14 0 0,-80 0 66 0 0,267-6-80 0 0,69-15-80 0 0,-240-3 146 0 0,366-75-306 0 0,85-29-49 0 0,-421 91 324 0 0,35-7 139 0 0,261-24-1 0 0,-335 54-35 0 0,290-19 44 0 0,-117 34-41 0 0,108-4-2 0 0,-345 1-24 0 0,22 0-234 0 0,96-16 1 0 0,-148 13 311 0 0,0 0 0 0 0,0-1 0 0 0,-1-1-1 0 0,1-1 1 0 0,-2-1 0 0 0,1-1 0 0 0,-1-1 0 0 0,25-18 0 0 0,5-1 683 0 0,-49 29-804 0 0,0 1-1 0 0,0-1 1 0 0,-1 0-1 0 0,1 0 1 0 0,0 1-1 0 0,0-1 1 0 0,0 0-1 0 0,-1 0 1 0 0,1-1-1 0 0,-1 1 1 0 0,1 0-1 0 0,-1 0 1 0 0,1-1-1 0 0,-1 1 1 0 0,0-1-1 0 0,1 1 1 0 0,-1-1-1 0 0,0 0 1 0 0,0 1-1 0 0,1-5 1 0 0,-2 5-2 0 0,-1 0 0 0 0,1-1 0 0 0,-1 1 0 0 0,0 0 0 0 0,1 0 0 0 0,-1-1 0 0 0,0 1 0 0 0,0 0 0 0 0,0 0 0 0 0,0 0 0 0 0,0 0 0 0 0,0 0 0 0 0,0 1 1 0 0,-2-3-1 0 0,-42-23 141 0 0,-14-1-107 0 0,-2 2-1 0 0,-1 3 0 0 0,-103-23 1 0 0,12 10 159 0 0,-1 6 0 0 0,-1 7 1 0 0,-227-2-1 0 0,333 24-121 0 0,-405-11 1077 0 0,82-17-511 0 0,-291-16-376 0 0,640 42-403 0 0,0 2 0 0 0,-41 4 0 0 0,63-4 119 0 0,1 0 1 0 0,-1 0-1 0 0,0 0 1 0 0,1 0-1 0 0,-1 0 1 0 0,1 0-1 0 0,-1 0 1 0 0,1 0-1 0 0,-1 0 1 0 0,0 1-1 0 0,1-1 1 0 0,-1 0 0 0 0,1 0-1 0 0,-1 1 1 0 0,1-1-1 0 0,-1 0 1 0 0,1 1-1 0 0,0-1 1 0 0,-1 0-1 0 0,1 1 1 0 0,-1-1-1 0 0,1 1 1 0 0,0-1-1 0 0,-1 1 1 0 0,1-1-1 0 0,0 1 1 0 0,-1-1-1 0 0,1 1 1 0 0,0-1-1 0 0,0 1 1 0 0,0-1-1 0 0,-1 2 1 0 0,2 0-128 0 0,0 0 0 0 0,0 0-1 0 0,0 0 1 0 0,0 0 0 0 0,1-1 0 0 0,-1 1 0 0 0,0 0 0 0 0,1-1-1 0 0,-1 1 1 0 0,1-1 0 0 0,0 1 0 0 0,2 1 0 0 0,121 86-7205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16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1244 39 4162 0 0,'-14'-1'762'0'0,"10"1"-480"0"0,0 0 0 0 0,1-1 0 0 0,-1 1 0 0 0,0-1 0 0 0,1 0 0 0 0,-1 0 0 0 0,1 0 0 0 0,-1 0 0 0 0,1-1 1 0 0,0 1-1 0 0,-1-1 0 0 0,-4-4 0 0 0,-32-2 465 0 0,-10 2-703 0 0,0 1 0 0 0,-1 4 0 0 0,1 1 0 0 0,-56 8 0 0 0,73-3-33 0 0,0 2 0 0 0,0 1 0 0 0,1 2-1 0 0,0 1 1 0 0,0 1 0 0 0,1 2 0 0 0,-54 33-1 0 0,16 0-3 0 0,2 3 0 0 0,2 2-1 0 0,-66 71 1 0 0,104-94 11 0 0,2 1 0 0 0,-28 45-1 0 0,44-60-18 0 0,0 0 0 0 0,1 1 0 0 0,0-1 0 0 0,2 2 0 0 0,0-1 0 0 0,0 1 0 0 0,2 0-1 0 0,0 0 1 0 0,1 0 0 0 0,-1 31 0 0 0,1-19 27 0 0,-4 14-8 0 0,5-33-24 0 0,0 0 1 0 0,1 0-1 0 0,0 0 1 0 0,0 1-1 0 0,1-1 1 0 0,1 0-1 0 0,-1 0 1 0 0,2 1-1 0 0,-1-1 1 0 0,2 0-1 0 0,-1 0 1 0 0,8 16-1 0 0,-2-6-2 0 0,2-1 0 0 0,0-1 0 0 0,2 0 0 0 0,-1 0-1 0 0,2-1 1 0 0,1-1 0 0 0,0 0 0 0 0,1-1 0 0 0,0 0-1 0 0,20 14 1 0 0,-7-10-1 0 0,0-1-1 0 0,0-1 1 0 0,2-1 0 0 0,0-2-1 0 0,56 18 1 0 0,-13-10-10 0 0,0-4 0 0 0,2-3 1 0 0,0-3-1 0 0,95 2 0 0 0,578-7-61 0 0,-718-7 79 0 0,584 13-278 0 0,50 18 479 0 0,-285-18-205 0 0,-50 0-56 0 0,213 19-21 0 0,-100-4 57 0 0,282 5-189 0 0,-666-31 188 0 0,-1-2-1 0 0,99-14 0 0 0,-30-5-79 0 0,-98 18 50 0 0,0 1 1 0 0,50 7 0 0 0,25 1 314 0 0,-94-9-205 0 0,1 1 1 0 0,0-1-1 0 0,0 0 0 0 0,0-1 0 0 0,17-5 0 0 0,58-31 37 0 0,-11 3-53 0 0,254-117-65 0 0,-300 137-93 0 0,59-20 0 0 0,-87 35 118 0 0,0 0-1 0 0,0 0 1 0 0,1 0 0 0 0,-1-1-1 0 0,0 1 1 0 0,0 0 0 0 0,1 0 0 0 0,-1 0-1 0 0,0 0 1 0 0,0 0 0 0 0,1 0-1 0 0,-1 0 1 0 0,0 0 0 0 0,0 0 0 0 0,1 0-1 0 0,-1 0 1 0 0,0 0 0 0 0,0 0-1 0 0,1 0 1 0 0,-1 0 0 0 0,0 0 0 0 0,0 0-1 0 0,1 0 1 0 0,-1 0 0 0 0,0 0-1 0 0,0 1 1 0 0,0-1 0 0 0,1 0 0 0 0,-1 0-1 0 0,0 0 1 0 0,0 0 0 0 0,0 1-1 0 0,1-1 1 0 0,-1 0 0 0 0,0 0 0 0 0,0 0-1 0 0,0 1 1 0 0,0-1 0 0 0,1 0-1 0 0,-1 0 1 0 0,0 0 0 0 0,0 1 0 0 0,0-1-1 0 0,0 0 1 0 0,0 0 0 0 0,0 1 0 0 0,0-1-1 0 0,0 0 1 0 0,0 0 0 0 0,0 1-1 0 0,0-1 1 0 0,0 0 0 0 0,0 0 0 0 0,0 1-1 0 0,0-1 1 0 0,0 0 0 0 0,0 0-1 0 0,0 1 1 0 0,0-1 1 0 0,0 1-1 0 0,0-1 0 0 0,-1 1 1 0 0,1-1-1 0 0,0 0 1 0 0,0 1-1 0 0,0-1 1 0 0,0 1-1 0 0,0-1 0 0 0,1 1 1 0 0,-1-1-1 0 0,0 0 1 0 0,0 1-1 0 0,0-1 0 0 0,0 1 1 0 0,0-1-1 0 0,1 0 1 0 0,-1 1-1 0 0,0-1 1 0 0,0 1-1 0 0,1-1 0 0 0,-1 0 1 0 0,0 1-1 0 0,0-1 1 0 0,1 0-1 0 0,-1 0 1 0 0,0 1-1 0 0,1-1 0 0 0,-1 0 1 0 0,0 0-1 0 0,1 1 1 0 0,0-1-1 0 0,11 3 14 0 0,0 0 0 0 0,0-1 0 0 0,0 0-1 0 0,1-1 1 0 0,-1-1 0 0 0,0 0 0 0 0,20-3 0 0 0,27 2 40 0 0,380 39-100 0 0,-170-12-38 0 0,-220-22 165 0 0,-7 0-140 0 0,-1-1 0 0 0,76-6 1 0 0,-102 1 178 0 0,-1 0 1 0 0,0-1 0 0 0,0-1-1 0 0,0-1 1 0 0,0 0 0 0 0,-1 0 0 0 0,0-2-1 0 0,0 1 1 0 0,-1-2 0 0 0,1 1-1 0 0,16-16 1 0 0,-26 21-82 0 0,-1 1 0 0 0,1-2 0 0 0,-1 1 0 0 0,0 0 0 0 0,0 0 0 0 0,0-1 0 0 0,0 1 0 0 0,0-1 0 0 0,0 0 0 0 0,-1 1 0 0 0,1-1 0 0 0,-1 0 0 0 0,1 0 0 0 0,-1 0 0 0 0,0 0 0 0 0,-1 0 0 0 0,1 0 0 0 0,0 0 0 0 0,-1-1 0 0 0,0 1 0 0 0,0 0 0 0 0,0 0 0 0 0,0 0 0 0 0,0 0 0 0 0,0-1 0 0 0,-1 1 0 0 0,0 0 0 0 0,1 0 0 0 0,-1 0 0 0 0,-3-6 0 0 0,-46-46-117 0 0,38 33 12 0 0,-11-15-24 0 0,19 34 83 0 0,1-1-1 0 0,1 0 1 0 0,-1 0-1 0 0,1 0 1 0 0,-1-1-1 0 0,1 1 1 0 0,1-1-1 0 0,-1 1 1 0 0,-1-6-1 0 0,-13-32-82 0 0,8 27 53 0 0,-1 0 0 0 0,0 0 0 0 0,-2 1-1 0 0,1 0 1 0 0,-24-22 0 0 0,1 4 3 0 0,-39-28 0 0 0,59 50 16 0 0,-3-3 24 0 0,-1 0 0 0 0,-1 0 0 0 0,-1 2 0 0 0,-28-14 0 0 0,-607-222 250 0 0,558 221-135 0 0,-1 4 0 0 0,0 5-1 0 0,-101-6 1 0 0,19 2 60 0 0,-456-41 523 0 0,184 22-377 0 0,-171-4 8 0 0,489 34-205 0 0,-132-5 51 0 0,247 15-168 0 0,-391 11 125 0 0,234-1-159 0 0,74-7 72 0 0,-40 5 92 0 0,-160 15 92 0 0,238-16-50 0 0,-125-4 1 0 0,92-4-258 0 0,10 1 194 0 0,61 0-106 0 0,15-7 106 0 0,-9 4-117 0 0,-1 1 1 0 0,0 0-1 0 0,-36 3 1 0 0,-29-3 22 0 0,58 0 82 0 0,-47-10 0 0 0,66 9-120 0 0,0 0 1 0 0,0 0-1 0 0,1-1 1 0 0,0 0-1 0 0,-10-7 1 0 0,2 5 11 0 0,-1 0 0 0 0,0 1 0 0 0,0 1 0 0 0,0 0 0 0 0,-21-1 0 0 0,12 0 0 0 0,-12 0 0 0 0,-1 2 0 0 0,-57 1 0 0 0,74 2 0 0 0,-325 18 66 0 0,324-17-62 0 0,0-1-1 0 0,-1 0 1 0 0,-31-6-1 0 0,49 6-3 0 0,-11-2 4 0 0,-12-1 37 0 0,-19 6-86 0 0,-8-3-75 0 0,55 0 106 0 0,-1 0 1 0 0,1 0-1 0 0,0 1 1 0 0,0-1-1 0 0,-1 0 1 0 0,1 0-1 0 0,0 0 1 0 0,0 0-1 0 0,0 0 1 0 0,-1 0-1 0 0,1 0 1 0 0,0 0-1 0 0,0 1 1 0 0,-1-1-1 0 0,1 0 1 0 0,0 0-1 0 0,0 0 1 0 0,0 1-1 0 0,0-1 1 0 0,-1 0-1 0 0,1 0 1 0 0,0 0-1 0 0,0 1 1 0 0,0-1-1 0 0,0 0 1 0 0,0 0-1 0 0,0 1 1 0 0,0-1-1 0 0,0 0 1 0 0,0 0-1 0 0,0 1 1 0 0,-1-1-1 0 0,1 0 1 0 0,0 0-1 0 0,0 1 1 0 0,1-1-1 0 0,-1 0 1 0 0,0 0-1 0 0,0 1 1 0 0,0-1-1 0 0,0 0 1 0 0,0 0-1 0 0,0 1 1 0 0,0-1-1 0 0,0 0 1 0 0,0 0-1 0 0,0 0 1 0 0,1 1-1 0 0,-1-1 1 0 0,0 0-1 0 0,0 0 1 0 0,0 0 0 0 0,0 1-1 0 0,1-1 1 0 0,-1 0-1 0 0,0 0 1 0 0,0 0-1 0 0,1 0 1 0 0,-1 1-1 0 0,0-1 1 0 0,1 0-1 0 0,0 2-123 0 0,7 9-443 0 0,0-1-1 0 0,1 0 1 0 0,0-1 0 0 0,1 0-1 0 0,0 0 1 0 0,0-1 0 0 0,1 0 0 0 0,0-1-1 0 0,19 10 1 0 0,60 25-6930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24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 2721 0 0,'-91'27'1441'0'0,"61"-16"-1441"0"0,0-3-880 0 0,30 3-1602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25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29 480 0 0,'-1'-2'207'0'0,"0"1"0"0"0,0-1 0 0 0,1 0 0 0 0,-1 1 0 0 0,-1-1 0 0 0,1 1 0 0 0,0 0 0 0 0,0-1 0 0 0,0 1 0 0 0,-1 0-1 0 0,1 0 1 0 0,-1 0 0 0 0,1-1 0 0 0,-1 2 0 0 0,1-1 0 0 0,-1 0 0 0 0,0 0 0 0 0,1 0 0 0 0,-1 1 0 0 0,0-1 0 0 0,1 1 0 0 0,-1-1 0 0 0,0 1-1 0 0,0 0 1 0 0,-3 0 0 0 0,2-1-77 0 0,0 0 0 0 0,0 1-1 0 0,1 0 1 0 0,-1-1 0 0 0,0 1-1 0 0,0 0 1 0 0,0 1 0 0 0,0-1-1 0 0,0 0 1 0 0,0 1 0 0 0,1 0-1 0 0,-1-1 1 0 0,0 1 0 0 0,0 0-1 0 0,1 0 1 0 0,-1 1 0 0 0,1-1-1 0 0,-4 3 1 0 0,1 1-51 0 0,-1 2 1 0 0,1-1-1 0 0,0 0 0 0 0,1 1 1 0 0,0 0-1 0 0,0 0 0 0 0,0 0 1 0 0,-4 14-1 0 0,4-7-11 0 0,2 0 0 0 0,0 1 0 0 0,0-1 0 0 0,2 25 0 0 0,0 54 145 0 0,1-87-264 0 0,1 1 0 0 0,0-1-1 0 0,1 1 1 0 0,-1-1 0 0 0,1 0 0 0 0,1 0-1 0 0,-1 0 1 0 0,1 0 0 0 0,0-1 0 0 0,0 1 0 0 0,0-1-1 0 0,1 0 1 0 0,0-1 0 0 0,0 1 0 0 0,0-1-1 0 0,1 0 1 0 0,-1 0 0 0 0,1 0 0 0 0,0-1 0 0 0,0 0-1 0 0,0 0 1 0 0,0 0 0 0 0,1-1 0 0 0,10 2-1 0 0,18-11-2162 0 0,20-10-2041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26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 1681 0 0,'-30'-6'5282'0'0,"60"6"-4321"0"0,-30 6-481 0 0,30 0-960 0 0,30 2-1441 0 0,1 3-961 0 0,-31-3 241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26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48 4082 0 0,'-19'-2'768'0'0,"10"2"-414"0"0,-1-1 1 0 0,1 0-1 0 0,0 0 1 0 0,0-1-1 0 0,-12-4 1 0 0,21 6-346 0 0,-1 0 0 0 0,1-1 0 0 0,0 1 1 0 0,0 0-1 0 0,-1 0 0 0 0,1 0 0 0 0,0-1 1 0 0,-1 1-1 0 0,1 0 0 0 0,0 0 0 0 0,0 0 1 0 0,-1-1-1 0 0,1 1 0 0 0,0 0 1 0 0,0-1-1 0 0,0 1 0 0 0,-1 0 0 0 0,1 0 1 0 0,0-1-1 0 0,0 1 0 0 0,0 0 0 0 0,0-1 1 0 0,0 1-1 0 0,0 0 0 0 0,0-1 0 0 0,-1 1 1 0 0,1-1-1 0 0,0 1 0 0 0,0 0 1 0 0,0-1-1 0 0,1 1 0 0 0,-1 0 0 0 0,0-1 1 0 0,0 1-1 0 0,0-1 0 0 0,0 1 1 0 0,0 0 0 0 0,0 0 0 0 0,0-1 0 0 0,0 1 0 0 0,0 0 0 0 0,0 0 0 0 0,0-1-1 0 0,0 1 1 0 0,0 0 0 0 0,0 0 0 0 0,0-1 0 0 0,0 1 0 0 0,0 0 0 0 0,0 0 0 0 0,0 0 0 0 0,0-1 0 0 0,0 1 0 0 0,0 0 0 0 0,0 0-1 0 0,0-1 1 0 0,0 1 0 0 0,0 0 0 0 0,-1 0 0 0 0,1 0 0 0 0,0-1 0 0 0,0 1 0 0 0,0 0 0 0 0,0 0 0 0 0,-1 0 0 0 0,1 0 0 0 0,0-1-1 0 0,0 1 1 0 0,0 0 0 0 0,-1 0 0 0 0,1 0 0 0 0,0 0 0 0 0,0 0 0 0 0,-1 0 0 0 0,-16-8 823 0 0,39 1 161 0 0,15 6-766 0 0,0 0 0 0 0,0 3-1 0 0,62 9 1 0 0,-73-7-218 0 0,261 42-3253 0 0,-268-43 2737 0 0,102 17-3709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27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25 80 0 0,'-30'0'7604'0'0,"60"0"-7284"0"0,31 0-240 0 0,29-6-240 0 0,122-13-1921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43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363 115 1681 0 0,'-28'1'2571'0'0,"20"-1"-1977"0"0,1 1 0 0 0,-1-1 0 0 0,0 0 0 0 0,0-1 0 0 0,1 0 0 0 0,-1 0 0 0 0,1-1 0 0 0,-1 0-1 0 0,-11-4 1 0 0,14 4-220 0 0,4 2-334 0 0,-1 0 0 0 0,1 0 0 0 0,-1 1 0 0 0,1-1 0 0 0,0 1 0 0 0,-1-1 0 0 0,1 1 0 0 0,0 0 0 0 0,0-1 0 0 0,0 1 0 0 0,-1 0 0 0 0,1 0 0 0 0,0 0 0 0 0,0 0 0 0 0,0 0 0 0 0,0 0 0 0 0,0 0 0 0 0,1 0 0 0 0,-1 0 0 0 0,0 1 0 0 0,0-1 0 0 0,1 0 0 0 0,-1 2 0 0 0,-8 7 3028 0 0,6-11-3065 0 0,0-1 0 0 0,0 1 0 0 0,1-1 0 0 0,-1 0 0 0 0,1 0 0 0 0,-1 0 0 0 0,1-1 0 0 0,0 1 0 0 0,0 0 0 0 0,0-1-1 0 0,0 1 1 0 0,0-1 0 0 0,1 0 0 0 0,-1 0 0 0 0,-1-4 0 0 0,0 1 8 0 0,0-1 0 0 0,0 1 0 0 0,1 0-1 0 0,0-1 1 0 0,0 1 0 0 0,1-1 0 0 0,-2-13 0 0 0,3-7-91 0 0,0 28 77 0 0,-1 0-1 0 0,1-1 1 0 0,-1 1 0 0 0,1 0 0 0 0,-1 0 0 0 0,0-1 0 0 0,1 1 0 0 0,-1 0 0 0 0,0-1-1 0 0,0 1 1 0 0,0-1 0 0 0,1 1 0 0 0,-1-1 0 0 0,0 1 0 0 0,0-1 0 0 0,0 0 0 0 0,0 1-1 0 0,0-1 1 0 0,0 0 0 0 0,0 0 0 0 0,0 0 0 0 0,-1 0 0 0 0,-9 4-5 0 0,8-2 10 0 0,0 0 1 0 0,-1 0 0 0 0,1 0 0 0 0,0 0 0 0 0,0 1-1 0 0,1-1 1 0 0,-1 1 0 0 0,0 0 0 0 0,1-1-1 0 0,0 1 1 0 0,-1 0 0 0 0,1 1 0 0 0,0-1-1 0 0,-1 4 1 0 0,-12 50 45 0 0,6-13-71 0 0,0-16-40 0 0,5-18 42 0 0,1 0 1 0 0,0 0-1 0 0,1 0 1 0 0,0 0-1 0 0,0 15 1 0 0,2-22 26 0 0,0 0 1 0 0,-1 0 0 0 0,1 0-1 0 0,0 0 1 0 0,-1 0 0 0 0,0 0 0 0 0,1-1-1 0 0,-1 1 1 0 0,0 0 0 0 0,-1 0-1 0 0,1-1 1 0 0,0 1 0 0 0,-1 0 0 0 0,1-1-1 0 0,-1 0 1 0 0,-3 4 0 0 0,-2 3-28 0 0,2 5-99 0 0,15-12 27 0 0,165-8-34 0 0,-147 3 118 0 0,-1-1-1 0 0,1-1 1 0 0,-1-1 0 0 0,40-16-1 0 0,-61 20 8 0 0,1-1 1 0 0,-1 0-1 0 0,0 0 0 0 0,0 0 1 0 0,0-1-1 0 0,-1 0 0 0 0,1-1 1 0 0,-1 1-1 0 0,0-1 0 0 0,0 0 1 0 0,0 0-1 0 0,-1 0 0 0 0,0-1 1 0 0,0 0-1 0 0,0 1 0 0 0,-1-1 0 0 0,0-1 1 0 0,3-6-1 0 0,-1-5 7 0 0,0-1-1 0 0,-1 0 1 0 0,-2 0-1 0 0,0-1 1 0 0,0 1 0 0 0,-3-22-1 0 0,-8 63-72 0 0,7-18 68 0 0,0 0 0 0 0,0 0 1 0 0,0 0-1 0 0,0 0 0 0 0,0 1 0 0 0,1-1 0 0 0,-2 8 0 0 0,-1 31-14 0 0,3 62 0 0 0,1-54-11 0 0,1-38 3 0 0,0 0-1 0 0,1 0 1 0 0,0 0-1 0 0,1 0 1 0 0,5 16-1 0 0,0 1-122 0 0,-3-13 114 0 0,-5-14-17 0 0,0 0-1 0 0,0 0 0 0 0,1 0 1 0 0,-1 0-1 0 0,1 0 0 0 0,0 0 1 0 0,0 0-1 0 0,0-1 0 0 0,0 1 1 0 0,1 0-1 0 0,-1 0 0 0 0,1-1 1 0 0,-1 1-1 0 0,1-1 0 0 0,0 0 1 0 0,0 1-1 0 0,0-1 0 0 0,0 0 1 0 0,1 0-1 0 0,-1 0 0 0 0,0 0 1 0 0,1-1-1 0 0,0 1 0 0 0,-1-1 1 0 0,1 0-1 0 0,0 1 0 0 0,0-1 1 0 0,-1 0-1 0 0,1 0 0 0 0,0-1 1 0 0,0 1-1 0 0,0-1 0 0 0,0 1 1 0 0,5-1-1 0 0,21 0-1368 0 0,1 0 1 0 0,0-2-1 0 0,-1-1 0 0 0,49-12 1 0 0,-13-9-3200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44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477 85 1121 0 0,'-13'-10'1373'0'0,"0"0"1"0"0,-1 1 0 0 0,0 0 0 0 0,-28-11 0 0 0,29 15-1208 0 0,-1 0 0 0 0,1 1 0 0 0,-1 0 1 0 0,0 1-1 0 0,0 1 0 0 0,0 0 0 0 0,0 1 0 0 0,0 1 0 0 0,0 0 1 0 0,-18 3-1 0 0,16 0-132 0 0,0 2 0 0 0,1 0-1 0 0,-1 0 1 0 0,2 2 0 0 0,-1-1 0 0 0,1 2 0 0 0,0 0 0 0 0,0 1 0 0 0,1 0-1 0 0,0 1 1 0 0,1 1 0 0 0,-17 17 0 0 0,28-26-34 0 0,0-1-1 0 0,0 1 1 0 0,0 0-1 0 0,0 0 1 0 0,0 0 0 0 0,0 0-1 0 0,1 0 1 0 0,-1 0-1 0 0,1 0 1 0 0,-1 0 0 0 0,1 0-1 0 0,0 0 1 0 0,0 0-1 0 0,0 0 1 0 0,0 0 0 0 0,0 1-1 0 0,0-1 1 0 0,0 0-1 0 0,1 0 1 0 0,-1 0 0 0 0,1 0-1 0 0,0 0 1 0 0,-1 0-1 0 0,1 0 1 0 0,0 0 0 0 0,0-1-1 0 0,0 1 1 0 0,1 0-1 0 0,-1 0 1 0 0,0-1 0 0 0,1 1-1 0 0,-1-1 1 0 0,1 1-1 0 0,-1-1 1 0 0,3 2 0 0 0,3 2 0 0 0,0 0 0 0 0,0-1 0 0 0,0 1 0 0 0,0-2 0 0 0,1 1 0 0 0,-1-1 1 0 0,17 5-1 0 0,41 5-20 0 0,111 8 1 0 0,9 3 58 0 0,-173-20-38 0 0,-19-1 11 0 0,-59 8 46 0 0,-1-4 0 0 0,-70-1-1 0 0,101-10 81 0 0,36 3-136 0 0,-1 1 0 0 0,1 0 0 0 0,-1 0 0 0 0,1 0 0 0 0,0 0-1 0 0,-1 0 1 0 0,1-1 0 0 0,0 1 0 0 0,-1 0 0 0 0,1 0 0 0 0,0-1-1 0 0,-1 1 1 0 0,1 0 0 0 0,0-1 0 0 0,0 1 0 0 0,-1 0 0 0 0,1-1-1 0 0,0 1 1 0 0,0 0 0 0 0,0-1 0 0 0,-1 1 0 0 0,1 0 0 0 0,0-1-1 0 0,0 1 1 0 0,0-1 0 0 0,0 1 0 0 0,0 0 0 0 0,0-1 0 0 0,0 1-1 0 0,0-1 1 0 0,0 1 0 0 0,0 0 0 0 0,0-1 0 0 0,0 1 0 0 0,0-1-1 0 0,2-3-1 0 0,1 1 0 0 0,-1 0-1 0 0,1 0 1 0 0,0 0-1 0 0,-1 0 1 0 0,1 0 0 0 0,1 1-1 0 0,-1-1 1 0 0,5-2 0 0 0,92-74-20 0 0,-85 66-3 0 0,0 0 0 0 0,-2-1 0 0 0,0-1 1 0 0,21-29-1 0 0,-33 42-32 0 0,1-1-1 0 0,-1 0 0 0 0,0 0 1 0 0,0 0-1 0 0,0 0 1 0 0,0-1-1 0 0,0 1 0 0 0,-1 0 1 0 0,1 0-1 0 0,-1 0 1 0 0,0-5-1 0 0,0 8 9 0 0,0 0 0 0 0,-1 0-1 0 0,1-1 1 0 0,0 1 0 0 0,0 0 0 0 0,0-1-1 0 0,0 1 1 0 0,0 0 0 0 0,0-1-1 0 0,0 1 1 0 0,-1 0 0 0 0,1-1 0 0 0,0 1-1 0 0,0 0 1 0 0,0-1 0 0 0,0 1 0 0 0,1 0-1 0 0,-1-1 1 0 0,0 1 0 0 0,0 0 0 0 0,0-1-1 0 0,0 1 1 0 0,0 0 0 0 0,0 0-1 0 0,0-1 1 0 0,0 1 0 0 0,1 0 0 0 0,-1-1-1 0 0,0 1 1 0 0,0 0 0 0 0,0 0 0 0 0,1-1-1 0 0,-1 1 1 0 0,0 0 0 0 0,0 0 0 0 0,1-1-1 0 0,-1 1 1 0 0,0 0 0 0 0,1 0-1 0 0,-1 0 1 0 0,0 0 0 0 0,1 0 0 0 0,-1-1-1 0 0,0 1 1 0 0,1 0 0 0 0,24 13-4088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44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1 1761 0 0,'0'7'3361'0'0,"-61"32"-719"0"0,-29 61-1122 0 0,29 21-1360 0 0,31 0-80 0 0,-24-12-240 0 0,54-53-1280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44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1681 0 0,'0'-6'4242'0'0,"0"58"-1121"0"0,121 11-4161 0 0,-31-51-5763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45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31 3522 0 0,'-91'14'5922'0'0,"31"-14"-5041"0"0,60-20-5844 0 0,30-4-319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47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91 2641 0 0,'17'-15'1635'0'0,"-1"1"-1"0"0,34-21 1 0 0,-43 31-1558 0 0,1 0 0 0 0,-1 1 0 0 0,1 0-1 0 0,0 0 1 0 0,0 0 0 0 0,0 1 0 0 0,1 1 0 0 0,-1-1 0 0 0,0 1 0 0 0,12 0 0 0 0,10 1 203 0 0,-35 11 93 0 0,-96 84 28 0 0,-7 6-266 0 0,96-88-80 0 0,0 0 0 0 0,1 1 1 0 0,0 0-1 0 0,1 1 0 0 0,-12 25 0 0 0,20-37-119 0 0,1-1-1 0 0,0 1 0 0 0,0-1 1 0 0,0 1-1 0 0,0 0 0 0 0,1 0 0 0 0,-1-1 1 0 0,1 1-1 0 0,-1 0 0 0 0,1 0 1 0 0,0 0-1 0 0,0 0 0 0 0,0 0 1 0 0,0-1-1 0 0,1 1 0 0 0,-1 0 1 0 0,1 0-1 0 0,0 0 0 0 0,0-1 1 0 0,0 1-1 0 0,0 0 0 0 0,0-1 1 0 0,1 1-1 0 0,-1-1 0 0 0,1 1 1 0 0,-1-1-1 0 0,1 0 0 0 0,0 0 1 0 0,0 0-1 0 0,0 0 0 0 0,0 0 1 0 0,4 3-1 0 0,24 6-5311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48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98 1040 0 0,'1'-4'438'0'0,"-1"-1"-1"0"0,1 0 0 0 0,0 0 1 0 0,0 0-1 0 0,1 0 0 0 0,-1 1 1 0 0,1-1-1 0 0,0 1 0 0 0,0-1 1 0 0,1 1-1 0 0,-1 0 0 0 0,6-7 1 0 0,-6 8-335 0 0,0 0 0 0 0,1 1 1 0 0,-1 0-1 0 0,0-1 1 0 0,1 1-1 0 0,-1 0 1 0 0,1 0-1 0 0,0 1 0 0 0,0-1 1 0 0,0 0-1 0 0,0 1 1 0 0,0 0-1 0 0,0-1 0 0 0,0 1 1 0 0,0 0-1 0 0,0 1 1 0 0,0-1-1 0 0,1 1 1 0 0,-1-1-1 0 0,6 1 0 0 0,-7 0-101 0 0,0 1-1 0 0,0-1 0 0 0,0 1 0 0 0,0 0 0 0 0,0-1 0 0 0,0 1 0 0 0,0 0 0 0 0,0 0 1 0 0,0 0-1 0 0,0 1 0 0 0,0-1 0 0 0,0 0 0 0 0,-1 1 0 0 0,1-1 0 0 0,-1 1 1 0 0,1-1-1 0 0,-1 1 0 0 0,1 0 0 0 0,1 3 0 0 0,19 47-130 0 0,-18-40 113 0 0,0 0 0 0 0,-1-1 0 0 0,-1 1 0 0 0,0 0 0 0 0,-1 1 0 0 0,0-1 0 0 0,0 0 0 0 0,-2 0 0 0 0,1 0 0 0 0,-2 1 0 0 0,1-1 0 0 0,-2 0 0 0 0,1 0 0 0 0,-7 14 0 0 0,-16 32 202 0 0,25-57-187 0 0,-1-1 0 0 0,1 1 0 0 0,-1 0-1 0 0,1-1 1 0 0,0 1 0 0 0,-1 0-1 0 0,1-1 1 0 0,-1 1 0 0 0,0-1 0 0 0,1 1-1 0 0,-1-1 1 0 0,1 1 0 0 0,-1-1 0 0 0,0 1-1 0 0,1-1 1 0 0,-1 0 0 0 0,0 1 0 0 0,0-1-1 0 0,1 0 1 0 0,-1 0 0 0 0,0 1-1 0 0,0-1 1 0 0,1 0 0 0 0,-1 0 0 0 0,0 0-1 0 0,0 0 1 0 0,0 0 0 0 0,1 0 0 0 0,-1 0-1 0 0,0 0 1 0 0,0-1 0 0 0,1 1 0 0 0,-1 0-1 0 0,0 0 1 0 0,0-1 0 0 0,-1 1-1 0 0,-31-19 48 0 0,22 11-45 0 0,-5 0 15 0 0,1 0 0 0 0,-1 1 0 0 0,0 0 0 0 0,0 1 0 0 0,-33-7-1 0 0,40 12-16 0 0,0 0 0 0 0,0 0 0 0 0,0 1 0 0 0,1 0 0 0 0,-1 0 0 0 0,0 1 0 0 0,0 0 0 0 0,0 0 0 0 0,1 1 0 0 0,-1 1 0 0 0,1-1 0 0 0,-1 1 0 0 0,1 1 0 0 0,-9 4 0 0 0,15-7 1 0 0,-1 0 0 0 0,1 0 0 0 0,0 0 1 0 0,-1 0-1 0 0,1 1 0 0 0,0-1 0 0 0,0 1 0 0 0,0-1 0 0 0,0 1 0 0 0,0 0 0 0 0,1 0 0 0 0,-1 0 0 0 0,0 0 0 0 0,1 0 0 0 0,0 0 0 0 0,-1 0 0 0 0,1 0 0 0 0,0 0 0 0 0,0 1 0 0 0,0-1 0 0 0,0 4 0 0 0,2-4 4 0 0,0 1-1 0 0,0 0 1 0 0,0 0-1 0 0,1 0 1 0 0,-1-1-1 0 0,1 1 0 0 0,0-1 1 0 0,0 1-1 0 0,0-1 1 0 0,0 0-1 0 0,0 1 1 0 0,1-1-1 0 0,-1 0 1 0 0,1-1-1 0 0,-1 1 1 0 0,1 0-1 0 0,0-1 1 0 0,5 3-1 0 0,10 6-119 0 0,0-1-1 0 0,0-1 1 0 0,1-1-1 0 0,0-1 1 0 0,1 0-1 0 0,-1-1 1 0 0,1-1-1 0 0,0-1 1 0 0,0-1-1 0 0,1-1 1 0 0,-1-1-1 0 0,0 0 1 0 0,0-2-1 0 0,40-7 1 0 0,86-29-4700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48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46 134 3041 0 0,'-4'-3'326'0'0,"0"0"0"0"0,0 0 0 0 0,1 0 0 0 0,-1 0 0 0 0,1 0 0 0 0,0-1-1 0 0,0 1 1 0 0,0-1 0 0 0,0 0 0 0 0,0 0 0 0 0,1 0 0 0 0,0-1 0 0 0,-3-5-1 0 0,5 8-278 0 0,0 1-1 0 0,0 0 0 0 0,0-1 1 0 0,0 1-1 0 0,1-1 0 0 0,-1 1 0 0 0,0 0 1 0 0,1 0-1 0 0,-1-1 0 0 0,1 1 1 0 0,-1 0-1 0 0,1 0 0 0 0,-1-1 0 0 0,1 1 1 0 0,0 0-1 0 0,0 0 0 0 0,0 0 1 0 0,1-1-1 0 0,34-24 288 0 0,-32 24-361 0 0,0 1 0 0 0,0-1 0 0 0,0 1 0 0 0,1 0 0 0 0,-1 0 0 0 0,0 0-1 0 0,1 1 1 0 0,-1-1 0 0 0,0 1 0 0 0,1 0 0 0 0,-1 1 0 0 0,1-1 0 0 0,-1 1 0 0 0,5 1-1 0 0,-7-2 16 0 0,0 0-1 0 0,0 1 0 0 0,0 0 1 0 0,0-1-1 0 0,0 1 0 0 0,0 0 1 0 0,0 0-1 0 0,0 0 0 0 0,0 0 1 0 0,-1 0-1 0 0,1 0 0 0 0,0 1 1 0 0,-1-1-1 0 0,1 0 0 0 0,-1 1 1 0 0,1 0-1 0 0,-1-1 0 0 0,0 1 1 0 0,0 0-1 0 0,0-1 0 0 0,0 1 1 0 0,0 0-1 0 0,0 0 0 0 0,0 0 1 0 0,0 0-1 0 0,-1 0 0 0 0,1 0 1 0 0,-1 0-1 0 0,1 3 0 0 0,-3 0 31 0 0,0-1 0 0 0,0 0 0 0 0,0 1-1 0 0,-1-1 1 0 0,1 0 0 0 0,-1 0 0 0 0,0 0 0 0 0,0-1-1 0 0,-1 1 1 0 0,1-1 0 0 0,-1 1 0 0 0,1-1 0 0 0,-1 0-1 0 0,0-1 1 0 0,0 1 0 0 0,-1-1 0 0 0,1 0-1 0 0,0 0 1 0 0,-1 0 0 0 0,-5 2 0 0 0,10-5-10 0 0,-1 1 0 0 0,1 0 0 0 0,-1 0 0 0 0,1-1 1 0 0,0 1-1 0 0,-1 0 0 0 0,1-1 0 0 0,0 1 0 0 0,-1 0 0 0 0,1-1 1 0 0,0 1-1 0 0,-1-1 0 0 0,1 1 0 0 0,0 0 0 0 0,0-1 0 0 0,0 1 0 0 0,-1-1 1 0 0,1 1-1 0 0,0-1 0 0 0,0 1 0 0 0,0-1 0 0 0,0 1 0 0 0,0-1 1 0 0,0 1-1 0 0,0-1 0 0 0,0 1 0 0 0,0-1 0 0 0,0 1 0 0 0,0-1 0 0 0,0 1 1 0 0,0-1-1 0 0,0 1 0 0 0,0 0 0 0 0,1-2 0 0 0,4-18 94 0 0,0 13-93 0 0,-1 0 0 0 0,1 0 0 0 0,1 1 1 0 0,-1-1-1 0 0,1 1 0 0 0,1 1 0 0 0,-1-1 0 0 0,1 1 1 0 0,0 0-1 0 0,0 0 0 0 0,0 1 0 0 0,0 0 1 0 0,1 0-1 0 0,0 1 0 0 0,0 0 0 0 0,0 0 1 0 0,11-1-1 0 0,-8 1-9 0 0,-1 1 1 0 0,1 1-1 0 0,0-1 1 0 0,0 2-1 0 0,-1 0 1 0 0,1 0-1 0 0,0 1 1 0 0,0 0-1 0 0,-1 1 1 0 0,1 0 0 0 0,-1 1-1 0 0,1 0 1 0 0,12 6-1 0 0,-21-8 5 0 0,1 0 0 0 0,-1 1 0 0 0,0-1 0 0 0,0 1 0 0 0,0-1 0 0 0,0 1 0 0 0,0 0 0 0 0,0-1 0 0 0,0 1 0 0 0,-1 0-1 0 0,1 1 1 0 0,0-1 0 0 0,-1 0 0 0 0,0 0 0 0 0,0 1 0 0 0,1-1 0 0 0,-1 0 0 0 0,-1 1 0 0 0,1-1 0 0 0,0 1 0 0 0,-1 0 0 0 0,1-1 0 0 0,-1 1 0 0 0,0-1 0 0 0,0 1 0 0 0,0 3-1 0 0,0-4-32 0 0,0 0 0 0 0,0-1 0 0 0,0 1-1 0 0,1-1 1 0 0,-1 1 0 0 0,0-1-1 0 0,1 1 1 0 0,-1 0 0 0 0,1-1 0 0 0,-1 1-1 0 0,1-1 1 0 0,0 0 0 0 0,0 1-1 0 0,0-1 1 0 0,0 0 0 0 0,0 1 0 0 0,0-1-1 0 0,0 0 1 0 0,0 0 0 0 0,0 0-1 0 0,0 0 1 0 0,1 0 0 0 0,1 1 0 0 0,0 0-311 0 0,1-1 0 0 0,-1 1 0 0 0,0-1 0 0 0,1 0 0 0 0,0 0 0 0 0,-1-1 0 0 0,1 1 0 0 0,-1-1 0 0 0,8 0 0 0 0,19-5-3489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3:49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423 0 1841 0 0,'-60'0'4402'0'0,"-242"96"-1041"0"0,242-19-3201 0 0,90 6-79 0 0,60-33-81 0 0,122-62-81 0 0,-61-34 1 0 0,-61-4 80 0 0,-60 6 80 0 0,-60-8-80 0 0,-30 14 0 0 0,-91 38-3921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06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0 80 0 0,'-115'20'4722'0'0,"85"-15"-3681"0"0,0-10-1121 0 0,0 10-80 0 0,30 15-5363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07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65 1521 0 0,'0'-1'156'0'0,"-1"1"0"0"0,0-1 0 0 0,0 0 0 0 0,0 0 0 0 0,0 0 0 0 0,0 1 0 0 0,0-1 0 0 0,0 0 0 0 0,0 1 0 0 0,0-1 0 0 0,0 1 0 0 0,0-1 0 0 0,-1 1 0 0 0,1 0 0 0 0,0-1 0 0 0,0 1 0 0 0,0 0 0 0 0,-1 0 0 0 0,1 0 0 0 0,-2 0 0 0 0,2 0 89 0 0,0-4 73 0 0,0 1 1 0 0,-1-1-1 0 0,2 1 0 0 0,-1-1 0 0 0,0 1 0 0 0,1-1 0 0 0,-1 0 1 0 0,1 1-1 0 0,0-1 0 0 0,1 0 0 0 0,0-6 0 0 0,-1 6 13 0 0,-1 5-17 0 0,-2 0-292 0 0,1 0 1 0 0,-1 1-1 0 0,1 0 0 0 0,-1-1 1 0 0,1 1-1 0 0,-1 0 1 0 0,1 0-1 0 0,0 1 0 0 0,0-1 1 0 0,-3 5-1 0 0,-7 17-6 0 0,1 0 0 0 0,1 0 0 0 0,-9 33 0 0 0,-20 49-120 0 0,36-99 86 0 0,0 0-1 0 0,1 0 1 0 0,0 0 0 0 0,0 0-1 0 0,0 0 1 0 0,1 1 0 0 0,-1 12-1 0 0,2-18 26 0 0,0 0 0 0 0,0-1 0 0 0,0 1 0 0 0,0-1-1 0 0,1 1 1 0 0,-1 0 0 0 0,0-1 0 0 0,1 1 0 0 0,0-1 0 0 0,-1 1-1 0 0,1-1 1 0 0,0 1 0 0 0,-1-1 0 0 0,1 0 0 0 0,0 1 0 0 0,0-1 0 0 0,0 0-1 0 0,0 0 1 0 0,1 0 0 0 0,-1 1 0 0 0,0-1 0 0 0,0 0 0 0 0,1-1-1 0 0,-1 1 1 0 0,1 0 0 0 0,-1 0 0 0 0,0-1 0 0 0,1 1 0 0 0,0 0 0 0 0,-1-1-1 0 0,1 0 1 0 0,-1 1 0 0 0,1-1 0 0 0,-1 0 0 0 0,1 0 0 0 0,0 0-1 0 0,-1 0 1 0 0,4 0 0 0 0,-4 0-12 0 0,1 0-1 0 0,0-1 0 0 0,-1 1 1 0 0,1 0-1 0 0,0-1 0 0 0,-1 1 1 0 0,1-1-1 0 0,-1 0 0 0 0,1 1 1 0 0,-1-1-1 0 0,1 0 0 0 0,-1 0 1 0 0,1 0-1 0 0,-1 0 0 0 0,0 0 1 0 0,1 0-1 0 0,-1-1 0 0 0,2-1 1 0 0,2-2-8 0 0,0 0 13 0 0,1-1 1 0 0,-1 0-1 0 0,0 0 0 0 0,-1 0 0 0 0,1 0 0 0 0,-1-1 1 0 0,-1 0-1 0 0,6-12 0 0 0,10-18-15 0 0,9-3 4 0 0,-22 32 12 0 0,1 0 0 0 0,-2-1-1 0 0,1 1 1 0 0,-1-1 0 0 0,0 0 0 0 0,-1 0-1 0 0,0 0 1 0 0,-1-1 0 0 0,1 0 0 0 0,-2 1-1 0 0,0-1 1 0 0,0 0 0 0 0,1-14 0 0 0,-8 6 42 0 0,-5 26-38 0 0,-22 50-66 0 0,13-23 7 0 0,-207 377 81 0 0,218-397-37 0 0,1 0 0 0 0,1 0-1 0 0,-7 25 1 0 0,13-40 10 0 0,0 0 0 0 0,0 0-1 0 0,0 0 1 0 0,0 0-1 0 0,0 0 1 0 0,1 0 0 0 0,-1 0-1 0 0,0 0 1 0 0,0 0-1 0 0,0 0 1 0 0,0 0 0 0 0,0 0-1 0 0,1 0 1 0 0,-1 0-1 0 0,0 0 1 0 0,0 0 0 0 0,0 0-1 0 0,0 0 1 0 0,0 0-1 0 0,0 0 1 0 0,0 0 0 0 0,1 0-1 0 0,-1 0 1 0 0,0 0-1 0 0,0 0 1 0 0,0 0 0 0 0,0 1-1 0 0,0-1 1 0 0,0 0 0 0 0,0 0-1 0 0,0 0 1 0 0,0 0-1 0 0,1 0 1 0 0,-1 1 0 0 0,20-44 14 0 0,11-28 64 0 0,50-81 1 0 0,-17 36-23 0 0,-29 50-296 0 0,-18 49 183 0 0,-18 18 76 0 0,-25 15-34 0 0,13-7-3 0 0,1 1 0 0 0,0 0 0 0 0,1 0 0 0 0,0 1 0 0 0,1 1 0 0 0,0 0 0 0 0,0 0 0 0 0,-11 20 1 0 0,-1 9 2 0 0,-23 57 0 0 0,31-65-48 0 0,-7 17-1004 0 0,-18 63 0 0 0,36-103-111 0 0,0 0-1 0 0,2-1 1 0 0,-1 1 0 0 0,1 0-1 0 0,0 12 1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31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484 81 1441 0 0,'0'1'143'0'0,"0"-1"0"0"0,0 1-1 0 0,-1 0 1 0 0,1 0 0 0 0,0-1 0 0 0,0 1 0 0 0,0 0 0 0 0,0 0 0 0 0,0-1 0 0 0,0 1 0 0 0,0 0 0 0 0,0 0 0 0 0,0-1 0 0 0,0 1-1 0 0,1 0 1 0 0,-1 0 0 0 0,0-1 0 0 0,0 1 0 0 0,1 0 0 0 0,-1-1 0 0 0,1 1 0 0 0,-1 0 0 0 0,0-1 0 0 0,1 1 0 0 0,-1 0 0 0 0,1-1 0 0 0,0 1-1 0 0,19 5-195 0 0,-14-5 827 0 0,-12 0-534 0 0,-170 44 1027 0 0,169-43-1265 0 0,-1 0-1 0 0,1 1 1 0 0,-1 0-1 0 0,1 0 1 0 0,0 1 0 0 0,0 0-1 0 0,1 0 1 0 0,-1 0-1 0 0,1 1 1 0 0,0 0-1 0 0,0 0 1 0 0,0 1 0 0 0,1-1-1 0 0,0 1 1 0 0,0 1-1 0 0,-7 12 1 0 0,-19 20 65 0 0,28-26-67 0 0,3-12 0 0 0,0 0 0 0 0,0 0 0 0 0,0 0 0 0 0,0 0 0 0 0,0 0 0 0 0,-1 0 0 0 0,1 0 0 0 0,0 0 0 0 0,0-1 0 0 0,-1 1 0 0 0,1 0 0 0 0,0 0 0 0 0,-1 0 0 0 0,1 0 0 0 0,-1-1 0 0 0,1 1 0 0 0,-1 0 0 0 0,1 0 0 0 0,-2 0 0 0 0,-25 29-58 0 0,2 2 0 0 0,-33 51 0 0 0,42-61 31 0 0,14-21 25 0 0,0 1-1 0 0,0 0 1 0 0,1 0 0 0 0,-1 1-1 0 0,1-1 1 0 0,-1 0 0 0 0,1 0-1 0 0,0 1 1 0 0,0-1 0 0 0,0 1-1 0 0,0-1 1 0 0,0 1 0 0 0,1-1-1 0 0,-1 1 1 0 0,1 0 0 0 0,0 3-1 0 0,-1-3-8 0 0,1-1 0 0 0,0 1-1 0 0,-1 0 1 0 0,1-1-1 0 0,-1 1 1 0 0,0 0 0 0 0,0-1-1 0 0,0 1 1 0 0,0-1-1 0 0,0 1 1 0 0,0-1 0 0 0,-1 1-1 0 0,-2 2 1 0 0,2-3-4 0 0,1 1 1 0 0,-1 0 0 0 0,0-1-1 0 0,1 1 1 0 0,-1 0 0 0 0,1 0 0 0 0,0 0-1 0 0,0 0 1 0 0,0 0 0 0 0,1 1-1 0 0,-1-1 1 0 0,1 0 0 0 0,-1 5-1 0 0,1-4 28 0 0,0 0-1 0 0,-1 0 1 0 0,2 0-1 0 0,-1 1 0 0 0,0-1 1 0 0,1 0-1 0 0,0 0 1 0 0,0 0-1 0 0,0 0 0 0 0,0-1 1 0 0,1 1-1 0 0,-1 0 1 0 0,1 0-1 0 0,0-1 1 0 0,0 1-1 0 0,0-1 0 0 0,1 1 1 0 0,-1-1-1 0 0,1 0 1 0 0,0 0-1 0 0,0 0 1 0 0,0-1-1 0 0,0 1 0 0 0,0-1 1 0 0,1 1-1 0 0,-1-1 1 0 0,1 0-1 0 0,7 3 0 0 0,109 68 42 0 0,-39-34-65 0 0,-12-3-20 0 0,2-4 1 0 0,1-2-1 0 0,113 29 0 0 0,-145-51-9 0 0,0-3-1 0 0,68 2 1 0 0,-80-6 15 0 0,137-8-10 0 0,-99 3-10 0 0,431-28 18 0 0,-415 28-6 0 0,38-3 16 0 0,150 12 0 0 0,-189-3 57 0 0,-1-2 0 0 0,1-5 0 0 0,-1-2 0 0 0,-1-5 0 0 0,139-37 0 0 0,-132 18-23 0 0,-65 22 4 0 0,0 1 0 0 0,32-8 0 0 0,1-3-7 0 0,-43 5 52 0 0,-10 13-65 0 0,22-18 38 0 0,-23 18-38 0 0,1 0 1 0 0,-1 0-1 0 0,1 0 1 0 0,0 0-1 0 0,-1 0 1 0 0,0 0-1 0 0,1 0 1 0 0,-1 0-1 0 0,0 0 1 0 0,1 0 0 0 0,-1-1-1 0 0,0 1 1 0 0,0 0-1 0 0,0 0 1 0 0,0 0-1 0 0,0 0 1 0 0,0 0-1 0 0,0 0 1 0 0,0 0 0 0 0,0 0-1 0 0,-1-1 1 0 0,1 1-1 0 0,0 0 1 0 0,-1 0-1 0 0,1 0 1 0 0,-1 0-1 0 0,1 0 1 0 0,-1 0 0 0 0,0 1-1 0 0,1-1 1 0 0,-1 0-1 0 0,0 0 1 0 0,0 0-1 0 0,0 0 1 0 0,-50-56 78 0 0,47 52-64 0 0,0 0 1 0 0,-1 0 0 0 0,1 1-1 0 0,-1 0 1 0 0,0-1-1 0 0,-1 2 1 0 0,1-1 0 0 0,-1 0-1 0 0,1 1 1 0 0,-1 0-1 0 0,-8-2 1 0 0,-21-13 77 0 0,-343-140 136 0 0,142 65 194 0 0,227 89-402 0 0,1-1 0 0 0,-1 0-1 0 0,1 0 1 0 0,0-1 0 0 0,-9-9 0 0 0,10 10-9 0 0,1-1 1 0 0,-1 1 0 0 0,1 0-1 0 0,-1 1 1 0 0,-1-1 0 0 0,1 2-1 0 0,-11-5 1 0 0,-3 1 20 0 0,11 5-13 0 0,1-1 0 0 0,0 0 0 0 0,0 0 0 0 0,0-1 0 0 0,-9-6 0 0 0,10 5-1 0 0,0 1 0 0 0,0 0 0 0 0,-1 0 0 0 0,1 1 0 0 0,-12-3 0 0 0,11 3 13 0 0,1 1 1 0 0,-1-2-1 0 0,1 1 0 0 0,0-1 1 0 0,-10-6-1 0 0,3 1 18 0 0,0 2 0 0 0,-1-1 0 0 0,0 2 0 0 0,0 0 0 0 0,-27-6 0 0 0,-87-9 106 0 0,84 15-46 0 0,-168-13 419 0 0,42 5-286 0 0,-15 0-4 0 0,-84-17-67 0 0,40 8-80 0 0,185 19-19 0 0,-1 2-1 0 0,0 2 1 0 0,-84 11-1 0 0,85 0-233 0 0,45-11 100 0 0,0 0 0 0 0,0 1 0 0 0,0-1 0 0 0,1 0 0 0 0,-1 1 1 0 0,0-1-1 0 0,0 1 0 0 0,0-1 0 0 0,1 1 0 0 0,-1-1 0 0 0,0 1 0 0 0,1-1 1 0 0,-1 1-1 0 0,0 0 0 0 0,1-1 0 0 0,-1 1 0 0 0,1 0 0 0 0,-1 0 0 0 0,1-1 0 0 0,-1 1 1 0 0,1 0-1 0 0,-1 0 0 0 0,1 0 0 0 0,0 0 0 0 0,0 0 0 0 0,-1-1 0 0 0,1 1 1 0 0,0 0-1 0 0,0 0 0 0 0,0 0 0 0 0,0 0 0 0 0,0 0 0 0 0,0 0 0 0 0,0 0 1 0 0,0 0-1 0 0,0 0 0 0 0,1-1 0 0 0,-1 1 0 0 0,0 0 0 0 0,1 1 0 0 0,24 34-3475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55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62 185 1681 0 0,'0'0'115'0'0,"0"-1"1"0"0,-1 0-1 0 0,1 0 0 0 0,0 0 1 0 0,0 1-1 0 0,0-1 1 0 0,-1 0-1 0 0,1 0 0 0 0,0 1 1 0 0,-1-1-1 0 0,1 0 1 0 0,-1 0-1 0 0,1 1 0 0 0,-1-1 1 0 0,1 0-1 0 0,-1 1 1 0 0,1-1-1 0 0,-1 1 0 0 0,0-1 1 0 0,1 1-1 0 0,-1-1 0 0 0,0 1 1 0 0,1-1-1 0 0,-1 1 1 0 0,0 0-1 0 0,-1-1 0 0 0,1 1-53 0 0,0-1 0 0 0,0 1-1 0 0,0-1 1 0 0,0 1 0 0 0,0-1-1 0 0,1 0 1 0 0,-1 1 0 0 0,0-1-1 0 0,0 0 1 0 0,0 0 0 0 0,0 0-1 0 0,1 1 1 0 0,-1-1 0 0 0,0 0-1 0 0,1 0 1 0 0,-1 0 0 0 0,1 0-1 0 0,-1 0 1 0 0,1 0 0 0 0,0 0-1 0 0,-1-1 1 0 0,1 1 0 0 0,0 0-1 0 0,0 0 1 0 0,0 0 0 0 0,-1 0-1 0 0,1-1 1 0 0,0-8 580 0 0,0 13-97 0 0,6 20-305 0 0,-3-17-214 0 0,1 1-1 0 0,-1-1 1 0 0,0 1-1 0 0,-1 0 1 0 0,0-1-1 0 0,0 1 1 0 0,0 0-1 0 0,-1 1 1 0 0,0-1-1 0 0,1 14 0 0 0,-2-12-15 0 0,1-1-1 0 0,1 1 1 0 0,-1-1-1 0 0,1 0 0 0 0,1 1 1 0 0,0-1-1 0 0,0 0 0 0 0,0-1 1 0 0,9 14-1 0 0,13 39 4 0 0,15 117 121 0 0,-37-169-128 0 0,1 0 0 0 0,-1 0 0 0 0,1 0 0 0 0,9 11 0 0 0,11 26 44 0 0,-6 15-3 0 0,-13-39-38 0 0,1 0 0 0 0,2-1 0 0 0,0 1 1 0 0,12 20-1 0 0,-8-18-9 0 0,-2 1 1 0 0,12 37-1 0 0,-11-30 12 0 0,-8-19 1 0 0,-1 1 0 0 0,0-1 0 0 0,0 0 0 0 0,-2 0-1 0 0,0 1 1 0 0,-2 21 0 0 0,0 6 44 0 0,2-39-59 0 0,0 1 0 0 0,0 0 0 0 0,0 0 0 0 0,-1 0 0 0 0,1-1 0 0 0,-1 1 0 0 0,0 0-1 0 0,1 0 1 0 0,-1-1 0 0 0,0 1 0 0 0,0-1 0 0 0,0 1 0 0 0,0-1 0 0 0,-2 4 0 0 0,-6 12-20 0 0,17-1 37 0 0,-7-15-14 0 0,0 0 1 0 0,0 0-1 0 0,0 1 0 0 0,0-1 1 0 0,0 0-1 0 0,-1 1 1 0 0,1-1-1 0 0,0 1 1 0 0,-1-1-1 0 0,1 1 1 0 0,-1-1-1 0 0,1 1 1 0 0,-1 0-1 0 0,0-1 1 0 0,0 1-1 0 0,0-1 1 0 0,0 1-1 0 0,0 0 1 0 0,0-1-1 0 0,0 1 1 0 0,0-1-1 0 0,0 1 1 0 0,-1-1-1 0 0,1 1 1 0 0,-2 2-1 0 0,-6 8 0 0 0,6-10 0 0 0,0 0-1 0 0,1 1 1 0 0,-1-1 0 0 0,1 1 0 0 0,-1 0 0 0 0,1 0 0 0 0,0-1 0 0 0,0 1-1 0 0,0 0 1 0 0,0 0 0 0 0,0 0 0 0 0,1 0 0 0 0,0 0 0 0 0,-1 4-1 0 0,1-5 3 0 0,1-1-1 0 0,-1 1 0 0 0,0-1 1 0 0,0 1-1 0 0,0 0 0 0 0,0-1 1 0 0,-1 1-1 0 0,1-1 0 0 0,0 1 1 0 0,-1 0-1 0 0,1-1 0 0 0,-1 1 1 0 0,1-1-1 0 0,-1 1 0 0 0,0-1 1 0 0,0 0-1 0 0,0 1 0 0 0,0-1 1 0 0,0 0-1 0 0,0 1 1 0 0,0-1-1 0 0,0 0 0 0 0,0 0 1 0 0,0 0-1 0 0,-1 0 0 0 0,0 1 1 0 0,-6 4 0 0 0,5-5 4 0 0,0 3 37 0 0,29 9-15 0 0,1-5-10 0 0,0-1 1 0 0,0-1-1 0 0,1-2 1 0 0,29 2-1 0 0,23 3 31 0 0,483 51-23 0 0,-364-53 34 0 0,24 2-56 0 0,195 47-5 0 0,99 9 0 0 0,-442-58 0 0 0,-72-7-11 0 0,-1 0 0 0 0,0 1 0 0 0,1-1 0 0 0,-1 1-1 0 0,1 0 1 0 0,-1-1 0 0 0,0 1 0 0 0,1 0 0 0 0,-1 1 0 0 0,0-1-1 0 0,0 0 1 0 0,0 0 0 0 0,0 1 0 0 0,0 0 0 0 0,0-1 0 0 0,3 4-1 0 0,-4-3 6 0 0,0-1-1 0 0,1 0 1 0 0,-1 1-1 0 0,1-1 1 0 0,-1 0-1 0 0,1 0 1 0 0,0 1-1 0 0,0-1 1 0 0,-1-1-1 0 0,1 1 1 0 0,0 0-1 0 0,0 0 1 0 0,0-1-1 0 0,0 1 1 0 0,0-1-1 0 0,0 1 1 0 0,4-1-1 0 0,43 4 129 0 0,63-3-1 0 0,-60-3-9 0 0,91 11 0 0 0,35 5-47 0 0,-111-11-17 0 0,105 18-1 0 0,18 18 20 0 0,-52-13-32 0 0,102 23 357 0 0,-215-43-357 0 0,0-1 0 0 0,0-2 1 0 0,0 0-1 0 0,0-2 0 0 0,41-3 0 0 0,130-25-7 0 0,-191 26-27 0 0,214-27 106 0 0,-76 12-67 0 0,68-3-27 0 0,-162 15 23 0 0,0 2-1 0 0,0 3 1 0 0,60 8-1 0 0,46 0 50 0 0,-71-8-55 0 0,-1 0-5 0 0,148-16 0 0 0,-61-10 68 0 0,-151 21-100 0 0,1 0-1 0 0,-1-1 0 0 0,0-1 1 0 0,0-1-1 0 0,-1 0 1 0 0,0-1-1 0 0,0-2 0 0 0,-1 1 1 0 0,0-2-1 0 0,-1 0 1 0 0,22-20-1 0 0,-22 14-10 0 0,0-1 0 0 0,-2-1 0 0 0,0 0 0 0 0,-1-1 0 0 0,-1 0 0 0 0,-1-1 0 0 0,-1 0 0 0 0,8-23 0 0 0,2-1-28 0 0,-10 21 29 0 0,15-46 0 0 0,-11 22-10 0 0,-9 33-45 0 0,0 0 0 0 0,-2 0 0 0 0,1 0 0 0 0,1-32 0 0 0,-6 38 48 0 0,0-1-1 0 0,0 1 1 0 0,-1 0 0 0 0,0 0 0 0 0,-7-18-1 0 0,6 18-4 0 0,0 0 0 0 0,1 0 0 0 0,0 0 0 0 0,0 0 0 0 0,0-19 0 0 0,1 22 6 0 0,1-1-1 0 0,-1 1 1 0 0,0 0 0 0 0,-1 0-1 0 0,0-1 1 0 0,1 1 0 0 0,-7-11 0 0 0,5 11 8 0 0,1 0 0 0 0,0 1-1 0 0,0-1 1 0 0,0 0 0 0 0,1 0 0 0 0,0 0 0 0 0,-1-12 0 0 0,2 14 18 0 0,-1 0-1 0 0,0-1 1 0 0,0 1 0 0 0,-1 0-1 0 0,1 0 1 0 0,-1 0-1 0 0,0 0 1 0 0,0 0 0 0 0,0 0-1 0 0,-1 0 1 0 0,1 1 0 0 0,-1-1-1 0 0,0 1 1 0 0,0 0-1 0 0,-4-3 1 0 0,-13-20-5 0 0,-1-12-64 0 0,16 28 64 0 0,0-1-1 0 0,-1 1 1 0 0,0 0 0 0 0,-1 0-1 0 0,-8-8 1 0 0,-13-9-25 0 0,19 20 21 0 0,1-1-1 0 0,0 0 0 0 0,0 0 1 0 0,1-1-1 0 0,-11-16 0 0 0,10 5 5 0 0,6 16 4 0 0,1 0-1 0 0,-1 0 1 0 0,0 0-1 0 0,0 0 1 0 0,0 1-1 0 0,0-1 1 0 0,-1 1 0 0 0,0-1-1 0 0,-5-5 1 0 0,6 8 4 0 0,-17-17 8 0 0,0 0 0 0 0,-23-15 0 0 0,34 28-13 0 0,0 1-1 0 0,0-1 1 0 0,0 1-1 0 0,-1 1 1 0 0,0-1-1 0 0,1 2 1 0 0,-1-1-1 0 0,0 1 1 0 0,-14-2-1 0 0,-92-16 80 0 0,-35-17 51 0 0,-42-8-75 0 0,-309-12 353 0 0,-99-14 409 0 0,481 58-649 0 0,0 5 0 0 0,-144 9 0 0 0,107 1-9 0 0,52-2-45 0 0,-421-8 570 0 0,262-17-394 0 0,171 13-183 0 0,-1 4-1 0 0,-112 4 1 0 0,118 5 114 0 0,-12-3-4 0 0,69 1-151 0 0,-189-27 40 0 0,107 11 26 0 0,51 9-132 0 0,-170-15 91 0 0,-88 45-224 0 0,216-11 24 0 0,41-8 43 0 0,30-2 25 0 0,0 1-1 0 0,-53 11 0 0 0,28-4 63 0 0,-1-2-1 0 0,0-3 1 0 0,0-3-1 0 0,-98-9 0 0 0,-25-6 46 0 0,143 10-133 0 0,-135-5 132 0 0,57 23-453 0 0,111-9-260 0 0,15 4-107 0 0,212 68-6102 0 0,-152-66 1987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3:13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1584 2481 0 0,'-36'7'3775'0'0,"24"-6"-3487"0"0,0 0 1 0 0,0 1 0 0 0,1 1-1 0 0,-1 0 1 0 0,1 0 0 0 0,0 1-1 0 0,0 1 1 0 0,0 0 0 0 0,0 1-1 0 0,-9 6 1 0 0,19-12-284 0 0,1 0 1 0 0,0 0-1 0 0,-1 0 0 0 0,1 1 1 0 0,-1-1-1 0 0,1 0 0 0 0,0 0 1 0 0,-1 0-1 0 0,1 1 0 0 0,-1-1 1 0 0,1 0-1 0 0,0 0 0 0 0,-1 1 1 0 0,1-1-1 0 0,0 0 0 0 0,-1 1 1 0 0,1-1-1 0 0,0 0 0 0 0,0 1 1 0 0,-1-1-1 0 0,1 1 0 0 0,0-1 1 0 0,0 0-1 0 0,0 1 0 0 0,0-1 1 0 0,-1 1-1 0 0,1-1 0 0 0,0 1 1 0 0,0-1-1 0 0,0 0 0 0 0,0 1 1 0 0,0-1-1 0 0,0 1 0 0 0,0-1 1 0 0,0 1-1 0 0,0-1 0 0 0,0 1 1 0 0,0-1-1 0 0,1 0 0 0 0,-1 1 1 0 0,0-1-1 0 0,0 1 0 0 0,0-1 1 0 0,1 1-1 0 0,-1-1 0 0 0,0 0 1 0 0,0 1-1 0 0,1-1 0 0 0,-1 0 1 0 0,0 1-1 0 0,1-1 0 0 0,-1 0 1 0 0,0 1-1 0 0,1-1 0 0 0,-1 0 1 0 0,0 0-1 0 0,1 0 0 0 0,-1 1 1 0 0,1-1-1 0 0,-1 0 0 0 0,0 0 1 0 0,1 0-1 0 0,-1 0 0 0 0,1 0 1 0 0,-1 0-1 0 0,1 1 0 0 0,0-1 1 0 0,0 0 5 0 0,-1 0 1 0 0,1 0-1 0 0,0 1 1 0 0,0-1 0 0 0,-1 0-1 0 0,1 0 1 0 0,0 0-1 0 0,0 0 1 0 0,0 0 0 0 0,0 0-1 0 0,-1 0 1 0 0,1 0-1 0 0,0-1 1 0 0,0 1 0 0 0,0 0-1 0 0,-1 0 1 0 0,1-1-1 0 0,0 1 1 0 0,-1 0 0 0 0,1-1-1 0 0,0 1 1 0 0,0-1-1 0 0,-1 1 1 0 0,1-1-1 0 0,-1 1 1 0 0,1-1 0 0 0,0 1-1 0 0,-1-1 1 0 0,1 0-1 0 0,-1 1 1 0 0,1-2 0 0 0,-1-12 357 0 0,-1 11-318 0 0,1-1 0 0 0,0 0 0 0 0,0 0 0 0 0,0 0 0 0 0,1 0 0 0 0,-1 1 1 0 0,1-1-1 0 0,0 0 0 0 0,2-6 0 0 0,40-86 562 0 0,-32 68-462 0 0,0 0 1 0 0,3 1-1 0 0,0 0 0 0 0,1 1 0 0 0,22-27 1 0 0,49-37 8 0 0,-78 80-152 0 0,2 0 1 0 0,0 0 0 0 0,0 1-1 0 0,12-9 1 0 0,-10 9 34 0 0,-1 0-1 0 0,-1-1 1 0 0,17-18-1 0 0,-19 18-43 0 0,1 1-1 0 0,0 1 0 0 0,0-1 1 0 0,15-9-1 0 0,-14 11 9 0 0,0-1 0 0 0,0 0 0 0 0,-1-1 0 0 0,14-17 0 0 0,-6 8 67 0 0,0 0-1 0 0,1 0 1 0 0,26-18 0 0 0,-27 24-21 0 0,-2-1 0 0 0,0 0 0 0 0,0-1 0 0 0,-1-1 1 0 0,-1 0-1 0 0,13-20 0 0 0,-14 14 58 0 0,-5 10-43 0 0,-1 0 0 0 0,1 0 1 0 0,1 0-1 0 0,0 1 0 0 0,10-10 0 0 0,117-120-14 0 0,-113 115 38 0 0,3-4 35 0 0,58-51 0 0 0,26 1 39 0 0,-41 32-78 0 0,-28 1 85 0 0,-16 29-42 0 0,-14 10-51 0 0,1 0 1 0 0,-2-1 0 0 0,17-16 0 0 0,-14 10 8 0 0,0 1 0 0 0,0 0 0 0 0,1 1-1 0 0,1 1 1 0 0,0 0 0 0 0,1 1 0 0 0,0 0 0 0 0,24-11 0 0 0,-7 9 62 0 0,1 1-1 0 0,0 1 1 0 0,1 2 0 0 0,67-7 0 0 0,132 8 455 0 0,-192 7-539 0 0,-36 0-280 0 0,-5 1-809 0 0,0-1 864 0 0,-1 1 0 0 0,1-1 1 0 0,0 0-1 0 0,-1 1 0 0 0,1-1 1 0 0,0 1-1 0 0,-1-1 1 0 0,1 0-1 0 0,0 1 0 0 0,-1-1 1 0 0,1 0-1 0 0,-1 1 0 0 0,1-1 1 0 0,-1 0-1 0 0,1 0 0 0 0,-1 0 1 0 0,1 1-1 0 0,-1-1 0 0 0,1 0 1 0 0,-1 0-1 0 0,1 0 0 0 0,-1 0 1 0 0,1 0-1 0 0,-1 0 1 0 0,1 0-1 0 0,-1 0 0 0 0,1 0 1 0 0,-1 0-1 0 0,1 0 0 0 0,-2 0 1 0 0,-73 12-5539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3:15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1 296 2241 0 0,'17'-23'1292'0'0,"-4"6"-488"0"0,1 0 1 0 0,1 0-1 0 0,22-19 0 0 0,-17 20-426 0 0,-1-2 0 0 0,27-32 0 0 0,-41 44-342 0 0,0 0 1 0 0,1 0 0 0 0,0 1-1 0 0,0 0 1 0 0,0 0 0 0 0,0 1-1 0 0,1-1 1 0 0,0 1 0 0 0,0 1-1 0 0,0-1 1 0 0,11-3 0 0 0,-19 7-36 0 0,1 0 0 0 0,0 0 0 0 0,0 0 1 0 0,0 0-1 0 0,0 0 0 0 0,-1-1 0 0 0,1 1 1 0 0,0 0-1 0 0,0 0 0 0 0,0 0 0 0 0,0 0 0 0 0,0-1 1 0 0,0 1-1 0 0,0 0 0 0 0,-1 0 0 0 0,1 0 0 0 0,0 0 1 0 0,0-1-1 0 0,0 1 0 0 0,0 0 0 0 0,0 0 1 0 0,0-1-1 0 0,0 1 0 0 0,0 0 0 0 0,0 0 0 0 0,0 0 1 0 0,0-1-1 0 0,0 1 0 0 0,0 0 0 0 0,0 0 0 0 0,0 0 1 0 0,0-1-1 0 0,1 1 0 0 0,-1 0 0 0 0,0 0 1 0 0,0 0-1 0 0,0 0 0 0 0,0-1 0 0 0,0 1 0 0 0,0 0 1 0 0,0 0-1 0 0,1 0 0 0 0,-1 0 0 0 0,0-1 0 0 0,0 1 1 0 0,0 0-1 0 0,0 0 0 0 0,1 0 0 0 0,-1 0 1 0 0,0 0-1 0 0,0 0 0 0 0,0 0 0 0 0,1 0 0 0 0,-1 0 1 0 0,0-1-1 0 0,0 1 0 0 0,0 0 0 0 0,1 0 0 0 0,-1 0 1 0 0,0 0-1 0 0,0 0 0 0 0,0 0 0 0 0,1 0 0 0 0,-1 0 1 0 0,0 1-1 0 0,1-1 0 0 0,5 1 11 0 0,-5 0-10 0 0,0-1 1 0 0,0 0 1 0 0,0 0-1 0 0,0 0 0 0 0,0 0 1 0 0,0 1-1 0 0,1-1 0 0 0,-1 0 1 0 0,0 1-1 0 0,0-1 0 0 0,0 1 1 0 0,0-1-1 0 0,0 1 1 0 0,0 0-1 0 0,0-1 0 0 0,0 1 1 0 0,-1 0-1 0 0,1 0 0 0 0,0 0 1 0 0,1 1-1 0 0,1 39 75 0 0,-4-22-50 0 0,0 1 1 0 0,-2-1 0 0 0,-5 24-1 0 0,7-35-18 0 0,-1 0-1 0 0,-1-1 0 0 0,1 1 1 0 0,-1-1-1 0 0,-1 0 0 0 0,1 1 1 0 0,-1-1-1 0 0,0-1 1 0 0,-1 1-1 0 0,1-1 0 0 0,-9 8 1 0 0,6-7-5 0 0,3-3 3 0 0,0-1 1 0 0,1 1 0 0 0,-2-1 0 0 0,1 0 0 0 0,0 0 0 0 0,-1-1 0 0 0,1 1-1 0 0,-1-1 1 0 0,-5 2 0 0 0,0-9 164 0 0,7 4-146 0 0,2 1-24 0 0,0 0-1 0 0,0 0 0 0 0,0 0 1 0 0,0 0-1 0 0,0-1 0 0 0,0 1 1 0 0,0 0-1 0 0,0 0 0 0 0,0-1 1 0 0,1 1-1 0 0,-1-1 0 0 0,0 1 1 0 0,0-1-1 0 0,0 1 1 0 0,0-1-1 0 0,1 0 0 0 0,-1 1 1 0 0,0-1-1 0 0,1 0 0 0 0,-1 0 1 0 0,0 0-1 0 0,1 1 0 0 0,-1-1 1 0 0,1 0-1 0 0,-1 0 0 0 0,1 0 1 0 0,0 0-1 0 0,-1 0 0 0 0,1 0 1 0 0,0 0-1 0 0,-1 0 1 0 0,1 0-1 0 0,0 0 0 0 0,0 0 1 0 0,0 0-1 0 0,0 0 0 0 0,0 0 1 0 0,0 0-1 0 0,0 0 0 0 0,1 0 1 0 0,-1 0-1 0 0,0 0 0 0 0,0 0 1 0 0,1 0-1 0 0,-1 0 0 0 0,1 1 1 0 0,-1-1-1 0 0,1 0 1 0 0,-1 0-1 0 0,2-1 0 0 0,16-29-2 0 0,-11 18 0 0 0,0 1 0 0 0,1-1 0 0 0,12-14 0 0 0,66-63 67 0 0,-81 85-68 0 0,1 1 1 0 0,0 0-1 0 0,0 0 1 0 0,0 1-1 0 0,0 0 1 0 0,1 0-1 0 0,-1 0 0 0 0,1 1 1 0 0,0 0-1 0 0,-1 0 1 0 0,1 1-1 0 0,0 0 1 0 0,0 0-1 0 0,7 0 1 0 0,-8 1-3 0 0,-1 0 1 0 0,0 0 0 0 0,0 0 0 0 0,0 1 0 0 0,0 0 0 0 0,0 0 0 0 0,0 0-1 0 0,0 0 1 0 0,0 1 0 0 0,0 0 0 0 0,0 0 0 0 0,0 0 0 0 0,-1 1 0 0 0,1 0-1 0 0,-1-1 1 0 0,0 1 0 0 0,0 1 0 0 0,0-1 0 0 0,0 1 0 0 0,3 4 0 0 0,5 11 18 0 0,-2 0 1 0 0,0 1 0 0 0,13 42-1 0 0,-22-60-16 0 0,0-1 1 0 0,-1 1-1 0 0,1 0 0 0 0,-1-1 0 0 0,1 1 0 0 0,-1-1 1 0 0,0 1-1 0 0,0 0 0 0 0,1-1 0 0 0,-1 1 0 0 0,0 0 1 0 0,-1-1-1 0 0,1 1 0 0 0,0 0 0 0 0,0-1 0 0 0,-1 1 1 0 0,1 0-1 0 0,-1-1 0 0 0,0 1 0 0 0,1-1 0 0 0,-1 1 1 0 0,0-1-1 0 0,0 1 0 0 0,0-1 0 0 0,0 0 0 0 0,0 1 1 0 0,0-1-1 0 0,0 0 0 0 0,0 0 0 0 0,-1 0 0 0 0,1 0 1 0 0,-3 2-1 0 0,-1 1 7 0 0,4-3-1 0 0,-1-1 1 0 0,0 1-1 0 0,1 0 1 0 0,-1-1-1 0 0,0 1 1 0 0,1-1-1 0 0,-1 0 1 0 0,0 1-1 0 0,0-1 1 0 0,1 0 0 0 0,-1 0-1 0 0,0 0 1 0 0,0 0-1 0 0,0 0 1 0 0,1-1-1 0 0,-1 1 1 0 0,0-1-1 0 0,0 1 1 0 0,1-1-1 0 0,-1 1 1 0 0,0-1-1 0 0,1 0 1 0 0,-1 0 0 0 0,1 0-1 0 0,-1 0 1 0 0,1 0-1 0 0,-1 0 1 0 0,1 0-1 0 0,0 0 1 0 0,0-1-1 0 0,-1 1 1 0 0,-1-3-1 0 0,-2-1 5 0 0,4 4-11 0 0,0 0 0 0 0,1 0 0 0 0,-1 0 0 0 0,0 0 0 0 0,0 0 0 0 0,1 0 0 0 0,-1 0 0 0 0,1-1 0 0 0,-1 1 0 0 0,1 0 0 0 0,0 0 0 0 0,-1 0 0 0 0,1 0 0 0 0,0-1 0 0 0,0 1 0 0 0,0 0 0 0 0,0 0 0 0 0,0-1 0 0 0,0 1 0 0 0,0 0 0 0 0,0 0 0 0 0,0-1 0 0 0,1 1 0 0 0,-1 0 0 0 0,0 0 0 0 0,1 0 0 0 0,-1 0 0 0 0,1 0 0 0 0,0-1 0 0 0,0 0 0 0 0,23-33 0 0 0,-20 30 0 0 0,9-12 0 0 0,-8 9 0 0 0,1 1 0 0 0,-1-1 0 0 0,2 2 0 0 0,-1-1 0 0 0,1 0 0 0 0,10-6 0 0 0,12-7 0 0 0,52-24 0 0 0,-69 37 0 0 0,1 2 0 0 0,-1 0 0 0 0,1 0 0 0 0,0 1 0 0 0,0 1 0 0 0,1 0 0 0 0,17-1 0 0 0,-27 4 9 0 0,0 1-1 0 0,0-1 1 0 0,0 1-1 0 0,-1 0 1 0 0,1 0-1 0 0,0 0 1 0 0,0 1-1 0 0,-1-1 1 0 0,1 1-1 0 0,-1 0 1 0 0,1 0-1 0 0,-1 0 1 0 0,0 0-1 0 0,0 1 1 0 0,0-1 0 0 0,0 1-1 0 0,0 0 1 0 0,-1 0-1 0 0,1 0 1 0 0,-1 0-1 0 0,0 0 1 0 0,0 1-1 0 0,0-1 1 0 0,0 0-1 0 0,0 1 1 0 0,-1 0-1 0 0,0-1 1 0 0,2 7-1 0 0,-1-2 20 0 0,0 0 1 0 0,0 0-1 0 0,-1 0 0 0 0,0 0 0 0 0,0 0 0 0 0,-1 0 1 0 0,0 0-1 0 0,-1 0 0 0 0,0 0 0 0 0,0 0 1 0 0,0 0-1 0 0,-4 8 0 0 0,0-6 7 0 0,-1 0 0 0 0,0-1 0 0 0,0 1 0 0 0,-1-2 0 0 0,-1 1 0 0 0,-12 12 0 0 0,-27 32 27 0 0,46-52-74 0 0,1-1 0 0 0,0 0 0 0 0,-1 1 0 0 0,1-1 1 0 0,0 1-1 0 0,-1-1 0 0 0,1 1 0 0 0,0-1 0 0 0,-1 1 0 0 0,1-1 0 0 0,0 1 1 0 0,0-1-1 0 0,0 1 0 0 0,-1-1 0 0 0,1 1 0 0 0,0-1 0 0 0,0 1 0 0 0,0-1 1 0 0,0 1-1 0 0,0 0 0 0 0,0-1 0 0 0,0 1 0 0 0,0-1 0 0 0,0 1 1 0 0,0-1-1 0 0,1 1 0 0 0,-1-1 0 0 0,0 1 0 0 0,0-1 0 0 0,0 1 0 0 0,1-1 1 0 0,-1 1-1 0 0,0-1 0 0 0,1 1 0 0 0,-1-1 0 0 0,0 1 0 0 0,1-1 0 0 0,-1 1 1 0 0,0-1-1 0 0,1 0 0 0 0,-1 1 0 0 0,1-1 0 0 0,-1 0 0 0 0,1 0 0 0 0,-1 1 1 0 0,1-1-1 0 0,-1 0 0 0 0,1 0 0 0 0,-1 1 0 0 0,1-1 0 0 0,-1 0 1 0 0,1 0-1 0 0,-1 0 0 0 0,1 0 0 0 0,0 0 0 0 0,-1 0 0 0 0,1 0 0 0 0,-1 0 1 0 0,1 0-1 0 0,-1 0 0 0 0,1 0 0 0 0,-1 0 0 0 0,1-1 0 0 0,0 1 0 0 0,4 0-271 0 0,0-1 0 0 0,-1 1-1 0 0,1-1 1 0 0,0 0-1 0 0,0 0 1 0 0,-1-1-1 0 0,1 0 1 0 0,4-2-1 0 0,47-30-4358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3:16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355 144 3682 0 0,'0'2'130'0'0,"-1"0"1"0"0,1 0 0 0 0,0 0 0 0 0,0 0 0 0 0,0 0-1 0 0,0 0 1 0 0,0 0 0 0 0,0 0 0 0 0,1 0 0 0 0,-1 0-1 0 0,0 0 1 0 0,1 0 0 0 0,0 0 0 0 0,-1 0 0 0 0,1 0-1 0 0,0-1 1 0 0,0 1 0 0 0,0 0 0 0 0,0 0 0 0 0,0-1-1 0 0,1 1 1 0 0,-1-1 0 0 0,0 1 0 0 0,1-1 0 0 0,-1 0 0 0 0,1 1-1 0 0,-1-1 1 0 0,1 0 0 0 0,0 0 0 0 0,0 0 0 0 0,-1 0-1 0 0,1 0 1 0 0,0-1 0 0 0,0 1 0 0 0,3 0 0 0 0,20-2-118 0 0,-14-2-13 0 0,1-1 0 0 0,-1 0 0 0 0,20-10 0 0 0,-26 11 0 0 0,-1 1 0 0 0,1-1 0 0 0,-1 1 0 0 0,0-1 0 0 0,0-1 0 0 0,0 1 0 0 0,-1 0 0 0 0,1-1 0 0 0,-1 0 0 0 0,1 0 0 0 0,2-5 0 0 0,25-64 0 0 0,-31 72 0 0 0,1 0 0 0 0,-1-1 0 0 0,1 1 0 0 0,-1 0 0 0 0,1-1 0 0 0,-1 1 0 0 0,0 0 0 0 0,1-1 0 0 0,-1 1 0 0 0,0-1 0 0 0,0 1 0 0 0,0 0 0 0 0,0-1 0 0 0,0 1 0 0 0,-1-1 0 0 0,1 1 0 0 0,0 0 0 0 0,-1-1 0 0 0,1 1 0 0 0,-1 0 0 0 0,1-1 0 0 0,-1 1 0 0 0,1 0 0 0 0,-1 0 0 0 0,0 0 0 0 0,0-1 0 0 0,0 1 0 0 0,0 0 0 0 0,0 0 0 0 0,0 0 0 0 0,0 0 0 0 0,0 0 0 0 0,0 1 0 0 0,0-1 0 0 0,0 0 0 0 0,-1 0 0 0 0,1 1 0 0 0,0-1 0 0 0,0 1 0 0 0,-1-1 0 0 0,1 1 0 0 0,-3-1 0 0 0,-6-2 0 0 0,1 1 0 0 0,-1 0 0 0 0,0 1 0 0 0,0 0 0 0 0,-13 0 0 0 0,-9 2 8 0 0,0 1 0 0 0,0 1 0 0 0,0 1 0 0 0,1 3 0 0 0,-1 0 0 0 0,1 2 0 0 0,1 1 0 0 0,0 1 0 0 0,-55 30 0 0 0,73-33 4 0 0,2-1-1 0 0,-1 1 1 0 0,1 1 0 0 0,0 0-1 0 0,-10 12 1 0 0,17-18-12 0 0,1 0 0 0 0,0-1 0 0 0,-1 1-1 0 0,1 0 1 0 0,0 1 0 0 0,1-1 0 0 0,-1 0 0 0 0,1 0 0 0 0,-1 1 0 0 0,1-1-1 0 0,0 1 1 0 0,0-1 0 0 0,0 1 0 0 0,1-1 0 0 0,-1 1 0 0 0,1 0-1 0 0,0-1 1 0 0,0 1 0 0 0,0 0 0 0 0,0-1 0 0 0,1 1 0 0 0,1 5 0 0 0,0-4-7 0 0,0 0 0 0 0,1-1 0 0 0,-1 0 1 0 0,1 1-1 0 0,0-1 0 0 0,0 0 0 0 0,0-1 1 0 0,0 1-1 0 0,1 0 0 0 0,0-1 0 0 0,-1 0 0 0 0,1 0 1 0 0,1 0-1 0 0,-1 0 0 0 0,0-1 0 0 0,1 0 1 0 0,-1 1-1 0 0,1-2 0 0 0,-1 1 0 0 0,8 1 1 0 0,0 0-280 0 0,-1-2 0 0 0,1 1 0 0 0,0-2 0 0 0,-1 1 0 0 0,1-2 0 0 0,0 0 0 0 0,-1 0 0 0 0,1-1 0 0 0,11-3 0 0 0,88-23-4703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3:16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1 1841 0 0,'0'0'5963'0'0,"5"0"-5617"0"0,11 0-161 0 0,-24 0-41 0 0,-36 1-59 0 0,19 1-74 0 0,13-1 12 0 0,0 0 0 0 0,0 1 0 0 0,0 0 1 0 0,1 1-1 0 0,-1 0 0 0 0,-16 8 0 0 0,22-9 7 0 0,-44 16 87 0 0,31-4-48 0 0,18-14-67 0 0,1 0 0 0 0,0 1 0 0 0,-1-1 0 0 0,1 0 0 0 0,0 1 0 0 0,0-1 0 0 0,-1 0 1 0 0,1 1-1 0 0,0-1 0 0 0,0 1 0 0 0,0-1 0 0 0,0 0 0 0 0,0 1 0 0 0,-1-1 0 0 0,1 1 0 0 0,0-1 1 0 0,0 0-1 0 0,0 1 0 0 0,0-1 0 0 0,0 1 0 0 0,0-1 0 0 0,0 1 0 0 0,0-1 0 0 0,0 0 0 0 0,1 1 1 0 0,-1-1-1 0 0,0 1 0 0 0,0-1 0 0 0,0 0 0 0 0,0 1 0 0 0,1-1 0 0 0,-1 0 0 0 0,0 1 0 0 0,0-1 1 0 0,1 0-1 0 0,-1 1 0 0 0,8 5-6 0 0,0 0 0 0 0,0-1 0 0 0,1 0 0 0 0,-1 0 1 0 0,1-1-1 0 0,0 0 0 0 0,0 0 0 0 0,1-1 0 0 0,12 2 0 0 0,48 21 43 0 0,-37-10 1 0 0,20 11 13 0 0,-53-26-53 0 0,0-1 0 0 0,1 0 0 0 0,-1 0 0 0 0,0 0 0 0 0,0 0 0 0 0,0 1 0 0 0,1-1 0 0 0,-1 0 0 0 0,0 0 0 0 0,0 0 0 0 0,0 1-1 0 0,1-1 1 0 0,-1 0 0 0 0,0 1 0 0 0,0-1 0 0 0,0 0 0 0 0,0 0 0 0 0,0 1 0 0 0,0-1 0 0 0,0 0 0 0 0,1 1 0 0 0,-1-1 0 0 0,0 0 0 0 0,0 0 0 0 0,0 1 0 0 0,0-1 0 0 0,0 0 0 0 0,0 1 0 0 0,-1-1-1 0 0,1 0 1 0 0,0 0 0 0 0,0 1 0 0 0,0-1 0 0 0,0 0 0 0 0,0 1 0 0 0,0-1 0 0 0,0 0 0 0 0,-1 0 0 0 0,1 1 0 0 0,0-1 0 0 0,0 0 0 0 0,0 0 0 0 0,-1 1 0 0 0,1-1 0 0 0,0 0 0 0 0,0 0-1 0 0,0 0 1 0 0,-1 0 0 0 0,1 1 0 0 0,0-1 0 0 0,0 0 0 0 0,-1 0 0 0 0,1 0 0 0 0,-19 7 7 0 0,14-6 3 0 0,-33 8-10 0 0,0-1 0 0 0,0-2 0 0 0,-1-2 0 0 0,-74-2 0 0 0,58-7-2668 0 0,54 5 2626 0 0,1 0 0 0 0,0 0 1 0 0,0 0-1 0 0,0-1 1 0 0,0 1-1 0 0,-1 0 1 0 0,1 0-1 0 0,0 0 1 0 0,0 0-1 0 0,0 0 0 0 0,0 0 1 0 0,-1 0-1 0 0,1 0 1 0 0,0 0-1 0 0,0 0 1 0 0,0-1-1 0 0,0 1 0 0 0,0 0 1 0 0,0 0-1 0 0,-1 0 1 0 0,1 0-1 0 0,0 0 1 0 0,0-1-1 0 0,0 1 1 0 0,0 0-1 0 0,0 0 0 0 0,0 0 1 0 0,0 0-1 0 0,0 0 1 0 0,0-1-1 0 0,0 1 1 0 0,0 0-1 0 0,0 0 0 0 0,0 0 1 0 0,0-1-1 0 0,0 1 1 0 0,0 0-1 0 0,0 0 1 0 0,0 0-1 0 0,0 0 0 0 0,0-1 1 0 0,0 1-1 0 0,0 0 1 0 0,0 0-1 0 0,0 0 1 0 0,0 0-1 0 0,0-1 1 0 0,0 1-1 0 0,1 0 0 0 0,-1 0 1 0 0,0 0-1 0 0,0 0 1 0 0,0 0-1 0 0,0 0 1 0 0,0-1-1 0 0,0 1 0 0 0,1 0 1 0 0,-1 0-1 0 0,0 0 1 0 0,0 0-1 0 0,0 0 1 0 0,0 0-1 0 0,1 0 0 0 0,-1 0 1 0 0,0 0-1 0 0,0 0 1 0 0,0 0-1 0 0,1 0 1 0 0,24-17-3001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3:17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31 338 640 0 0,'-1'0'156'0'0,"-1"0"-1"0"0,1-1 0 0 0,0 1 1 0 0,-1 0-1 0 0,1-1 0 0 0,0 1 0 0 0,-1-1 1 0 0,1 1-1 0 0,0-1 0 0 0,-1 0 1 0 0,1 1-1 0 0,0-1 0 0 0,0 0 1 0 0,0 0-1 0 0,0 0 0 0 0,0 0 1 0 0,0 0-1 0 0,0 0 0 0 0,0 0 1 0 0,0 0-1 0 0,0 0 0 0 0,1-1 0 0 0,-2-1 1 0 0,0-34 2993 0 0,2 18-3009 0 0,0 17-113 0 0,0-1-1 0 0,1 1 1 0 0,-1-1 0 0 0,1 1 0 0 0,-1 0-1 0 0,1-1 1 0 0,0 1 0 0 0,0 0 0 0 0,0-1 0 0 0,0 1-1 0 0,0 0 1 0 0,1 0 0 0 0,-1 0 0 0 0,1 0-1 0 0,1-2 1 0 0,6-9 38 0 0,-5 8-57 0 0,1-1 0 0 0,0 0 0 0 0,0 1-1 0 0,0 0 1 0 0,0 0 0 0 0,1 1 0 0 0,0-1-1 0 0,0 1 1 0 0,0 1 0 0 0,0-1 0 0 0,1 1-1 0 0,8-4 1 0 0,6-1-10 0 0,1 1-1 0 0,40-8 1 0 0,-53 13-9 0 0,-1 1 0 0 0,1 0 1 0 0,-1 1-1 0 0,1 0 0 0 0,-1 0 1 0 0,1 1-1 0 0,0 0 0 0 0,-1 0 1 0 0,0 1-1 0 0,9 3 0 0 0,-12-4 13 0 0,-1 1 0 0 0,0 0 0 0 0,1 0 0 0 0,-1 1 0 0 0,0-1 0 0 0,-1 1-1 0 0,1-1 1 0 0,0 1 0 0 0,-1 0 0 0 0,1 1 0 0 0,-1-1 0 0 0,0 1 0 0 0,0-1 0 0 0,-1 1-1 0 0,1 0 1 0 0,-1 0 0 0 0,1 0 0 0 0,-1 0 0 0 0,1 6 0 0 0,-1-6 4 0 0,-1 1 1 0 0,0-1-1 0 0,0 0 0 0 0,0 1 1 0 0,-1-1-1 0 0,0 0 1 0 0,0 1-1 0 0,0-1 0 0 0,0 1 1 0 0,-1-1-1 0 0,1 0 1 0 0,-1 1-1 0 0,-3 7 0 0 0,4-10 2 0 0,-1-1-1 0 0,0 1 0 0 0,0 0 0 0 0,0-1 0 0 0,0 1 1 0 0,0-1-1 0 0,0 1 0 0 0,0-1 0 0 0,0 0 0 0 0,-1 1 1 0 0,1-1-1 0 0,-1 0 0 0 0,1 0 0 0 0,-1 0 0 0 0,1 0 1 0 0,-1 0-1 0 0,1 0 0 0 0,-1-1 0 0 0,0 1 0 0 0,1 0 1 0 0,-1-1-1 0 0,0 1 0 0 0,0-1 0 0 0,0 0 0 0 0,1 0 1 0 0,-1 0-1 0 0,0 1 0 0 0,0-2 0 0 0,0 1 0 0 0,0 0 1 0 0,-3-1-1 0 0,5 1-2 0 0,-1 0 0 0 0,1-1-1 0 0,-1 1 1 0 0,1 0 0 0 0,0 0 0 0 0,-1-1 0 0 0,1 1 0 0 0,0 0 0 0 0,-1-1-1 0 0,1 1 1 0 0,0-1 0 0 0,0 1 0 0 0,-1 0 0 0 0,1-1 0 0 0,0 1-1 0 0,0-1 1 0 0,0 1 0 0 0,-1-1 0 0 0,1 1 0 0 0,0 0 0 0 0,0-1 0 0 0,0 1-1 0 0,0-1 1 0 0,0 1 0 0 0,0-1 0 0 0,0 1 0 0 0,0-1 0 0 0,0 1-1 0 0,0-1 1 0 0,-3-11 23 0 0,2 11-24 0 0,0 0 0 0 0,-1 0 0 0 0,1-1 0 0 0,0 1 0 0 0,0 0 0 0 0,0 0 0 0 0,0-1 0 0 0,0 1 0 0 0,0-1-1 0 0,1 1 1 0 0,-1-1 0 0 0,0 1 0 0 0,1-1 0 0 0,-1 1 0 0 0,1-1 0 0 0,0 1 0 0 0,-1-1 0 0 0,1-2 0 0 0,1 1 2 0 0,0-1 0 0 0,0 1-1 0 0,1 0 1 0 0,-1 0 0 0 0,1 0 0 0 0,0 0 0 0 0,-1 0 0 0 0,1 0 0 0 0,5-5 0 0 0,9-12-3 0 0,1 0 0 0 0,0 2 0 0 0,2 0 0 0 0,29-23 1 0 0,-37 33-13 0 0,1 1 0 0 0,-1 0 0 0 0,1 1 1 0 0,0 0-1 0 0,1 1 0 0 0,0 0 1 0 0,-1 1-1 0 0,1 0 0 0 0,1 1 0 0 0,17-1 1 0 0,-30 4 6 0 0,0-1 0 0 0,0 1 0 0 0,0 0 0 0 0,0 0 0 0 0,0 0 0 0 0,0 0 0 0 0,0 0 0 0 0,0 0 0 0 0,0 0-1 0 0,0 0 1 0 0,0 0 0 0 0,0 0 0 0 0,0 1 0 0 0,0-1 0 0 0,0 0 0 0 0,0 1 0 0 0,0-1 0 0 0,0 1 0 0 0,0-1 0 0 0,0 1 0 0 0,0-1 0 0 0,-1 1 0 0 0,1 0 0 0 0,0-1 0 0 0,0 1 0 0 0,-1 0 0 0 0,1 0 0 0 0,0 1 0 0 0,2 32-8 0 0,-3-15 12 0 0,0-8 15 0 0,0 0 0 0 0,-1 0 0 0 0,-1 0 1 0 0,0 0-1 0 0,0 0 0 0 0,-7 18 0 0 0,8-25-12 0 0,-1 0 1 0 0,0 0-1 0 0,0-1 1 0 0,0 1-1 0 0,0 0 1 0 0,-1-1-1 0 0,0 1 1 0 0,1-1-1 0 0,-1 0 1 0 0,0 0-1 0 0,-1 0 0 0 0,1 0 1 0 0,0-1-1 0 0,-1 1 1 0 0,0-1-1 0 0,1 0 1 0 0,-1 0-1 0 0,0 0 1 0 0,0-1-1 0 0,0 1 1 0 0,-9 1-1 0 0,10-2 1 0 0,0-1 0 0 0,0 1 1 0 0,0-1-1 0 0,0 1 0 0 0,0-1 0 0 0,0 0 0 0 0,0 0 0 0 0,-1-1 0 0 0,1 1 1 0 0,0-1-1 0 0,0 1 0 0 0,-3-2 0 0 0,4 1-3 0 0,1 0 1 0 0,0 0-1 0 0,0 0 0 0 0,-1 0 0 0 0,1 0 0 0 0,0-1 1 0 0,0 1-1 0 0,0 0 0 0 0,0-1 0 0 0,0 1 0 0 0,1 0 1 0 0,-1-1-1 0 0,0 1 0 0 0,1-1 0 0 0,-1 1 0 0 0,1-1 1 0 0,-1 1-1 0 0,1-1 0 0 0,0 0 0 0 0,0 1 0 0 0,0-1 1 0 0,0 1-1 0 0,0-1 0 0 0,0-3 0 0 0,0 0-3 0 0,0-1 1 0 0,1 1-1 0 0,0-1 0 0 0,0 0 0 0 0,0 1 1 0 0,1 0-1 0 0,-1-1 0 0 0,1 1 0 0 0,1 0 1 0 0,-1 0-1 0 0,1 0 0 0 0,4-7 0 0 0,4-1-4 0 0,0 0 1 0 0,24-21-1 0 0,-25 25-1 0 0,-2 2-4 0 0,1 0-1 0 0,0 0 1 0 0,0 1 0 0 0,1 1 0 0 0,0-1-1 0 0,0 1 1 0 0,18-5 0 0 0,-25 8 10 0 0,-1 2 0 0 0,0-1-1 0 0,1 0 1 0 0,-1 0 0 0 0,1 1 0 0 0,-1-1 0 0 0,1 1 0 0 0,-1 0-1 0 0,1 0 1 0 0,-1 0 0 0 0,1 0 0 0 0,-1 0 0 0 0,1 1 0 0 0,-1-1-1 0 0,1 1 1 0 0,-1-1 0 0 0,1 1 0 0 0,-1 0 0 0 0,0 0-1 0 0,1 0 1 0 0,-1 0 0 0 0,0 1 0 0 0,0-1 0 0 0,0 0 0 0 0,0 1-1 0 0,0 0 1 0 0,0-1 0 0 0,0 1 0 0 0,-1 0 0 0 0,1 0 0 0 0,0 0-1 0 0,-1 0 1 0 0,0 0 0 0 0,1 1 0 0 0,-1-1 0 0 0,0 0-1 0 0,0 1 1 0 0,0-1 0 0 0,-1 0 0 0 0,2 4 0 0 0,-1 1 11 0 0,0-1 1 0 0,0 1-1 0 0,0 0 1 0 0,-1-1-1 0 0,0 1 1 0 0,0-1-1 0 0,-1 1 0 0 0,0 0 1 0 0,0-1-1 0 0,-2 8 1 0 0,-29 63 142 0 0,15-40-114 0 0,16-33-157 0 0,0 0 0 0 0,0 0-1 0 0,0 0 1 0 0,1 0 0 0 0,-1 0-1 0 0,1 0 1 0 0,0 9 0 0 0,0-6-1702 0 0,0-16-2837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3:18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0 800 0 0,'0'35'8656'0'0,"0"92"-8908"0"0,-1-109 251 0 0,1-23-1 0 0,-5-34 19 0 0,0 31 7 0 0,1 1-20 0 0,0 1 1 0 0,0 0 0 0 0,0 1 0 0 0,-1-1-1 0 0,0 1 1 0 0,0 0 0 0 0,0 0 0 0 0,-9-5-1 0 0,8 7-3 0 0,0 0 0 0 0,-1 1-1 0 0,1-1 1 0 0,-1 2 0 0 0,0-1-1 0 0,0 1 1 0 0,1 0 0 0 0,-1 0 0 0 0,0 1-1 0 0,0 0 1 0 0,0 0 0 0 0,0 1-1 0 0,0 0 1 0 0,1 0 0 0 0,-1 0-1 0 0,-7 4 1 0 0,9-5 1 0 0,-25 7 25 0 0,-52 18 0 0 0,71-21-16 0 0,0 0 1 0 0,0 1 0 0 0,1 0 0 0 0,-1 1 0 0 0,1 0-1 0 0,1 0 1 0 0,-1 1 0 0 0,-10 11 0 0 0,18-16-4 0 0,0 1 1 0 0,0 0 0 0 0,0 0 0 0 0,0 0 0 0 0,1 0 0 0 0,-1 0-1 0 0,1 1 1 0 0,0-1 0 0 0,0 0 0 0 0,0 1 0 0 0,0-1-1 0 0,1 1 1 0 0,-1-1 0 0 0,1 1 0 0 0,0-1 0 0 0,0 1-1 0 0,0-1 1 0 0,0 1 0 0 0,1-1 0 0 0,1 6 0 0 0,0-3-5 0 0,-1 0 1 0 0,2 0 0 0 0,-1 0-1 0 0,1 0 1 0 0,0 0 0 0 0,0 0-1 0 0,1-1 1 0 0,6 9-1 0 0,-4-8-8 0 0,0 0-1 0 0,1-1 0 0 0,0 0 0 0 0,0 0 0 0 0,0 0 0 0 0,0-1 1 0 0,1 0-1 0 0,0 0 0 0 0,-1-1 0 0 0,1 0 0 0 0,1-1 0 0 0,-1 0 0 0 0,0 0 1 0 0,14 1-1 0 0,-7-1-421 0 0,1-2 0 0 0,0 1-1 0 0,-1-2 1 0 0,1 0 0 0 0,-1-1 0 0 0,1-1 0 0 0,17-5 0 0 0,56-26-5537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3:18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629 33 2081 0 0,'7'-2'787'0'0,"27"-7"955"0"0,-33 9-1630 0 0,0 0 0 0 0,0-1-1 0 0,0 1 1 0 0,0 0 0 0 0,0-1 0 0 0,0 1 0 0 0,0-1 0 0 0,0 1-1 0 0,0-1 1 0 0,0 1 0 0 0,-1-1 0 0 0,1 0 0 0 0,0 1-1 0 0,0-1 1 0 0,0 0 0 0 0,-1 0 0 0 0,1 0 0 0 0,0 1-1 0 0,-1-1 1 0 0,1 0 0 0 0,0-2 0 0 0,-6 1 755 0 0,-5 0-785 0 0,-1 1 0 0 0,1 0 0 0 0,-1 0 0 0 0,1 1 0 0 0,-1 1 0 0 0,-13 1-1 0 0,-14 2-40 0 0,-264 34 65 0 0,277-34-55 0 0,-1 2 1 0 0,1 1-1 0 0,1 1 0 0 0,-1 1 0 0 0,-36 19 0 0 0,56-26-40 0 0,1 1-1 0 0,-1-1 1 0 0,1 1-1 0 0,0 0 1 0 0,0 0-1 0 0,0 1 1 0 0,0-1 0 0 0,0 1-1 0 0,1-1 1 0 0,0 1-1 0 0,-1 1 1 0 0,1-1-1 0 0,1 0 1 0 0,-1 1 0 0 0,1-1-1 0 0,0 1 1 0 0,0 0-1 0 0,0-1 1 0 0,0 1-1 0 0,1 0 1 0 0,0 0-1 0 0,0 0 1 0 0,0 7 0 0 0,1-10-8 0 0,0-1 1 0 0,0 1-1 0 0,0 0 1 0 0,0-1 0 0 0,0 1-1 0 0,1-1 1 0 0,-1 1 0 0 0,1-1-1 0 0,-1 1 1 0 0,1 0 0 0 0,-1-1-1 0 0,1 0 1 0 0,0 1-1 0 0,0-1 1 0 0,0 1 0 0 0,0-1-1 0 0,0 0 1 0 0,0 0 0 0 0,0 0-1 0 0,0 1 1 0 0,1-1 0 0 0,-1 0-1 0 0,2 1 1 0 0,43 13 17 0 0,-40-13-23 0 0,54 8-518 0 0,0-3 0 0 0,0-2 0 0 0,0-3-1 0 0,76-7 1 0 0,-15-8-4042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3:19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513 56 1521 0 0,'1'-3'308'0'0,"-1"1"0"0"0,0-1 0 0 0,0 0 1 0 0,0 1-1 0 0,0-1 0 0 0,0 0 1 0 0,-1 1-1 0 0,1-1 0 0 0,-1 0 0 0 0,0 1 1 0 0,1-1-1 0 0,-1 1 0 0 0,0-1 0 0 0,-1 1 1 0 0,1-1-1 0 0,0 1 0 0 0,-3-3 0 0 0,2 4-230 0 0,-1 0 0 0 0,0 0 0 0 0,0 0 0 0 0,1 0 0 0 0,-1 1-1 0 0,0-1 1 0 0,0 1 0 0 0,0 0 0 0 0,0 0 0 0 0,1 0 0 0 0,-1 0 0 0 0,0 0-1 0 0,0 1 1 0 0,0-1 0 0 0,0 1 0 0 0,0 0 0 0 0,-2 0 0 0 0,-28 6 12 0 0,-12 2 6 0 0,0 2 1 0 0,1 1 0 0 0,1 2-1 0 0,-44 22 1 0 0,73-30-85 0 0,-3 1 59 0 0,-1 2-1 0 0,2 0 1 0 0,-23 15 0 0 0,35-21-46 0 0,0 0 1 0 0,1 0-1 0 0,-1 0 0 0 0,1 0 0 0 0,0 1 1 0 0,0-1-1 0 0,0 1 0 0 0,1 0 0 0 0,-1 0 1 0 0,1 0-1 0 0,0 0 0 0 0,0 0 1 0 0,0 0-1 0 0,1 0 0 0 0,-1 1 0 0 0,1-1 1 0 0,0 1-1 0 0,0-1 0 0 0,0 9 1 0 0,1-11-20 0 0,1 0 1 0 0,-1-1-1 0 0,1 1 1 0 0,-1 0-1 0 0,1 0 1 0 0,0 0-1 0 0,-1 0 1 0 0,1 0-1 0 0,0-1 1 0 0,0 1-1 0 0,0 0 1 0 0,0-1-1 0 0,1 1 1 0 0,-1-1-1 0 0,0 1 1 0 0,1-1-1 0 0,-1 1 1 0 0,1-1-1 0 0,-1 0 1 0 0,1 0-1 0 0,0 0 1 0 0,0 0-1 0 0,-1 0 1 0 0,1 0-1 0 0,0-1 1 0 0,0 1-1 0 0,0 0 1 0 0,0-1-1 0 0,0 1 1 0 0,0-1-1 0 0,3 0 1 0 0,11 5 11 0 0,8 2-1 0 0,0 0 1 0 0,1-2-1 0 0,0-1 0 0 0,0-1 0 0 0,1-1 0 0 0,-1-1 1 0 0,0-1-1 0 0,1-1 0 0 0,-1-2 0 0 0,0 0 0 0 0,0-2 0 0 0,45-14 1 0 0,-42 10-332 0 0,0-2 0 0 0,0 0 0 0 0,-1-2 1 0 0,-1-1-1 0 0,0-2 0 0 0,-1 0 0 0 0,0-2 0 0 0,-2 0 1 0 0,0-2-1 0 0,26-28 0 0 0,-48 47 103 0 0,0 0 0 0 0,0 0 0 0 0,0-1-1 0 0,0 1 1 0 0,-1 0 0 0 0,1-1 0 0 0,0 1-1 0 0,-1-1 1 0 0,1 1 0 0 0,0-1 0 0 0,-1 1 0 0 0,0-1-1 0 0,1 1 1 0 0,-1-1 0 0 0,0 1 0 0 0,0-1 0 0 0,0-2-1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3:19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1 1761 0 0,'-30'46'4162'0'0,"-61"29"-1121"0"0,0-12-2481 0 0,31-5-880 0 0,0 5 240 0 0,29-5 160 0 0,1-14 0 0 0,30-11-320 0 0,30-22-720 0 0,1-17-2482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3:19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719 65 160 0 0,'19'-10'1376'0'0,"-23"6"-209"0"0,3 3-1066 0 0,0 1 0 0 0,0 0 0 0 0,1 0 0 0 0,-1-1-1 0 0,0 1 1 0 0,0 0 0 0 0,1-1 0 0 0,-1 1 0 0 0,0-1 0 0 0,1 1 0 0 0,-1-1 0 0 0,1 1 0 0 0,-1-1 0 0 0,1 1 0 0 0,-1-1-1 0 0,1 0 1 0 0,-1 1 0 0 0,1-1 0 0 0,-1 0 0 0 0,1 1 0 0 0,0-1 0 0 0,-1 0 0 0 0,1 0 0 0 0,0 1 0 0 0,0-1 0 0 0,-1 0-1 0 0,1 0 1 0 0,0-1 0 0 0,0 2-68 0 0,0 0-1 0 0,0-1 1 0 0,0 1-1 0 0,0-1 0 0 0,0 1 1 0 0,0 0-1 0 0,-1-1 1 0 0,1 1-1 0 0,0 0 1 0 0,0-1-1 0 0,0 1 1 0 0,-1 0-1 0 0,1-1 1 0 0,0 1-1 0 0,0 0 0 0 0,-1-1 1 0 0,1 1-1 0 0,0 0 1 0 0,0 0-1 0 0,-1-1 1 0 0,1 1-1 0 0,0 0 1 0 0,-1 0-1 0 0,1 0 0 0 0,0 0 1 0 0,-1-1-1 0 0,1 1 1 0 0,0 0-1 0 0,-1 0 1 0 0,1 0-1 0 0,-1 0 1 0 0,1 0-1 0 0,0 0 0 0 0,-1 0 1 0 0,1 0-1 0 0,-1 0 1 0 0,-25-7 297 0 0,1 1 0 0 0,-1 2 0 0 0,0 0 0 0 0,-1 2 0 0 0,1 0 0 0 0,-50 5 0 0 0,33 2-164 0 0,1 2 0 0 0,-1 1 0 0 0,-59 21 0 0 0,101-29-164 0 0,-70 29 44 0 0,67-26-42 0 0,0-1 0 0 0,0 0 1 0 0,0 1-1 0 0,1-1 0 0 0,0 1 0 0 0,-1 0 0 0 0,1 0 1 0 0,0 1-1 0 0,0-1 0 0 0,0 1 0 0 0,1-1 1 0 0,0 1-1 0 0,-5 8 0 0 0,7-10-2 0 0,-1 0 0 0 0,0 0 0 0 0,1 0 0 0 0,-1-1 1 0 0,1 1-1 0 0,0 0 0 0 0,0 0 0 0 0,0 0 0 0 0,0 0 0 0 0,0 0 0 0 0,0 0 0 0 0,0 0 0 0 0,1 0 0 0 0,-1 0 0 0 0,1 0 0 0 0,-1 0 0 0 0,1 0 0 0 0,0 0 1 0 0,0 0-1 0 0,0-1 0 0 0,0 1 0 0 0,0 0 0 0 0,0-1 0 0 0,0 1 0 0 0,0-1 0 0 0,1 1 0 0 0,-1-1 0 0 0,1 1 0 0 0,2 1 0 0 0,4 2 5 0 0,0 1 1 0 0,1-2-1 0 0,-1 1 0 0 0,16 5 0 0 0,-12-5-11 0 0,18 5-42 0 0,0 0-1 0 0,1-2 1 0 0,0-1 0 0 0,1-2 0 0 0,-1-1 0 0 0,47 0 0 0 0,-45-2 35 0 0,-26-2 6 0 0,-1 1-3 0 0,0-1 1 0 0,0 0-1 0 0,0 0 0 0 0,0 0 1 0 0,0-1-1 0 0,0 0 0 0 0,10-3 0 0 0,-9 1 7 0 0,-14 1 13 0 0,-30 2 42 0 0,29 0-39 0 0,-103 5-117 0 0,-199 36 0 0 0,269-34-94 0 0,-14-1-1645 0 0,54-6 1730 0 0,1 1 0 0 0,0-1 1 0 0,0 0-1 0 0,-1 0 0 0 0,1 0 0 0 0,0 0 0 0 0,0 0 0 0 0,-1 0 0 0 0,1 0 0 0 0,0 0 0 0 0,0 0 0 0 0,-1 0 0 0 0,1 0 0 0 0,0 0 0 0 0,-1 0 0 0 0,1 0 0 0 0,0 0 0 0 0,0 0 0 0 0,-1 0 0 0 0,1 0 0 0 0,0 0 0 0 0,-1 0 0 0 0,1 0 0 0 0,0 0 0 0 0,0 0 0 0 0,-1 0 0 0 0,1-1 1 0 0,0 1-1 0 0,0 0 0 0 0,0 0 0 0 0,-1 0 0 0 0,1-1 0 0 0,0 1 0 0 0,0 0 0 0 0,0 0 0 0 0,-1 0 0 0 0,1-1 0 0 0,0 1 0 0 0,0 0 0 0 0,0 0 0 0 0,0-1 0 0 0,0 1 0 0 0,0-1 0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3:20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596 15 240 0 0,'0'-1'302'0'0,"1"1"0"0"0,-1-1 0 0 0,0 0 0 0 0,0 1-1 0 0,0-1 1 0 0,0 1 0 0 0,0-1 0 0 0,0 0 0 0 0,0 1 0 0 0,-1-1 0 0 0,1 1 0 0 0,0-1-1 0 0,0 0 1 0 0,0 1 0 0 0,-1-1 0 0 0,1 1 0 0 0,0-1 0 0 0,0 1 0 0 0,-1-1 0 0 0,1 1-1 0 0,-1-1 1 0 0,1 1 0 0 0,0-1 0 0 0,-2 0 0 0 0,-10 7 2040 0 0,-19 32-3687 0 0,19-22 2019 0 0,7-10-661 0 0,1 0 1 0 0,0 1 0 0 0,1-1-1 0 0,-1 1 1 0 0,-2 8 0 0 0,5-12-8 0 0,-1 1 1 0 0,1 0-1 0 0,-1 0 1 0 0,0 0-1 0 0,0-1 1 0 0,0 1-1 0 0,-1-1 1 0 0,1 0-1 0 0,-1 0 1 0 0,0 0-1 0 0,-3 4 1 0 0,-4-43 220 0 0,-7 15-227 0 0,14 16 0 0 0,0 1 0 0 0,0 0 0 0 0,-1 0 0 0 0,1 0 0 0 0,-1 0 0 0 0,0 0 0 0 0,0 1 0 0 0,0 0 0 0 0,-1 0 0 0 0,1 0 0 0 0,-1 0 0 0 0,0 1 0 0 0,0-1 0 0 0,0 1 0 0 0,-8-2 0 0 0,-2-1 0 0 0,10 3 1 0 0,0 1 0 0 0,0-1 0 0 0,-1 1 0 0 0,1 0 0 0 0,-1 1 0 0 0,1-1 0 0 0,-1 1 0 0 0,1 0-1 0 0,-1 0 1 0 0,1 1 0 0 0,0 0 0 0 0,-1 0 0 0 0,-5 1 0 0 0,-9 2 37 0 0,0 0-1 0 0,1 1 1 0 0,-1 2 0 0 0,1-1 0 0 0,0 2 0 0 0,0 1-1 0 0,1 0 1 0 0,1 1 0 0 0,-1 1 0 0 0,2 1 0 0 0,-29 25-1 0 0,42-34-33 0 0,0-1 0 0 0,0 1-1 0 0,0 1 1 0 0,1-1-1 0 0,-1 0 1 0 0,1 1-1 0 0,0-1 1 0 0,0 1-1 0 0,0-1 1 0 0,1 1 0 0 0,-1 0-1 0 0,1 0 1 0 0,0 0-1 0 0,0 0 1 0 0,0 0-1 0 0,1 0 1 0 0,-1 0 0 0 0,1 0-1 0 0,0 0 1 0 0,0 0-1 0 0,0 1 1 0 0,1-1-1 0 0,-1 0 1 0 0,1 0-1 0 0,0 0 1 0 0,1 0 0 0 0,-1-1-1 0 0,0 1 1 0 0,1 0-1 0 0,0 0 1 0 0,0-1-1 0 0,0 1 1 0 0,0-1 0 0 0,5 5-1 0 0,-1-1-7 0 0,1-1 0 0 0,-1 1 0 0 0,2-1 1 0 0,-1 0-1 0 0,1-1 0 0 0,0 0 0 0 0,0 0 0 0 0,0-1 0 0 0,0 0 0 0 0,1 0 1 0 0,0-1-1 0 0,0 0 0 0 0,0 0 0 0 0,11 0 0 0 0,3 0-188 0 0,0-1 1 0 0,0-2-1 0 0,0 0 0 0 0,0-2 0 0 0,0-1 1 0 0,0 0-1 0 0,42-13 0 0 0,-42 7-835 0 0,0-1 0 0 0,26-16 0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3:21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39 560 0 0,'60'-19'2481'0'0,"-30"5"-560"0"0,1 8-480 0 0,-1 6-481 0 0,-30 14-319 0 0,-61 74-241 0 0,1 28-400 0 0,0-28-80 0 0,29-19 160 0 0,-29 2 0 0 0,30 6 0 0 0,0-8-160 0 0,-1-11-400 0 0,31-14-641 0 0,-30-30-1920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3:22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2001 0 0,'30'0'4242'0'0,"0"6"-2962"0"0,0 1-479 0 0,0-1-561 0 0,31 8-1281 0 0,-1-9-1840 0 0,1 1-400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3:22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344 27 1361 0 0,'0'-1'145'0'0,"0"0"1"0"0,0-1 0 0 0,-1 1 0 0 0,1 0-1 0 0,0 0 1 0 0,-1 0 0 0 0,1-1 0 0 0,-1 1 0 0 0,1 0-1 0 0,-1 0 1 0 0,0 0 0 0 0,0 0 0 0 0,1 0-1 0 0,-1 0 1 0 0,0 0 0 0 0,0 0 0 0 0,0 0 0 0 0,0 1-1 0 0,0-1 1 0 0,0 0 0 0 0,0 1 0 0 0,0-1-1 0 0,0 0 1 0 0,-1 1 0 0 0,1-1 0 0 0,0 1-1 0 0,0 0 1 0 0,0-1 0 0 0,-1 1 0 0 0,1 0 0 0 0,0 0-1 0 0,0 0 1 0 0,-1 0 0 0 0,1 0 0 0 0,0 0-1 0 0,-2 0 1 0 0,-5 0 19 0 0,1 1 1 0 0,-1-1-1 0 0,0 1 0 0 0,1 1 0 0 0,-1-1 0 0 0,-7 4 0 0 0,-17 6 32 0 0,1 2 0 0 0,1 1 0 0 0,-33 21-1 0 0,56-31-169 0 0,0 2 0 0 0,0-1 0 0 0,1 1 0 0 0,0 0 0 0 0,0 0 0 0 0,1 1 0 0 0,-9 13 0 0 0,-3 3 11 0 0,16-21-37 0 0,-1 0 1 0 0,0-1 0 0 0,1 1-1 0 0,-1 0 1 0 0,1 0 0 0 0,0 0-1 0 0,0 0 1 0 0,0 0 0 0 0,0 0-1 0 0,0 1 1 0 0,0-1 0 0 0,0 0-1 0 0,1 1 1 0 0,-1-1-1 0 0,1 0 1 0 0,0 1 0 0 0,0-1-1 0 0,-1 0 1 0 0,2 1 0 0 0,-1-1-1 0 0,0 1 1 0 0,0-1 0 0 0,1 0-1 0 0,-1 1 1 0 0,1-1 0 0 0,0 0-1 0 0,0 0 1 0 0,0 0 0 0 0,2 5-1 0 0,1-3 10 0 0,1 1-1 0 0,-1 0 1 0 0,1-1 0 0 0,0 0-1 0 0,0 0 1 0 0,1-1-1 0 0,-1 1 1 0 0,1-1-1 0 0,0 0 1 0 0,-1-1 0 0 0,8 3-1 0 0,11 3 6 0 0,0-1-1 0 0,0-1 0 0 0,1-1 1 0 0,49 3-1 0 0,-60-8-15 0 0,-1-1 0 0 0,1-1 0 0 0,0 0 0 0 0,23-7 0 0 0,-32 7 0 0 0,1 1 0 0 0,-1-1 0 0 0,1 0 0 0 0,-1-1 0 0 0,0 0 0 0 0,0 1 0 0 0,0-2 0 0 0,0 1 0 0 0,-1 0 0 0 0,1-1 0 0 0,-1 0 0 0 0,5-5 0 0 0,-6 4-5 0 0,0 1 0 0 0,0-1-1 0 0,-1 0 1 0 0,1 0 0 0 0,-1 0-1 0 0,0 0 1 0 0,0 0 0 0 0,-1 0-1 0 0,0-1 1 0 0,0 1 0 0 0,0-1-1 0 0,0 1 1 0 0,-1-1 0 0 0,0-9-1 0 0,0 13-12 0 0,-1 1 0 0 0,1-1 1 0 0,-1 0-1 0 0,1 0 0 0 0,-1 1 0 0 0,0-1 0 0 0,1 0 0 0 0,-1 1 0 0 0,0-1 1 0 0,0 1-1 0 0,0-1 0 0 0,-1 1 0 0 0,1-1 0 0 0,0 1 0 0 0,0 0 0 0 0,-1 0 1 0 0,1-1-1 0 0,-1 1 0 0 0,1 0 0 0 0,-1 0 0 0 0,1 0 0 0 0,-1 1 0 0 0,0-1 1 0 0,1 0-1 0 0,-1 1 0 0 0,0-1 0 0 0,1 1 0 0 0,-1-1 0 0 0,0 1 0 0 0,-2 0 1 0 0,-70-8-2000 0 0,62 8 1359 0 0,-73-1-3957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3:22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623 440 1521 0 0,'0'-62'6269'0'0,"-1"61"-6234"0"0,1 0 0 0 0,-1 1 0 0 0,0-1 0 0 0,0 0-1 0 0,1 1 1 0 0,-1-1 0 0 0,0 0 0 0 0,0 1 0 0 0,0-1 0 0 0,0 1 0 0 0,0-1-1 0 0,0 1 1 0 0,0 0 0 0 0,0-1 0 0 0,0 1 0 0 0,0 0 0 0 0,0 0 0 0 0,0 0-1 0 0,0 0 1 0 0,0 0 0 0 0,0 0 0 0 0,0 0 0 0 0,0 0 0 0 0,0 0 0 0 0,-1 0-1 0 0,1 0 1 0 0,0 1 0 0 0,-1 0 0 0 0,-9-1 88 0 0,-34 1-40 0 0,1 3 1 0 0,-1 1-1 0 0,-72 20 1 0 0,94-19-62 0 0,0 1 0 0 0,1 1 0 0 0,-1 1 1 0 0,2 1-1 0 0,-1 1 0 0 0,2 1 0 0 0,-1 0 0 0 0,2 2 1 0 0,-1 0-1 0 0,2 2 0 0 0,-26 27 0 0 0,38-38-18 0 0,0 1 0 0 0,0 0 0 0 0,1 0-1 0 0,0 0 1 0 0,0 1 0 0 0,1 0 0 0 0,0 0 0 0 0,0 0-1 0 0,-5 15 1 0 0,8-17-5 0 0,1-1 0 0 0,-1 0 0 0 0,1 1 0 0 0,0-1-1 0 0,0 1 1 0 0,1-1 0 0 0,-1 0 0 0 0,1 1 0 0 0,0-1 0 0 0,0 0-1 0 0,0 0 1 0 0,1 1 0 0 0,0-1 0 0 0,0 0 0 0 0,0 0 0 0 0,0-1-1 0 0,0 1 1 0 0,1 0 0 0 0,-1-1 0 0 0,6 6 0 0 0,0 0-5 0 0,0 0 1 0 0,1-1 0 0 0,0 0-1 0 0,0-1 1 0 0,1 1 0 0 0,0-2-1 0 0,0 1 1 0 0,1-2 0 0 0,-1 1-1 0 0,1-1 1 0 0,0-1 0 0 0,1 0-1 0 0,-1-1 1 0 0,1 0 0 0 0,0-1-1 0 0,-1 0 1 0 0,1 0 0 0 0,0-2-1 0 0,0 1 1 0 0,0-1 0 0 0,0-1-1 0 0,0 0 1 0 0,16-5 0 0 0,-8 2-26 0 0,0-2 0 0 0,-1 0 0 0 0,0-1 0 0 0,-1-1 0 0 0,1-1 0 0 0,-1 0 1 0 0,-1-1-1 0 0,0-1 0 0 0,-1-1 0 0 0,0-1 0 0 0,0 0 0 0 0,-1 0 0 0 0,19-25 0 0 0,-11 10 24 0 0,125-167-186 0 0,-136 176 149 0 0,18-29-114 0 0,44-91 0 0 0,-72 131 135 0 0,0 1-1 0 0,0-1 1 0 0,-1 0-1 0 0,0 0 1 0 0,0 0-1 0 0,-1 0 0 0 0,0 0 1 0 0,0 0-1 0 0,-1 0 1 0 0,0 0-1 0 0,0 0 1 0 0,-1 0-1 0 0,0 0 1 0 0,-6-14-1 0 0,5 12 87 0 0,0 0-1 0 0,0 0 1 0 0,1-1 0 0 0,-2-20-1 0 0,5 29-46 0 0,-1 0 0 0 0,0-1 1 0 0,1 1-1 0 0,-1 0 0 0 0,1-1 0 0 0,0 1 0 0 0,0 0 0 0 0,0 0 0 0 0,0 0 1 0 0,0 0-1 0 0,0 0 0 0 0,1 0 0 0 0,-1 0 0 0 0,1 0 0 0 0,2-3 0 0 0,-4 5 33 0 0,-13 9 58 0 0,3 12 66 0 0,-13 7 33 0 0,-36 55-1 0 0,-10 13-96 0 0,26-43-166 0 0,-10 9-14 0 0,-52 83-1 0 0,100-136-66 0 0,0 0 1 0 0,1 1-1 0 0,-1-1 0 0 0,2 1 0 0 0,0 0 0 0 0,0 0 0 0 0,1 0 1 0 0,0 1-1 0 0,0-1 0 0 0,1 0 0 0 0,1 19 0 0 0,0-25-1969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3:23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 0 880 0 0,'-29'5'917'0'0,"1"1"1"0"0,-1 1-1 0 0,2 1 0 0 0,-1 1 0 0 0,1 2 0 0 0,0 0 0 0 0,-40 26 0 0 0,61-33-862 0 0,0 0-1 0 0,0 0 1 0 0,0 1-1 0 0,0 0 1 0 0,1 0-1 0 0,0 1 1 0 0,-7 8-1 0 0,12-13-56 0 0,-1 0 1 0 0,1 0-1 0 0,-1 1 0 0 0,1-1 1 0 0,-1 0-1 0 0,1 0 0 0 0,0 1 0 0 0,-1-1 1 0 0,1 0-1 0 0,0 0 0 0 0,0 1 0 0 0,0-1 1 0 0,0 0-1 0 0,0 1 0 0 0,0-1 0 0 0,0 0 1 0 0,1 1-1 0 0,-1-1 0 0 0,0 0 0 0 0,1 0 1 0 0,-1 1-1 0 0,1-1 0 0 0,-1 0 0 0 0,1 0 1 0 0,0 0-1 0 0,-1 0 0 0 0,1 0 1 0 0,0 0-1 0 0,0 0 0 0 0,0 0 0 0 0,0 0 1 0 0,0 0-1 0 0,0 0 0 0 0,0 0 0 0 0,2 1 1 0 0,9 6 56 0 0,1 0 0 0 0,-1 0 0 0 0,2-2 0 0 0,-1 1 1 0 0,1-2-1 0 0,-1 1 0 0 0,2-2 0 0 0,-1 0 1 0 0,0-1-1 0 0,27 3 0 0 0,-20-5-14 0 0,-1 0 0 0 0,1-2-1 0 0,0 0 1 0 0,0-1 0 0 0,-1-2 0 0 0,0 0 0 0 0,23-7-1 0 0,-28 6 7 0 0,-1-1 0 0 0,-1 0-1 0 0,1-1 1 0 0,-1-1 0 0 0,0 0-1 0 0,-1-1 1 0 0,0 0 0 0 0,0-1 0 0 0,16-17-1 0 0,-27 26-43 0 0,-1 0 0 0 0,1 0-1 0 0,-1 0 1 0 0,1 0 0 0 0,-1 0 0 0 0,0 0-1 0 0,0 0 1 0 0,1-1 0 0 0,-1 1 0 0 0,0 0-1 0 0,0 0 1 0 0,0 0 0 0 0,0 0 0 0 0,0 0-1 0 0,0 0 1 0 0,-1-1 0 0 0,1 1 0 0 0,0 0-1 0 0,-1 0 1 0 0,1 0 0 0 0,0 0 0 0 0,-1 0-1 0 0,0 0 1 0 0,1 0 0 0 0,-1 0 0 0 0,1 0-1 0 0,-1 0 1 0 0,0 0 0 0 0,0 1 0 0 0,1-1-1 0 0,-1 0 1 0 0,0 0 0 0 0,0 1 0 0 0,0-1-1 0 0,0 0 1 0 0,-1 0 0 0 0,-3-2-64 0 0,-1 0 0 0 0,1 1 0 0 0,0-1 0 0 0,-1 1 0 0 0,0 0 0 0 0,1 1-1 0 0,-11-2 1 0 0,-3 1-566 0 0,1 0 0 0 0,-1 2 1 0 0,-21 2-1 0 0,-126 18-6390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3:24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1 358 3362 0 0,'0'-2'142'0'0,"0"0"0"0"0,1 0 1 0 0,-1 0-1 0 0,1 0 1 0 0,-1 1-1 0 0,1-1 1 0 0,0 0-1 0 0,-1 0 0 0 0,1 1 1 0 0,0-1-1 0 0,0 1 1 0 0,0-1-1 0 0,1 1 1 0 0,-1-1-1 0 0,0 1 1 0 0,0-1-1 0 0,1 1 0 0 0,-1 0 1 0 0,1 0-1 0 0,-1 0 1 0 0,1 0-1 0 0,0 0 1 0 0,-1 0-1 0 0,1 0 1 0 0,0 1-1 0 0,3-2 0 0 0,17-12 668 0 0,-9-2-326 0 0,9-6-288 0 0,82-38-228 0 0,-58 35-12 0 0,46-35 0 0 0,-85 55 55 0 0,1 0 0 0 0,0 0 1 0 0,0 1-1 0 0,0 0 0 0 0,13-4 0 0 0,9 3-11 0 0,-28 5 1 0 0,-1 1-1 0 0,1-1 1 0 0,-1 0 0 0 0,0 1-1 0 0,0-1 1 0 0,1 0 0 0 0,-1 1-1 0 0,0 0 1 0 0,0-1-1 0 0,1 1 1 0 0,-1 0 0 0 0,0-1-1 0 0,0 1 1 0 0,0 0 0 0 0,0 0-1 0 0,0 0 1 0 0,0 0 0 0 0,0 0-1 0 0,0 0 1 0 0,-1 0 0 0 0,1 0-1 0 0,0 1 1 0 0,-1-1 0 0 0,1 0-1 0 0,0 0 1 0 0,-1 1 0 0 0,0-1-1 0 0,1 0 1 0 0,-1 1-1 0 0,0-1 1 0 0,0 0 0 0 0,1 1-1 0 0,-1-1 1 0 0,0 0 0 0 0,0 1-1 0 0,-1-1 1 0 0,1 0 0 0 0,0 1-1 0 0,0-1 1 0 0,-1 0 0 0 0,1 1-1 0 0,-1 0 1 0 0,-2 10 24 0 0,0-1 0 0 0,-1 0 0 0 0,-9 18 0 0 0,9-21-6 0 0,-7 15 21 0 0,8-19-34 0 0,1 1 0 0 0,-1-1 0 0 0,1 1 0 0 0,0 0 0 0 0,1-1 0 0 0,-1 1 0 0 0,1 0 0 0 0,0 0 0 0 0,0 0 0 0 0,0 9 0 0 0,1-13-3 0 0,0 0-1 0 0,0 0 1 0 0,0 0-1 0 0,0 0 1 0 0,-1 0-1 0 0,1-1 1 0 0,0 1-1 0 0,-1 0 1 0 0,1 0-1 0 0,-1 0 1 0 0,1 0-1 0 0,-1 0 1 0 0,1 0-1 0 0,-1-1 1 0 0,0 1-1 0 0,1 0 1 0 0,-1 0-1 0 0,0-1 1 0 0,0 1-1 0 0,1-1 1 0 0,-1 1-1 0 0,0 0 1 0 0,0-1-1 0 0,0 1 1 0 0,-1-1-1 0 0,2 1 2 0 0,0-1 0 0 0,-1 0-1 0 0,1 0 1 0 0,-1 0 0 0 0,1 1-1 0 0,0-1 1 0 0,-1 0-1 0 0,1 0 1 0 0,0 0 0 0 0,-1 0-1 0 0,1 0 1 0 0,-1 0 0 0 0,1 0-1 0 0,-1 0 1 0 0,1 0 0 0 0,0 0-1 0 0,-1 0 1 0 0,1 0 0 0 0,-1 0-1 0 0,1 0 1 0 0,0 0 0 0 0,-1 0-1 0 0,1 0 1 0 0,0-1 0 0 0,-1 1-1 0 0,1 0 1 0 0,-1 0 0 0 0,1 0-1 0 0,0-1 1 0 0,-1 1-1 0 0,1 0 1 0 0,0 0 0 0 0,0-1-1 0 0,-1 1 1 0 0,1 0 0 0 0,0-1-1 0 0,0 1 1 0 0,-1 0 0 0 0,1-1-1 0 0,0 1 1 0 0,0 0 0 0 0,0-1-1 0 0,0 1 1 0 0,-1-1 0 0 0,1 1-1 0 0,0 0 1 0 0,0-1 0 0 0,0-2 0 0 0,0 1 0 0 0,1 0 1 0 0,-1-1-1 0 0,1 1 1 0 0,-1 0-1 0 0,1-1 1 0 0,0 1-1 0 0,0 0 1 0 0,0 0-1 0 0,0-1 1 0 0,0 1-1 0 0,0 0 0 0 0,1 0 1 0 0,2-2-1 0 0,6-13-4 0 0,8-25 13 0 0,-16 35-9 0 0,0 0 0 0 0,0-1 0 0 0,1 1 0 0 0,0 1 0 0 0,1-1 0 0 0,0 0 0 0 0,0 1-1 0 0,0 0 1 0 0,1 0 0 0 0,-1 0 0 0 0,2 1 0 0 0,-1-1 0 0 0,0 1 0 0 0,1 0 0 0 0,0 1 0 0 0,7-5 0 0 0,-4 5-8 0 0,0 0 1 0 0,1 0-1 0 0,0 1 0 0 0,0 0 0 0 0,0 0 0 0 0,0 1 0 0 0,0 1 0 0 0,20-1 0 0 0,-26 2 7 0 0,1 0-1 0 0,-1 0 0 0 0,0 0 0 0 0,1 1 0 0 0,-1-1 0 0 0,0 1 0 0 0,0 0 0 0 0,1 0 0 0 0,-1 1 0 0 0,0-1 0 0 0,0 1 1 0 0,0 0-1 0 0,-1 0 0 0 0,1 1 0 0 0,0-1 0 0 0,-1 1 0 0 0,1-1 0 0 0,-1 1 0 0 0,0 0 0 0 0,0 0 0 0 0,0 1 1 0 0,4 5-1 0 0,23 59 144 0 0,-23-36-86 0 0,-7-30-59 0 0,0-1 0 0 0,1 1 0 0 0,-1-1 0 0 0,0 0 0 0 0,0 1 0 0 0,0-1 0 0 0,0 0 0 0 0,0 1 0 0 0,0-1 0 0 0,-1 0 0 0 0,1 1 0 0 0,0-1 0 0 0,-1 0 0 0 0,1 1 0 0 0,-1-1 0 0 0,1 0 0 0 0,-1 1 0 0 0,0-1-1 0 0,1 0 1 0 0,-3 2 0 0 0,-17-2-1 0 0,19-2 0 0 0,1 1 0 0 0,-1-1 0 0 0,1 0 0 0 0,-1 0 0 0 0,0 1 0 0 0,1-1-1 0 0,0 0 1 0 0,-1 0 0 0 0,1 0 0 0 0,-1 0 0 0 0,1 0 0 0 0,0 0 0 0 0,0 1-1 0 0,-1-1 1 0 0,1 0 0 0 0,0 0 0 0 0,0 0 0 0 0,0 0 0 0 0,0 0 0 0 0,0 0-1 0 0,0 0 1 0 0,0 0 0 0 0,1-2 0 0 0,5-24 17 0 0,5 15-9 0 0,-1 1 0 0 0,2 0 0 0 0,0 0 0 0 0,0 1 0 0 0,1 1 0 0 0,0 0 1 0 0,23-12-1 0 0,16-11-7 0 0,-33 19-1 0 0,1 0 0 0 0,29-14 0 0 0,-42 24 0 0 0,1 0 0 0 0,-1 0 0 0 0,1 1 0 0 0,0 0 0 0 0,0 1 0 0 0,-1-1 0 0 0,1 1 0 0 0,0 1 0 0 0,0-1 0 0 0,13 2 0 0 0,-19-1 1 0 0,0 1 0 0 0,-1-1 0 0 0,1 0 0 0 0,-1 0 0 0 0,1 1 0 0 0,-1-1-1 0 0,1 1 1 0 0,0-1 0 0 0,-1 1 0 0 0,0 0 0 0 0,1-1 0 0 0,-1 1 0 0 0,1 0-1 0 0,-1 0 1 0 0,1 1 0 0 0,-1 0 2 0 0,0-1 1 0 0,-1 0-1 0 0,0 1 0 0 0,1-1 0 0 0,-1 1 0 0 0,0-1 0 0 0,0 1 1 0 0,1-1-1 0 0,-1 1 0 0 0,-1-1 0 0 0,1 0 0 0 0,0 1 1 0 0,0-1-1 0 0,0 1 0 0 0,-1-1 0 0 0,1 1 0 0 0,-1-1 0 0 0,1 0 1 0 0,-1 1-1 0 0,1-1 0 0 0,-1 0 0 0 0,0 1 0 0 0,0-1 1 0 0,-1 1-1 0 0,-78 131 290 0 0,76-127-280 0 0,0 0-1 0 0,0 0 1 0 0,-1-1 0 0 0,1 0-1 0 0,-1 0 1 0 0,0 0-1 0 0,-1 0 1 0 0,1-1-1 0 0,-1 0 1 0 0,-9 5 0 0 0,9-5-21 0 0,0-1 0 0 0,1 1 0 0 0,-1 0 0 0 0,1 0 0 0 0,0 0 0 0 0,1 1 0 0 0,-1-1 0 0 0,-6 10 0 0 0,11-14-8 0 0,-1 1-1 0 0,1-1 1 0 0,-1 1 0 0 0,1 0-1 0 0,-1-1 1 0 0,1 1 0 0 0,-1 0-1 0 0,1-1 1 0 0,0 1 0 0 0,-1 0-1 0 0,1 0 1 0 0,0 0 0 0 0,0-1-1 0 0,-1 1 1 0 0,1 0 0 0 0,0 0-1 0 0,0 0 1 0 0,0-1 0 0 0,0 1-1 0 0,0 0 1 0 0,0 0 0 0 0,0 0-1 0 0,0-1 1 0 0,1 2 0 0 0,15 2-463 0 0,27-14-730 0 0,-41 10 1144 0 0,0-1-87 0 0,-1 1 1 0 0,1-1-1 0 0,0 1 1 0 0,0-1-1 0 0,0 0 1 0 0,0 0-1 0 0,-1 0 1 0 0,1 0 0 0 0,0 0-1 0 0,-1 0 1 0 0,1 0-1 0 0,-1-1 1 0 0,1 1-1 0 0,1-3 1 0 0,5-4-1392 0 0,17-10-858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3:24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208 213 560 0 0,'-12'5'972'0'0,"-1"0"0"0"0,0 1 1 0 0,1 1-1 0 0,0 0 0 0 0,1 0 0 0 0,-1 1 0 0 0,-18 18 0 0 0,29-25-956 0 0,1-1-1 0 0,0 1 1 0 0,-1 0 0 0 0,1 0-1 0 0,0 0 1 0 0,0-1-1 0 0,-1 1 1 0 0,1 0 0 0 0,0 0-1 0 0,0 0 1 0 0,0 0-1 0 0,0-1 1 0 0,0 1 0 0 0,0 0-1 0 0,0 0 1 0 0,1 0-1 0 0,-1 0 1 0 0,0-1 0 0 0,0 1-1 0 0,1 0 1 0 0,-1 0-1 0 0,0-1 1 0 0,1 1 0 0 0,-1 0-1 0 0,1 0 1 0 0,-1-1-1 0 0,1 1 1 0 0,-1 0-1 0 0,1-1 1 0 0,1 2 0 0 0,23 17 47 0 0,-20-17-57 0 0,1-1 0 0 0,-1 1-1 0 0,1-1 1 0 0,0 0 0 0 0,-1-1 0 0 0,1 0-1 0 0,0 0 1 0 0,0 0 0 0 0,-1 0 0 0 0,9-2-1 0 0,57-17 79 0 0,-64 16-73 0 0,0 0 1 0 0,0-1-1 0 0,0 1 0 0 0,-1-1 1 0 0,0-1-1 0 0,1 1 1 0 0,-1-1-1 0 0,-1 0 0 0 0,1-1 1 0 0,6-8-1 0 0,7-6 37 0 0,6-4 67 0 0,-1-2 0 0 0,-2-1-1 0 0,-1 0 1 0 0,22-37 0 0 0,-42 62-100 0 0,0 1 0 0 0,0 0 1 0 0,0-1-1 0 0,-1 1 0 0 0,1 0 0 0 0,0-1 1 0 0,-1 1-1 0 0,1-1 0 0 0,-1 1 0 0 0,0-1 1 0 0,0 1-1 0 0,1-1 0 0 0,-1 0 0 0 0,0 1 1 0 0,0-1-1 0 0,0 1 0 0 0,0-1 0 0 0,-1 1 1 0 0,1-1-1 0 0,0 1 0 0 0,-1-1 0 0 0,1 1 1 0 0,-1-1-1 0 0,1 1 0 0 0,-1-1 1 0 0,0 1-1 0 0,0 0 0 0 0,1-1 0 0 0,-1 1 1 0 0,0 0-1 0 0,-2-2 0 0 0,-1 1 13 0 0,0 0-1 0 0,1 0 1 0 0,-1 0-1 0 0,0 0 1 0 0,0 1-1 0 0,0 0 1 0 0,0 0-1 0 0,-7-1 1 0 0,6 1-4 0 0,-8-1 9 0 0,0 0 0 0 0,0 1-1 0 0,0 1 1 0 0,0 0 0 0 0,0 0-1 0 0,0 2 1 0 0,0-1 0 0 0,0 2 0 0 0,0 0-1 0 0,0 0 1 0 0,1 1 0 0 0,0 1-1 0 0,0 0 1 0 0,-13 8 0 0 0,-11 8 33 0 0,2 1 0 0 0,1 2 1 0 0,-31 29-1 0 0,54-44-35 0 0,3-4-43 0 0,2 0-1 0 0,-1 0 0 0 0,0 1 0 0 0,1 0 1 0 0,0 0-1 0 0,1 0 0 0 0,-1 0 1 0 0,1 1-1 0 0,0 0 0 0 0,-4 11 1 0 0,7-15-27 0 0,0 0 0 0 0,1 1 0 0 0,-1-1 1 0 0,1 0-1 0 0,0 1 0 0 0,0-1 0 0 0,0 1 0 0 0,0-1 1 0 0,1 1-1 0 0,-1-1 0 0 0,1 0 0 0 0,0 1 0 0 0,0-1 0 0 0,0 0 1 0 0,0 0-1 0 0,1 0 0 0 0,-1 0 0 0 0,1 0 0 0 0,0 0 1 0 0,0 0-1 0 0,0 0 0 0 0,0 0 0 0 0,0-1 0 0 0,0 1 1 0 0,1-1-1 0 0,2 2 0 0 0,1 1-124 0 0,-1-1 1 0 0,1 0-1 0 0,0 0 1 0 0,0 0-1 0 0,0-1 1 0 0,0 0-1 0 0,1 0 0 0 0,-1-1 1 0 0,1 1-1 0 0,0-2 1 0 0,0 1-1 0 0,0-1 1 0 0,-1 0-1 0 0,1 0 0 0 0,14-1 1 0 0,-11-2-561 0 0,0 0 0 0 0,-1-1 0 0 0,1 0 0 0 0,11-6 0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3:25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1 204 1201 0 0,'7'-2'764'0'0,"1"-1"1"0"0,-1 0 0 0 0,0 0 0 0 0,0 0 0 0 0,11-7 0 0 0,19-10 688 0 0,-24 13-997 0 0,-1 0-1 0 0,24-17 0 0 0,28-16 127 0 0,112-34-89 0 0,-140 67-419 0 0,-22 7-3 0 0,-18 6 131 0 0,-30 11-72 0 0,-3 3 53 0 0,-47 32 0 0 0,75-45-179 0 0,-1 0 0 0 0,1 1 0 0 0,0 0-1 0 0,1 1 1 0 0,0 0 0 0 0,0 0 0 0 0,1 0-1 0 0,0 1 1 0 0,-10 19 0 0 0,2 28-458 0 0,-10-6-555 0 0,5-6-2437 0 0,20-44 3196 0 0,1 0 0 0 0,0-1 0 0 0,-1 1 1 0 0,1 0-1 0 0,0-1 0 0 0,-1 1 0 0 0,1 0 0 0 0,0-1 1 0 0,0 1-1 0 0,0-1 0 0 0,0 1 0 0 0,-1-1 0 0 0,1 0 1 0 0,0 1-1 0 0,0-1 0 0 0,0 0 0 0 0,0 0 0 0 0,0 0 1 0 0,0 0-1 0 0,0 1 0 0 0,2-2 0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3:25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749 85 1921 0 0,'21'-5'1514'0'0,"0"-1"0"0"0,0-1 0 0 0,25-12 0 0 0,-36 6-634 0 0,9 3-482 0 0,-42-2 112 0 0,17 9-430 0 0,0 1-25 0 0,-1 0 0 0 0,1 0 0 0 0,-1 1 0 0 0,0 0 1 0 0,1 0-1 0 0,-1 1 0 0 0,0-1 0 0 0,0 2 0 0 0,0-1 1 0 0,-11 3-1 0 0,-72 19 485 0 0,57-12-324 0 0,0 1 1 0 0,0 1 0 0 0,-59 33 0 0 0,90-43-220 0 0,0 0 0 0 0,1 1 0 0 0,-1-1-1 0 0,1 1 1 0 0,-1-1 0 0 0,1 1 0 0 0,0 0 0 0 0,0-1 0 0 0,0 1 0 0 0,0 0 0 0 0,0 0 0 0 0,1 0 0 0 0,-1 0 0 0 0,1-1 0 0 0,0 1 0 0 0,0 0-1 0 0,0 0 1 0 0,0 0 0 0 0,0 0 0 0 0,1 0 0 0 0,-1 0 0 0 0,1 0 0 0 0,0 0 0 0 0,0-1 0 0 0,2 5 0 0 0,3 6 18 0 0,1-1 1 0 0,0 0 0 0 0,1-1 0 0 0,14 17-1 0 0,14 21 53 0 0,-33-45-55 0 0,0 0 0 0 0,0 0-1 0 0,-1 1 1 0 0,1-1 0 0 0,-1 1-1 0 0,0 0 1 0 0,0 0 0 0 0,0-1-1 0 0,-1 2 1 0 0,0-1-1 0 0,0 0 1 0 0,0 0 0 0 0,0 0-1 0 0,-1 0 1 0 0,0 0 0 0 0,0 1-1 0 0,0-1 1 0 0,-2 7 0 0 0,-9 12 69 0 0,9-21-67 0 0,0 1 1 0 0,0-1 0 0 0,1 1-1 0 0,-1-1 1 0 0,1 1-1 0 0,0 0 1 0 0,0-1-1 0 0,0 1 1 0 0,0 0-1 0 0,1 5 1 0 0,0-7-11 0 0,0-1 0 0 0,-1 0 0 0 0,1 0 0 0 0,0 0 0 0 0,0 0 1 0 0,0 0-1 0 0,-1 0 0 0 0,1 0 0 0 0,-1 0 0 0 0,1 0 0 0 0,-1 0 0 0 0,1 0 0 0 0,-1 0 0 0 0,1 0 0 0 0,-1 0 0 0 0,0 0 0 0 0,1-1 1 0 0,-1 1-1 0 0,0 0 0 0 0,0 0 0 0 0,0-1 0 0 0,0 1 0 0 0,0-1 0 0 0,0 1 0 0 0,0-1 0 0 0,0 1 0 0 0,-1 0 0 0 0,-31 5-63 0 0,23-4 14 0 0,-282 31-3333 0 0,273-32 3206 0 0,-177 16-2257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4:08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5050 895 2081 0 0,'-18'-29'670'0'0,"2"-1"-1"0"0,2-1 1 0 0,1 0 0 0 0,-17-61-1 0 0,29 85-643 0 0,-1 0 0 0 0,0 0-1 0 0,-1 0 1 0 0,1 0 0 0 0,-1 1 0 0 0,-1-1-1 0 0,1 1 1 0 0,-1-1 0 0 0,0 1-1 0 0,0 0 1 0 0,-1 1 0 0 0,0-1 0 0 0,0 1-1 0 0,0 0 1 0 0,-1 0 0 0 0,0 0-1 0 0,1 1 1 0 0,-2 0 0 0 0,1 0 0 0 0,0 1-1 0 0,-1-1 1 0 0,0 1 0 0 0,1 1 0 0 0,-1-1-1 0 0,-1 1 1 0 0,1 1 0 0 0,-14-3-1 0 0,-9 0 22 0 0,0 1 0 0 0,0 1 0 0 0,0 1 0 0 0,-1 2 0 0 0,-56 9 0 0 0,-154 41 59 0 0,178-35-93 0 0,-208 60 3 0 0,146-37-18 0 0,-213 37 1 0 0,-451 35-159 0 0,630-92 153 0 0,-240-3 1 0 0,230-20-50 0 0,-116-8 34 0 0,238 8 5 0 0,0-2-1 0 0,0-3 1 0 0,-67-20 0 0 0,81 16-14 0 0,-41-22 0 0 0,53 24 9 0 0,0 1-1 0 0,-40-13 1 0 0,53 21 19 0 0,0 0 1 0 0,0 1-1 0 0,-1 0 0 0 0,1 0 1 0 0,0 1-1 0 0,-1 0 1 0 0,1 1-1 0 0,0-1 1 0 0,0 2-1 0 0,0-1 0 0 0,-13 5 1 0 0,-22 10 4 0 0,29-9-6 0 0,-1-2 0 0 0,0 0 0 0 0,-28 6 0 0 0,-166 10-197 0 0,50-7-64 0 0,133-11 225 0 0,0 1 0 0 0,1 1 0 0 0,-1 2-1 0 0,1 0 1 0 0,0 2 0 0 0,1 1 0 0 0,0 0 0 0 0,0 2 0 0 0,-36 25 0 0 0,3-3 37 0 0,8-5-4 0 0,1 2-1 0 0,-62 51 1 0 0,98-70 8 0 0,0 0 0 0 0,0 0 0 0 0,1 1-1 0 0,0 1 1 0 0,-8 15 0 0 0,14-21 2 0 0,1 0 0 0 0,0 0 0 0 0,1 0 0 0 0,0 1 0 0 0,0 0 0 0 0,0 0 1 0 0,1 0-1 0 0,1 0 0 0 0,0 0 0 0 0,-1 12 0 0 0,2-17 5 0 0,0 0 0 0 0,1 0 1 0 0,-1 0-1 0 0,1 0 0 0 0,-1 0 1 0 0,1 0-1 0 0,1 1 0 0 0,-1-2 1 0 0,0 1-1 0 0,1 0 0 0 0,0 0 1 0 0,0 0-1 0 0,0-1 0 0 0,0 1 1 0 0,1-1-1 0 0,0 0 0 0 0,-1 0 1 0 0,6 5-1 0 0,0-3 10 0 0,-1 0-1 0 0,1 0 1 0 0,0-1-1 0 0,0 0 1 0 0,0 0-1 0 0,1-1 1 0 0,-1 0-1 0 0,1 0 1 0 0,11 1-1 0 0,45 7 101 0 0,0-3-1 0 0,1-2 1 0 0,84-5-1 0 0,208-25 183 0 0,-248 14-243 0 0,212-13 56 0 0,380-47 108 0 0,-56-74-129 0 0,-166 30-14 0 0,-349 89-70 0 0,224-12 0 0 0,-293 36 13 0 0,1 3-1 0 0,119 21 1 0 0,115 46 64 0 0,-198-45-36 0 0,1-4-1 0 0,148 10 0 0 0,219-29 47 0 0,332-5 79 0 0,11 15 121 0 0,-343-10-217 0 0,248 21-27 0 0,217 0 138 0 0,-869-22-176 0 0,386-9 139 0 0,-10-36 17 0 0,-285 14-114 0 0,98-13 50 0 0,324 38 109 0 0,-494 8-188 0 0,405 28 54 0 0,-230-12-67 0 0,-43-14 57 0 0,345-40 0 0 0,-257 10 17 0 0,-179 18-51 0 0,306-29 22 0 0,-111-10 10 0 0,84-12 40 0 0,-5 35 22 0 0,-337 27-109 0 0,0 3-1 0 0,0 2 1 0 0,-1 3-1 0 0,0 2 1 0 0,78 29-1 0 0,264 130-141 0 0,-267-109 53 0 0,-16-9 10 0 0,2-4 0 0 0,164 42 0 0 0,-267-87 54 0 0,1-1-1 0 0,-1 0 1 0 0,1-2-1 0 0,-1 0 1 0 0,1-1 0 0 0,0 0-1 0 0,-1-2 1 0 0,1 0-1 0 0,0-1 1 0 0,-1-1-1 0 0,1 0 1 0 0,-1-2-1 0 0,0 0 1 0 0,0-1 0 0 0,-1 0-1 0 0,0-1 1 0 0,16-10-1 0 0,146-91 5 0 0,-45 25 0 0 0,-121 76 6 0 0,0 0 0 0 0,1 2 0 0 0,-1-1 1 0 0,1 2-1 0 0,1 0 0 0 0,25-5 0 0 0,7-2 5 0 0,-9 1-20 0 0,-1-2 0 0 0,68-32 0 0 0,-90 37 6 0 0,-1-1 1 0 0,1 0 0 0 0,-2-1-1 0 0,1 0 1 0 0,-1-1-1 0 0,-1 0 1 0 0,0-1-1 0 0,0-1 1 0 0,-1 1 0 0 0,9-16-1 0 0,-16 24 2 0 0,-1-1 1 0 0,1 0-1 0 0,-1 0 0 0 0,0 1 0 0 0,-1-1 1 0 0,1 0-1 0 0,0-1 0 0 0,-1 1 0 0 0,0 0 1 0 0,0 0-1 0 0,-1 0 0 0 0,1-1 0 0 0,-1 1 0 0 0,0 0 1 0 0,0-1-1 0 0,0 1 0 0 0,0 0 0 0 0,-1-1 1 0 0,0 1-1 0 0,0 0 0 0 0,0 0 0 0 0,0-1 1 0 0,-1 1-1 0 0,1 0 0 0 0,-5-6 0 0 0,-3-1-6 0 0,0 0-1 0 0,0 1 1 0 0,-1 1-1 0 0,0 0 1 0 0,-1 0-1 0 0,0 1 1 0 0,-12-7-1 0 0,-44-26-47 0 0,-1 4 1 0 0,-1 2-1 0 0,-86-29 0 0 0,-69-33-286 0 0,6-22 1082 0 0,-21-10 2533 0 0,193 107-2565 0 0,-155-69 377 0 0,162 76-1208 0 0,-2 1 0 0 0,0 3 0 0 0,-44-8 0 0 0,-109-3 53 0 0,102 13 84 0 0,-93-21-1 0 0,133 17-54 0 0,0 1 0 0 0,-1 4 0 0 0,0 1 0 0 0,0 3 0 0 0,-62 3 0 0 0,-17 11-167 0 0,-228 47 1 0 0,40 21-224 0 0,-119 21 366 0 0,-395-28-229 0 0,444-53 312 0 0,-150 1-132 0 0,8 20 33 0 0,470-33 61 0 0,0-3 0 0 0,-86-7-1 0 0,-120-24 41 0 0,29 2-130 0 0,43 8 128 0 0,-130-5-168 0 0,257 22 59 0 0,0 3 0 0 0,-120 20-1 0 0,-45 30 65 0 0,-64 12-14 0 0,205-54 93 0 0,0-5 0 0 0,-109-7 1 0 0,20-21-9 0 0,99 10-24 0 0,-139-13-34 0 0,29 7 34 0 0,-116-7 145 0 0,-121 28-187 0 0,142 2-185 0 0,70 14 170 0 0,48-2-88 0 0,146-15 137 0 0,-138 4-129 0 0,0 7 1 0 0,-163 34 0 0 0,324-45 114 0 0,-676 155 642 0 0,629-143-596 0 0,-498 133-410 0 0,326-82-883 0 0,134-36 135 0 0,63-21 94 0 0,-1-1 1 0 0,-34 4 0 0 0,54-10 476 0 0,0 0 0 0 0,1 1 0 0 0,-1-1 0 0 0,0-1 0 0 0,1 1-1 0 0,-1 0 1 0 0,0-1 0 0 0,1 0 0 0 0,-1 0 0 0 0,-4-2 0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4:25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1113 98 560 0 0,'-6'-10'3355'0'0,"-11"7"-3050"0"0,15 3 77 0 0,-3-1 925 0 0,0 1-920 0 0,-15 0-133 0 0,-11-6 479 0 0,26 6-252 0 0,0 0-241 0 0,-104 12 1005 0 0,42-3-636 0 0,53-7-421 0 0,-1 1 1 0 0,1 1-1 0 0,0 0 1 0 0,0 1-1 0 0,0 0 0 0 0,1 2 1 0 0,-15 7-1 0 0,6-1-124 0 0,0-2-1 0 0,-1 0 1 0 0,-24 6 0 0 0,21-7-12 0 0,23-9-22 0 0,-31 10 350 0 0,-24 2-216 0 0,38-5-95 0 0,-46 11 102 0 0,46-13-219 0 0,-1 0 0 0 0,-37 19 1 0 0,42-18 43 0 0,11-2 45 0 0,-20 3 51 0 0,19-7-72 0 0,-24 10 54 0 0,-5 3 6 0 0,-15 16-147 0 0,40-16 134 0 0,-24 6 348 0 0,32-19-403 0 0,1 0 1 0 0,-1 1 0 0 0,0-1-1 0 0,1 1 1 0 0,-1 0-1 0 0,1-1 1 0 0,0 1-1 0 0,-1 0 1 0 0,1 0-1 0 0,0 0 1 0 0,0 0 0 0 0,0 0-1 0 0,0 0 1 0 0,1 0-1 0 0,-1 0 1 0 0,1 0-1 0 0,-1 0 1 0 0,0 3-1 0 0,1-3-15 0 0,-1-1 0 0 0,1 0 0 0 0,-1 1 0 0 0,0-1-1 0 0,1 0 1 0 0,-1 0 0 0 0,0 1 0 0 0,0-1-1 0 0,0 0 1 0 0,0 0 0 0 0,0 0 0 0 0,0 0-1 0 0,0 0 1 0 0,0 0 0 0 0,-1-1 0 0 0,1 1 0 0 0,-2 1-1 0 0,-4 3-4 0 0,6-3 8 0 0,0 0 0 0 0,0 1 1 0 0,0-1-1 0 0,0 1 1 0 0,1-1-1 0 0,-1 1 0 0 0,1 0 1 0 0,-1-1-1 0 0,1 1 1 0 0,0-1-1 0 0,0 1 0 0 0,0 0 1 0 0,0-1-1 0 0,1 1 0 0 0,-1 0 1 0 0,2 2-1 0 0,-2-2 3 0 0,1-1 0 0 0,-1 1-1 0 0,1 0 1 0 0,-1-1 0 0 0,0 1 0 0 0,0-1 0 0 0,0 1-1 0 0,0 0 1 0 0,0-1 0 0 0,-1 1 0 0 0,1-1-1 0 0,-1 1 1 0 0,0-1 0 0 0,1 1 0 0 0,-1-1-1 0 0,-3 5 1 0 0,-3 1 26 0 0,5-6-27 0 0,1 0 1 0 0,-1 0 0 0 0,0 0-1 0 0,1 0 1 0 0,-1 0-1 0 0,1 0 1 0 0,0 1-1 0 0,0-1 1 0 0,0 1-1 0 0,0-1 1 0 0,0 0 0 0 0,0 1-1 0 0,1 0 1 0 0,-1-1-1 0 0,1 1 1 0 0,0-1-1 0 0,0 1 1 0 0,0 0 0 0 0,0 3-1 0 0,0 6-2 0 0,-1-8 8 0 0,1 0 0 0 0,0 0 0 0 0,0 0 0 0 0,0 0 0 0 0,0 0 0 0 0,1 0 0 0 0,0 0 0 0 0,-1 0 0 0 0,4 8 0 0 0,7 3 38 0 0,-9-13-44 0 0,-1 0 0 0 0,1 0 0 0 0,-1 0 0 0 0,0 0 0 0 0,1 1 0 0 0,-1-1-1 0 0,0 0 1 0 0,-1 1 0 0 0,1-1 0 0 0,0 0 0 0 0,0 1 0 0 0,-1-1 0 0 0,0 1 0 0 0,1 0 0 0 0,-1-1-1 0 0,0 1 1 0 0,-1 4 0 0 0,0 22 67 0 0,0-21-58 0 0,0 1 1 0 0,0 0 0 0 0,1 0-1 0 0,0-1 1 0 0,1 1 0 0 0,0 0-1 0 0,0-1 1 0 0,5 16 0 0 0,11 0 59 0 0,0-1 0 0 0,35 35 0 0 0,-17-10-54 0 0,-31-40-8 0 0,0-1-1 0 0,1 1 1 0 0,0-1-1 0 0,1-1 1 0 0,0 1-1 0 0,0-1 1 0 0,0 0-1 0 0,7 6 0 0 0,-9-10 1 0 0,-1 1 0 0 0,0-1 0 0 0,0 1 0 0 0,0 0 0 0 0,0 0 0 0 0,0 1 0 0 0,-1-1 0 0 0,1 1 0 0 0,-1-1-1 0 0,2 6 1 0 0,-1-4 0 0 0,-1 0 0 0 0,1-1 0 0 0,0 1 0 0 0,0-1 0 0 0,1 0 0 0 0,6 6-1 0 0,-6-6-6 0 0,0 0-1 0 0,-1 0 0 0 0,1 1 0 0 0,-1-1 0 0 0,0 1 1 0 0,5 10-1 0 0,-6-11 14 0 0,1 1 1 0 0,-1-1-1 0 0,1 0 0 0 0,0 0 1 0 0,0 0-1 0 0,0 0 0 0 0,0 0 1 0 0,6 4-1 0 0,9 4 42 0 0,-14-9-52 0 0,0 0 1 0 0,0 0-1 0 0,0 0 1 0 0,0 0 0 0 0,0 0-1 0 0,0 1 1 0 0,-1 0-1 0 0,3 4 1 0 0,25 41 74 0 0,-26-29-14 0 0,0-2 1 0 0,69 57 93 0 0,22-14-160 0 0,-59-38 40 0 0,2-3 0 0 0,0-1 0 0 0,2-2 1 0 0,0-1-1 0 0,64 14 0 0 0,-32-9 1 0 0,129 29 278 0 0,-140-39-250 0 0,-9 0 16 0 0,64 4 1 0 0,113-21 483 0 0,-162 1-225 0 0,0 3 0 0 0,113 11 0 0 0,232 40 723 0 0,-348-40-737 0 0,1-4 0 0 0,-1-3 0 0 0,70-6 0 0 0,-92-2-121 0 0,0-2 0 0 0,77-26 0 0 0,-95 28-155 0 0,1 0 0 0 0,-1 2 0 0 0,1 1-1 0 0,27 0 1 0 0,101 6 84 0 0,-136-3-145 0 0,55 6 74 0 0,106 23 0 0 0,-119-17 27 0 0,-1-2-1 0 0,77 1 0 0 0,-73-14 15 0 0,0-2 1 0 0,87-21-1 0 0,31-3 34 0 0,-23 20-115 0 0,247 18 0 0 0,-309-4-14 0 0,88-10 82 0 0,-42-1-164 0 0,69-1 123 0 0,-200 8-39 0 0,39-3-17 0 0,301-37 82 0 0,-317 36-122 0 0,-1-3 0 0 0,42-10 1 0 0,-31 5-7 0 0,12-8-166 0 0,-55 17 202 0 0,0-1 1 0 0,0 1-1 0 0,0-1 0 0 0,0 1 0 0 0,-1-1 0 0 0,1 0 1 0 0,-1 1-1 0 0,1-1 0 0 0,-1 0 0 0 0,0 1 0 0 0,0-1 1 0 0,0 0-1 0 0,0 1 0 0 0,-1-1 0 0 0,0-2 0 0 0,1-3 28 0 0,0-118-336 0 0,0 122 311 0 0,-1 1 0 0 0,1 0 0 0 0,-1 0 0 0 0,1 0 0 0 0,-1 0 0 0 0,0 0 1 0 0,0 0-1 0 0,0 0 0 0 0,0 0 0 0 0,-1 0 0 0 0,1 0 0 0 0,-1 1 0 0 0,-2-4 1 0 0,2 4 3 0 0,1-1 1 0 0,-1 0-1 0 0,1 1 1 0 0,-1-1-1 0 0,1 0 1 0 0,0 0-1 0 0,0 0 1 0 0,0 0-1 0 0,0 0 1 0 0,1 0-1 0 0,-1 0 1 0 0,1 0-1 0 0,-1-3 1 0 0,1-104-316 0 0,0 108 307 0 0,0-1 0 0 0,0 1 0 0 0,0 0 0 0 0,-1 0 0 0 0,1 0 1 0 0,-1-1-1 0 0,0 1 0 0 0,1 0 0 0 0,-1 0 0 0 0,0 0 0 0 0,0 0 1 0 0,-1 0-1 0 0,1 0 0 0 0,0 0 0 0 0,-3-2 0 0 0,-7-13-88 0 0,-1-13-94 0 0,10 24 158 0 0,0-1 0 0 0,0 1 0 0 0,-1 0 0 0 0,0 0 0 0 0,0 1 0 0 0,-5-7 0 0 0,-17-30-142 0 0,22 36 160 0 0,0 0 0 0 0,0 1-1 0 0,-1-1 1 0 0,1 1 0 0 0,-2-1-1 0 0,1 1 1 0 0,-6-6 0 0 0,-23-18-73 0 0,20 16 69 0 0,0 1 0 0 0,-1 1 0 0 0,-1 0 0 0 0,0 0 0 0 0,0 2-1 0 0,-18-9 1 0 0,31 17 18 0 0,0 1 0 0 0,0-1 0 0 0,1 0-1 0 0,-1 0 1 0 0,0 0 0 0 0,1 0-1 0 0,-1 0 1 0 0,1-1 0 0 0,-1 1 0 0 0,1 0-1 0 0,-3-4 1 0 0,-14-12-78 0 0,-82-38-64 0 0,-31-34 200 0 0,108 76-64 0 0,0 1 0 0 0,-1 1 0 0 0,0 1 0 0 0,-32-9 0 0 0,-112-22-55 0 0,14 4 41 0 0,104 22 27 0 0,6 0 1 0 0,0 3 1 0 0,-90-14 0 0 0,-162-19 49 0 0,257 38-46 0 0,-43-13-1 0 0,-18-4-85 0 0,-277-26 239 0 0,304 44 12 0 0,61 6-178 0 0,0-1-1 0 0,1 0 1 0 0,-1-1-1 0 0,0 0 1 0 0,-17-6-1 0 0,-1 2-158 0 0,1 0 0 0 0,-51-1 0 0 0,-48-8 287 0 0,-20-12-52 0 0,-391-83 166 0 0,462 91-228 0 0,-113-31 278 0 0,86 20-346 0 0,-208-29 0 0 0,114 38 300 0 0,-1 8 0 0 0,-325 21 0 0 0,474-5-560 0 0,-1 3 0 0 0,2 3 0 0 0,-1 1-1 0 0,-56 20 1 0 0,98-27-282 0 0,1 0-1 0 0,0 0 1 0 0,-1 0-1 0 0,1 1 1 0 0,-11 8-1 0 0,17-11 515 0 0,1-1 0 0 0,-1 0 0 0 0,1 0 1 0 0,0 0-1 0 0,-1 1 0 0 0,1-1 0 0 0,-1 0 0 0 0,1 1 0 0 0,0-1 0 0 0,-1 0 0 0 0,1 1 0 0 0,0-1 0 0 0,0 1 0 0 0,-1-1 0 0 0,1 0 0 0 0,0 1 0 0 0,0-1 0 0 0,-1 1 0 0 0,1-1 0 0 0,0 1 0 0 0,0-1 0 0 0,0 1 0 0 0,0-1 0 0 0,0 1 0 0 0,0-1 0 0 0,0 1 0 0 0,0-1 1 0 0,0 1-1 0 0,0-1 0 0 0,0 0 0 0 0,0 1 0 0 0,0-1 0 0 0,0 1 0 0 0,0-1 0 0 0,1 1 0 0 0,-1-1 0 0 0,0 1 0 0 0,0-1 0 0 0,0 1 0 0 0,1-1 0 0 0,-1 0 0 0 0,0 1 0 0 0,1-1 0 0 0,-1 0 0 0 0,0 1 0 0 0,1-1 0 0 0,-1 0 0 0 0,0 1 0 0 0,1-1 0 0 0,-1 0 1 0 0,1 1-1 0 0,-1-1 0 0 0,1 0 0 0 0,-1 0 0 0 0,0 0 0 0 0,1 0 0 0 0,-1 1 0 0 0,1-1 0 0 0,-1 0 0 0 0,1 0 0 0 0,-1 0 0 0 0,1 0 0 0 0,0 0 0 0 0,74 19-6995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4:54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266 164 5523 0 0,'-16'-10'1861'0'0,"-8"-6"-932"0"0,-1 0-1 0 0,-1 2 1 0 0,-29-11-1 0 0,29 14-300 0 0,22 9-496 0 0,1 1 0 0 0,0-1 0 0 0,0 1 0 0 0,-1 0 0 0 0,1 0 0 0 0,0 1 0 0 0,-1-1 0 0 0,1 1 0 0 0,-6-1 0 0 0,-42-5 1309 0 0,47 6 79 0 0,4 1-1306 0 0,0 0-210 0 0,0 0 0 0 0,0-1 1 0 0,0 1-1 0 0,0-1 1 0 0,0 1-1 0 0,0 0 0 0 0,0-1 1 0 0,0 1-1 0 0,0-1 0 0 0,1 1 1 0 0,-1 0-1 0 0,0-1 0 0 0,0 1 1 0 0,0-1-1 0 0,1 1 0 0 0,-1-1 1 0 0,0 1-1 0 0,1-1 1 0 0,-1 1-1 0 0,0-1 0 0 0,1 1 1 0 0,-1-1-1 0 0,1 1 0 0 0,-1-1 1 0 0,1 0-1 0 0,-1 1 0 0 0,1-1 1 0 0,-1 0-1 0 0,1 1 0 0 0,-1-1 1 0 0,1 0-1 0 0,-1 0 0 0 0,1 1 1 0 0,0-1-1 0 0,-1 0 1 0 0,1 0-1 0 0,0 0 0 0 0,0 0-3 0 0,-1 0 0 0 0,1 0 0 0 0,-1 0 0 0 0,1 0 0 0 0,-1 1 0 0 0,1-1 0 0 0,-1 0 0 0 0,1 0-1 0 0,-1 0 1 0 0,1 1 0 0 0,-1-1 0 0 0,0 0 0 0 0,1 0 0 0 0,-1 1 0 0 0,1-1 0 0 0,-1 0 0 0 0,0 1 0 0 0,1-1 0 0 0,-1 1-1 0 0,0-1 1 0 0,1 0 0 0 0,-1 1 0 0 0,0-1 0 0 0,0 1 0 0 0,1-1 0 0 0,-1 1 0 0 0,0-1 0 0 0,0 1 0 0 0,0-1 0 0 0,0 1-1 0 0,1-1 1 0 0,-1 1 0 0 0,0-1 0 0 0,0 1 0 0 0,0-1 0 0 0,0 1 0 0 0,0 0 0 0 0,5 1 52 0 0,20 3 41 0 0,-25-6-14 0 0,0-3 0 0 0,5 3-14 0 0,103 3-106 0 0,136-5 320 0 0,-174-4-253 0 0,106-4 40 0 0,-165 11-73 0 0,-1 1 0 0 0,0-2 0 0 0,0 1 0 0 0,20-5 0 0 0,-11 1-31 0 0,-12 3 2 0 0,-1-1-1 0 0,1 0 0 0 0,0 0 1 0 0,-1 0-1 0 0,0-1 0 0 0,1 0 1 0 0,-1 0-1 0 0,0-1 0 0 0,8-6 1 0 0,-10 7-510 0 0,0 0 0 0 0,1 0 0 0 0,0 0 0 0 0,-1 0 0 0 0,1 1 0 0 0,0 0 0 0 0,0 0 0 0 0,1 0 0 0 0,-1 0 0 0 0,0 1 0 0 0,11-1 0 0 0,-16 2 469 0 0,0 0 0 0 0,0 0 0 0 0,-1 0 1 0 0,1 0-1 0 0,0 0 0 0 0,0 0 0 0 0,0 0 1 0 0,0 0-1 0 0,0 0 0 0 0,0 0 0 0 0,0 1 0 0 0,0-1 1 0 0,0 0-1 0 0,0 0 0 0 0,0 0 0 0 0,-1 0 1 0 0,1 0-1 0 0,0 0 0 0 0,0 0 0 0 0,0 1 1 0 0,0-1-1 0 0,0 0 0 0 0,0 0 0 0 0,0 0 0 0 0,0 0 1 0 0,0 0-1 0 0,0 0 0 0 0,0 1 0 0 0,0-1 1 0 0,0 0-1 0 0,0 0 0 0 0,0 0 0 0 0,0 0 1 0 0,0 0-1 0 0,1 0 0 0 0,-1 1 0 0 0,0-1 0 0 0,0 0 1 0 0,0 0-1 0 0,0 0 0 0 0,0 0 0 0 0,0 0 1 0 0,0 0-1 0 0,0 0 0 0 0,0 0 0 0 0,0 0 1 0 0,0 1-1 0 0,1-1 0 0 0,-1 0 0 0 0,-25 12-3579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4:55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 80 0 0,'5'11'5659'0'0,"10"-10"-4235"0"0,-10-2-1157 0 0,0 1 1334 0 0,-5 1-1584 0 0,0-1 0 0 0,0 0 0 0 0,0 0-1 0 0,1 0 1 0 0,-1 0 0 0 0,0 0 0 0 0,0 1 0 0 0,0-1 0 0 0,0 0 0 0 0,0 0 0 0 0,0 0 0 0 0,0 0 0 0 0,0 1 0 0 0,0-1 0 0 0,0 0 0 0 0,0 0-1 0 0,0 0 1 0 0,0 1 0 0 0,0-1 0 0 0,0 0 0 0 0,0 0 0 0 0,0 0 0 0 0,0 0 0 0 0,0 1 0 0 0,0-1 0 0 0,0 0 0 0 0,0 0 0 0 0,0 0 0 0 0,0 0 0 0 0,0 1-1 0 0,0-1 1 0 0,0 0 0 0 0,-1 0 0 0 0,1 0 0 0 0,0 0 0 0 0,0 0 0 0 0,0 1 0 0 0,0-1 0 0 0,0 0 0 0 0,0 0 0 0 0,-1 0 0 0 0,1 0 0 0 0,0 0-1 0 0,0 0 1 0 0,0 0 0 0 0,0 0 0 0 0,-1 0 0 0 0,1 0 0 0 0,0 0 0 0 0,0 1 0 0 0,0-1 0 0 0,0 0 0 0 0,-1 0 0 0 0,1 0 0 0 0,0 0 0 0 0,0 0-1 0 0,0 0 1 0 0,0 0 0 0 0,-1 0 0 0 0,1-1 0 0 0,0 1 0 0 0,0 0 0 0 0,0 0 0 0 0,0 0 0 0 0,-1 0 0 0 0,1 0 0 0 0,-1 0 16 0 0,0 0 0 0 0,0 0 0 0 0,0 0 0 0 0,0 0 0 0 0,0 0 0 0 0,0 1 0 0 0,1-1 1 0 0,-1 0-1 0 0,0 0 0 0 0,0 1 0 0 0,0-1 0 0 0,0 1 0 0 0,0-1 0 0 0,1 1 0 0 0,-1-1 0 0 0,0 1 0 0 0,1-1 1 0 0,-1 1-1 0 0,0 0 0 0 0,1-1 0 0 0,-1 1 0 0 0,0 0 0 0 0,1 0 0 0 0,-1-1 0 0 0,1 1 0 0 0,-1 1 1 0 0,2 0 12 0 0,0 1 0 0 0,1-1 0 0 0,-1 0 0 0 0,1 0 1 0 0,0-1-1 0 0,-1 1 0 0 0,1 0 0 0 0,0-1 1 0 0,0 1-1 0 0,0-1 0 0 0,0 1 0 0 0,0-1 1 0 0,0 0-1 0 0,5 2 0 0 0,194 110 834 0 0,-187-107-865 0 0,-1 1-1 0 0,0 0 1 0 0,0 1-1 0 0,-1 0 1 0 0,0 1-1 0 0,-1 0 1 0 0,0 1-1 0 0,0 1 1 0 0,-1-1-1 0 0,0 2 0 0 0,11 17 1 0 0,-15-21 2 0 0,0-1-1 0 0,0 1 1 0 0,0-1 0 0 0,1 0-1 0 0,8 6 1 0 0,-9-8-1 0 0,-1-1-1 0 0,0 1 1 0 0,0 0-1 0 0,0 1 1 0 0,-1-1-1 0 0,1 1 1 0 0,-1 0-1 0 0,6 12 1 0 0,14 16 64 0 0,-22-33-76 0 0,-1 0 0 0 0,0 0 0 0 0,1 0 0 0 0,-1 1 0 0 0,0-1 0 0 0,0 0 0 0 0,0 1 0 0 0,0-1 0 0 0,0 0 0 0 0,0 1 0 0 0,0-1-1 0 0,0 1 1 0 0,-1 0 0 0 0,1-1 0 0 0,-1 1 0 0 0,1-1 0 0 0,-1 1 0 0 0,1 0 0 0 0,-1-1 0 0 0,0 1 0 0 0,0 0 0 0 0,0 0 0 0 0,0-1 0 0 0,0 1 0 0 0,0 0 0 0 0,-1-1 0 0 0,1 1-1 0 0,0 0 1 0 0,-1-1 0 0 0,1 1 0 0 0,-1 0 0 0 0,0-1 0 0 0,1 1 0 0 0,-1-1 0 0 0,0 1 0 0 0,0-1 0 0 0,0 0 0 0 0,0 1 0 0 0,0-1 0 0 0,-1 0 0 0 0,1 0 0 0 0,0 1-1 0 0,-2 0 1 0 0,-12 15 49 0 0,0-1-1 0 0,-1-1 0 0 0,-1 0 0 0 0,-1-1 1 0 0,0-1-1 0 0,0 0 0 0 0,-1-2 0 0 0,-1 0 1 0 0,0-1-1 0 0,0-1 0 0 0,-25 7 0 0 0,9-7-141 0 0,-2-1-1 0 0,1-3 1 0 0,-1 0-1 0 0,0-3 1 0 0,0-1-1 0 0,-59-6 0 0 0,89 4-86 0 0,3 2-114 0 0,0-1 1 0 0,0-1-1 0 0,0 1 0 0 0,0-1 1 0 0,0 0-1 0 0,0 0 1 0 0,0 0-1 0 0,1-1 0 0 0,-1 1 1 0 0,0-1-1 0 0,1 0 1 0 0,-1-1-1 0 0,1 1 1 0 0,0-1-1 0 0,0 0 0 0 0,0 0 1 0 0,-4-4-1 0 0,-22-29-5379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4:56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45 1681 0 0,'-176'24'10645'0'0,"176"-24"-10631"0"0,0 0 1 0 0,0 0-1 0 0,0-1 1 0 0,0 1-1 0 0,-1 0 1 0 0,1 0 0 0 0,0 0-1 0 0,0 0 1 0 0,0 0-1 0 0,0 0 1 0 0,-1 0-1 0 0,1 0 1 0 0,0 0-1 0 0,0 0 1 0 0,0 0 0 0 0,0 0-1 0 0,-1 0 1 0 0,1 0-1 0 0,0 1 1 0 0,0-1-1 0 0,0 0 1 0 0,0 0-1 0 0,0 0 1 0 0,-1 0 0 0 0,1 0-1 0 0,0 0 1 0 0,0 0-1 0 0,0 0 1 0 0,0 0-1 0 0,0 1 1 0 0,0-1-1 0 0,0 0 1 0 0,-1 0 0 0 0,1 0-1 0 0,0 0 1 0 0,0 0-1 0 0,0 0 1 0 0,0 1-1 0 0,0-1 1 0 0,0 0-1 0 0,0 0 1 0 0,0 0 0 0 0,0 0-1 0 0,0 1 1 0 0,0-1-1 0 0,0 0 1 0 0,0 0-1 0 0,0 0 1 0 0,0 0 0 0 0,0 0-1 0 0,0 1 1 0 0,0-1-1 0 0,0 0 1 0 0,0 0-1 0 0,0 1 1 0 0,0-1-6 0 0,0 0 0 0 0,0 0 1 0 0,0 0-1 0 0,1 0 0 0 0,-1 0 0 0 0,0 1 1 0 0,0-1-1 0 0,0 0 0 0 0,0 0 0 0 0,0 0 1 0 0,0 0-1 0 0,0 1 0 0 0,0-1 1 0 0,0 0-1 0 0,-1 0 0 0 0,1 0 0 0 0,0 0 1 0 0,0 0-1 0 0,0 1 0 0 0,0-1 0 0 0,0 0 1 0 0,0 0-1 0 0,0 0 0 0 0,0 0 0 0 0,0 0 1 0 0,0 1-1 0 0,0-1 0 0 0,-1 0 0 0 0,1 0 1 0 0,0 0-1 0 0,0 0 0 0 0,0 0 1 0 0,0 0-1 0 0,0 0 0 0 0,0 0 0 0 0,-1 0 1 0 0,1 1-1 0 0,0-1 0 0 0,0 0 0 0 0,0 0 1 0 0,0 0-1 0 0,-1 0 0 0 0,1 0 0 0 0,0 0 1 0 0,0 0-1 0 0,0 0 0 0 0,0 0 0 0 0,0 0 1 0 0,-1 0-1 0 0,1 0 0 0 0,0 0 1 0 0,0 0-1 0 0,0 0 0 0 0,0 0 0 0 0,-1-1 1 0 0,-19 5 176 0 0,15-3 134 0 0,10-1-253 0 0,5 1 2 0 0,0-1 0 0 0,0 2 0 0 0,-1-1 1 0 0,13 5-1 0 0,38 4 12 0 0,125 16 176 0 0,4 0-196 0 0,-165-24-45 0 0,0-2 0 0 0,0 0 0 0 0,0-2 0 0 0,-1 0 0 0 0,41-11 0 0 0,-58 12-123 0 0,-1 0 0 0 0,1-1 0 0 0,-1 0 0 0 0,0-1 0 0 0,0 1 1 0 0,0-1-1 0 0,0 0 0 0 0,0 0 0 0 0,-1 0 0 0 0,0-1 1 0 0,1 0-1 0 0,-1 1 0 0 0,0-2 0 0 0,-1 1 0 0 0,7-8 1 0 0,-8 8-594 0 0,0-1 0 0 0,0 1 1 0 0,0-1-1 0 0,-1 1 1 0 0,1-1-1 0 0,-1 0 1 0 0,0 1-1 0 0,0-1 0 0 0,-1 0 1 0 0,1-7-1 0 0,-6-1-2368 0 0,-20-1 547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4:56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0 4642 0 0,'-55'23'3829'0'0,"-6"-2"-1682"0"0,56-21-1733 0 0,8-1-308 0 0,0 0 0 0 0,0 0 1 0 0,0 0-1 0 0,-1 0 0 0 0,1 0 1 0 0,0 1-1 0 0,1-1 0 0 0,-1 1 1 0 0,0-1-1 0 0,0 1 0 0 0,0 0 1 0 0,0 1-1 0 0,0-1 0 0 0,5 1 1 0 0,8 0 72 0 0,145 6 128 0 0,196 32-134 0 0,-340-36-506 0 0,-1 0-1 0 0,1 1 1 0 0,-1 1-1 0 0,1 1 1 0 0,-2 0-1 0 0,1 1 1 0 0,-1 1-1 0 0,0 0 1 0 0,0 1-1 0 0,21 18 1 0 0,24 19-6244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4:58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475 109 560 0 0,'-5'-2'784'0'0,"3"2"-630"0"0,1 0-1 0 0,0 0 0 0 0,-1-1 0 0 0,1 1 1 0 0,0-1-1 0 0,-1 1 0 0 0,1-1 0 0 0,0 0 0 0 0,0 1 1 0 0,0-1-1 0 0,-1 0 0 0 0,1 0 0 0 0,0 0 1 0 0,0 0-1 0 0,0 0 0 0 0,0 0 0 0 0,0 0 0 0 0,1 0 1 0 0,-1 0-1 0 0,-1-2 0 0 0,2 3-102 0 0,0-1-1 0 0,0 1 1 0 0,-1 0-1 0 0,1-1 1 0 0,0 1-1 0 0,0-1 1 0 0,-1 1-1 0 0,1 0 1 0 0,0-1 0 0 0,-1 1-1 0 0,1 0 1 0 0,0-1-1 0 0,-1 1 1 0 0,1 0-1 0 0,-1 0 1 0 0,1-1-1 0 0,0 1 1 0 0,-1 0-1 0 0,1 0 1 0 0,-1 0 0 0 0,1 0-1 0 0,-1 0 1 0 0,1 0-1 0 0,-1-1 1 0 0,1 1-1 0 0,-1 0 1 0 0,1 0-1 0 0,0 0 1 0 0,-1 1-1 0 0,1-1 1 0 0,-1 0 0 0 0,1 0-1 0 0,-1 0 1 0 0,0 0-1 0 0,-5-1 235 0 0,21-4 262 0 0,-15 5-541 0 0,1 0 0 0 0,-1 0-1 0 0,0 0 1 0 0,0 0 0 0 0,0 0-1 0 0,1 0 1 0 0,-1 0 0 0 0,0 1-1 0 0,0-1 1 0 0,0 0 0 0 0,1 0-1 0 0,-1-1 1 0 0,0 1 0 0 0,0 0 0 0 0,0 0-1 0 0,1 0 1 0 0,-1 0 0 0 0,0 0-1 0 0,0 0 1 0 0,0 0 0 0 0,1 0-1 0 0,-1 0 1 0 0,0 0 0 0 0,0 0-1 0 0,0-1 1 0 0,0 1 0 0 0,1 0-1 0 0,-1 0 1 0 0,0 0 0 0 0,0 0-1 0 0,0 0 1 0 0,0-1 0 0 0,0 1 0 0 0,0 0-1 0 0,1 0 1 0 0,-1 0 0 0 0,0 0-1 0 0,0-1 1 0 0,0 1 0 0 0,0 0-1 0 0,0 0 1 0 0,0 0 0 0 0,0-1-1 0 0,0 1 1 0 0,0 0 0 0 0,0 0-1 0 0,0 0 1 0 0,0-1 0 0 0,0 1-1 0 0,0 0 1 0 0,0 0 0 0 0,0-1 0 0 0,0 1-1 0 0,0 0 1 0 0,0 0 0 0 0,0 0-1 0 0,0 0 1 0 0,-1-1 0 0 0,1 1-1 0 0,0 0 1 0 0,0 0 0 0 0,0 0-1 0 0,0 0 1 0 0,0-1 0 0 0,-1 1-1 0 0,1 0 1 0 0,-1-8 260 0 0,32-2-152 0 0,-18 7-92 0 0,5 0 172 0 0,1-1 1 0 0,-1-1-1 0 0,30-11 1 0 0,-44 9-62 0 0,2 1 214 0 0,11 6-193 0 0,-34 0-1 0 0,12 0-60 0 0,4-1-80 0 0,0 0 0 0 0,0 0 0 0 0,0 1 1 0 0,0-1-1 0 0,0 0 0 0 0,0 1 0 0 0,0-1 0 0 0,0 1 0 0 0,0 0 0 0 0,0-1 0 0 0,0 1 0 0 0,0 0 0 0 0,-1 0 0 0 0,1-1 0 0 0,0 1 0 0 0,0 0 0 0 0,0 0 0 0 0,-1 0 0 0 0,1 1 0 0 0,-2-1 0 0 0,-32 2 180 0 0,-42 2 1 0 0,46-3-89 0 0,-1 1-1 0 0,-39 9 0 0 0,32 3-21 0 0,37-13-76 0 0,1 0-1 0 0,-1 0 0 0 0,1 0 0 0 0,0 0 1 0 0,-1 0-1 0 0,1 0 0 0 0,0 0 0 0 0,0 0 1 0 0,0 0-1 0 0,0 0 0 0 0,0 1 0 0 0,0-1 1 0 0,0 0-1 0 0,0 1 0 0 0,1-1 0 0 0,-1 1 1 0 0,0-1-1 0 0,1 1 0 0 0,-1-1 0 0 0,1 1 0 0 0,0 0 1 0 0,-1 1-1 0 0,4 0-1 0 0,0 1 1 0 0,0-1-1 0 0,0 0 0 0 0,1 0 1 0 0,-1 0-1 0 0,1-1 0 0 0,0 1 1 0 0,-1-1-1 0 0,1 0 0 0 0,0 0 1 0 0,1 0-1 0 0,-1-1 0 0 0,0 1 1 0 0,6 0-1 0 0,110 29-5 0 0,-97-25-10 0 0,0 2 0 0 0,-1 0 0 0 0,0 1 0 0 0,0 0 0 0 0,-1 2 0 0 0,0 1 0 0 0,27 21 0 0 0,-48-33 11 0 0,1 0 1 0 0,0 1-1 0 0,0-1 0 0 0,-1 1 0 0 0,1-1 1 0 0,0 1-1 0 0,0-1 0 0 0,-1 1 1 0 0,1-1-1 0 0,-1 1 0 0 0,1 0 0 0 0,0-1 1 0 0,-1 1-1 0 0,1 0 0 0 0,-1 0 1 0 0,0-1-1 0 0,1 1 0 0 0,-1 0 0 0 0,0 0 1 0 0,1 0-1 0 0,-1-1 0 0 0,0 1 1 0 0,0 0-1 0 0,0 0 0 0 0,1 0 0 0 0,-1 0 1 0 0,0 0-1 0 0,0 0 0 0 0,0-1 1 0 0,-1 1-1 0 0,1 0 0 0 0,0 0 0 0 0,0 0 1 0 0,0 0-1 0 0,-1 0 0 0 0,1-1 1 0 0,0 1-1 0 0,-1 0 0 0 0,1 0 0 0 0,-1-1 1 0 0,1 1-1 0 0,-1 1 0 0 0,-2 0 11 0 0,0 1 0 0 0,1-1 0 0 0,-1 0 0 0 0,0 0-1 0 0,0 0 1 0 0,0-1 0 0 0,0 1 0 0 0,0-1 0 0 0,-5 2-1 0 0,-39 12 194 0 0,-2-1 0 0 0,0-3 0 0 0,-86 9-1 0 0,113-18-154 0 0,1-1 0 0 0,-1-1-1 0 0,0-1 1 0 0,0-1-1 0 0,0-1 1 0 0,1 0-1 0 0,-1-2 1 0 0,1 0 0 0 0,0-2-1 0 0,1 0 1 0 0,-21-11-1 0 0,35 15-102 0 0,0-1 0 0 0,1 0-1 0 0,-1 0 1 0 0,1 0 0 0 0,0 0-1 0 0,0-1 1 0 0,0 0-1 0 0,1 0 1 0 0,0 0 0 0 0,-5-8-1 0 0,8 12-11 0 0,1 0-1 0 0,-1 0 0 0 0,1 0 0 0 0,0 0 0 0 0,-1 0 0 0 0,1 0 0 0 0,0 0 1 0 0,0 0-1 0 0,0 0 0 0 0,0 0 0 0 0,0 0 0 0 0,0 0 0 0 0,0 0 0 0 0,0 0 1 0 0,0 0-1 0 0,0 0 0 0 0,1 0 0 0 0,-1 1 0 0 0,0-1 0 0 0,1 0 0 0 0,-1 0 1 0 0,0 0-1 0 0,1 0 0 0 0,0 0 0 0 0,-1 0 0 0 0,1 1 0 0 0,-1-1 0 0 0,1 0 1 0 0,0 1-1 0 0,-1-1 0 0 0,1 0 0 0 0,0 1 0 0 0,1-1 0 0 0,30-17-1840 0 0,-22 14 849 0 0,25-23-3545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01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44 1681 0 0,'-5'-1'2468'0'0,"0"1"-1894"0"0,4 0-460 0 0,1 0 1 0 0,-1 0 0 0 0,0 0-1 0 0,0 0 1 0 0,0 0-1 0 0,1 0 1 0 0,-1 0-1 0 0,0-1 1 0 0,0 1 0 0 0,1 0-1 0 0,-1 0 1 0 0,0-1-1 0 0,0 1 1 0 0,1 0-1 0 0,-1-1 1 0 0,0 1-1 0 0,1 0 1 0 0,-1-1 0 0 0,1 1-1 0 0,-1-1 1 0 0,0 0-1 0 0,1 1 1 0 0,-1-1-1 0 0,1 1 1 0 0,-1-1 0 0 0,1 0-1 0 0,0 1 1 0 0,-1-1-1 0 0,1 0 1 0 0,0 1-1 0 0,-1-1 1 0 0,1 0-1 0 0,0 0 1 0 0,0 1 0 0 0,0-1-1 0 0,0 0 1 0 0,-1 0-1 0 0,1-1 1 0 0,-25-9 1406 0 0,117 6-1087 0 0,-66 2-409 0 0,1 1 1 0 0,0 1-1 0 0,0 2 1 0 0,0 0-1 0 0,33 7 1 0 0,-50-7 27 0 0,-59-7 320 0 0,-53 0 1 0 0,46 9-202 0 0,1 3 0 0 0,-63 14 0 0 0,102-16-164 0 0,-1 1 1 0 0,1 0-1 0 0,0 1 0 0 0,1 1 0 0 0,-1 0 0 0 0,1 1 0 0 0,1 1 0 0 0,0 0 0 0 0,0 1 0 0 0,1 1 0 0 0,-13 12 0 0 0,18-15-5 0 0,1 0-1 0 0,-1-1 0 0 0,-1 0 0 0 0,1-1 1 0 0,-13 8-1 0 0,19-13-2 0 0,-1 0 0 0 0,1 1 0 0 0,0 0 0 0 0,0-1 0 0 0,0 1 0 0 0,0 0 0 0 0,0 0 0 0 0,0 0 0 0 0,1 0 0 0 0,-1 0 0 0 0,1 1 0 0 0,-1-1 0 0 0,1 0 0 0 0,0 1 0 0 0,0-1 0 0 0,0 1 0 0 0,0 0 0 0 0,0-1 0 0 0,1 1 0 0 0,-1 0 0 0 0,1-1 0 0 0,0 1 0 0 0,-1 0 0 0 0,1-1 0 0 0,1 1 0 0 0,-1 0 0 0 0,0-1 0 0 0,2 6 0 0 0,-2 10 0 0 0,0-9-5 0 0,-1-6 13 0 0,1-1-1 0 0,0 0 1 0 0,0 0-1 0 0,0 1 1 0 0,0-1-1 0 0,0 0 0 0 0,0 1 1 0 0,0-1-1 0 0,1 0 1 0 0,-1 1-1 0 0,1-1 0 0 0,0 0 1 0 0,-1 0-1 0 0,1 0 1 0 0,0 0-1 0 0,0 0 0 0 0,1 0 1 0 0,-1 0-1 0 0,0 0 1 0 0,1 0-1 0 0,-1 0 0 0 0,1 0 1 0 0,-1-1-1 0 0,1 1 1 0 0,0-1-1 0 0,0 1 0 0 0,0-1 1 0 0,0 0-1 0 0,0 0 1 0 0,0 0-1 0 0,0 0 1 0 0,2 1-1 0 0,92 47 233 0 0,-58-36-180 0 0,1-2 1 0 0,0-2-1 0 0,61 7 0 0 0,31 6-288 0 0,-41-2-1186 0 0,0 4-2547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03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1841 0 0,'121'83'4882'0'0,"-91"-58"-3201"0"0,-30-19-1841 0 0,30 1-240 0 0,1-1 79 0 0,-62 0-719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04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33 3041 0 0,'-5'1'3162'0'0,"-50"14"827"0"0,32-8-2904 0 0,41-12-356 0 0,28-7-547 0 0,99-21 1041 0 0,-128 31-1795 0 0,0 0-1 0 0,1 1 1 0 0,-1 0-1 0 0,1 2 1 0 0,-1 0 0 0 0,25 5-1 0 0,-35-5-251 0 0,-6-1 673 0 0,0 0 0 0 0,0 0 0 0 0,-1 0 0 0 0,1 0 0 0 0,0 0 0 0 0,0 0 0 0 0,0 0 0 0 0,0 1 0 0 0,0-1 0 0 0,-1 0 0 0 0,1 0 0 0 0,0 1 0 0 0,0-1 0 0 0,0 1 0 0 0,-1-1 0 0 0,1 0 0 0 0,0 1 0 0 0,0-1 0 0 0,-1 1 0 0 0,1 0 0 0 0,0-1 0 0 0,-1 1 0 0 0,1-1 0 0 0,-1 1 0 0 0,1 0 0 0 0,-1 0 0 0 0,1-1 0 0 0,-1 1 0 0 0,0 0 0 0 0,1 0 0 0 0,-1 0 0 0 0,0-1 0 0 0,1 1 0 0 0,-1 1 0 0 0,0 11-2664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04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1441 0 0,'0'6'2881'0'0,"0"25"320"0"0,30 34-399 0 0,30-9-1842 0 0,0-4-960 0 0,31-8-80 0 0,-31-5 160 0 0,1-9 80 0 0,-1 3 0 0 0,-30-8-160 0 0,-30 0-80 0 0,31-12-160 0 0,-1 7-640 0 0,0-7-1281 0 0,-30-7-3282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05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2001 0 0,'0'0'2081'0'0,"30"5"-160"0"0,-60 20-80 0 0,-1 47 480 0 0,31-17-1281 0 0,0-9-880 0 0,0 4-240 0 0,0 14 240 0 0,0-12-80 0 0,31 5 0 0 0,-31-12 80 0 0,30-26-320 0 0,0-19-960 0 0,0-27-2482 0 0,0-17-2721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05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0 240 0 0,'0'0'2495'0'0,"-6"8"4494"0"0,3-5-6900 0 0,0 0 1 0 0,1 0-1 0 0,-1 1 1 0 0,1-1-1 0 0,0 1 0 0 0,0 0 1 0 0,0-1-1 0 0,1 1 1 0 0,-3 7-1 0 0,4-9-63 0 0,0 1-1 0 0,1-1 0 0 0,-1 0 1 0 0,0 0-1 0 0,1 0 0 0 0,0 0 1 0 0,-1 0-1 0 0,1 0 0 0 0,0 0 1 0 0,0 0-1 0 0,0-1 0 0 0,0 1 1 0 0,0 0-1 0 0,0 0 0 0 0,1-1 1 0 0,-1 1-1 0 0,0-1 0 0 0,1 1 1 0 0,-1-1-1 0 0,1 0 0 0 0,0 1 1 0 0,0-1-1 0 0,-1 0 0 0 0,1 0 1 0 0,3 1-1 0 0,20 17 130 0 0,5 18-48 0 0,-25-21-44 0 0,-5-16-58 0 0,0 0 1 0 0,0 0-1 0 0,0 1 0 0 0,0-1 1 0 0,1 0-1 0 0,-1 1 1 0 0,0-1-1 0 0,0 0 0 0 0,0 0 1 0 0,0 1-1 0 0,0-1 1 0 0,0 0-1 0 0,0 1 1 0 0,0-1-1 0 0,0 0 0 0 0,0 1 1 0 0,0-1-1 0 0,0 0 1 0 0,0 0-1 0 0,0 1 0 0 0,-1-1 1 0 0,1 0-1 0 0,0 1 1 0 0,0-1-1 0 0,0 0 1 0 0,0 0-1 0 0,0 1 0 0 0,-1-1 1 0 0,1 0-1 0 0,0 0 1 0 0,0 1-1 0 0,0-1 0 0 0,-1 0 1 0 0,1 0-1 0 0,0 0 1 0 0,0 1-1 0 0,-1-1 1 0 0,1 0-1 0 0,0 0 0 0 0,-1 0 1 0 0,1 0-1 0 0,0 0 1 0 0,0 0-1 0 0,-1 1 0 0 0,-6-5 22 0 0,1 1 0 0 0,-1-1-1 0 0,1 0 1 0 0,0 0-1 0 0,1 0 1 0 0,-1-1-1 0 0,1 0 1 0 0,-1 0 0 0 0,-6-11-1 0 0,-3 1 2 0 0,-7-3-852 0 0,21 18 763 0 0,1 0-1 0 0,-1 0 0 0 0,1 0 1 0 0,0 0-1 0 0,-1 0 1 0 0,1 0-1 0 0,-1 0 1 0 0,1 0-1 0 0,-1 0 0 0 0,1 0 1 0 0,-1 0-1 0 0,1 0 1 0 0,-1 0-1 0 0,1 0 1 0 0,-1 0-1 0 0,1 1 0 0 0,0-1 1 0 0,-1 0-1 0 0,1 0 1 0 0,-1 1-1 0 0,1-1 1 0 0,0 0-1 0 0,-1 0 0 0 0,1 1 1 0 0,0-1-1 0 0,-1 0 1 0 0,1 1-1 0 0,0-1 1 0 0,-1 1-1 0 0,1-1 0 0 0,0 0 1 0 0,0 1-1 0 0,-1-1 1 0 0,1 1-1 0 0,0-1 1 0 0,0 0-1 0 0,0 1 0 0 0,0-1 1 0 0,0 1-1 0 0,0-1 1 0 0,0 1-1 0 0,0-1 1 0 0,0 1-1 0 0,0-1 0 0 0,0 1 1 0 0,0-1-1 0 0,0 1 1 0 0,0-1-1 0 0,0 0 1 0 0,0 1-1 0 0,0-1 0 0 0,0 1 1 0 0,1 0-1 0 0,-1 38-6407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06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61 350 2001 0 0,'-30'0'2481'0'0,"30"-6"961"0"0,-30 6-2402 0 0,30-7-240 0 0,0 1-159 0 0,30-6-81 0 0,0-1-160 0 0,30-6 0 0 0,1-14-79 0 0,29-3-81 0 0,-29 3-80 0 0,-31-11 0 0 0,24-8-1121 0 0,-24 2-3040 0 0,-30 11-1522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07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45 2961 0 0,'0'-33'4723'0'0,"-30"22"-1042"0"0,30 22-3441 0 0,0 3-160 0 0,60 19-80 0 0,1 11 80 0 0,29 6 160 0 0,1-6-79 0 0,-1-6-1 0 0,-59-5-80 0 0,29 6 0 0 0,-30-20 0 0 0,25-8-320 0 0,-55 3-961 0 0,-31-20-8884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07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0 223 160 0 0,'0'-13'2961'0'0,"0"7"-239"0"0,0-13-561 0 0,31-6-561 0 0,29 0-559 0 0,61-20-81 0 0,120-6-79 0 0,-66 26-1281 0 0,-54 17-2402 0 0,-30 2-4561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07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6 2081 0 0,'0'0'2161'0'0,"0"-6"-160"0"0,-30 12-320 0 0,0 27 159 0 0,-31 36-239 0 0,61 8-1121 0 0,31 6-400 0 0,-31 7 81 0 0,0 10 79 0 0,0 9-160 0 0,0-14 0 0 0,0-18-80 0 0,0-6 0 0 0,0-16-80 0 0,30-8-881 0 0,-30-67-4401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08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51 320 0 0,'0'-19'7123'0'0,"-30"-1"-3281"0"0,30 15-2321 0 0,30-1-1521 0 0,30 12 0 0 0,61 5 80 0 0,91 16 160 0 0,23-2-160 0 0,-114-11-1281 0 0,-31 3-4721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10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91 299 1281 0 0,'-51'12'3908'0'0,"56"-9"-746"0"0,1 0-2588 0 0,-32-2 92 0 0,1-1-332 0 0,30-7-14 0 0,54-39 44 0 0,-2-1 1 0 0,89-98 0 0 0,-127 123-377 0 0,-17 18 6 0 0,1 0 1 0 0,-1 1 0 0 0,1-1 0 0 0,0 1 0 0 0,0 0 0 0 0,0 0 0 0 0,0 0-1 0 0,1 0 1 0 0,-1 1 0 0 0,1-1 0 0 0,0 1 0 0 0,-1 0 0 0 0,1 0 0 0 0,0 0-1 0 0,0 1 1 0 0,0-1 0 0 0,1 1 0 0 0,-1 0 0 0 0,0 0 0 0 0,8 0-1 0 0,-6 0-5 0 0,-1 1-1 0 0,1 1 1 0 0,-1-1-1 0 0,1 1 1 0 0,-1 0-1 0 0,0 0 1 0 0,1 0-1 0 0,-1 1 0 0 0,0 0 1 0 0,0 0-1 0 0,0 0 1 0 0,0 0-1 0 0,0 1 1 0 0,-1 0-1 0 0,1 0 0 0 0,-1 0 1 0 0,1 1-1 0 0,-1 0 1 0 0,0-1-1 0 0,4 7 1 0 0,-3-2-6 0 0,0 0 1 0 0,-1 0 0 0 0,0 1-1 0 0,0-1 1 0 0,-1 1 0 0 0,0-1-1 0 0,2 16 1 0 0,-4-17 29 0 0,0-1-1 0 0,0 0 1 0 0,-1 0-1 0 0,0 1 1 0 0,-1-1-1 0 0,1 0 1 0 0,-1 0-1 0 0,0 1 1 0 0,-1-1 0 0 0,1 0-1 0 0,-1 0 1 0 0,-4 7-1 0 0,3-6-8 0 0,1 0-1 0 0,0 1 0 0 0,0-1 1 0 0,0 1-1 0 0,1-1 0 0 0,-1 11 1 0 0,2-14-10 0 0,0 0 1 0 0,-1 0 0 0 0,1 0 0 0 0,-1 1-1 0 0,0-1 1 0 0,0 0 0 0 0,0 0 0 0 0,-1 0-1 0 0,1-1 1 0 0,-1 1 0 0 0,0 0 0 0 0,-5 6-1 0 0,1 0 8 0 0,5-7 1 0 0,-1-1 0 0 0,1 0 0 0 0,-1 0 0 0 0,1 0 0 0 0,-1 0 0 0 0,0 0 0 0 0,0-1 0 0 0,0 1 0 0 0,0 0 0 0 0,-3 1 0 0 0,4-3 9 0 0,14-7 23 0 0,-13 6-31 0 0,1 1 1 0 0,-1 0-1 0 0,0-1 0 0 0,1 1 0 0 0,-1 0 1 0 0,0-1-1 0 0,1 1 0 0 0,-1 0 0 0 0,0-1 1 0 0,0 1-1 0 0,0-1 0 0 0,1 1 0 0 0,-1 0 1 0 0,0-1-1 0 0,0 1 0 0 0,0-1 0 0 0,0 1 1 0 0,0-1-1 0 0,1 1 0 0 0,-1-1 1 0 0,0 1-1 0 0,0 0 0 0 0,0-1 0 0 0,0 1 1 0 0,-1-1-1 0 0,1 1 0 0 0,0-1 0 0 0,0 1 1 0 0,0-1-1 0 0,0 1 0 0 0,0-1 0 0 0,-1 1 1 0 0,1 0-1 0 0,0-1 0 0 0,0 1 0 0 0,-1-1 1 0 0,1 1-1 0 0,0 0 0 0 0,0-1 0 0 0,-1 1 1 0 0,1 0-1 0 0,0-1 0 0 0,-1 1 1 0 0,1 0-1 0 0,-1-1 0 0 0,-13-9 107 0 0,22-4-48 0 0,1 0 1 0 0,1 1-1 0 0,13-14 0 0 0,-5 5-20 0 0,-12 13-29 0 0,1 1 1 0 0,0 0 0 0 0,0 0 0 0 0,1 1-1 0 0,0-1 1 0 0,0 2 0 0 0,19-12-1 0 0,-11 10-29 0 0,0 1 0 0 0,1 1 0 0 0,28-8 0 0 0,-38 13 8 0 0,1-1-1 0 0,-1 1 0 0 0,1 0 1 0 0,-1 0-1 0 0,1 1 0 0 0,-1 0 0 0 0,1 1 1 0 0,-1 0-1 0 0,1 0 0 0 0,-1 0 1 0 0,0 1-1 0 0,10 3 0 0 0,-11-2-9 0 0,0 1 0 0 0,0-1-1 0 0,0 1 1 0 0,-1 1 0 0 0,1-1-1 0 0,-1 1 1 0 0,0 0-1 0 0,0 0 1 0 0,-1 0 0 0 0,0 1-1 0 0,0 0 1 0 0,6 10 0 0 0,-7-11 7 0 0,-1-1 1 0 0,0 1-1 0 0,0 0 1 0 0,0 0-1 0 0,-1 0 1 0 0,1 0-1 0 0,-1 0 1 0 0,0 0-1 0 0,-1 0 1 0 0,1 1-1 0 0,-1-1 1 0 0,0 0-1 0 0,0 0 1 0 0,-1 1-1 0 0,1-1 1 0 0,-3 6-1 0 0,3-9 11 0 0,-1 0-1 0 0,0 0 0 0 0,0-1 0 0 0,0 1 0 0 0,0 0 0 0 0,0 0 0 0 0,0-1 0 0 0,-1 1 1 0 0,1 0-1 0 0,0-1 0 0 0,-1 1 0 0 0,0-1 0 0 0,1 0 0 0 0,-1 1 0 0 0,0-1 0 0 0,1 0 1 0 0,-1 0-1 0 0,0 0 0 0 0,-2 0 0 0 0,-40 7 55 0 0,7-1 141 0 0,33-6-149 0 0,0 0-1 0 0,-1 0 1 0 0,1-1 0 0 0,0 1 0 0 0,0-1 0 0 0,-1 0-1 0 0,1 0 1 0 0,0 0 0 0 0,-1 0 0 0 0,1-1-1 0 0,0 0 1 0 0,-5-1 0 0 0,7 1-36 0 0,0 1-1 0 0,0-1 1 0 0,1 1 0 0 0,-1-1 0 0 0,0 0 0 0 0,0 1-1 0 0,1-1 1 0 0,-1 0 0 0 0,1 0 0 0 0,-1-1-1 0 0,1 1 1 0 0,-1 0 0 0 0,1 0 0 0 0,-1-1 0 0 0,1 1-1 0 0,0-1 1 0 0,0 1 0 0 0,0-1 0 0 0,0 1-1 0 0,0-1 1 0 0,0 0 0 0 0,0 0 0 0 0,1 1-1 0 0,-1-1 1 0 0,1 0 0 0 0,-1 0 0 0 0,1 0 0 0 0,-1-2-1 0 0,1-6-11 0 0,0 0-1 0 0,1 1 0 0 0,0-1 1 0 0,0 0-1 0 0,1 0 0 0 0,0 1 1 0 0,1-1-1 0 0,0 1 0 0 0,0 0 1 0 0,1 0-1 0 0,0 0 0 0 0,1 0 1 0 0,0 1-1 0 0,1 0 0 0 0,-1 0 1 0 0,1 0-1 0 0,1 0 0 0 0,0 1 1 0 0,0 0-1 0 0,0 1 0 0 0,1 0 1 0 0,-1 0-1 0 0,2 0 0 0 0,-1 1 1 0 0,0 0-1 0 0,1 1 0 0 0,0 0 1 0 0,0 0-1 0 0,1 1 0 0 0,-1 0 1 0 0,12-2-1 0 0,1 2-70 0 0,-1 0 0 0 0,1 1 0 0 0,-1 2 0 0 0,34 2 0 0 0,-50-1 53 0 0,1 1 1 0 0,-1 0 0 0 0,0 0-1 0 0,-1 0 1 0 0,1 0 0 0 0,0 1-1 0 0,5 4 1 0 0,-2-2 36 0 0,0 0 0 0 0,0 1 0 0 0,-1 0 0 0 0,0 0 0 0 0,0 0 0 0 0,-1 1 0 0 0,0 0 0 0 0,0 1 0 0 0,-1-1 0 0 0,1 1 0 0 0,6 15 1 0 0,-10-16-1 0 0,1 0 0 0 0,-1 0 1 0 0,-1 0-1 0 0,1 0 0 0 0,-1 0 1 0 0,0 1-1 0 0,-1-1 0 0 0,0 1 1 0 0,0-1-1 0 0,-1 0 0 0 0,0 1 1 0 0,0-1-1 0 0,0 0 1 0 0,-1 0-1 0 0,0 0 0 0 0,-1 0 1 0 0,-3 8-1 0 0,-1 1-47 0 0,-1-1 1 0 0,0 1-1 0 0,-2-2 1 0 0,1 1-1 0 0,-2-2 0 0 0,-22 24 1 0 0,33-36 16 0 0,0-1 1 0 0,-1 1-1 0 0,1-1 1 0 0,-1 1-1 0 0,1-1 0 0 0,-1 1 1 0 0,0-1-1 0 0,1 0 1 0 0,-1 1-1 0 0,1-1 0 0 0,-1 0 1 0 0,0 1-1 0 0,1-1 1 0 0,-1 0-1 0 0,0 0 0 0 0,1 0 1 0 0,-1 1-1 0 0,0-1 1 0 0,1 0-1 0 0,-1 0 0 0 0,0 0 1 0 0,0 0-1 0 0,1 0 1 0 0,-1 0-1 0 0,0-1 0 0 0,1 1 1 0 0,-1 0-1 0 0,0 0 1 0 0,1 0-1 0 0,-1-1 1 0 0,0 1-1 0 0,1 0 0 0 0,-1-1 1 0 0,1 1-1 0 0,-1 0 1 0 0,1-1-1 0 0,-1 1 0 0 0,0-1 1 0 0,1 1-1 0 0,-1-1 1 0 0,0 0-1 0 0,1 0-47 0 0,-1 0-1 0 0,0-1 1 0 0,0 1-1 0 0,1 0 1 0 0,-1 0-1 0 0,1-1 1 0 0,-1 1-1 0 0,1 0 1 0 0,0-1 0 0 0,-1 1-1 0 0,1-1 1 0 0,0 1-1 0 0,0 0 1 0 0,0-1-1 0 0,0 1 1 0 0,0-1-1 0 0,0 1 1 0 0,0 0-1 0 0,1-1 1 0 0,-1 1 0 0 0,0 0-1 0 0,1-2 1 0 0,24-38-2209 0 0,6-4-1227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12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77 880 0 0,'-29'-4'2990'0'0,"12"1"659"0"0,63 2-2137 0 0,-50 1-1339 0 0,-4 0 383 0 0,9 1-197 0 0,23 0-64 0 0,53 4-144 0 0,105 1 89 0 0,-175-5-373 0 0,1-1-1 0 0,-1 0 1 0 0,1 0-1 0 0,-1 0 1 0 0,1-1 0 0 0,-1 0-1 0 0,10-3 1 0 0,-13 3-229 0 0,0-1-1 0 0,0 1 1 0 0,-1-1 0 0 0,1 0 0 0 0,-1 0 0 0 0,1-1-1 0 0,-1 1 1 0 0,0-1 0 0 0,0 1 0 0 0,0-1-1 0 0,0 0 1 0 0,2-4 0 0 0,0-13-2213 0 0,-5-4 201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12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39 240 0 0,'-1'1'191'0'0,"1"0"1"0"0,-1 0-1 0 0,0 0 0 0 0,0 0 0 0 0,0 0 1 0 0,0 0-1 0 0,0-1 0 0 0,0 1 1 0 0,0 0-1 0 0,0-1 0 0 0,0 1 0 0 0,-1-1 1 0 0,1 1-1 0 0,0-1 0 0 0,0 1 0 0 0,0-1 1 0 0,-1 0-1 0 0,1 0 0 0 0,0 0 1 0 0,-2 0-1 0 0,2 1 74 0 0,-4 0 1989 0 0,10-2-1907 0 0,12-4 611 0 0,-34 10-155 0 0,12-4-216 0 0,6 0-556 0 0,0-1 0 0 0,0 1 0 0 0,0 0 1 0 0,0-1-1 0 0,0 1 0 0 0,0 0 0 0 0,0-1 0 0 0,0 0 0 0 0,0 1 0 0 0,0-1 0 0 0,0 1 1 0 0,0-1-1 0 0,1 0 0 0 0,-1 0 0 0 0,0 0 0 0 0,0 0 0 0 0,0 0 0 0 0,0 0 0 0 0,1 0 1 0 0,-1 0-1 0 0,0 0 0 0 0,0 0 0 0 0,2-1 0 0 0,4 1 62 0 0,66 1-61 0 0,-31 1-361 0 0,0-2 0 0 0,0-1 0 0 0,0-3-1 0 0,74-15 1 0 0,-112 18-24 0 0,-3 1 205 0 0,1 0 0 0 0,-1 0-1 0 0,0 0 1 0 0,0 0 0 0 0,0-1 0 0 0,0 1 0 0 0,0 0-1 0 0,0-1 1 0 0,0 1 0 0 0,1-1 0 0 0,-1 1 0 0 0,0-1-1 0 0,-1 1 1 0 0,1-1 0 0 0,0 0 0 0 0,0 0 0 0 0,0 1-1 0 0,0-1 1 0 0,0 0 0 0 0,-1 0 0 0 0,1 0 0 0 0,0 0-1 0 0,-1 0 1 0 0,1 0 0 0 0,-1 0 0 0 0,1 0 0 0 0,-1 0-1 0 0,1 0 1 0 0,-1 0 0 0 0,0 0 0 0 0,1-2 0 0 0,-1-10-2574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18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31 80 0 0,'0'-17'1841'0'0,"-30"9"80"0"0,30 3-1041 0 0,0 10-3681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27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215 649 1841 0 0,'26'-5'2001'0'0,"-20"1"2631"0"0,-7 13-3915 0 0,2 42-514 0 0,0-26-103 0 0,-1 1-1 0 0,-1-1 0 0 0,-5 36 0 0 0,-5-30 161 0 0,9-27-231 0 0,0 0 1 0 0,0 0 0 0 0,1 0-1 0 0,-1 0 1 0 0,1 1 0 0 0,0-1-1 0 0,0 0 1 0 0,1 0-1 0 0,-1 1 1 0 0,1-1 0 0 0,0 0-1 0 0,0 1 1 0 0,1-1 0 0 0,-1 0-1 0 0,2 6 1 0 0,8 14 3 0 0,1-1 0 0 0,17 29 1 0 0,9 15-1 0 0,-29-48 0 0 0,-1 1-1 0 0,7 35 1 0 0,-10-36-17 0 0,1-1-1 0 0,1 1 1 0 0,10 22-1 0 0,19 26 3 0 0,-11-23-6 0 0,-1 2 1 0 0,-3 1-1 0 0,24 79 0 0 0,-14-18 55 0 0,-28-103-68 0 0,-1 0 0 0 0,0 0 1 0 0,0 1-1 0 0,0-1 0 0 0,-1 0 0 0 0,0 8 1 0 0,4 28-49 0 0,5-17 38 0 0,-6-17 19 0 0,0 1 0 0 0,0-1 0 0 0,-1 1 1 0 0,0 0-1 0 0,-1 0 0 0 0,0 0 0 0 0,1 9 0 0 0,-3 16 22 0 0,0-24-32 0 0,0 1 0 0 0,1-1 0 0 0,0 1 0 0 0,0-1 0 0 0,1 1 0 0 0,1-1 0 0 0,-1 0 0 0 0,1 1 0 0 0,1-1 0 0 0,0 0 0 0 0,0 0 0 0 0,1-1 0 0 0,0 1 0 0 0,6 8 0 0 0,17 19-18 0 0,-14-20 12 0 0,0 0 0 0 0,-1 1 0 0 0,-1 0 1 0 0,0 1-1 0 0,13 32 0 0 0,-18-31 30 0 0,1 0 0 0 0,0-1 1 0 0,2 0-1 0 0,1 0 0 0 0,15 23 0 0 0,-15-22-33 0 0,0 1 1 0 0,-2 0-1 0 0,0 0 0 0 0,-1 1 0 0 0,5 25 0 0 0,-2-6 23 0 0,-3-16-11 0 0,-2-11-12 0 0,-2 0-1 0 0,1 0 1 0 0,-2 0 0 0 0,0 0 0 0 0,0 19-1 0 0,-2 104 175 0 0,0 72 168 0 0,0-200-333 0 0,-1 0-1 0 0,0-1 1 0 0,0 1-1 0 0,-1 0 1 0 0,0-1 0 0 0,-5 13-1 0 0,3-13 4 0 0,2 1-1 0 0,-1-1 1 0 0,1 1-1 0 0,1 0 1 0 0,-1 0-1 0 0,0 13 1 0 0,2-14 6 0 0,0 0 1 0 0,-1 0 0 0 0,0 0 0 0 0,-1-1-1 0 0,0 1 1 0 0,0 0 0 0 0,0-1 0 0 0,-5 10 0 0 0,-1 3 2 0 0,-2 18 56 0 0,1-18-26 0 0,7-15-37 0 0,-1 1 1 0 0,1-1 0 0 0,0 1 0 0 0,1 0-1 0 0,-1 0 1 0 0,1 0 0 0 0,0-1-1 0 0,0 1 1 0 0,0 0 0 0 0,1 8-1 0 0,0 368 157 0 0,0-378-155 0 0,0 0 0 0 0,0 0 0 0 0,1 0-1 0 0,-1 0 1 0 0,1-1 0 0 0,-1 1 0 0 0,1 0-1 0 0,0 0 1 0 0,0 0 0 0 0,1-1 0 0 0,-1 1-1 0 0,0-1 1 0 0,1 1 0 0 0,-1-1 0 0 0,1 1-1 0 0,0-1 1 0 0,3 3 0 0 0,2 1 5 0 0,1 0 0 0 0,-1-1 0 0 0,1 0-1 0 0,11 5 1 0 0,32 21 96 0 0,-42-24-92 0 0,1 0 0 0 0,-1-1 0 0 0,2-1 0 0 0,-1 1 0 0 0,1-2 0 0 0,-1 1 1 0 0,1-1-1 0 0,19 3 0 0 0,11 1-45 0 0,46 2 0 0 0,-24-3-181 0 0,-55-6 210 0 0,0 1 1 0 0,1-1 0 0 0,-1 0 0 0 0,0-1-1 0 0,1 0 1 0 0,-1 0 0 0 0,1-1-1 0 0,-1 0 1 0 0,10-3 0 0 0,4 0 0 0 0,734-48 154 0 0,-643 46-146 0 0,176-4 5 0 0,-217 11 62 0 0,135 20 1 0 0,10 11-142 0 0,91 10 59 0 0,76 13 29 0 0,-175-17 77 0 0,1-9 0 0 0,321 4 0 0 0,-346-34 382 0 0,1-7 0 0 0,191-34 0 0 0,-70-9 294 0 0,346-38 133 0 0,-206 75-640 0 0,-379 10-217 0 0,-12 0 31 0 0,0 3 0 0 0,0 1 0 0 0,70 11-1 0 0,-69-1-2 0 0,0 1-1 0 0,-1 4 1 0 0,0 1-1 0 0,70 33 0 0 0,-95-35-77 0 0,-1 1 0 0 0,39 26 0 0 0,-49-30-40 0 0,1-1-1 0 0,37 12 1 0 0,19 10 121 0 0,-57-24-54 0 0,0-1-1 0 0,0-1 0 0 0,1-1 0 0 0,-1-1 1 0 0,1-1-1 0 0,0-1 0 0 0,0 0 1 0 0,25-2-1 0 0,46 5-116 0 0,-3 4 317 0 0,148-2 0 0 0,240-27-388 0 0,-461 20 161 0 0,-1-2-1 0 0,1 0 0 0 0,-1 0 0 0 0,1-2 0 0 0,-1 0 0 0 0,0-1 1 0 0,-1 0-1 0 0,1-1 0 0 0,-1-1 0 0 0,0 0 0 0 0,-1-1 0 0 0,0 0 1 0 0,0-1-1 0 0,-1-1 0 0 0,14-12 0 0 0,-23 18-33 0 0,1-1 0 0 0,-1 1 0 0 0,1-1 0 0 0,-1 0 0 0 0,-1 0 0 0 0,1 0 0 0 0,-1 0 0 0 0,0 0 0 0 0,0-1 0 0 0,0 1 0 0 0,-1-1-1 0 0,0 1 1 0 0,0-1 0 0 0,0 0 0 0 0,-1 1 0 0 0,0-1 0 0 0,-1-9 0 0 0,-1-10-285 0 0,-1 0-1 0 0,-12-42 1 0 0,7 31 49 0 0,5 22 254 0 0,0-1 0 0 0,1 0-1 0 0,1 0 1 0 0,0 0 0 0 0,1 0-1 0 0,1 1 1 0 0,0-1 0 0 0,7-28 0 0 0,0 25 73 0 0,2-1 1 0 0,0 2 0 0 0,1-1 0 0 0,1 1-1 0 0,20-22 1 0 0,31-45 89 0 0,-25 34-190 0 0,-33 44 30 0 0,0 1 0 0 0,0 0 0 0 0,-1-1 0 0 0,0 0-1 0 0,0 0 1 0 0,0 0 0 0 0,-1 0 0 0 0,0-1 0 0 0,0 1 0 0 0,0-1-1 0 0,-1 0 1 0 0,0 0 0 0 0,0 0 0 0 0,-1 0 0 0 0,1-13 0 0 0,-2-5-40 0 0,1 7-83 0 0,0 0 0 0 0,-2 0-1 0 0,0 0 1 0 0,-1 0 0 0 0,0 1 0 0 0,-2-1 0 0 0,0 0 0 0 0,-1 1 0 0 0,-8-17 0 0 0,-18-25-226 0 0,16 31 220 0 0,1-1 0 0 0,-11-31 1 0 0,20 48 185 0 0,0 0 0 0 0,-1 1 1 0 0,0 0-1 0 0,-1 0 0 0 0,0 0 1 0 0,-1 1-1 0 0,0 0 1 0 0,-15-15-1 0 0,-28-35 77 0 0,-84-146-118 0 0,34 49 221 0 0,88 135-229 0 0,1-1 0 0 0,1-1 1 0 0,0 0-1 0 0,-7-31 0 0 0,-12-26-25 0 0,-21 12 30 0 0,40 44 8 0 0,9 18 4 0 0,-1 0 0 0 0,0 1 0 0 0,0 0 0 0 0,-1 0 0 0 0,-5-8 0 0 0,-112-143 68 0 0,118 154-78 0 0,0 0-1 0 0,0-1 1 0 0,1 0 0 0 0,-1 1-1 0 0,1-1 1 0 0,0 0-1 0 0,0 0 1 0 0,0 0-1 0 0,0-1 1 0 0,1 1 0 0 0,0 0-1 0 0,0-1 1 0 0,0 1-1 0 0,0-1 1 0 0,1 1-1 0 0,-1-7 1 0 0,1 7 16 0 0,0 1 1 0 0,0-1-1 0 0,-1 1 0 0 0,0-1 0 0 0,1 1 1 0 0,-1 0-1 0 0,0-1 0 0 0,-1 1 0 0 0,1 0 1 0 0,-1 0-1 0 0,1-1 0 0 0,-4-3 0 0 0,3 4 6 0 0,0 0 0 0 0,0 1 0 0 0,1-1 0 0 0,-1 0-1 0 0,1 0 1 0 0,0 0 0 0 0,0 0 0 0 0,0 0 0 0 0,1-1-1 0 0,-1 1 1 0 0,1 0 0 0 0,-1-5 0 0 0,3-16 171 0 0,-1 19-148 0 0,-1-1 0 0 0,1 1 0 0 0,-1 0 0 0 0,0-1 0 0 0,0 1 1 0 0,0 0-1 0 0,-1-1 0 0 0,0 1 0 0 0,0 0 0 0 0,0 0 0 0 0,-4-9 0 0 0,4 13-38 0 0,0 0 0 0 0,0 0 0 0 0,0 0 0 0 0,0-1 0 0 0,0 1 0 0 0,0 0 0 0 0,0-1 0 0 0,1 1 0 0 0,-1-1 0 0 0,0 1 0 0 0,1 0 0 0 0,-1-1 0 0 0,1 1 0 0 0,0-1 0 0 0,-1 0 0 0 0,1 1 0 0 0,0-1 0 0 0,0 1 0 0 0,0-1 0 0 0,0 1 0 0 0,0-1-1 0 0,0 1 1 0 0,1-1 0 0 0,-1 0 0 0 0,0 1 0 0 0,1-1 0 0 0,-1 1 0 0 0,1 0 0 0 0,0-1 0 0 0,-1 1 0 0 0,1-1 0 0 0,0 1 0 0 0,0 0 0 0 0,0 0 0 0 0,1-2 0 0 0,0 0 2 0 0,-1 0-4 0 0,0 1-1 0 0,0 0 1 0 0,-1-1 0 0 0,1 1 0 0 0,-1-1-1 0 0,1 1 1 0 0,-1-1 0 0 0,0 1 0 0 0,0-1-1 0 0,0 1 1 0 0,0-1 0 0 0,-1-3 0 0 0,0 4-2 0 0,1 0 0 0 0,0 0 0 0 0,0 0 0 0 0,-1 0 0 0 0,1 0 0 0 0,1 0 0 0 0,-1 0 0 0 0,0 0 0 0 0,0 0 0 0 0,1 0 0 0 0,-1 0 0 0 0,1 0 0 0 0,0 0 0 0 0,-1 1 0 0 0,1-1 0 0 0,2-3 0 0 0,47-32 222 0 0,-47 34-219 0 0,-1 0 0 0 0,0 0 1 0 0,1 0-1 0 0,0 0 0 0 0,-1 1 0 0 0,1-1 0 0 0,0 1 1 0 0,1 0-1 0 0,-1 0 0 0 0,0 0 0 0 0,0 0 1 0 0,1 1-1 0 0,-1-1 0 0 0,1 1 0 0 0,0 0 0 0 0,4-1 1 0 0,1-1 11 0 0,76-29 87 0 0,-75 13-27 0 0,22-5 34 0 0,-30 23-111 0 0,0-1 1 0 0,0 0-1 0 0,0 0 0 0 0,0 0 0 0 0,0 0 1 0 0,-1 0-1 0 0,1 0 0 0 0,-1 0 0 0 0,1-1 1 0 0,-1 1-1 0 0,0 0 0 0 0,0-1 1 0 0,2-4-1 0 0,-2 4 6 0 0,0 0 0 0 0,0 0 0 0 0,1 0 0 0 0,-1 0 0 0 0,1 0 0 0 0,0 0 0 0 0,0 0 0 0 0,0 1 0 0 0,0-1 0 0 0,1 1 0 0 0,-1 0 0 0 0,1-1 0 0 0,-1 1 0 0 0,6-3 0 0 0,13-14 83 0 0,9-25 68 0 0,-28 41-148 0 0,-1 0 0 0 0,0-1 0 0 0,0 0 0 0 0,0 1 0 0 0,0-1 0 0 0,-1 0 0 0 0,1 1 0 0 0,-1-1 0 0 0,0 0 0 0 0,0 1 0 0 0,0-1 0 0 0,-2-6 0 0 0,1-7 5 0 0,1 15-12 0 0,0 0 0 0 0,0 1-1 0 0,0-1 1 0 0,-1 0 0 0 0,1 0 0 0 0,0 1 0 0 0,-1-1-1 0 0,0 0 1 0 0,1 1 0 0 0,-1-1 0 0 0,0 0 0 0 0,0 1-1 0 0,0-1 1 0 0,0 1 0 0 0,0 0 0 0 0,0-1 0 0 0,0 1-1 0 0,-1 0 1 0 0,0-2 0 0 0,0 2 2 0 0,1 0 0 0 0,0 0 0 0 0,0 0 0 0 0,0 0-1 0 0,0-1 1 0 0,0 1 0 0 0,0 0 0 0 0,0-1 0 0 0,0 1 0 0 0,1-1 0 0 0,-1 1 0 0 0,0-1 0 0 0,1 1-1 0 0,-1-1 1 0 0,1 1 0 0 0,0-1 0 0 0,-1 1 0 0 0,1-4 0 0 0,0 3 3 0 0,-1 1-1 0 0,1-1 1 0 0,-1 1 0 0 0,0-1 0 0 0,1 1 0 0 0,-1-1-1 0 0,0 1 1 0 0,0 0 0 0 0,0-1 0 0 0,0 1-1 0 0,0 0 1 0 0,0 0 0 0 0,0 0 0 0 0,0 0-1 0 0,0 0 1 0 0,-1 0 0 0 0,1 0 0 0 0,0 0 0 0 0,-1 0-1 0 0,1 1 1 0 0,-3-2 0 0 0,-42-16 115 0 0,26 10-65 0 0,-13-4-6 0 0,1 2 1 0 0,-1 1-1 0 0,-1 1 1 0 0,-54-5-1 0 0,11 2-19 0 0,-737-76-249 0 0,221 68 41 0 0,-522 3 240 0 0,908 9-527 0 0,-391-67-1 0 0,63 13-286 0 0,256 38 761 0 0,-670-40-281 0 0,466 49 187 0 0,382 4 93 0 0,1-4 0 0 0,1-4 1 0 0,0-5-1 0 0,2-4 1 0 0,-99-41-1 0 0,-207-85-13 0 0,116 40-216 0 0,181 67 57 0 0,-144-40 0 0 0,221 81 67 0 0,0 1-1 0 0,-1 1 1 0 0,1 2-1 0 0,-1 1 0 0 0,-49 6 1 0 0,-27 0-180 0 0,88-6 171 0 0,-1 1 0 0 0,0 1 0 0 0,1 0 0 0 0,-1 2 0 0 0,1 0 0 0 0,-22 8 0 0 0,-26 3-164 0 0,44-11 179 0 0,0 0 1 0 0,1 2-1 0 0,0 0 0 0 0,-27 13 1 0 0,31-9 60 0 0,-1 0 0 0 0,0-2 0 0 0,-1 0 0 0 0,0-1 1 0 0,0 0-1 0 0,-27 4 0 0 0,39-10 20 0 0,-2 1 21 0 0,-1 0-1 0 0,1 0 1 0 0,-1 1 0 0 0,1 0-1 0 0,0 1 1 0 0,0 0 0 0 0,-9 6-1 0 0,8-4-11 0 0,-1-1 1 0 0,1 0-1 0 0,-1-1 0 0 0,-19 5 0 0 0,20-6-26 0 0,0 0 0 0 0,0 1 0 0 0,1 0 0 0 0,-1 0 0 0 0,1 1 0 0 0,-12 8 0 0 0,-65 55 35 0 0,85-67-53 0 0,0 1 0 0 0,0-1 0 0 0,1 0 0 0 0,-1 1 1 0 0,0-1-1 0 0,1 0 0 0 0,-1 1 0 0 0,1-1 0 0 0,-1 1 0 0 0,1-1 0 0 0,-1 1 0 0 0,1-1 0 0 0,0 1 0 0 0,0-1 0 0 0,0 1 0 0 0,0-1 1 0 0,0 1-1 0 0,0 0 0 0 0,0-1 0 0 0,1 1 0 0 0,-1-1 0 0 0,1 1 0 0 0,-1-1 0 0 0,1 0 0 0 0,-1 1 0 0 0,1-1 0 0 0,0 1 0 0 0,-1-1 0 0 0,1 0 1 0 0,1 2-1 0 0,2 2-74 0 0,0 0 0 0 0,0 0 0 0 0,0 0 1 0 0,0-1-1 0 0,1 0 0 0 0,-1 0 0 0 0,7 4 1 0 0,15 8-701 0 0,54 22 0 0 0,41 8-2467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50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1319 0 2321 0 0,'-7'3'802'0'0,"6"-3"-662"0"0,0 0 1 0 0,0 1 0 0 0,0-1 0 0 0,-1 0 0 0 0,1 1 0 0 0,0-1-1 0 0,0 1 1 0 0,0-1 0 0 0,0 1 0 0 0,0 0 0 0 0,0 0-1 0 0,0-1 1 0 0,0 1 0 0 0,0 0 0 0 0,0 0 0 0 0,0 0 0 0 0,1 0-1 0 0,-1 0 1 0 0,0 0 0 0 0,1 0 0 0 0,-1 0 0 0 0,0 0-1 0 0,1 0 1 0 0,-1 2 0 0 0,1-1 593 0 0,-34-12-254 0 0,4 6-282 0 0,1 1 1 0 0,-1 2-1 0 0,1 1 1 0 0,-1 1-1 0 0,1 2 0 0 0,-1 0 1 0 0,-30 10-1 0 0,12-3-91 0 0,15-2 50 0 0,0-1 0 0 0,0-2-1 0 0,-56 2 1 0 0,-123 0 377 0 0,47-20-355 0 0,4-1-38 0 0,76 28-48 0 0,75-13-95 0 0,1 1 1 0 0,0 0-1 0 0,-1 1 1 0 0,1 0-1 0 0,1 0 0 0 0,-1 1 1 0 0,-11 6-1 0 0,17-8 10 0 0,0-1 0 0 0,0 1 0 0 0,1 0 0 0 0,-1 0-1 0 0,0 0 1 0 0,1 0 0 0 0,0 1 0 0 0,-1-1 0 0 0,1 1 0 0 0,0-1 0 0 0,0 1 0 0 0,1 0-1 0 0,-1 0 1 0 0,0-1 0 0 0,1 1 0 0 0,0 0 0 0 0,0 1 0 0 0,0-1 0 0 0,0 0-1 0 0,0 0 1 0 0,0 6 0 0 0,0 10 48 0 0,0-12-53 0 0,1 0 0 0 0,0 0-1 0 0,0 0 1 0 0,0 0 0 0 0,1 0-1 0 0,0 0 1 0 0,0-1 0 0 0,3 8-1 0 0,6 2 17 0 0,-8-14-10 0 0,-1 0 0 0 0,1 1 0 0 0,-1-1 0 0 0,1 1 0 0 0,-1-1 1 0 0,0 1-1 0 0,0-1 0 0 0,0 1 0 0 0,0-1 0 0 0,-1 1 0 0 0,1 0 1 0 0,-1 0-1 0 0,1 5 0 0 0,-1-1 9 0 0,1 1-1 0 0,-1 0 1 0 0,1-1-1 0 0,1 1 1 0 0,0-1 0 0 0,0 1-1 0 0,0-1 1 0 0,1 0-1 0 0,4 8 1 0 0,-2-2-21 0 0,-3-9 8 0 0,-1 1 0 0 0,1 0 0 0 0,-1 0 0 0 0,-1 0-1 0 0,1 1 1 0 0,-1-1 0 0 0,1 0 0 0 0,-1 0 0 0 0,-2 10-1 0 0,1-10 10 0 0,1 1 0 0 0,0-1 0 0 0,0 1 0 0 0,0-1 0 0 0,0 0 0 0 0,1 1 0 0 0,0-1 0 0 0,2 9 0 0 0,-3-14-13 0 0,4 13 27 0 0,1-1 0 0 0,0 0 0 0 0,1 0 1 0 0,0 0-1 0 0,0-1 0 0 0,2 0 0 0 0,8 11 1 0 0,-11-16-11 0 0,1 1 1 0 0,-1-1 0 0 0,0 1 0 0 0,-1 0 0 0 0,6 11 0 0 0,15 21 28 0 0,42 50 14 0 0,48 56 168 0 0,-101-130-212 0 0,0 0 1 0 0,2-2 0 0 0,-1 1-1 0 0,2-2 1 0 0,0-1 0 0 0,35 19-1 0 0,50 10 156 0 0,207 52 1 0 0,-208-65-227 0 0,-17-10 140 0 0,120 11 0 0 0,-45-8-21 0 0,145 1 282 0 0,-101-11-216 0 0,66-2 49 0 0,-30-3-309 0 0,-23 26 568 0 0,15-11-426 0 0,-105 5 53 0 0,211 6 253 0 0,-310-29-285 0 0,-17-2-28 0 0,0 1-1 0 0,0 0 0 0 0,0 1 1 0 0,0 0-1 0 0,0 0 0 0 0,14 6 1 0 0,1-1 2 0 0,0-2 1 0 0,0-1-1 0 0,1-2 1 0 0,0 0-1 0 0,-1-1 1 0 0,43-5-1 0 0,12 1 5 0 0,-11 0 36 0 0,101-18 1 0 0,-22 1 21 0 0,425-56 142 0 0,-216-7-361 0 0,-129 19 469 0 0,-4 1-4 0 0,-83 48-247 0 0,-98 13-20 0 0,69-14 1 0 0,-57 6 64 0 0,41-12 74 0 0,-87 20-139 0 0,-1-1 0 0 0,0 1 0 0 0,0-2 0 0 0,0 1 0 0 0,0-1 0 0 0,0-1 0 0 0,-1 1 0 0 0,1-1 0 0 0,-1 0 0 0 0,-1-1 0 0 0,1 0 0 0 0,-1 0-1 0 0,0 0 1 0 0,0-1 0 0 0,-1 0 0 0 0,0 0 0 0 0,0 0 0 0 0,0-1 0 0 0,-1 0 0 0 0,-1 1 0 0 0,6-16 0 0 0,-7 13-16 0 0,0-1 0 0 0,0 1 0 0 0,-1 0 1 0 0,-1-1-1 0 0,0 1 0 0 0,-1-12 0 0 0,0-6 26 0 0,0 14-37 0 0,0 1 0 0 0,-1-1 1 0 0,0 0-1 0 0,-2 0 0 0 0,-6-20 1 0 0,5 20-11 0 0,4 9-3 0 0,0 1 1 0 0,0-1-1 0 0,-1 1 1 0 0,1 0-1 0 0,-1-1 1 0 0,0 1-1 0 0,0 0 1 0 0,-1 0-1 0 0,1 1 1 0 0,-1-1-1 0 0,0 0 1 0 0,0 1 0 0 0,0 0-1 0 0,0-1 1 0 0,0 1-1 0 0,-1 1 1 0 0,0-1-1 0 0,1 0 1 0 0,-1 1-1 0 0,0 0 1 0 0,-7-4-1 0 0,-60-26 222 0 0,12 4 44 0 0,-87-28 0 0 0,-11-3-38 0 0,-18-8-304 0 0,-350-82 54 0 0,-16 46 355 0 0,13 51-357 0 0,-803 26-1 0 0,878 55-845 0 0,338-14-566 0 0,-211 58 1 0 0,287-62 397 0 0,-71 32 1 0 0,98-38 611 0 0,1 1 0 0 0,1 0 0 0 0,-1 1 1 0 0,1 0-1 0 0,0 1 0 0 0,1 0 0 0 0,0 0 0 0 0,0 1 0 0 0,1 1 1 0 0,-11 13-1 0 0,12-9-719 0 0,-1 0 0 0 0,2 0 0 0 0,0 1 0 0 0,-7 23 0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07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2966 176 160 0 0,'-46'-23'3069'0'0,"-29"-11"438"0"0,6 2-1574 0 0,53 23-1778 0 0,0 1 0 0 0,-1 0 0 0 0,0 2 0 0 0,-34-10 0 0 0,-25 1-40 0 0,0 4 0 0 0,-1 2-1 0 0,-1 4 1 0 0,-117 8 0 0 0,5 11-21 0 0,-150 8-5 0 0,236-20-27 0 0,-132-15 0 0 0,167 8-51 0 0,-1 2 1 0 0,0 4-1 0 0,1 3 0 0 0,-1 2 1 0 0,1 4-1 0 0,-106 29 1 0 0,154-33-12 0 0,1 2-1 0 0,0 0 1 0 0,0 1 0 0 0,1 1 0 0 0,-23 16 0 0 0,-33 16 14 0 0,43-24-16 0 0,1 2 0 0 0,1 1 0 0 0,0 1 0 0 0,2 2 1 0 0,0 1-1 0 0,-28 33 0 0 0,52-53 6 0 0,0 0 0 0 0,1 1 0 0 0,-1-1 0 0 0,1 1 0 0 0,0 0 0 0 0,1 0 0 0 0,-1 0 0 0 0,-2 12 0 0 0,4-12 1 0 0,-1-1-1 0 0,1 1 0 0 0,-1-1 1 0 0,-1 0-1 0 0,1 0 0 0 0,-1 0 1 0 0,1 0-1 0 0,-2-1 0 0 0,-5 9 1 0 0,-3-2-13 0 0,2 1 0 0 0,0 0 0 0 0,0 0 0 0 0,1 1 0 0 0,1 0 0 0 0,0 1 0 0 0,1 0 0 0 0,0 0 0 0 0,-8 27 0 0 0,9-28-2 0 0,0 0 1 0 0,-1 0 0 0 0,-12 19-1 0 0,13-24 7 0 0,0 0-1 0 0,1 0 1 0 0,1 0-1 0 0,-1 1 1 0 0,1 0-1 0 0,0 0 0 0 0,1 0 1 0 0,0 0-1 0 0,1 1 1 0 0,0-1-1 0 0,-2 17 1 0 0,4 3 5 0 0,2 36 13 0 0,-1-61-15 0 0,0 0 1 0 0,0 0 0 0 0,0 0 0 0 0,0 0-1 0 0,1 0 1 0 0,0 0 0 0 0,0 0 0 0 0,0 0-1 0 0,0-1 1 0 0,1 1 0 0 0,-1-1 0 0 0,7 6-1 0 0,31 35 0 0 0,-31-32 0 0 0,1 0 0 0 0,1-1 0 0 0,0-1 0 0 0,0 0 0 0 0,22 15 0 0 0,-12-15 10 0 0,0-1 0 0 0,1 0 0 0 0,-1-2 0 0 0,1-1 0 0 0,1 0 0 0 0,-1-2 0 0 0,1-1 0 0 0,33 1 0 0 0,190-10 100 0 0,185-33 50 0 0,123-9 94 0 0,-51 22-174 0 0,44 30-85 0 0,-195 4 90 0 0,-33 14 15 0 0,-126-5-107 0 0,192 35-137 0 0,-348-46 142 0 0,117 23-12 0 0,200 66 1 0 0,-310-85 30 0 0,1-1-1 0 0,0-3 1 0 0,0-1 0 0 0,76-3-1 0 0,-9 1-6 0 0,79 20 57 0 0,-12-2-97 0 0,-101-10 5 0 0,112 2 0 0 0,-169-12 38 0 0,7 0 9 0 0,0-2 1 0 0,0 0-1 0 0,-1-1 0 0 0,1-2 1 0 0,53-15-1 0 0,-47 9-1 0 0,0 2 1 0 0,65-8 0 0 0,26-7 6 0 0,-57 5-8 0 0,49-15 54 0 0,150-49 139 0 0,-175 56-154 0 0,-45 14 5 0 0,50-21 0 0 0,59-23 229 0 0,-133 50-204 0 0,0 1 0 0 0,0 1-1 0 0,38-1 1 0 0,-27 2 67 0 0,43-8 0 0 0,280-58 551 0 0,-299 60-590 0 0,-46 8-83 0 0,1-1 0 0 0,0 0 0 0 0,0-1 0 0 0,-1-1-1 0 0,18-6 1 0 0,8-7 66 0 0,-8 5 204 0 0,52-31-1 0 0,-80 42-282 0 0,0 0 0 0 0,-1 0 0 0 0,1 0-1 0 0,0-1 1 0 0,-1 1 0 0 0,1 0 0 0 0,0-1-1 0 0,-1 1 1 0 0,0-1 0 0 0,1 0 0 0 0,1-2 0 0 0,1-33 303 0 0,-4 33-307 0 0,-1-1 1 0 0,1 1-1 0 0,-1 0 1 0 0,0 0-1 0 0,0 0 1 0 0,0 1-1 0 0,-1-1 1 0 0,1 0-1 0 0,-1 0 1 0 0,0 1-1 0 0,0-1 1 0 0,0 1-1 0 0,-1-1 1 0 0,-4-4-1 0 0,-51-44 103 0 0,17 18-89 0 0,15 12-3 0 0,-1 1-1 0 0,-1 2 0 0 0,-54-29 0 0 0,-104-38-106 0 0,32 16 103 0 0,84 38-56 0 0,-2 2 0 0 0,-1 4 0 0 0,-77-17 0 0 0,-239-27-160 0 0,-278 28 100 0 0,491 36 90 0 0,-78-5-124 0 0,-296-7-268 0 0,514 18 390 0 0,-556 1-80 0 0,-1 49-215 0 0,-19 80-712 0 0,491-95-1062 0 0,2 6 0 0 0,-216 108 0 0 0,236-99-3769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12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833 0 2641 0 0,'-145'6'2561'0'0,"25"-6"-2481"0"0,29 6-480 0 0,31 1 160 0 0,-31-1 400 0 0,1-6 80 0 0,29-6-80 0 0,1 6-80 0 0,30 0-80 0 0,5 0-80 0 0,-5 0-240 0 0,30 12-640 0 0,-30-4-1201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14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56 80 0 0,'1'1'62'0'0,"-1"-1"-1"0"0,1 1 0 0 0,0 0 1 0 0,0-1-1 0 0,0 1 1 0 0,0-1-1 0 0,0 1 1 0 0,0-1-1 0 0,1 1 1 0 0,-1-1-1 0 0,0 0 1 0 0,0 0-1 0 0,0 1 1 0 0,0-1-1 0 0,0 0 1 0 0,0 0-1 0 0,1 0 1 0 0,-1 0-1 0 0,0-1 1 0 0,0 1-1 0 0,1 0 1 0 0,-1 0 26 0 0,4 0 1312 0 0,-30-12 2482 0 0,45 12-3575 0 0,-15 0 827 0 0,-5-1-1054 0 0,0 0-77 0 0,0 0 1 0 0,-1 1-1 0 0,1-1 1 0 0,0 0-1 0 0,0 0 0 0 0,-1 1 1 0 0,1-1-1 0 0,-1 0 1 0 0,1 1-1 0 0,0-1 0 0 0,-1 1 1 0 0,1-1-1 0 0,-1 0 1 0 0,0 1-1 0 0,1-1 1 0 0,-1 1-1 0 0,1-1 0 0 0,-1 1 1 0 0,0 0-1 0 0,1-1 1 0 0,-1 1-1 0 0,0 0 1 0 0,1-1-1 0 0,-1 1 0 0 0,0 0 1 0 0,0 0-1 0 0,1 0 1 0 0,-1-1-1 0 0,0 1 1 0 0,0 0-1 0 0,1 0 0 0 0,-1 0 1 0 0,0 0-1 0 0,0 0 1 0 0,0 1-1 0 0,1-1 0 0 0,-1 0 1 0 0,-1 1-1 0 0,1-1 11 0 0,0 0-13 0 0,1-1 1 0 0,0 1 0 0 0,-1 0-1 0 0,1 0 1 0 0,0 0 0 0 0,-1-1 0 0 0,1 1-1 0 0,0 0 1 0 0,-1 0 0 0 0,1-1 0 0 0,0 1-1 0 0,0 0 1 0 0,-1-1 0 0 0,1 1-1 0 0,0 0 1 0 0,0-1 0 0 0,0 1 0 0 0,-1-1-1 0 0,1 1 1 0 0,0 0 0 0 0,0-1 0 0 0,0 1-1 0 0,0 0 1 0 0,0-1 0 0 0,0 1 0 0 0,0-1-1 0 0,0 1 1 0 0,0 0 0 0 0,0-1-1 0 0,0 1 1 0 0,0-1 0 0 0,0 1 0 0 0,0 0-1 0 0,0-1 1 0 0,0 1 0 0 0,1-1 0 0 0,-1 1-1 0 0,0 0 1 0 0,0-1 0 0 0,0 1-1 0 0,1 0 1 0 0,-1-1 0 0 0,0 1 0 0 0,0 0-1 0 0,1-1 1 0 0,-1 1 0 0 0,0 0 0 0 0,1 0-1 0 0,-1-1 1 0 0,0 1 0 0 0,1 0-1 0 0,-1 0 1 0 0,1-1 0 0 0,22-1 26 0 0,-1 1 1 0 0,1 0-1 0 0,0 2 0 0 0,0 1 0 0 0,31 6 1 0 0,-14-3 6 0 0,48 2 0 0 0,-51-7-37 0 0,-4 2 34 0 0,0-3 0 0 0,65-7-1 0 0,-93 3 36 0 0,-5 3 333 0 0,-5 2-320 0 0,-20 0-13 0 0,0 0-40 0 0,14 0 26 0 0,-14 0-26 0 0,-5 0 39 0 0,5-1 1 0 0,18-3-52 0 0,39-4-17 0 0,-22 5 2 0 0,40 0 0 0 0,-39 1 1 0 0,39 5 65 0 0,5 5-52 0 0,-50-4-1 0 0,-5-4 454 0 0,1-1-340 0 0,-7-2-94 0 0,-21-2 30 0 0,0 1 0 0 0,0 2-1 0 0,0 1 1 0 0,0 1 0 0 0,0 1 0 0 0,-1 1 0 0 0,1 2 0 0 0,1 0 0 0 0,-1 2 0 0 0,1 1 0 0 0,0 1-1 0 0,0 1 1 0 0,-42 23 0 0 0,66-31-60 0 0,0 0-1 0 0,0 1 1 0 0,0-1-1 0 0,0 1 1 0 0,0-1-1 0 0,1 1 1 0 0,-1 0 0 0 0,1-1-1 0 0,-1 1 1 0 0,1 0-1 0 0,0 0 1 0 0,-1 0-1 0 0,1 0 1 0 0,0 0-1 0 0,1 1 1 0 0,-1-1-1 0 0,0 0 1 0 0,0 0-1 0 0,1 1 1 0 0,0-1-1 0 0,-1 0 1 0 0,1 1 0 0 0,0-1-1 0 0,0 0 1 0 0,0 4-1 0 0,2 5 6 0 0,0-1 0 0 0,0 0-1 0 0,1 0 1 0 0,5 14 0 0 0,-2-10-6 0 0,-1-1 19 0 0,2 0 1 0 0,0 0-1 0 0,0-1 0 0 0,1 0 1 0 0,1 0-1 0 0,0-1 0 0 0,0 0 1 0 0,1-1-1 0 0,13 11 0 0 0,-17-16-18 0 0,-4-3-5 0 0,0-1 0 0 0,-1 1 0 0 0,1 0 0 0 0,0-1 0 0 0,0 1 0 0 0,-1 0 0 0 0,1 0 0 0 0,-1 0 0 0 0,0 0 0 0 0,1 0 0 0 0,-1 0 0 0 0,0 0 0 0 0,0 1 0 0 0,-1-1 0 0 0,1 0 0 0 0,0 1 0 0 0,-1-1-1 0 0,1 0 1 0 0,-1 1 0 0 0,0 3 0 0 0,0-4 12 0 0,1 0-1 0 0,-1 0 0 0 0,0 0 1 0 0,1 0-1 0 0,-1 0 0 0 0,1-1 1 0 0,0 1-1 0 0,-1 0 0 0 0,1 0 1 0 0,0 0-1 0 0,0 0 0 0 0,0-1 1 0 0,0 1-1 0 0,1 0 0 0 0,-1-1 0 0 0,0 1 1 0 0,1-1-1 0 0,-1 0 0 0 0,1 1 1 0 0,-1-1-1 0 0,1 0 0 0 0,0 0 1 0 0,0 0-1 0 0,-1 0 0 0 0,4 1 1 0 0,-3-1-8 0 0,0 0 0 0 0,0 0 0 0 0,-1-1 0 0 0,1 1 0 0 0,-1 0-1 0 0,1 1 1 0 0,0-1 0 0 0,-1 0 0 0 0,0 0 0 0 0,1 1 0 0 0,-1-1 0 0 0,0 1 0 0 0,0-1 0 0 0,1 1 0 0 0,-1-1 0 0 0,0 1 0 0 0,-1 0 0 0 0,1 0 0 0 0,0-1 0 0 0,0 1 0 0 0,-1 0 0 0 0,1 0 0 0 0,-1 0 0 0 0,0 0 0 0 0,1 2 0 0 0,-1 214 385 0 0,1-211-380 0 0,1 1 0 0 0,0-1-1 0 0,0 0 1 0 0,1 0 0 0 0,0 0 0 0 0,1-1 0 0 0,-1 1 0 0 0,1-1 0 0 0,0 1 0 0 0,1-1 0 0 0,-1 0 0 0 0,1-1 0 0 0,11 11 0 0 0,16 21 42 0 0,-17-18-40 0 0,1-2 0 0 0,0 0-1 0 0,20 15 1 0 0,32 34 196 0 0,-60-58-179 0 0,0 0 0 0 0,0-1 0 0 0,1 0 0 0 0,17 10 0 0 0,1 2 5 0 0,-1 1 30 0 0,1 0 0 0 0,1-2 0 0 0,1-2-1 0 0,0 0 1 0 0,1-2 0 0 0,42 14 0 0 0,22 6 113 0 0,-54-18-84 0 0,1-2 0 0 0,0-1 0 0 0,74 12 0 0 0,-19-19 139 0 0,121-9-1 0 0,-141-1-155 0 0,-1 3-1 0 0,0 3 1 0 0,110 18-1 0 0,-131-10-47 0 0,-8-2 82 0 0,-1 1 0 0 0,-1 3 0 0 0,0 1 0 0 0,50 23 0 0 0,-77-29-86 0 0,0 0 0 0 0,1-1 0 0 0,0-1 0 0 0,0 0 0 0 0,1-2 0 0 0,19 2 0 0 0,-19-3 4 0 0,1-1 0 0 0,0-2 1 0 0,-1 1-1 0 0,1-2 0 0 0,-1-1 0 0 0,1 0 1 0 0,25-9-1 0 0,126-54 238 0 0,-132 50-248 0 0,-8 2-21 0 0,-1 0-1 0 0,-1-2 0 0 0,-1-1 1 0 0,0-1-1 0 0,32-29 0 0 0,-7 4 105 0 0,-44 36-72 0 0,1 0 0 0 0,-2 0 0 0 0,1-2 0 0 0,-1 1 0 0 0,0-1 0 0 0,8-12 0 0 0,10-14-12 0 0,-15 23 2 0 0,-1-2 0 0 0,-1 1 0 0 0,0-1 0 0 0,11-24 0 0 0,10-50-16 0 0,-25 42-14 0 0,-6 40 14 0 0,2 0 0 0 0,-1 0 0 0 0,0 1 0 0 0,1-1 0 0 0,3-10 0 0 0,16-31 14 0 0,-10-6 66 0 0,1 25-2 0 0,-9 22-63 0 0,1 1 0 0 0,-1 0 0 0 0,0-1 0 0 0,-1 1 0 0 0,0-1 0 0 0,1 1 0 0 0,-2-1 0 0 0,1-7 0 0 0,0-7-1 0 0,0 14-28 0 0,0 1 1 0 0,-1-1 0 0 0,0 0-1 0 0,0 1 1 0 0,0-1 0 0 0,-1 0-1 0 0,1 1 1 0 0,-2-1-1 0 0,1 1 1 0 0,-3-7 0 0 0,2 8 2 0 0,-2-3 26 0 0,0 0-1 0 0,0 1 0 0 0,0 0 1 0 0,-1 0-1 0 0,0 0 1 0 0,0 0-1 0 0,-1 1 0 0 0,1 0 1 0 0,-11-7-1 0 0,-155-71 0 0 0,102 53 15 0 0,0 3 0 0 0,-2 3 1 0 0,-75-14-1 0 0,44 11-53 0 0,4 1 36 0 0,-1 5 0 0 0,-147-13 1 0 0,189 31 4 0 0,1 1 1 0 0,-1 4-1 0 0,1 2 1 0 0,0 2 0 0 0,0 3-1 0 0,-58 17 1 0 0,114-26-17 0 0,-416 100-1843 0 0,328-89-1413 0 0,-160-3 0 0 0,47-12-2654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34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152 192 1521 0 0,'0'24'3779'0'0,"0"-15"-1948"0"0,0-10 309 0 0,0-1-1580 0 0,-5 2-306 0 0,-20 0 146 0 0,25-33 333 0 0,0-122 41 0 0,0 154-764 0 0,0 0 0 0 0,0 0-1 0 0,0-1 1 0 0,0 1 0 0 0,0 0 0 0 0,0-1-1 0 0,-1 1 1 0 0,1 0 0 0 0,-1 0 0 0 0,1 0-1 0 0,0-1 1 0 0,-1 1 0 0 0,0 0-1 0 0,1 0 1 0 0,-1 0 0 0 0,0 0 0 0 0,1 0-1 0 0,-1 0 1 0 0,0 0 0 0 0,0 0 0 0 0,0 0-1 0 0,0 0 1 0 0,0 1 0 0 0,0-1 0 0 0,0 0-1 0 0,0 1 1 0 0,0-1 0 0 0,-2 0 0 0 0,-3-2 27 0 0,-4 68 457 0 0,2-45-459 0 0,5-14-30 0 0,0 1 0 0 0,0 0 0 0 0,1 0 0 0 0,0 0 0 0 0,1 0 0 0 0,0 0 0 0 0,0 0 0 0 0,0 11 0 0 0,1-5-3 0 0,1-10-19 0 0,-1 0-1 0 0,1 0 1 0 0,-1 0 0 0 0,0 0-1 0 0,0 0 1 0 0,-1 0 0 0 0,1 0 0 0 0,0 0-1 0 0,-1 0 1 0 0,0 0 0 0 0,0 0-1 0 0,0-1 1 0 0,-1 5 0 0 0,-7 2-87 0 0,7-8 93 0 0,1 0-1 0 0,0 1 1 0 0,-1-1-1 0 0,1 0 1 0 0,0 1-1 0 0,0-1 1 0 0,0 1-1 0 0,0-1 1 0 0,0 1-1 0 0,0 0 1 0 0,1-1-1 0 0,-1 1 1 0 0,0 0-1 0 0,1 0 1 0 0,-1 0-1 0 0,1-1 1 0 0,0 1-1 0 0,0 0 1 0 0,-1 2-1 0 0,1-3 7 0 0,0 0 0 0 0,0 1 0 0 0,0-1-1 0 0,0 0 1 0 0,0 0 0 0 0,0 1 0 0 0,-1-1-1 0 0,1 0 1 0 0,-1 0 0 0 0,1 1 0 0 0,-1-1-1 0 0,1 0 1 0 0,-1 0 0 0 0,0 0 0 0 0,1 0-1 0 0,-1 0 1 0 0,0 0 0 0 0,0 0 0 0 0,0 0-1 0 0,0 0 1 0 0,0-1 0 0 0,0 1 0 0 0,0 0-1 0 0,0 0 1 0 0,0-1 0 0 0,0 1 0 0 0,-2 0-1 0 0,-3 2 7 0 0,6-3-1 0 0,0 0 0 0 0,-1 1 0 0 0,1-1 0 0 0,0 0 0 0 0,-1 0 0 0 0,1 0 0 0 0,0 0 0 0 0,0 0 0 0 0,-1 1 0 0 0,1-1 0 0 0,0 0 0 0 0,-1 0 0 0 0,1 1 0 0 0,0-1 0 0 0,0 0 0 0 0,0 0 0 0 0,-1 1 0 0 0,1-1 0 0 0,0 0 0 0 0,0 1 0 0 0,0-1 0 0 0,0 0 0 0 0,0 1 0 0 0,0-1 0 0 0,-1 0 0 0 0,1 1 0 0 0,0-1 0 0 0,0 0 0 0 0,0 1 1 0 0,0-1-1 0 0,0 0 0 0 0,0 1 0 0 0,0-1 0 0 0,0 0 0 0 0,1 1 0 0 0,-1-1 0 0 0,0 10 52 0 0,5-4-92 0 0,-2-5 28 0 0,-1-1 8 0 0,-1 0 1 0 0,0 0-1 0 0,0 0 0 0 0,0 1 0 0 0,0-1 1 0 0,0 0-1 0 0,0 0 0 0 0,0 1 1 0 0,0-1-1 0 0,0 1 0 0 0,0-1 1 0 0,0 1-1 0 0,0-1 0 0 0,0 1 0 0 0,0-1 1 0 0,0 1-1 0 0,-1 0 0 0 0,1 0 1 0 0,0-1-1 0 0,0 1 0 0 0,0 2 1 0 0,4-2-78 0 0,116 12-12 0 0,-73-9 93 0 0,0-2 0 0 0,0-2 0 0 0,-1-2 0 0 0,54-9 0 0 0,-97 10-8 0 0,0 0 1 0 0,0 0-1 0 0,0 0 0 0 0,0-1 1 0 0,0 1-1 0 0,0-1 0 0 0,0 0 1 0 0,0 0-1 0 0,-1 0 0 0 0,1 0 1 0 0,-1-1-1 0 0,0 0 0 0 0,1 1 1 0 0,-1-1-1 0 0,-1 0 0 0 0,1-1 1 0 0,0 1-1 0 0,-1 0 0 0 0,1-1 1 0 0,-1 0-1 0 0,2-4 0 0 0,-1-2 51 0 0,0-1 0 0 0,0 0 0 0 0,-1 0-1 0 0,0 0 1 0 0,-1 0 0 0 0,0 0 0 0 0,-1-15 0 0 0,0-69 50 0 0,-1 99-90 0 0,1 0-1 0 0,-1-1 1 0 0,1 1 0 0 0,-1 0 0 0 0,0-1-1 0 0,0 1 1 0 0,-1-1 0 0 0,1 1-1 0 0,-1-1 1 0 0,1 1 0 0 0,-4 3 0 0 0,-10 22 31 0 0,-99 290 553 0 0,106-296-735 0 0,1 1 1 0 0,2 0-1 0 0,0 1 1 0 0,2 0 0 0 0,0-1-1 0 0,2 1 1 0 0,2 33-1 0 0,-1-35-193 0 0,0-22 282 0 0,0 1 0 0 0,0 0 0 0 0,0-1 0 0 0,0 1 1 0 0,0 0-1 0 0,0-1 0 0 0,1 1 0 0 0,-1-1 0 0 0,0 1 0 0 0,1-1 1 0 0,-1 1-1 0 0,1 0 0 0 0,0-1 0 0 0,-1 0 0 0 0,1 1 0 0 0,0-1 0 0 0,0 1 1 0 0,0-1-1 0 0,0 0 0 0 0,0 0 0 0 0,0 1 0 0 0,0-1 0 0 0,1 0 1 0 0,-1 0-1 0 0,0 0 0 0 0,1 0 0 0 0,-1-1 0 0 0,0 1 0 0 0,1 0 0 0 0,-1 0 1 0 0,4 0-1 0 0,0 0-205 0 0,1-1 1 0 0,-1 0-1 0 0,0 0 0 0 0,1 0 1 0 0,-1 0-1 0 0,0-1 1 0 0,1 0-1 0 0,9-3 1 0 0,44-18-3753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35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477 9 480 0 0,'-85'11'3909'0'0,"105"-11"-3816"0"0,-15 0-40 0 0,0 0-93 0 0,39-2 83 0 0,-38-1-19 0 0,-1 2 763 0 0,0 1-520 0 0,15 0 26 0 0,-14 0 1081 0 0,-7 0-1356 0 0,1-1 0 0 0,-1 0 0 0 0,1 0 0 0 0,-1 0-1 0 0,0 1 1 0 0,1-1 0 0 0,-1 0 0 0 0,0 1 0 0 0,1-1 0 0 0,-1 0-1 0 0,0 1 1 0 0,0-1 0 0 0,0 1 0 0 0,1-1 0 0 0,-1 1 0 0 0,0 0-1 0 0,0-1 1 0 0,0 1 0 0 0,0 0 0 0 0,0 0 0 0 0,0 0 0 0 0,0-1-1 0 0,0 1 1 0 0,0 0 0 0 0,1 0 0 0 0,-3 0 0 0 0,-36-1 99 0 0,35 1-75 0 0,-48 2 247 0 0,-1 2 0 0 0,1 2 0 0 0,0 2 0 0 0,0 3 0 0 0,-63 22 0 0 0,109-31-273 0 0,1-1 1 0 0,0 1-1 0 0,-1 1 0 0 0,1-1 1 0 0,0 1-1 0 0,0 0 1 0 0,-8 7-1 0 0,11-9-9 0 0,0 1 0 0 0,1 0-1 0 0,-1 1 1 0 0,1-1 0 0 0,0 0 0 0 0,0 0 0 0 0,0 1-1 0 0,0-1 1 0 0,0 0 0 0 0,0 1 0 0 0,1-1-1 0 0,-1 1 1 0 0,1-1 0 0 0,-1 1 0 0 0,1-1 0 0 0,0 1-1 0 0,0 2 1 0 0,3-2-6 0 0,0 0 0 0 0,0 0 1 0 0,1 0-1 0 0,-1-1 0 0 0,1 1 0 0 0,-1-1 0 0 0,1 0 0 0 0,0 0 0 0 0,-1-1 0 0 0,1 1 0 0 0,0-1 0 0 0,6 1 0 0 0,-1 2-1 0 0,12 3-46 0 0,-1 2 0 0 0,1 0 1 0 0,-2 1-1 0 0,1 1 1 0 0,-1 1-1 0 0,-1 1 1 0 0,0 1-1 0 0,-1 0 0 0 0,-1 1 1 0 0,0 1-1 0 0,14 18 1 0 0,-28-33 33 0 0,-1 1 0 0 0,1 0 0 0 0,-1-1 0 0 0,1 1 0 0 0,-1 0 0 0 0,0 0 0 0 0,0-1 0 0 0,0 1 0 0 0,0 0 0 0 0,0 0 0 0 0,0 1 0 0 0,0-1 0 0 0,-1 0 0 0 0,1 0 1 0 0,-1 0-1 0 0,0 0 0 0 0,1 1 0 0 0,-1-1 0 0 0,0 0 0 0 0,0 0 0 0 0,-1 0 0 0 0,1 1 0 0 0,0-1 0 0 0,-1 0 0 0 0,1 0 0 0 0,-1 0 0 0 0,0 0 0 0 0,1 0 0 0 0,-1 0 0 0 0,-2 3 1 0 0,-2 6-20 0 0,-1 1 10 0 0,0 0 0 0 0,-1-1 0 0 0,-1 0 0 0 0,0 0 0 0 0,0-1-1 0 0,-1 0 1 0 0,0 0 0 0 0,-1-1 0 0 0,0-1 0 0 0,0 1-1 0 0,-1-2 1 0 0,0 1 0 0 0,-1-2 0 0 0,0 1 0 0 0,0-2-1 0 0,-19 8 1 0 0,29-12 20 0 0,1 0-1 0 0,-1-1 0 0 0,0 1 1 0 0,0 0-1 0 0,0 0 0 0 0,0-1 1 0 0,0 1-1 0 0,1-1 0 0 0,-1 0 1 0 0,0 0-1 0 0,0 1 0 0 0,0-1 1 0 0,0-1-1 0 0,0 1 0 0 0,0 0 1 0 0,0 0-1 0 0,0-1 0 0 0,0 1 1 0 0,0-1-1 0 0,0 1 0 0 0,0-1 1 0 0,0 0-1 0 0,1 0 0 0 0,-1 0 1 0 0,-2-1-1 0 0,2-2 0 0 0,1 0 0 0 0,-1 0 0 0 0,1 1 0 0 0,0-1 0 0 0,0 0 0 0 0,0 0 0 0 0,1 0 0 0 0,-1 0 0 0 0,1-1 0 0 0,0 1 1 0 0,1-7-1 0 0,-1 8 6 0 0,1 1 1 0 0,0-1-1 0 0,0 0 1 0 0,0 1-1 0 0,0-1 1 0 0,1 0-1 0 0,-1 1 1 0 0,0 0 0 0 0,1-1-1 0 0,0 1 1 0 0,0 0-1 0 0,0 0 1 0 0,0 0-1 0 0,0 0 1 0 0,0 0-1 0 0,0 0 1 0 0,5-2-1 0 0,52-32 45 0 0,-36 23-19 0 0,214-136 63 0 0,-233 148-86 0 0,0-1-1 0 0,0 0 1 0 0,0 0 0 0 0,0-1-1 0 0,0 1 1 0 0,-1-1 0 0 0,1 0-1 0 0,-1 0 1 0 0,0 0 0 0 0,0 0-1 0 0,0-1 1 0 0,0 1 0 0 0,0-1-1 0 0,-1 0 1 0 0,0 0 0 0 0,1 0-1 0 0,-2 0 1 0 0,1 0 0 0 0,0 0-1 0 0,-1-1 1 0 0,0 1 0 0 0,0 0-1 0 0,0-1 1 0 0,0 1 0 0 0,-1-1-1 0 0,1 1 1 0 0,-1-1 0 0 0,-1 1-1 0 0,0-6 1 0 0,1 9-50 0 0,-1 0-1 0 0,1 0 0 0 0,-1 0 1 0 0,0 0-1 0 0,0 1 1 0 0,1-1-1 0 0,-1 0 0 0 0,0 0 1 0 0,0 1-1 0 0,0-1 1 0 0,0 0-1 0 0,0 1 0 0 0,0-1 1 0 0,0 1-1 0 0,0-1 1 0 0,0 1-1 0 0,0 0 0 0 0,0-1 1 0 0,0 1-1 0 0,0 0 1 0 0,0 0-1 0 0,0 0 0 0 0,-1 0 1 0 0,0 0-1 0 0,1 0-106 0 0,-4 2-2812 0 0,5 1 2015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35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1 960 0 0,'0'25'2161'0'0,"-61"25"401"0"0,31 15-802 0 0,0-21-1359 0 0,0 1-401 0 0,-1-1 80 0 0,1 0 0 0 0,6 14-80 0 0,-6-14-320 0 0,0-19-561 0 0,30-12-2080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36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31 1761 0 0,'-31'-13'2561'0'0,"1"1"961"0"0,0 6-1602 0 0,30 12-1839 0 0,30 0-2242 0 0,0 7-241 0 0,31-7-159 0 0,-1 7 160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36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2401 0 0,'-30'0'1841'0'0,"30"8"-1601"0"0,0-2-1761 0 0,0-1-560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37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574 15 2161 0 0,'3'-14'5500'0'0,"-5"22"-3274"0"0,-4 1-2922 0 0,-2 0 744 0 0,-1 0 0 0 0,-1-1 0 0 0,0 0 0 0 0,-14 10 0 0 0,-5 2 72 0 0,-32 23 139 0 0,34-25-95 0 0,1 0 0 0 0,1 2 1 0 0,1 1-1 0 0,-25 27 1 0 0,-27 23 107 0 0,55-54-252 0 0,0 2 1 0 0,-32 38-1 0 0,-32 42-127 0 0,84-98 91 0 0,0-1-1 0 0,1 1 1 0 0,-1-1-1 0 0,0 1 0 0 0,1-1 1 0 0,-1 1-1 0 0,0-1 1 0 0,1 1-1 0 0,-1 0 1 0 0,1-1-1 0 0,-1 1 0 0 0,1 0 1 0 0,-1-1-1 0 0,1 1 1 0 0,0 0-1 0 0,-1 0 1 0 0,1 0-1 0 0,0-1 0 0 0,0 1 1 0 0,0 0-1 0 0,-1 0 1 0 0,1 0-1 0 0,0 0 1 0 0,0-1-1 0 0,0 1 0 0 0,0 0 1 0 0,0 0-1 0 0,0 0 1 0 0,1 0-1 0 0,-1-1 1 0 0,0 1-1 0 0,0 0 0 0 0,1 0 1 0 0,-1 0-1 0 0,0-1 1 0 0,1 1-1 0 0,-1 0 1 0 0,1 0-1 0 0,0 0 0 0 0,32 10-1057 0 0,-5-3-2018 0 0,-3 4-1736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37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107 205 2321 0 0,'-3'-18'3971'0'0,"-11"8"-2225"0"0,6 7-1567 0 0,7 1-76 0 0,0-1-1 0 0,0 0 1 0 0,0 1-1 0 0,0-1 1 0 0,0 0-1 0 0,1 0 1 0 0,-1 1-1 0 0,1-1 1 0 0,0 0-1 0 0,0 0 1 0 0,0 0 0 0 0,0 1-1 0 0,0-1 1 0 0,2-4-1 0 0,-2 2 54 0 0,0 3-135 0 0,0 0 1 0 0,0 1-1 0 0,0-1 0 0 0,0 0 1 0 0,1 0-1 0 0,-1 0 0 0 0,0 1 1 0 0,1-1-1 0 0,0 0 0 0 0,-1 0 0 0 0,1 1 1 0 0,0-1-1 0 0,0 1 0 0 0,0-1 1 0 0,0 1-1 0 0,0-1 0 0 0,0 1 0 0 0,0-1 1 0 0,0 1-1 0 0,3-2 0 0 0,-3 2-11 0 0,1 0-1 0 0,-1 0 0 0 0,0 0 0 0 0,0 0 0 0 0,0 0 1 0 0,0 0-1 0 0,-1-1 0 0 0,1 1 0 0 0,0 0 0 0 0,0 0 1 0 0,-1-1-1 0 0,1 1 0 0 0,-1 0 0 0 0,1-1 0 0 0,-1 1 1 0 0,1-1-1 0 0,-1 1 0 0 0,0 0 0 0 0,0-1 0 0 0,0-2 0 0 0,0 3-4 0 0,0 0-1 0 0,0 0 1 0 0,0 0-1 0 0,0 0 0 0 0,0 0 1 0 0,0 0-1 0 0,1 0 1 0 0,-1 0-1 0 0,0 0 0 0 0,1 0 1 0 0,-1 0-1 0 0,0 0 1 0 0,1 0-1 0 0,-1 0 0 0 0,1 1 1 0 0,0-1-1 0 0,-1 0 1 0 0,1 0-1 0 0,0 0 0 0 0,-1 1 1 0 0,1-1-1 0 0,0 0 0 0 0,0 1 1 0 0,-1-1-1 0 0,1 0 1 0 0,0 1-1 0 0,0-1 0 0 0,1 1 1 0 0,-1-1 2 0 0,0 1 1 0 0,0-1 0 0 0,0 1-1 0 0,0-1 1 0 0,0 0-1 0 0,0 1 1 0 0,-1-1-1 0 0,1 0 1 0 0,0 1 0 0 0,0-1-1 0 0,-1 0 1 0 0,1 0-1 0 0,0 0 1 0 0,-1 0-1 0 0,1 1 1 0 0,-1-1-1 0 0,1 0 1 0 0,-1 0 0 0 0,0 0-1 0 0,1 0 1 0 0,-1 0-1 0 0,0 0 1 0 0,0 0-1 0 0,0-1 1 0 0,1 1 0 0 0,-1 0-1 0 0,0 0 1 0 0,-1-1-1 0 0,6-4 47 0 0,-4 6-54 0 0,-1-1 0 0 0,1 1 0 0 0,-1 0 0 0 0,1-1 0 0 0,-1 1 0 0 0,1 0 0 0 0,-1 0 0 0 0,1 0 0 0 0,-1-1 0 0 0,1 1 1 0 0,-1 0-1 0 0,1 0 0 0 0,-1 0 0 0 0,1 0 0 0 0,-1 0 0 0 0,1 0 0 0 0,-1 0 0 0 0,1 0 0 0 0,0 0 0 0 0,-1 0 0 0 0,1 1 0 0 0,-1-1 1 0 0,1 0-1 0 0,-1 0 0 0 0,1 0 0 0 0,-1 1 0 0 0,1-1 0 0 0,-1 0 0 0 0,0 0 0 0 0,1 1 0 0 0,-1-1 0 0 0,1 0 0 0 0,-1 1 0 0 0,0-1 0 0 0,1 1 1 0 0,-1-1-1 0 0,0 1 0 0 0,1-1 0 0 0,-1 0 0 0 0,0 1 0 0 0,0-1 0 0 0,1 1 0 0 0,-1-1 0 0 0,0 1 0 0 0,0-1 0 0 0,0 1 0 0 0,0-1 0 0 0,0 1 1 0 0,0 0-1 0 0,1-1 0 0 0,-1 1 0 0 0,0-1 0 0 0,-1 1 0 0 0,1-1 0 0 0,0 2 0 0 0,-15 40-46 0 0,5-19 21 0 0,-75 174-42 0 0,79-185 65 0 0,1 0-1 0 0,0 0 0 0 0,0 0 1 0 0,2 1-1 0 0,-1-1 0 0 0,2 1 1 0 0,0 0-1 0 0,0 0 0 0 0,1 23 1 0 0,1-27-36 0 0,0 0 1 0 0,-1 0 0 0 0,0 0-1 0 0,-2 13 1 0 0,0-15-29 0 0,2-2 12 0 0,-1-1 0 0 0,1 1 1 0 0,0-1-1 0 0,0 1 1 0 0,0-1-1 0 0,0 1 1 0 0,1 0-1 0 0,0-1 1 0 0,1 10-1 0 0,0-12-16 0 0,0 1-1 0 0,0-1 1 0 0,1 1 0 0 0,-1-1 0 0 0,1 1-1 0 0,0-1 1 0 0,-1 0 0 0 0,1 0 0 0 0,0 0-1 0 0,0 0 1 0 0,1 0 0 0 0,-1 0 0 0 0,0-1-1 0 0,1 1 1 0 0,-1-1 0 0 0,1 1 0 0 0,-1-1-1 0 0,1 0 1 0 0,0 0 0 0 0,-1 0-1 0 0,6 1 1 0 0,-1 0-266 0 0,1 0 1 0 0,0-1-1 0 0,-1 1 0 0 0,1-1 1 0 0,9 0-1 0 0,44-9-3546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38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10 1361 0 0,'0'0'2668'0'0,"-1"-2"-1346"0"0,7-1-1110 0 0,10 1-54 0 0,0 0 0 0 0,0 1 0 0 0,24 2 1 0 0,-33-1-176 0 0,1 1 1 0 0,0 0 0 0 0,-1 0-1 0 0,1 0 1 0 0,-1 1 0 0 0,1 1-1 0 0,-1-1 1 0 0,0 1 0 0 0,0 0-1 0 0,7 5 1 0 0,-10-5 15 0 0,0-1-1 0 0,-1 1 1 0 0,1 0 0 0 0,-1 0-1 0 0,0 0 1 0 0,0 0 0 0 0,0 1-1 0 0,0-1 1 0 0,-1 1 0 0 0,1 0-1 0 0,-1 0 1 0 0,0-1 0 0 0,0 2-1 0 0,0-1 1 0 0,-1 0 0 0 0,1 0-1 0 0,-1 0 1 0 0,0 1 0 0 0,0-1-1 0 0,-1 1 1 0 0,1-1 0 0 0,-1 1-1 0 0,0-1 1 0 0,0 0 0 0 0,-1 1-1 0 0,1-1 1 0 0,-1 1 0 0 0,0-1-1 0 0,0 0 1 0 0,-1 1 0 0 0,1-1-1 0 0,-1 0 1 0 0,0 0 0 0 0,0 0-1 0 0,0 0 1 0 0,0 0 0 0 0,-1-1-1 0 0,0 1 1 0 0,-3 3 0 0 0,-10 8 95 0 0,0-1 0 0 0,-1 0 1 0 0,-26 14-1 0 0,-6 7 196 0 0,22-17-130 0 0,-1 0 0 0 0,-1-2 0 0 0,0-1 0 0 0,-1-2 0 0 0,-39 13 0 0 0,55-21-130 0 0,-1-1 1 0 0,1-1-1 0 0,-1 0 0 0 0,0-1 1 0 0,0 0-1 0 0,0-2 0 0 0,0 1 1 0 0,0-2-1 0 0,0 0 0 0 0,-17-4 1 0 0,29 5-37 0 0,-1-1 1 0 0,1 1-1 0 0,0-1 1 0 0,-1 0-1 0 0,1-1 1 0 0,0 1-1 0 0,0 0 1 0 0,0-1-1 0 0,0 0 1 0 0,0 0-1 0 0,0 0 1 0 0,0 0-1 0 0,1 0 1 0 0,-1 0-1 0 0,1-1 1 0 0,-4-3-1 0 0,2-1-23 0 0,-1-1 0 0 0,1 0 1 0 0,1 1-1 0 0,-1-2 0 0 0,-2-12 0 0 0,4 18 0 0 0,1 0-1 0 0,0 0 1 0 0,0-1 0 0 0,0 1 0 0 0,0 0-1 0 0,0-1 1 0 0,1 1 0 0 0,0-1-1 0 0,0 1 1 0 0,0 0 0 0 0,0-1 0 0 0,0 1-1 0 0,0-1 1 0 0,1 1 0 0 0,0-1 0 0 0,0 1-1 0 0,0 0 1 0 0,0 0 0 0 0,0-1 0 0 0,1 1-1 0 0,-1 0 1 0 0,1 0 0 0 0,0 0 0 0 0,0 0-1 0 0,0 1 1 0 0,0-1 0 0 0,1 1 0 0 0,-1-1-1 0 0,1 1 1 0 0,3-3 0 0 0,13-7-111 0 0,-17 10 126 0 0,0 1 1 0 0,0-1-1 0 0,0 1 0 0 0,0 0 0 0 0,0-1 0 0 0,0 1 0 0 0,1 0 1 0 0,-1 1-1 0 0,0-1 0 0 0,1 0 0 0 0,-1 1 0 0 0,1-1 1 0 0,-1 1-1 0 0,3-1 0 0 0,4 1 5 0 0,0 0 1 0 0,0 1-1 0 0,1 0 0 0 0,-1 1 1 0 0,-1-1-1 0 0,1 2 1 0 0,0-1-1 0 0,0 1 0 0 0,-1 0 1 0 0,0 1-1 0 0,0 0 0 0 0,0 1 1 0 0,0-1-1 0 0,0 1 0 0 0,-1 1 1 0 0,12 11-1 0 0,75 71 130 0 0,-82-75-54 0 0,-1 1-1 0 0,0 0 1 0 0,-1 0-1 0 0,0 1 1 0 0,13 29-1 0 0,-16-14 50 0 0,-7-29-124 0 0,0 0 0 0 0,0 0 1 0 0,0 0-1 0 0,0 0 1 0 0,0 0-1 0 0,0 0 0 0 0,0-1 1 0 0,1 1-1 0 0,-1 0 1 0 0,0 0-1 0 0,1 0 0 0 0,-1 0 1 0 0,0 0-1 0 0,1 0 1 0 0,-1 0-1 0 0,1-1 0 0 0,-1 1 1 0 0,1 0-1 0 0,-1 0 1 0 0,1-1-1 0 0,0 1 0 0 0,-1 0 1 0 0,1-1-1 0 0,0 1 1 0 0,0-1-1 0 0,0 1 0 0 0,-1-1 1 0 0,1 1-1 0 0,0-1 1 0 0,0 1-1 0 0,0-1 0 0 0,0 0 1 0 0,0 0-1 0 0,0 1 1 0 0,0-1-1 0 0,0 0 0 0 0,-1 0 1 0 0,1 0-1 0 0,0 0 1 0 0,0 0-1 0 0,0 0 0 0 0,0 0 1 0 0,0 0-1 0 0,1-1 1 0 0,4 1-368 0 0,-1-1 0 0 0,1 1 0 0 0,-1-1 0 0 0,0 0 0 0 0,1 0 0 0 0,-1-1 0 0 0,0 0 0 0 0,8-3 0 0 0,-13 4 216 0 0,1 0 0 0 0,-1 1 1 0 0,1-1-1 0 0,-1 0 0 0 0,1 0 1 0 0,-1 1-1 0 0,1-1 0 0 0,-1 0 1 0 0,0 0-1 0 0,0 0 0 0 0,1 1 1 0 0,-1-1-1 0 0,0 0 0 0 0,0 0 1 0 0,0 0-1 0 0,0 0 0 0 0,0 0 1 0 0,0-1-1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39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62 149 560 0 0,'-3'-1'208'0'0,"-1"0"0"0"0,1 0 0 0 0,0 0-1 0 0,0-1 1 0 0,0 1 0 0 0,0-1 0 0 0,0 0-1 0 0,0 0 1 0 0,0 0 0 0 0,0 0 0 0 0,1-1 0 0 0,-1 1-1 0 0,1 0 1 0 0,0-1 0 0 0,0 0 0 0 0,-1 0-1 0 0,2 0 1 0 0,-1 0 0 0 0,0 0 0 0 0,1 0-1 0 0,-1 0 1 0 0,1 0 0 0 0,0 0 0 0 0,0-1 0 0 0,0 1-1 0 0,1-1 1 0 0,-1 1 0 0 0,1 0 0 0 0,0-1-1 0 0,0 1 1 0 0,0-1 0 0 0,1-5 0 0 0,-1 6-196 0 0,1 0 0 0 0,0 1 0 0 0,0-1 0 0 0,0 1 0 0 0,0 0 0 0 0,1-1 0 0 0,-1 1 1 0 0,1 0-1 0 0,-1 0 0 0 0,1 0 0 0 0,0 0 0 0 0,0 0 0 0 0,0 0 0 0 0,0 0 0 0 0,0 1 0 0 0,0-1 1 0 0,0 1-1 0 0,1-1 0 0 0,-1 1 0 0 0,0 0 0 0 0,1 0 0 0 0,4-1 0 0 0,-2-1-33 0 0,0 1 0 0 0,0 1 0 0 0,0-1 0 0 0,1 1 0 0 0,-1 0 0 0 0,1 0 0 0 0,-1 0 0 0 0,0 1 0 0 0,1 0 0 0 0,-1 0 0 0 0,8 1 0 0 0,-8 4-49 0 0,1 5-20 0 0,-4-9 84 0 0,0 0 0 0 0,-1 1 0 0 0,1 0 0 0 0,0-1 0 0 0,0 1 0 0 0,-1 0 0 0 0,1 0-1 0 0,-1 0 1 0 0,1 0 0 0 0,-1 0 0 0 0,0 1 0 0 0,0-1 0 0 0,0 0 0 0 0,0 0 0 0 0,0 1 0 0 0,-1-1-1 0 0,1 1 1 0 0,-1-1 0 0 0,1 1 0 0 0,-1-1 0 0 0,0 0 0 0 0,0 1 0 0 0,0 3 0 0 0,0-5 5 0 0,0-1 0 0 0,0 1 0 0 0,0 0 0 0 0,-1 0 0 0 0,1 0 0 0 0,0 0 0 0 0,0 0 0 0 0,0 0 0 0 0,-1 0 0 0 0,1-1 0 0 0,-1 1 0 0 0,1 0 1 0 0,0 0-1 0 0,-1 0 0 0 0,1-1 0 0 0,-1 1 0 0 0,0 0 0 0 0,1-1 0 0 0,-1 1 0 0 0,0 0 0 0 0,1-1 0 0 0,-1 1 0 0 0,0-1 0 0 0,0 1 0 0 0,1-1 0 0 0,-1 1 0 0 0,0-1 1 0 0,-1 1-1 0 0,1-1 7 0 0,0 1 0 0 0,0-1 0 0 0,0 0 0 0 0,1 1 0 0 0,-1 0 0 0 0,0-1 0 0 0,0 1 0 0 0,0-1 0 0 0,1 1 0 0 0,-1 0 0 0 0,0 0 0 0 0,0-1 0 0 0,1 1-1 0 0,-1 0 1 0 0,1 0 0 0 0,-1 0 0 0 0,1 0 0 0 0,-1 0 0 0 0,1 0 0 0 0,0 0 0 0 0,-1 0 0 0 0,1 0 0 0 0,0 0 0 0 0,0 0 0 0 0,0 0 0 0 0,-1 0 0 0 0,1 0 0 0 0,0 1 0 0 0,-5-2 88 0 0,4 0-84 0 0,0 1 1 0 0,0-1 0 0 0,0 0 0 0 0,0 0 0 0 0,0 0-1 0 0,0 0 1 0 0,-1-1 0 0 0,1 1 0 0 0,0 0-1 0 0,0 0 1 0 0,0-1 0 0 0,0 1 0 0 0,0 0 0 0 0,0-1-1 0 0,0 1 1 0 0,-2-2 0 0 0,2 0 10 0 0,0 0-1 0 0,0 0 1 0 0,1 0 0 0 0,-1 0 0 0 0,1 0 0 0 0,-1 0-1 0 0,1 0 1 0 0,0-1 0 0 0,0 1 0 0 0,0 0 0 0 0,0 0-1 0 0,0-2 1 0 0,1 3-20 0 0,-1-1-1 0 0,1 1 1 0 0,-1 0 0 0 0,1 0-1 0 0,-1 0 1 0 0,1 0-1 0 0,0-1 1 0 0,0 1 0 0 0,0 0-1 0 0,-1 0 1 0 0,1 1 0 0 0,0-1-1 0 0,0 0 1 0 0,0 0-1 0 0,0 0 1 0 0,1 1 0 0 0,-1-1-1 0 0,0 0 1 0 0,0 1-1 0 0,0-1 1 0 0,1 1 0 0 0,-1-1-1 0 0,0 1 1 0 0,0 0-1 0 0,1 0 1 0 0,0-1 0 0 0,44-7-3 0 0,-33 7 1 0 0,-5 0-15 0 0,0 0 1 0 0,0 1 0 0 0,0 0-1 0 0,17 2 1 0 0,-24-2 12 0 0,1 0-1 0 0,0 0 1 0 0,-1 0 0 0 0,1 0 0 0 0,-1 0 0 0 0,1 1-1 0 0,0-1 1 0 0,-1 0 0 0 0,1 1 0 0 0,-1 0-1 0 0,1-1 1 0 0,-1 1 0 0 0,0 0 0 0 0,1 0 0 0 0,-1 0-1 0 0,0 0 1 0 0,1 0 0 0 0,-1 0 0 0 0,0 0-1 0 0,0 0 1 0 0,0 0 0 0 0,0 0 0 0 0,0 1 0 0 0,0-1-1 0 0,0 1 1 0 0,0-1 0 0 0,-1 0 0 0 0,1 1-1 0 0,0 2 1 0 0,-1-3 1 0 0,0 0-1 0 0,0 1 1 0 0,0-1-1 0 0,0 0 1 0 0,0 0-1 0 0,1 1 1 0 0,-1-1-1 0 0,0 0 1 0 0,0 0-1 0 0,1 0 1 0 0,-1 0-1 0 0,1 0 1 0 0,-1 1-1 0 0,1-1 1 0 0,-1 0-1 0 0,1 0 1 0 0,0 0 0 0 0,0 0-1 0 0,-1 0 1 0 0,1-1-1 0 0,0 1 1 0 0,0 0-1 0 0,0 0 1 0 0,1 0-1 0 0,2 6 29 0 0,-16 8 10 0 0,8-1-4 0 0,5-13-27 0 0,-1-1-1 0 0,0 1 1 0 0,0-1 0 0 0,0 0-1 0 0,0 1 1 0 0,0-1 0 0 0,0 1 0 0 0,0-1-1 0 0,-1 1 1 0 0,1-1 0 0 0,0 1 0 0 0,0-1-1 0 0,0 1 1 0 0,0-1 0 0 0,0 1-1 0 0,-1-1 1 0 0,1 0 0 0 0,0 1 0 0 0,0-1-1 0 0,-1 1 1 0 0,1-1 0 0 0,0 0 0 0 0,-1 1-1 0 0,1-1 1 0 0,0 0 0 0 0,-1 1-1 0 0,1-1 1 0 0,-1 0 0 0 0,0 1 0 0 0,-19 3 88 0 0,15-3 40 0 0,5-1-129 0 0,0 0 0 0 0,1 0 0 0 0,-1 0-1 0 0,0 0 1 0 0,0-1 0 0 0,0 1 0 0 0,0 0-1 0 0,0 0 1 0 0,0 0 0 0 0,0 0 0 0 0,0-1-1 0 0,0 1 1 0 0,0 0 0 0 0,0 0 0 0 0,0 0-1 0 0,1 0 1 0 0,-1-1 0 0 0,0 1 0 0 0,0 0-1 0 0,-1 0 1 0 0,1 0 0 0 0,0-1 0 0 0,0 1-1 0 0,0 0 1 0 0,0 0 0 0 0,0 0 0 0 0,0 0-1 0 0,0-1 1 0 0,0 1 0 0 0,0 0 0 0 0,0 0-1 0 0,0 0 1 0 0,0 0 0 0 0,-1 0 0 0 0,1-1-1 0 0,0 1 1 0 0,0 0 0 0 0,0 0 0 0 0,0 0-1 0 0,0 0 1 0 0,-1 0 0 0 0,1 0 0 0 0,0 0-1 0 0,0-1 1 0 0,0 1 0 0 0,0 0 0 0 0,-1 0-1 0 0,1 0 1 0 0,0 0 0 0 0,0 0 0 0 0,0 0-1 0 0,0 0 1 0 0,-1 0 0 0 0,1 0 0 0 0,0 0-1 0 0,0 0 1 0 0,0 0 0 0 0,-1 0 0 0 0,1 0-1 0 0,0 0 1 0 0,0 0 0 0 0,0 0 0 0 0,-1 1-1 0 0,-12-5 10 0 0,12 4-12 0 0,1 0 0 0 0,0 0 0 0 0,0 0 0 0 0,-1 0 0 0 0,1 0 1 0 0,0 0-1 0 0,0 0 0 0 0,-1 0 0 0 0,1 0 0 0 0,0 0 0 0 0,0 0 0 0 0,-1 0 0 0 0,1 0 1 0 0,0 0-1 0 0,0 0 0 0 0,-1 0 0 0 0,1 0 0 0 0,0 0 0 0 0,0 0 0 0 0,-1-1 1 0 0,1 1-1 0 0,0 0 0 0 0,0 0 0 0 0,0 0 0 0 0,-1 0 0 0 0,1 0 0 0 0,0-1 0 0 0,0 1 1 0 0,0 0-1 0 0,0 0 0 0 0,-1 0 0 0 0,1-1 0 0 0,0 1 0 0 0,0 0 0 0 0,0 0 0 0 0,0-1 1 0 0,0 1-1 0 0,0 0 0 0 0,0 0 0 0 0,0-1 0 0 0,0 1 0 0 0,0 0 0 0 0,0 0 0 0 0,0-1 1 0 0,0 1-1 0 0,0 0 0 0 0,0 0 0 0 0,0-1 0 0 0,0 1 0 0 0,0 0 0 0 0,0 0 0 0 0,0-1 1 0 0,0 1-1 0 0,0 0 0 0 0,0 0 0 0 0,0-1 0 0 0,1 1 0 0 0,-1 0 0 0 0,0 0 1 0 0,26-18 8 0 0,-17 10-11 0 0,1 2 0 0 0,0-1 0 0 0,0 1 0 0 0,1 1 0 0 0,-1 0 0 0 0,1 0 0 0 0,1 1 0 0 0,-1 0 0 0 0,20-3 0 0 0,-15 4-7 0 0,-1 1 0 0 0,1 1 0 0 0,0 1 0 0 0,27 2 0 0 0,-40-2-35 0 0,0 0 1 0 0,0 1-1 0 0,-1-1 0 0 0,1 1 1 0 0,0 0-1 0 0,0-1 0 0 0,-1 1 0 0 0,1 0 1 0 0,0 1-1 0 0,-1-1 0 0 0,1 0 1 0 0,-1 1-1 0 0,0-1 0 0 0,1 1 1 0 0,-1 0-1 0 0,0 0 0 0 0,0 0 0 0 0,0 0 1 0 0,0 0-1 0 0,-1 0 0 0 0,1 1 1 0 0,0-1-1 0 0,-1 1 0 0 0,0-1 1 0 0,0 1-1 0 0,1-1 0 0 0,-1 1 0 0 0,-1 0 1 0 0,1-1-1 0 0,0 1 0 0 0,-1 0 1 0 0,1 0-1 0 0,-1 0 0 0 0,0 2 0 0 0,0 20-3465 0 0,0-18 1040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39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210 103 1361 0 0,'-23'7'1170'0'0,"-40"16"2288"0"0,57-20-2903 0 0,11 2-314 0 0,21 0 151 0 0,-13-5-397 0 0,0 0 0 0 0,0-1 0 0 0,0 0 0 0 0,0-1 0 0 0,0 0 1 0 0,0-1-1 0 0,-1 0 0 0 0,0-1 0 0 0,1-1 0 0 0,10-5 0 0 0,-21 9 8 0 0,0 0 0 0 0,0 1 0 0 0,-1-1 0 0 0,1 0 0 0 0,0 0 0 0 0,-1 0 0 0 0,1 0 0 0 0,-1 0 0 0 0,1-1 0 0 0,-1 1 0 0 0,0 0 0 0 0,1-1 0 0 0,-1 1 0 0 0,0-1 0 0 0,0 1 0 0 0,0-1 0 0 0,0 0 0 0 0,1-2 0 0 0,1-35 198 0 0,-3 22-139 0 0,-1 15-55 0 0,0 0 0 0 0,0 1 0 0 0,1-1 0 0 0,-1 0 0 0 0,0 1 0 0 0,0-1 0 0 0,0 1 0 0 0,-1-1 0 0 0,1 1 0 0 0,0 0-1 0 0,-1-1 1 0 0,1 1 0 0 0,0 0 0 0 0,-1 0 0 0 0,0 0 0 0 0,1 0 0 0 0,-1 0 0 0 0,1 0 0 0 0,-1 0 0 0 0,0 1 0 0 0,0-1 0 0 0,1 1 0 0 0,-1-1-1 0 0,0 1 1 0 0,0 0 0 0 0,0-1 0 0 0,0 1 0 0 0,0 0 0 0 0,-2 1 0 0 0,-60-4 90 0 0,58 3-81 0 0,-20 0 84 0 0,-49 6 1 0 0,68-5-73 0 0,-1 1 0 0 0,1 0 0 0 0,0 0 0 0 0,-1 1-1 0 0,1-1 1 0 0,0 2 0 0 0,1-1 0 0 0,-1 1 0 0 0,-9 7 0 0 0,13-9-16 0 0,0 0 0 0 0,1 1 0 0 0,-1-1 0 0 0,1 0 0 0 0,0 1 0 0 0,0 0 0 0 0,0 0 0 0 0,0-1 0 0 0,0 1 0 0 0,0 0 0 0 0,1 1 0 0 0,-1-1 0 0 0,1 0 0 0 0,0 0 0 0 0,0 0 0 0 0,0 1 0 0 0,1-1 0 0 0,-1 1 0 0 0,1-1 0 0 0,0 0 0 0 0,0 1 0 0 0,0-1 0 0 0,0 1 0 0 0,1 4 0 0 0,0-4-18 0 0,1 0 1 0 0,-1 0-1 0 0,1 0 1 0 0,0 0 0 0 0,0 0-1 0 0,0-1 1 0 0,0 1-1 0 0,1 0 1 0 0,0-1 0 0 0,-1 0-1 0 0,1 0 1 0 0,0 1 0 0 0,1-2-1 0 0,-1 1 1 0 0,0 0-1 0 0,1-1 1 0 0,0 1 0 0 0,0-1-1 0 0,-1 0 1 0 0,6 1 0 0 0,2 2-270 0 0,1-1 0 0 0,0-1 0 0 0,0 0 0 0 0,1-1 1 0 0,-1 0-1 0 0,0-1 0 0 0,1-1 0 0 0,-1 1 0 0 0,1-2 1 0 0,-1 0-1 0 0,0 0 0 0 0,1-1 0 0 0,-1-1 0 0 0,23-8 1 0 0,-5-2-2114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40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46 160 0 0,'-12'-7'568'0'0,"-1"1"1"0"0,1 0-1 0 0,-1 1 0 0 0,0 1 1 0 0,0 0-1 0 0,-1 0 0 0 0,1 1 1 0 0,-17-1-1 0 0,20 3-378 0 0,1 0 1 0 0,-1 1-1 0 0,1 0 1 0 0,-1 0-1 0 0,1 1 0 0 0,-1 1 1 0 0,1-1-1 0 0,-1 2 1 0 0,1-1-1 0 0,0 1 0 0 0,0 0 1 0 0,-16 9-1 0 0,24-12-187 0 0,1 1-1 0 0,-1-1 1 0 0,1 0 0 0 0,-1 0-1 0 0,1 1 1 0 0,-1-1-1 0 0,1 0 1 0 0,-1 1 0 0 0,1-1-1 0 0,-1 0 1 0 0,1 1-1 0 0,-1-1 1 0 0,1 1-1 0 0,0-1 1 0 0,-1 1 0 0 0,1-1-1 0 0,-1 1 1 0 0,1-1-1 0 0,0 1 1 0 0,0-1 0 0 0,-1 1-1 0 0,1-1 1 0 0,0 1-1 0 0,0 0 1 0 0,0-1 0 0 0,0 1-1 0 0,0-1 1 0 0,0 1-1 0 0,0 0 1 0 0,0-1-1 0 0,0 1 1 0 0,0-1 0 0 0,0 1-1 0 0,0 0 1 0 0,0-1-1 0 0,0 1 1 0 0,0-1 0 0 0,1 1-1 0 0,-1-1 1 0 0,0 1-1 0 0,0 0 1 0 0,1 0 0 0 0,2 1 1 0 0,0 1 0 0 0,0-1 1 0 0,0 0-1 0 0,0 0 1 0 0,0-1-1 0 0,0 1 1 0 0,0 0-1 0 0,1-1 0 0 0,-1 0 1 0 0,4 1-1 0 0,57 11-163 0 0,-55-13 112 0 0,0 2 1 0 0,0-1-1 0 0,0 1 0 0 0,0 0 0 0 0,0 1 0 0 0,-1 0 1 0 0,11 5-1 0 0,-18-7 47 0 0,-1 0 0 0 0,1-1 0 0 0,0 1 0 0 0,-1 0 0 0 0,1 0 0 0 0,-1 0 1 0 0,1-1-1 0 0,-1 1 0 0 0,1 0 0 0 0,-1 0 0 0 0,0 0 0 0 0,1 0 0 0 0,-1 0 0 0 0,0 0 0 0 0,0 0 1 0 0,0 0-1 0 0,0 0 0 0 0,0 0 0 0 0,0 0 0 0 0,0 0 0 0 0,0 0 0 0 0,0 0 0 0 0,0-1 0 0 0,0 1 1 0 0,0 0-1 0 0,-1 0 0 0 0,1 0 0 0 0,0 0 0 0 0,-1 0 0 0 0,1 0 0 0 0,-1 0 0 0 0,1-1 1 0 0,-1 1-1 0 0,0 0 0 0 0,1 0 0 0 0,-1-1 0 0 0,0 1 0 0 0,0 0 0 0 0,-28 30 89 0 0,17-20-45 0 0,4-4-3 0 0,0 1 0 0 0,-1-1 0 0 0,1-1 0 0 0,-2 0 0 0 0,1 0 0 0 0,0 0 0 0 0,-1-1 0 0 0,0-1 0 0 0,-17 6 0 0 0,-3-2 6 0 0,20-5-267 0 0,0 0 0 0 0,0 0-1 0 0,0-1 1 0 0,0 0 0 0 0,-1-1 0 0 0,1 0 0 0 0,-1 0 0 0 0,-13-2-1 0 0,19-5-1699 0 0,5 0-548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40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195 126 1681 0 0,'15'1'618'0'0,"1"-2"1"0"0,0 0 0 0 0,-1 0-1 0 0,1-2 1 0 0,-1 0-1 0 0,1 0 1 0 0,26-11 0 0 0,-25 7-458 0 0,32-14 113 0 0,-48 20-264 0 0,1 0 0 0 0,-1 0 0 0 0,1 0 0 0 0,-1 0 0 0 0,1 0-1 0 0,-1 0 1 0 0,1 0 0 0 0,-1-1 0 0 0,0 1 0 0 0,0-1 0 0 0,0 1 0 0 0,1-1 0 0 0,-2 1 0 0 0,1-1 0 0 0,0 1 0 0 0,0-1 0 0 0,0 0 0 0 0,-1 0 0 0 0,1 1-1 0 0,-1-1 1 0 0,1-3 0 0 0,-1 3-2 0 0,0 1 0 0 0,-1 0 1 0 0,1-1-1 0 0,0 1 0 0 0,-1 0 0 0 0,1 0 0 0 0,-1-1 0 0 0,0 1 0 0 0,1 0 0 0 0,-1 0 0 0 0,0 0 0 0 0,0 0 0 0 0,1 0 0 0 0,-1 0 0 0 0,0 0 0 0 0,0 0 0 0 0,0 0 1 0 0,0 0-1 0 0,0 0 0 0 0,-1 1 0 0 0,1-1 0 0 0,0 0 0 0 0,0 1 0 0 0,-3-2 0 0 0,-44-9 110 0 0,16 11-49 0 0,0 0-1 0 0,0 2 1 0 0,0 2-1 0 0,0 1 0 0 0,1 1 1 0 0,0 2-1 0 0,-59 23 0 0 0,48-8 31 0 0,41-22-96 0 0,0 0 0 0 0,0 0 1 0 0,0 0-1 0 0,1 0 0 0 0,-1 0 0 0 0,0 0 0 0 0,0 0 0 0 0,1 0 0 0 0,-1 0 0 0 0,0 0 0 0 0,1 0 0 0 0,-1 1 0 0 0,1-1 1 0 0,0 0-1 0 0,-1 0 0 0 0,1 1 0 0 0,0-1 0 0 0,0 3 0 0 0,1 1-8 0 0,1-1-1 0 0,0 1 1 0 0,0 0 0 0 0,0 0-1 0 0,1-1 1 0 0,0 1 0 0 0,0-1-1 0 0,0 0 1 0 0,0 0-1 0 0,0 0 1 0 0,6 4 0 0 0,-2 0-22 0 0,-2-1-114 0 0,2-1 0 0 0,-1 0 0 0 0,1 0 0 0 0,-1-1 0 0 0,2 0-1 0 0,-1 0 1 0 0,0-1 0 0 0,1 0 0 0 0,0 0 0 0 0,0-1 0 0 0,0 0 0 0 0,0 0 0 0 0,1-1-1 0 0,-1 0 1 0 0,1 0 0 0 0,-1-1 0 0 0,1 0 0 0 0,11-1 0 0 0,65-4-3554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41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538 34 1040 0 0,'-11'-6'814'0'0,"1"1"0"0"0,-1 1 0 0 0,1 0-1 0 0,-2 0 1 0 0,1 1 0 0 0,0 1-1 0 0,0 0 1 0 0,-18-1 0 0 0,24 3-214 0 0,5 1-594 0 0,0-1 0 0 0,1 1 0 0 0,-1 0 0 0 0,0-1 0 0 0,1 1 1 0 0,-1-1-1 0 0,1 1 0 0 0,-1-1 0 0 0,0 1 0 0 0,1-1 0 0 0,-1 1 0 0 0,1-1 0 0 0,0 1 0 0 0,-1-1 0 0 0,1 1 0 0 0,-1-1 0 0 0,1 0 0 0 0,0 1 0 0 0,-1-1 1 0 0,1 0-1 0 0,-1 0 0 0 0,1 0 0 0 0,0 1 0 0 0,-1-1 0 0 0,1 0 0 0 0,0 0 0 0 0,1 0 0 0 0,25 3-60 0 0,-15-2 5 0 0,-7 2 47 0 0,1-1 1 0 0,-1 1-1 0 0,-1 0 1 0 0,1 0 0 0 0,0 0-1 0 0,-1 1 1 0 0,0-1-1 0 0,0 1 1 0 0,0 0-1 0 0,0 1 1 0 0,0-1-1 0 0,-1 0 1 0 0,0 1 0 0 0,0 0-1 0 0,0 0 1 0 0,-1 0-1 0 0,0 0 1 0 0,1 0-1 0 0,-2 1 1 0 0,1-1 0 0 0,-1 0-1 0 0,0 1 1 0 0,0 0-1 0 0,0-1 1 0 0,-1 1-1 0 0,0-1 1 0 0,0 1-1 0 0,0 0 1 0 0,-1-1 0 0 0,1 1-1 0 0,-2-1 1 0 0,1 1-1 0 0,0-1 1 0 0,-1 1-1 0 0,0-1 1 0 0,-3 6-1 0 0,-3 0 65 0 0,-1 0 0 0 0,0-1 0 0 0,0 0 0 0 0,-1-1 0 0 0,0 0 0 0 0,-1 0 0 0 0,0-1-1 0 0,0 0 1 0 0,-1-1 0 0 0,0-1 0 0 0,0 1 0 0 0,0-2 0 0 0,-1 0 0 0 0,0 0 0 0 0,-14 2-1 0 0,2-1-158 0 0,0-1 0 0 0,-1-1 0 0 0,1-2 0 0 0,-1 0 0 0 0,0-2 0 0 0,-44-4 0 0 0,60 3-195 0 0,0-1 0 0 0,0 0 1 0 0,0-1-1 0 0,-15-5 0 0 0,-36-27-2524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17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2159 0 2641 0 0,'-42'8'1214'0'0,"-1"-2"0"0"0,0-2 0 0 0,-79-2 1 0 0,82-2-723 0 0,27 0-401 0 0,0 0 1 0 0,0 1-1 0 0,0 1 0 0 0,0 0 0 0 0,-16 5 0 0 0,-3 0 16 0 0,-144 36-14 0 0,171-41-39 0 0,5 2-41 0 0,0-8 0 0 0,5 3 41 0 0,11-1-39 0 0,53-2-17 0 0,-13 4 15 0 0,-51 0 134 0 0,-8 2-126 0 0,0-1 1 0 0,1 0-1 0 0,-1 0 0 0 0,0 0 0 0 0,0-1 0 0 0,0 1 1 0 0,0-1-1 0 0,0 1 0 0 0,0-1 0 0 0,0 0 1 0 0,0 0-1 0 0,0 0 0 0 0,-3-1 0 0 0,-11 1 69 0 0,-100 10 141 0 0,-1-6 0 0 0,-158-13 0 0 0,195 4-17 0 0,8 3 40 0 0,-76-8 439 0 0,79 3-548 0 0,25 3 170 0 0,-51-10-1 0 0,-23-5 53 0 0,-234-9 0 0 0,339 29-365 0 0,1 0 1 0 0,-1 1 0 0 0,1 0-1 0 0,-19 6 1 0 0,30-4-3 0 0,2-3 0 0 0,0-1 0 0 0,0 0 0 0 0,0 1 0 0 0,0-1 0 0 0,0 0 0 0 0,0 0 0 0 0,0 1 0 0 0,0-1 0 0 0,0 0 0 0 0,0 1 0 0 0,-1-1 0 0 0,1 0 0 0 0,0 1 0 0 0,0-1 0 0 0,0 0 0 0 0,0 0 0 0 0,0 1 0 0 0,0-1 0 0 0,-1 0 0 0 0,1 0 0 0 0,0 1 0 0 0,0-1 0 0 0,0 0 0 0 0,-1 0 0 0 0,1 0 0 0 0,0 1 0 0 0,0-1 0 0 0,-1 0 0 0 0,1 0 0 0 0,0 0 0 0 0,0 0 0 0 0,-1 1 0 0 0,1-1 0 0 0,0 0 0 0 0,-1 0 0 0 0,1 0 0 0 0,0 0 0 0 0,-1 0 0 0 0,1 0 0 0 0,-1 0 0 0 0,-2 1-8 0 0,0 0 0 0 0,0 0 0 0 0,0 1 1 0 0,0-1-1 0 0,0 1 0 0 0,0-1 0 0 0,1 1 0 0 0,-1 0 0 0 0,1 0 1 0 0,-1 1-1 0 0,1-1 0 0 0,-1 0 0 0 0,1 1 0 0 0,0-1 1 0 0,0 1-1 0 0,0 0 0 0 0,1 0 0 0 0,-1 0 0 0 0,1 0 0 0 0,0 0 1 0 0,-1 0-1 0 0,1 0 0 0 0,0 0 0 0 0,1 0 0 0 0,-1 1 1 0 0,1-1-1 0 0,-1 0 0 0 0,1 6 0 0 0,-1 16-17 0 0,0-17 32 0 0,0 0 0 0 0,0 0 0 0 0,1-1 1 0 0,1 1-1 0 0,-1 0 0 0 0,1 0 1 0 0,0-1-1 0 0,5 15 0 0 0,-2-15-18 0 0,0 0 0 0 0,-1 1 0 0 0,0-1 0 0 0,-1 0 0 0 0,1 1-1 0 0,-1-1 1 0 0,-1 1 0 0 0,1 0 0 0 0,-1 0 0 0 0,-1 0 0 0 0,0 9 0 0 0,0 124-243 0 0,2-137 244 0 0,0 0 0 0 0,0-1 0 0 0,0 1-1 0 0,1-1 1 0 0,-1 0 0 0 0,1 0 0 0 0,0 0-1 0 0,0 0 1 0 0,0 0 0 0 0,0-1 0 0 0,0 1-1 0 0,1-1 1 0 0,-1 0 0 0 0,7 3 0 0 0,3 4 3 0 0,10 6-19 0 0,2 0 0 0 0,0-2 0 0 0,31 12 0 0 0,-4-1-97 0 0,13 3-38 0 0,135 37 0 0 0,-79-29 150 0 0,277 72-406 0 0,-192-55-46 0 0,351 79-778 0 0,-485-118 1165 0 0,1-2 0 0 0,-1-4-1 0 0,140-5 1 0 0,203-48 40 0 0,-345 36 3 0 0,101-13-64 0 0,-1 2-121 0 0,249-63 0 0 0,-404 80 237 0 0,0 0 1 0 0,0-1-1 0 0,-1-1 1 0 0,1 0-1 0 0,-1-1 1 0 0,-1-1-1 0 0,1 0 1 0 0,-1-1-1 0 0,-1 0 1 0 0,1-1-1 0 0,-2-1 1 0 0,15-15-1 0 0,-25 25-10 0 0,1-1-1 0 0,-1 1 0 0 0,1 0 1 0 0,-1-1-1 0 0,0 0 0 0 0,0 1 1 0 0,0-1-1 0 0,0 0 0 0 0,0 0 1 0 0,0 1-1 0 0,0-1 0 0 0,-1 0 1 0 0,1 0-1 0 0,-1 0 0 0 0,1 0 1 0 0,-1 0-1 0 0,0 0 0 0 0,0 0 1 0 0,0 0-1 0 0,0 0 0 0 0,0 0 1 0 0,0 0-1 0 0,0 0 0 0 0,-1 0 1 0 0,1 0-1 0 0,-2-2 0 0 0,-1-1 2 0 0,0 1-1 0 0,0-1 1 0 0,-1 1-1 0 0,1-1 1 0 0,-1 1-1 0 0,0 1 1 0 0,-1-1-1 0 0,1 0 1 0 0,-6-3-1 0 0,7 5-105 0 0,1 0-1 0 0,-1 1 0 0 0,0-1 0 0 0,1 0 0 0 0,-1 1 0 0 0,0 0 0 0 0,0-1 0 0 0,0 1 0 0 0,0 0 1 0 0,0 0-1 0 0,-1 1 0 0 0,1-1 0 0 0,0 1 0 0 0,0 0 0 0 0,0-1 0 0 0,-1 1 0 0 0,1 1 1 0 0,-4-1-1 0 0,-23 10-2718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45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30 720 0 0,'-85'-26'5563'0'0,"80"25"-4389"0"0,0 1-734 0 0,-12 0 238 0 0,34 0-436 0 0,-12 0 385 0 0,0 0-547 0 0,1-2-52 0 0,43 11 184 0 0,111 16-195 0 0,-23-5-1728 0 0,-107-9-716 0 0,-25 3-1055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45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96 640 0 0,'0'-7'3842'0'0,"0"1"-2241"0"0,30 6 400 0 0,0 0-1441 0 0,31 0-240 0 0,23 0-320 0 0,7-6 0 0 0,29-7-400 0 0,62-51-3682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47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121 266 1681 0 0,'-1'-4'2295'0'0,"7"3"1493"0"0,14 1-3628 0 0,-15 0 320 0 0,-5-14-192 0 0,1 9-249 0 0,-1 0 0 0 0,1 1 0 0 0,-1-1 0 0 0,0 0 0 0 0,-1 0 0 0 0,1 1 0 0 0,-1-1 0 0 0,0 0 0 0 0,0 1 0 0 0,0-1 0 0 0,-1 0 0 0 0,1 1 0 0 0,-1 0 0 0 0,0-1 0 0 0,-1 1 0 0 0,1 0 0 0 0,-1 0 0 0 0,0 0 0 0 0,0 1 0 0 0,-3-5 0 0 0,3 5-23 0 0,0 0 0 0 0,0 0 0 0 0,1 0 0 0 0,-1-1 0 0 0,1 0 0 0 0,0 1 0 0 0,0-1 0 0 0,0 0 0 0 0,1 0 0 0 0,-1 0 0 0 0,1 0 0 0 0,-1-7 0 0 0,-5-13 83 0 0,-10-6-1 0 0,0 0 7 0 0,17 30-102 0 0,0 0 1 0 0,0 0 0 0 0,0-1-1 0 0,-1 1 1 0 0,1 0 0 0 0,0 0-1 0 0,0 0 1 0 0,0-1-1 0 0,-1 1 1 0 0,1 0 0 0 0,0 0-1 0 0,0 0 1 0 0,0-1-1 0 0,0 1 1 0 0,0 0 0 0 0,-1 0-1 0 0,1-1 1 0 0,0 1-1 0 0,0 0 1 0 0,0 0 0 0 0,0-1-1 0 0,0 1 1 0 0,0 0 0 0 0,0 0-1 0 0,0-1 1 0 0,0 1-1 0 0,0 0 1 0 0,0-1 0 0 0,0 1-1 0 0,0 0 1 0 0,0 0-1 0 0,0-1 1 0 0,0 1 0 0 0,0 0-1 0 0,1 0 1 0 0,-1-1-1 0 0,0 1 1 0 0,0 0 0 0 0,0 0-1 0 0,0 0 1 0 0,0-1-1 0 0,1 1 1 0 0,-1 0 0 0 0,0 0-1 0 0,0 0 1 0 0,0-1 0 0 0,1 1-1 0 0,-1 0 1 0 0,0 0-1 0 0,0 0 1 0 0,1 0 0 0 0,-1 0-1 0 0,0 0 1 0 0,0-1-1 0 0,1 1 1 0 0,-1 0 0 0 0,0 0-1 0 0,0 0 1 0 0,1 0-1 0 0,-1 0 1 0 0,1 0 0 0 0,-1 1 3 0 0,1 0 0 0 0,0 0 1 0 0,-1 0-1 0 0,1 0 0 0 0,-1 0 1 0 0,1 0-1 0 0,-1 0 0 0 0,0 1 1 0 0,1-1-1 0 0,-1 0 0 0 0,0 0 1 0 0,0 0-1 0 0,0 0 0 0 0,0 1 1 0 0,0-1-1 0 0,0 0 0 0 0,0 0 1 0 0,0 0-1 0 0,0 2 0 0 0,0 3-4 0 0,-1 0-1 0 0,1 1 1 0 0,-1-1-1 0 0,0 0 1 0 0,0 0-1 0 0,-1-1 0 0 0,0 1 1 0 0,0 0-1 0 0,0 0 1 0 0,-5 9-1 0 0,0-3-15 0 0,6-10 16 0 0,0 1-1 0 0,1-1 1 0 0,-1 1 0 0 0,0-1 0 0 0,1 0 0 0 0,-1 1 0 0 0,1 0-1 0 0,0-1 1 0 0,0 1 0 0 0,0-1 0 0 0,0 1 0 0 0,0-1 0 0 0,0 1-1 0 0,1-1 1 0 0,-1 1 0 0 0,1-1 0 0 0,0 1 0 0 0,0-1 0 0 0,0 0-1 0 0,0 1 1 0 0,0-1 0 0 0,0 0 0 0 0,2 3 0 0 0,6 20 22 0 0,-11-16-17 0 0,-1-1 0 0 0,0 1 0 0 0,-1 0 0 0 0,0-1 0 0 0,-1 0-1 0 0,1 0 1 0 0,-7 8 0 0 0,2-2-4 0 0,9-14-5 0 0,-1 1 1 0 0,1-1 0 0 0,-1 1-1 0 0,1 0 1 0 0,0 0-1 0 0,-1-1 1 0 0,1 1-1 0 0,0 0 1 0 0,-1-1 0 0 0,1 1-1 0 0,0 0 1 0 0,0 0-1 0 0,0-1 1 0 0,0 1 0 0 0,0 0-1 0 0,0 0 1 0 0,0 0-1 0 0,0-1 1 0 0,0 1-1 0 0,0 0 1 0 0,0 0 0 0 0,0-1-1 0 0,1 1 1 0 0,-1 0-1 0 0,0 0 1 0 0,0-1-1 0 0,1 1 1 0 0,-1 0 0 0 0,1-1-1 0 0,-1 1 1 0 0,0 0-1 0 0,1-1 1 0 0,-1 1 0 0 0,1 0-1 0 0,0-1 1 0 0,-1 1-1 0 0,1-1 1 0 0,-1 0-1 0 0,1 1 1 0 0,0-1 0 0 0,0 1-1 0 0,-1-1 1 0 0,1 0-1 0 0,1 1 1 0 0,-1-1 0 0 0,0 1 0 0 0,0 0 1 0 0,0-1-1 0 0,0 1 0 0 0,0-1 0 0 0,0 1 1 0 0,0 0-1 0 0,0 0 0 0 0,-1-1 0 0 0,1 1 0 0 0,0 0 1 0 0,0 0-1 0 0,-1 0 0 0 0,1 0 0 0 0,-1 0 1 0 0,1 0-1 0 0,-1 0 0 0 0,1 0 0 0 0,-1 0 1 0 0,1 0-1 0 0,-1 0 0 0 0,0 1 0 0 0,0 0 0 0 0,0 41-66 0 0,2-41 66 0 0,0 1 0 0 0,-1-1 0 0 0,1 0 0 0 0,0 0 0 0 0,0 0 0 0 0,1 0 0 0 0,-1-1 0 0 0,0 1 0 0 0,0 0 0 0 0,1-1 0 0 0,-1 0 0 0 0,1 1 0 0 0,5 0 0 0 0,2 2 0 0 0,0-1 1 0 0,1 0 0 0 0,0-1-1 0 0,-1 0 1 0 0,1-1-1 0 0,19 0 1 0 0,76-5-55 0 0,-95 3 37 0 0,21-2-2 0 0,-1-1 1 0 0,1-2-1 0 0,-1-1 0 0 0,44-16 1 0 0,-71 22 23 0 0,0-1 1 0 0,0 0 0 0 0,-1 0-1 0 0,1-1 1 0 0,-1 1 0 0 0,1-1-1 0 0,-1 0 1 0 0,0 0 0 0 0,0 0-1 0 0,0 0 1 0 0,-1 0-1 0 0,1-1 1 0 0,-1 1 0 0 0,0-1-1 0 0,0 0 1 0 0,0 1 0 0 0,0-1-1 0 0,0 0 1 0 0,-1 0 0 0 0,0 0-1 0 0,0 0 1 0 0,0-1 0 0 0,0 1-1 0 0,-1 0 1 0 0,1-8-1 0 0,-1 10-4 0 0,-1 1 0 0 0,1-1 0 0 0,0 1-1 0 0,0-1 1 0 0,0 1 0 0 0,-1-1-1 0 0,1 1 1 0 0,-1-1 0 0 0,1 1-1 0 0,-1-1 1 0 0,0 1 0 0 0,0-1 0 0 0,1 1-1 0 0,-1 0 1 0 0,0 0 0 0 0,0-1-1 0 0,0 1 1 0 0,0 0 0 0 0,-1 0-1 0 0,1 0 1 0 0,-2-1 0 0 0,-6-7 10 0 0,-21-23 56 0 0,17 17-70 0 0,-4 1 19 0 0,11 9 10 0 0,7 15-145 0 0,-1 248 359 0 0,-1-233-214 0 0,-2 0 1 0 0,-9 44-1 0 0,7-46-3 0 0,1 0-1 0 0,-1 41 1 0 0,4-54-17 0 0,0-1 1 0 0,0 1-1 0 0,-1 0 1 0 0,-5 14-1 0 0,-1 22 42 0 0,8-42-59 0 0,1 1 1 0 0,-1 0-1 0 0,1-1 1 0 0,1 1 0 0 0,-1 0-1 0 0,0-1 1 0 0,1 1-1 0 0,3 5 1 0 0,-3-8-30 0 0,-1 1 0 0 0,0-1 0 0 0,1 0 0 0 0,-1 0 0 0 0,1 0 0 0 0,-1 0 0 0 0,1 0 0 0 0,0 0 0 0 0,0 0 0 0 0,0 0 0 0 0,0-1 0 0 0,0 1 0 0 0,1-1 0 0 0,-1 0 0 0 0,0 1 0 0 0,1-1 0 0 0,-1 0 0 0 0,1-1 0 0 0,2 2 0 0 0,8-1-260 0 0,1-1 0 0 0,-1-1 0 0 0,1 0-1 0 0,-1-1 1 0 0,1 0 0 0 0,-1-1 0 0 0,0-1 0 0 0,0 0 0 0 0,13-6 0 0 0,64-31-4196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48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508 1 1040 0 0,'0'0'2161'0'0,"-31"6"-160"0"0,1 13-160 0 0,-24 25-720 0 0,-6-13-801 0 0,29 7-160 0 0,-29 8-80 0 0,0 4 0 0 0,29 0 160 0 0,-29 8-80 0 0,30 0-80 0 0,0-6 0 0 0,0-8-80 0 0,60-13 0 0 0,0-12-320 0 0,0-12-880 0 0,0-20-3443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48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34 240 0 0,'-30'-6'2641'0'0,"0"-8"-400"0"0,6 9-640 0 0,-7-3 80 0 0,1 8-1201 0 0,60 0-320 0 0,-30 8-240 0 0,55 3-1521 0 0,5 3-1360 0 0,31-3 80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49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1361 0 0,'0'5'2001'0'0,"0"1"-721"0"0,0 2-2560 0 0,30-16-321 0 0,-30 2 0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49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900 0 1681 0 0,'-25'0'3081'0'0,"14"7"-1080"0"0,-6-4-1820 0 0,8-1-78 0 0,1 0-1 0 0,-1 0 1 0 0,1 0-1 0 0,0 1 0 0 0,0 0 1 0 0,0 1-1 0 0,-11 6 1 0 0,-8 8 11 0 0,1 2 0 0 0,0 0 1 0 0,2 1-1 0 0,0 2 0 0 0,2 0 1 0 0,-25 34-1 0 0,-99 134 206 0 0,113-142-251 0 0,7-8 10 0 0,-2-2 1 0 0,-41 46-1 0 0,-44 52 11 0 0,15-16-87 0 0,80-103-70 0 0,14-15-22 0 0,1 0-1 0 0,-1 0 1 0 0,1 1-1 0 0,0-1 1 0 0,0 1 0 0 0,0-1-1 0 0,0 1 1 0 0,1 0-1 0 0,-1 0 1 0 0,1 0-1 0 0,0 1 1 0 0,1-1 0 0 0,-1 0-1 0 0,1 1 1 0 0,-1-1-1 0 0,0 9 1 0 0,2 0-4006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50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34 229 1441 0 0,'-1'0'71'0'0,"0"0"0"0"0,-1 0 1 0 0,1 0-1 0 0,0 0 1 0 0,0 0-1 0 0,-1 0 0 0 0,1 0 1 0 0,0 0-1 0 0,0-1 0 0 0,-1 1 1 0 0,1 0-1 0 0,0-1 1 0 0,0 1-1 0 0,0-1 0 0 0,0 1 1 0 0,0-1-1 0 0,0 0 0 0 0,0 1 1 0 0,0-1-1 0 0,0 0 1 0 0,0 0-1 0 0,0 0 0 0 0,0 0 1 0 0,0 0-1 0 0,0 0 0 0 0,1 0 1 0 0,-1 0-1 0 0,1 0 1 0 0,-1 0-1 0 0,0 0 0 0 0,1 0 1 0 0,0 0-1 0 0,-1-1 1 0 0,1 1-1 0 0,0 0 0 0 0,-1 0 1 0 0,1-1-1 0 0,0 1 0 0 0,0 0 1 0 0,0 0-1 0 0,0-1 1 0 0,0 1-1 0 0,1 0 0 0 0,-1 0 1 0 0,0-1-1 0 0,0 1 0 0 0,1 0 1 0 0,-1 0-1 0 0,1 0 1 0 0,-1 0-1 0 0,1-1 0 0 0,-1 1 1 0 0,1 0-1 0 0,0 0 0 0 0,0 0 1 0 0,1-1-1 0 0,10-16 238 0 0,-6 8-211 0 0,0 0 0 0 0,1 0 0 0 0,0 0 0 0 0,1 1 0 0 0,0 0 0 0 0,1 0 0 0 0,0 1 0 0 0,0 1 0 0 0,1-1 0 0 0,20-11 0 0 0,-12 12-17 0 0,-14 5-61 0 0,0 1 0 0 0,-1 0 0 0 0,0-1 0 0 0,1 1 0 0 0,-1-1 0 0 0,0 0 0 0 0,0 0 0 0 0,0-1 0 0 0,0 1 0 0 0,0 0 0 0 0,2-4 0 0 0,0 3 13 0 0,1 0 0 0 0,-1 0 1 0 0,0 1-1 0 0,1 0 0 0 0,0 0 1 0 0,0 1-1 0 0,-1 0 0 0 0,1 0 1 0 0,0 0-1 0 0,0 0 0 0 0,8 1 1 0 0,-7 9 85 0 0,-4-3-91 0 0,1-2-13 0 0,-2-2-8 0 0,0 0 0 0 0,0 0 0 0 0,0 0 0 0 0,-1 0-1 0 0,1 1 1 0 0,-1-1 0 0 0,1 1 0 0 0,-1-1 0 0 0,0 1 0 0 0,0-1 0 0 0,0 1 0 0 0,0 0 0 0 0,0-1-1 0 0,-1 1 1 0 0,1 0 0 0 0,-1 0 0 0 0,0 0 0 0 0,0-1 0 0 0,0 1 0 0 0,0 4 0 0 0,0 163 153 0 0,0-169-159 0 0,0 0 1 0 0,0-1-1 0 0,0 1 1 0 0,0 0-1 0 0,0 0 1 0 0,-1-1-1 0 0,1 1 1 0 0,0 0-1 0 0,0-1 1 0 0,0 1-1 0 0,-1 0 1 0 0,1 0-1 0 0,0-1 1 0 0,-1 1-1 0 0,1-1 1 0 0,-1 1-1 0 0,1 0 1 0 0,-1-1 0 0 0,1 1-1 0 0,-1-1 1 0 0,1 1-1 0 0,-1-1 1 0 0,1 1-1 0 0,-1-1 1 0 0,0 0-1 0 0,1 1 1 0 0,-1-1-1 0 0,0 0 1 0 0,1 1-1 0 0,-1-1 1 0 0,0 0-1 0 0,1 0 1 0 0,-1 1-1 0 0,-1-1 1 0 0,-27-2 89 0 0,18 1-62 0 0,6-6 138 0 0,0-1-94 0 0,-8 1 7 0 0,11 6-70 0 0,0 1 1 0 0,0-1-1 0 0,0 0 1 0 0,0 0-1 0 0,0 0 1 0 0,0-1-1 0 0,0 1 1 0 0,1 0-1 0 0,-1-1 1 0 0,0 1-1 0 0,1-1 1 0 0,-1 1-1 0 0,1-1 1 0 0,0 0-1 0 0,-1 1 1 0 0,1-1-1 0 0,0 0 1 0 0,0 0-1 0 0,0 0 1 0 0,0 0-1 0 0,1 0 1 0 0,-1 0-1 0 0,0 0 1 0 0,1 0-1 0 0,0-1 1 0 0,-1 1-1 0 0,1-4 1 0 0,0-12 52 0 0,-1 14-58 0 0,0 0 0 0 0,1 1 1 0 0,0-1-1 0 0,-1 0 1 0 0,1 1-1 0 0,1-1 0 0 0,-1 0 1 0 0,1 0-1 0 0,-1 1 1 0 0,1-1-1 0 0,0 1 0 0 0,0-1 1 0 0,1 1-1 0 0,-1-1 0 0 0,1 1 1 0 0,-1 0-1 0 0,1-1 1 0 0,0 1-1 0 0,1 0 0 0 0,-1 0 1 0 0,0 0-1 0 0,4-3 0 0 0,0 2-7 0 0,1-1-1 0 0,-1 1 0 0 0,1 0 0 0 0,0 1 0 0 0,0-1 1 0 0,0 1-1 0 0,1 1 0 0 0,-1-1 0 0 0,1 1 0 0 0,-1 1 0 0 0,1-1 1 0 0,12 1-1 0 0,-13 1-1 0 0,0 1 0 0 0,0 0 0 0 0,0 1 1 0 0,0 0-1 0 0,0 0 0 0 0,0 0 0 0 0,0 1 1 0 0,-1 0-1 0 0,1 0 0 0 0,-1 1 0 0 0,0 0 0 0 0,0 0 1 0 0,0 0-1 0 0,7 7 0 0 0,-7-4 4 0 0,0 1 0 0 0,-1-1 0 0 0,0 1 0 0 0,0-1 0 0 0,0 1 0 0 0,-1 1 0 0 0,0-1 0 0 0,-1 1 0 0 0,4 12 0 0 0,-8-19 4 0 0,0 0 0 0 0,1 0 0 0 0,-1 0 0 0 0,0 0 0 0 0,0 0 0 0 0,-1 0 0 0 0,1 0-1 0 0,0 0 1 0 0,-1 0 0 0 0,1-1 0 0 0,-1 1 0 0 0,1-1 0 0 0,-1 1 0 0 0,0-1 0 0 0,0 0 0 0 0,-2 2 0 0 0,-16-2 9 0 0,19-2-13 0 0,0 0 0 0 0,0 0 0 0 0,1 0 0 0 0,-1 0 0 0 0,1 0 0 0 0,-1 0 0 0 0,1 0 0 0 0,-1-1 0 0 0,1 1 0 0 0,0 0 0 0 0,-1 0 0 0 0,1 0 0 0 0,0-1 0 0 0,0 1 0 0 0,0 0 0 0 0,0 0 0 0 0,0-1 0 0 0,0 1 0 0 0,0 0 0 0 0,1 0 0 0 0,-1-2 0 0 0,1 0 0 0 0,-2-12 2 0 0,1 11 0 0 0,-1 1 1 0 0,1-1-1 0 0,-1 1 1 0 0,1-1-1 0 0,0 1 0 0 0,1-1 1 0 0,-1 1-1 0 0,1-1 1 0 0,-1 1-1 0 0,1-1 0 0 0,0 1 1 0 0,0 0-1 0 0,0-1 1 0 0,1 1-1 0 0,-1 0 0 0 0,1 0 1 0 0,0 0-1 0 0,0 0 1 0 0,0 0-1 0 0,0 0 0 0 0,0 1 1 0 0,1-1-1 0 0,-1 1 1 0 0,1 0-1 0 0,0-1 0 0 0,3-1 1 0 0,8-5 1 0 0,2-2-12 0 0,0 1 0 0 0,1 1-1 0 0,26-11 1 0 0,-38 18 6 0 0,-1 0 0 0 0,1 1 0 0 0,0 0 0 0 0,0-1 0 0 0,0 2 1 0 0,0-1-1 0 0,0 1 0 0 0,1-1 0 0 0,-1 1 0 0 0,0 1 0 0 0,0-1 0 0 0,0 1 0 0 0,0 0 0 0 0,0 0 1 0 0,0 0-1 0 0,0 1 0 0 0,-1-1 0 0 0,1 1 0 0 0,6 4 0 0 0,-6-3 5 0 0,-1 1 1 0 0,1 0-1 0 0,-1 0 0 0 0,0 0 1 0 0,0 0-1 0 0,0 1 0 0 0,-1 0 1 0 0,0-1-1 0 0,0 1 0 0 0,0 0 1 0 0,0 1-1 0 0,-1-1 0 0 0,0 0 1 0 0,0 1-1 0 0,0-1 0 0 0,-1 1 1 0 0,1 0-1 0 0,-2 0 0 0 0,2 6 0 0 0,0 1 11 0 0,14 44 53 0 0,-27-31-80 0 0,13-25-16 0 0,-1 0 1 0 0,1 0-1 0 0,-1-1 1 0 0,1 1-1 0 0,-1 0 1 0 0,1-1 0 0 0,-1 1-1 0 0,1-1 1 0 0,-1 0-1 0 0,1 1 1 0 0,-1-1 0 0 0,1 0-1 0 0,0 0 1 0 0,-1 0-1 0 0,1 0 1 0 0,0 0 0 0 0,-1 0-1 0 0,1-1 1 0 0,-1 1-1 0 0,1-1 1 0 0,2 0-1 0 0,2 0-667 0 0,1 0 0 0 0,-1 0 0 0 0,1-1 0 0 0,-1 0 0 0 0,11-5-1 0 0,8-5-1397 0 0,5-6 133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51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82 960 0 0,'-4'2'1025'0'0,"-28"12"1177"0"0,25-6-888 0 0,20-5 495 0 0,10-3-1828 0 0,0-2 1 0 0,-1 0-1 0 0,1-1 0 0 0,37-11 1 0 0,-59 14 20 0 0,1-1 1 0 0,0 1 0 0 0,-1-1 0 0 0,1 1-1 0 0,-1-1 1 0 0,1 0 0 0 0,-1 0 0 0 0,0 1-1 0 0,1-1 1 0 0,-1 0 0 0 0,0 0 0 0 0,0-1-1 0 0,1 1 1 0 0,-1 0 0 0 0,0 0 0 0 0,0-1-1 0 0,0 1 1 0 0,0 0 0 0 0,0-2 0 0 0,3-32 56 0 0,-4 29-40 0 0,0 5-16 0 0,-1-1 0 0 0,1 1 0 0 0,0 0-1 0 0,-1-1 1 0 0,1 1 0 0 0,-1 0 0 0 0,0 0 0 0 0,1 0 0 0 0,-1-1-1 0 0,0 1 1 0 0,0 0 0 0 0,1 0 0 0 0,-1 0 0 0 0,0 0 0 0 0,0 0-1 0 0,0 0 1 0 0,-1 0 0 0 0,1 1 0 0 0,0-1 0 0 0,0 0 0 0 0,0 1-1 0 0,0-1 1 0 0,-1 1 0 0 0,1-1 0 0 0,0 1 0 0 0,-1-1 0 0 0,1 1-1 0 0,0 0 1 0 0,-1 0 0 0 0,1-1 0 0 0,0 1 0 0 0,-4 1 0 0 0,-56-1 104 0 0,56 0-95 0 0,-40 5 132 0 0,-1 2-1 0 0,1 2 1 0 0,-60 20-1 0 0,95-25-110 0 0,0 0 0 0 0,1 0-1 0 0,0 1 1 0 0,0 0 0 0 0,0 1-1 0 0,0 0 1 0 0,-13 13 0 0 0,20-18-28 0 0,0 1 1 0 0,0 0-1 0 0,1 0 0 0 0,-1 0 1 0 0,0 0-1 0 0,1 0 0 0 0,0 1 0 0 0,-1-1 1 0 0,1 0-1 0 0,0 1 0 0 0,0-1 1 0 0,0 1-1 0 0,0-1 0 0 0,1 1 1 0 0,-1-1-1 0 0,1 1 0 0 0,0 0 1 0 0,-1-1-1 0 0,1 1 0 0 0,0-1 1 0 0,0 1-1 0 0,1 0 0 0 0,-1-1 1 0 0,1 1-1 0 0,-1 0 0 0 0,1-1 1 0 0,0 1-1 0 0,0-1 0 0 0,0 0 1 0 0,2 5-1 0 0,-1-5-5 0 0,0 0 0 0 0,-1 0 0 0 0,1-1 0 0 0,0 1 0 0 0,0 0 0 0 0,0-1 0 0 0,0 0 0 0 0,1 1 0 0 0,-1-1 0 0 0,0 0 0 0 0,1 0 0 0 0,-1 0 0 0 0,5 1 0 0 0,12 3-42 0 0,-1-1-1 0 0,0 0 1 0 0,1-2-1 0 0,0 0 1 0 0,0-1 0 0 0,0-1-1 0 0,20-2 1 0 0,-4-2-697 0 0,0-1 0 0 0,-1-2 0 0 0,40-13 0 0 0,16-10-2769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4:51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629 16 2081 0 0,'-12'-4'365'0'0,"1"1"1"0"0,-1 0-1 0 0,0 1 0 0 0,0 0 1 0 0,1 1-1 0 0,-1 1 1 0 0,0 0-1 0 0,0 0 0 0 0,0 1 1 0 0,0 0-1 0 0,-17 5 0 0 0,3-2 26 0 0,-147 26 1043 0 0,148-25-1359 0 0,1 2-1 0 0,0 0 1 0 0,0 1-1 0 0,1 2 1 0 0,-27 14-1 0 0,50-24-73 0 0,0 0 1 0 0,-1 1-1 0 0,1-1 0 0 0,-1 0 0 0 0,1 0 0 0 0,-1 0 0 0 0,1 1 0 0 0,0-1 0 0 0,-1 0 0 0 0,1 1 0 0 0,-1-1 0 0 0,1 0 1 0 0,0 0-1 0 0,-1 1 0 0 0,1-1 0 0 0,0 1 0 0 0,0-1 0 0 0,-1 0 0 0 0,1 1 0 0 0,0-1 0 0 0,0 1 0 0 0,-1-1 1 0 0,1 1-1 0 0,0-1 0 0 0,0 1 0 0 0,0-1 0 0 0,0 0 0 0 0,0 1 0 0 0,0-1 0 0 0,0 1 0 0 0,0-1 0 0 0,0 1 0 0 0,0-1 1 0 0,0 1-1 0 0,0-1 0 0 0,0 1 0 0 0,0-1 0 0 0,0 1 0 0 0,1-1 0 0 0,-1 1 0 0 0,0-1 0 0 0,0 0 0 0 0,1 1 1 0 0,-1-1-1 0 0,0 1 0 0 0,0-1 0 0 0,1 0 0 0 0,-1 1 0 0 0,0-1 0 0 0,1 0 0 0 0,0 1 0 0 0,21 11 10 0 0,-20-11-12 0 0,32 10 0 0 0,1-1 1 0 0,1-2-1 0 0,50 6 1 0 0,-41-7-11 0 0,51 6-26 0 0,23 6 7 0 0,-114-18 29 0 0,36 13-16 0 0,-40-14 17 0 0,0 1 0 0 0,0-1 0 0 0,0 1 0 0 0,-1-1 1 0 0,1 1-1 0 0,0-1 0 0 0,-1 1 0 0 0,1 0 0 0 0,0-1 0 0 0,-1 1 0 0 0,1 0 0 0 0,-1 0 0 0 0,1-1 0 0 0,-1 1 1 0 0,1 0-1 0 0,-1 0 0 0 0,0 0 0 0 0,1 0 0 0 0,-1-1 0 0 0,0 1 0 0 0,0 0 0 0 0,1 0 0 0 0,-1 0 0 0 0,0 0 1 0 0,0 0-1 0 0,0 0 0 0 0,0 0 0 0 0,0 0 0 0 0,-1 0 0 0 0,1 0 0 0 0,0-1 0 0 0,0 1 0 0 0,-1 0 1 0 0,1 0-1 0 0,0 0 0 0 0,-1 0 0 0 0,1 0 0 0 0,-1-1 0 0 0,1 1 0 0 0,-1 0 0 0 0,1 0 0 0 0,-1-1 0 0 0,0 1 1 0 0,0 1-1 0 0,-4 1 1 0 0,1 1 0 0 0,-1-1 0 0 0,0 0 0 0 0,0 0 1 0 0,0 0-1 0 0,0 0 0 0 0,-1-1 0 0 0,1 0 0 0 0,-1 0 0 0 0,1-1 1 0 0,-1 1-1 0 0,0-1 0 0 0,-10 0 0 0 0,-11 5 9 0 0,-13 4-207 0 0,-1-1-1 0 0,0-2 1 0 0,0-2 0 0 0,-72 0-1 0 0,-2-11-2283 0 0,-6-6-2548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29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965 175 2801 0 0,'0'-46'4136'0'0,"5"47"-4016"0"0,16 5 40 0 0,-16-5 80 0 0,-10-1 67 0 0,-202-8 1760 0 0,2 16-1427 0 0,172-7-478 0 0,-48 9 0 0 0,14-1-5 0 0,51-8-125 0 0,0 1 0 0 0,1 0 0 0 0,-1 1 0 0 0,0 0 0 0 0,-25 11 0 0 0,10-3 16 0 0,27-10-39 0 0,-1 1 1 0 0,1-1 0 0 0,0 1-1 0 0,0 0 1 0 0,0 0 0 0 0,0 0-1 0 0,1 0 1 0 0,-1 1-1 0 0,0 0 1 0 0,1 0 0 0 0,0 0-1 0 0,0 0 1 0 0,0 0 0 0 0,0 0-1 0 0,0 1 1 0 0,0 0 0 0 0,-1 3-1 0 0,0-3 0 0 0,1-1 0 0 0,-1 1 0 0 0,1-1 0 0 0,-1-1 0 0 0,0 1 0 0 0,0 0 0 0 0,0-1 0 0 0,-5 2 0 0 0,4-2-1 0 0,1 0 0 0 0,0 1 0 0 0,0-1-1 0 0,0 0 1 0 0,1 1 0 0 0,-1 0 0 0 0,1 0 0 0 0,-1 0 0 0 0,-3 5 0 0 0,-53 100 152 0 0,58-104-148 0 0,1 1-1 0 0,0-1 1 0 0,0 0 0 0 0,0 1-1 0 0,0-1 1 0 0,1 1-1 0 0,0-1 1 0 0,0 1-1 0 0,0 0 1 0 0,1 5 0 0 0,0-5 0 0 0,-1 0 1 0 0,0 0-1 0 0,0 0 1 0 0,0 0-1 0 0,0 0 1 0 0,-1-1-1 0 0,0 1 1 0 0,-2 9-1 0 0,-6 5 26 0 0,6-14-34 0 0,1-1 1 0 0,0 1-1 0 0,0 0 0 0 0,0-1 0 0 0,1 1 1 0 0,-1 0-1 0 0,1 0 0 0 0,1 1 0 0 0,-2 6 0 0 0,1 26 12 0 0,-1-29-9 0 0,1 1 0 0 0,1 0 0 0 0,0-1 1 0 0,0 1-1 0 0,1-1 0 0 0,0 1 0 0 0,1-1 0 0 0,4 13 1 0 0,2-4 5 0 0,-5-14-2 0 0,-1 0 0 0 0,0 1 0 0 0,0-1 0 0 0,-1 1 0 0 0,1-1 0 0 0,-1 1-1 0 0,0 0 1 0 0,0-1 0 0 0,0 1 0 0 0,0 9 0 0 0,-1-6-9 0 0,1 0-1 0 0,0 0 1 0 0,0-1 0 0 0,1 1 0 0 0,0 0-1 0 0,0-1 1 0 0,1 1 0 0 0,0-1 0 0 0,7 13-1 0 0,46 58-22 0 0,-44-63 16 0 0,0 1-1 0 0,0 1 0 0 0,17 32 0 0 0,-25-40 3 0 0,1-1-1 0 0,1-1 1 0 0,-1 1-1 0 0,2-1 0 0 0,-1 1 1 0 0,1-2-1 0 0,0 1 1 0 0,0-1-1 0 0,0 0 1 0 0,1-1-1 0 0,0 1 1 0 0,15 6-1 0 0,2 3 10 0 0,-3-2 13 0 0,0-2 0 0 0,0 0-1 0 0,1-2 1 0 0,44 13 0 0 0,99 12-53 0 0,-161-33 41 0 0,894 146 260 0 0,-120-55 124 0 0,-477-62-449 0 0,144 0 939 0 0,-361-21-712 0 0,155 13-27 0 0,-186-20-81 0 0,0-3-1 0 0,87-12 1 0 0,336-69 820 0 0,116-57 932 0 0,-473 106-1679 0 0,-115 31-133 0 0,58-16 85 0 0,0 2 1 0 0,1 3-1 0 0,108-7 1 0 0,-39 17 146 0 0,237 24 1 0 0,-331-17-223 0 0,0-2 0 0 0,1-1-1 0 0,69-8 1 0 0,-30 0 26 0 0,62-6-104 0 0,-69 3 27 0 0,-68 8 37 0 0,1 1-1 0 0,-1-1 0 0 0,0 1 1 0 0,0-1-1 0 0,0-1 0 0 0,0 1 1 0 0,0-1-1 0 0,0 1 0 0 0,-1-1 1 0 0,5-4-1 0 0,-7 6 5 0 0,0-1-1 0 0,0 1 0 0 0,0 0 1 0 0,-1 0-1 0 0,1 0 0 0 0,0 0 1 0 0,-1-1-1 0 0,1 1 1 0 0,-1 0-1 0 0,0 0 0 0 0,1-1 1 0 0,-1 1-1 0 0,0 0 0 0 0,0-1 1 0 0,0 1-1 0 0,0-1 1 0 0,0 1-1 0 0,0 0 0 0 0,0-1 1 0 0,0 1-1 0 0,0 0 0 0 0,-1-1 1 0 0,1 1-1 0 0,-1 0 1 0 0,1-1-1 0 0,-1 1 0 0 0,1 0 1 0 0,-2-2-1 0 0,-23-30 47 0 0,22 29-38 0 0,-30-41-16 0 0,26 34-3 0 0,0 0 0 0 0,-1 1 0 0 0,-1-1 0 0 0,0 2 0 0 0,-13-13 0 0 0,4 9 11 0 0,6 4-14 0 0,0-1-1 0 0,1 0 1 0 0,0 0-1 0 0,-16-20 0 0 0,-2-6 6 0 0,-6-5-74 0 0,3-2 1 0 0,-43-73-1 0 0,53 70-3 0 0,15 30 48 0 0,-1 0 0 0 0,0 0 0 0 0,-1 1 0 0 0,-1 0 0 0 0,-22-26 0 0 0,-8 3-11 0 0,-63-45-1 0 0,66 54 39 0 0,-7-3-16 0 0,-1 2-1 0 0,-1 2 0 0 0,-2 2 0 0 0,-1 3 0 0 0,-58-21 0 0 0,-263-62-52 0 0,188 66-127 0 0,-299-26-1 0 0,405 59-283 0 0,0 2 1 0 0,0 5-1 0 0,1 2 0 0 0,-122 21 1 0 0,168-17 85 0 0,0 1 0 0 0,1 2 1 0 0,1 1-1 0 0,-1 1 1 0 0,2 1-1 0 0,-35 21 1 0 0,45-22-69 0 0,0 0 1 0 0,1 1-1 0 0,1 0 1 0 0,0 2 0 0 0,1-1-1 0 0,0 2 1 0 0,1 0 0 0 0,0 0-1 0 0,2 1 1 0 0,-16 29 0 0 0,16-21-1210 0 0,1 1 0 0 0,-12 49 0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34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479 276 2481 0 0,'-17'-9'1497'0'0,"14"8"-1387"0"0,0 0 0 0 0,0 0-1 0 0,1 0 1 0 0,-1-1 0 0 0,0 0-1 0 0,0 1 1 0 0,1-1 0 0 0,-1 0-1 0 0,1 0 1 0 0,-1 0 0 0 0,1 0-1 0 0,0-1 1 0 0,0 1 0 0 0,0 0-1 0 0,0-1 1 0 0,-1-3 0 0 0,2 5-107 0 0,1 0 0 0 0,-1 0 0 0 0,1 0 0 0 0,-1 1 0 0 0,0-1 0 0 0,1 0 0 0 0,-1 0 0 0 0,0 0 0 0 0,0 0 0 0 0,0 1 0 0 0,0-1 0 0 0,0 0 0 0 0,0 1 0 0 0,0-1 0 0 0,0 1 0 0 0,0-1 0 0 0,0 1 0 0 0,0-1 0 0 0,0 1 0 0 0,0 0-1 0 0,0-1 1 0 0,0 1 0 0 0,-2 0 0 0 0,-9-5 166 0 0,-39-14 231 0 0,44 14-300 0 0,-1 0-1 0 0,0 1 1 0 0,0 0-1 0 0,0 0 1 0 0,0 1-1 0 0,-1 0 1 0 0,1 0-1 0 0,-1 1 1 0 0,0 0-1 0 0,1 1 1 0 0,-1 0-1 0 0,-13 0 1 0 0,19 1-92 0 0,-1 0 0 0 0,1 0 0 0 0,-1 0 0 0 0,1 0 1 0 0,-1 1-1 0 0,1 0 0 0 0,-1 0 0 0 0,1 0 0 0 0,-1 0 0 0 0,1 0 0 0 0,0 1 0 0 0,-1-1 1 0 0,1 1-1 0 0,0 0 0 0 0,0 0 0 0 0,0 0 0 0 0,1 0 0 0 0,-1 1 0 0 0,0-1 0 0 0,1 1 1 0 0,0 0-1 0 0,-1-1 0 0 0,1 1 0 0 0,0 0 0 0 0,0 0 0 0 0,-1 5 0 0 0,-6 5 0 0 0,0 30-8 0 0,5-34 0 0 0,0 1 0 0 0,1 0 0 0 0,0 0 0 0 0,1 0 0 0 0,0 0 0 0 0,1 0 0 0 0,0 0 0 0 0,0 0 0 0 0,2 11 0 0 0,-1-18-3 0 0,0-1 1 0 0,0 0 0 0 0,-1 0 0 0 0,1 0-1 0 0,0 0 1 0 0,-1 0 0 0 0,0 0 0 0 0,1-1-1 0 0,-1 1 1 0 0,0 0 0 0 0,0 0 0 0 0,0 0 0 0 0,0-1-1 0 0,0 1 1 0 0,0 0 0 0 0,-1-1 0 0 0,-1 3-1 0 0,1-2 1 0 0,1-1 0 0 0,-1 1 0 0 0,1-1-1 0 0,0 1 1 0 0,0-1 0 0 0,0 1 0 0 0,0 0 0 0 0,0 0-1 0 0,0-1 1 0 0,0 1 0 0 0,1 0 0 0 0,-1 0 0 0 0,1 0-1 0 0,-1 0 1 0 0,1 0 0 0 0,0 0 0 0 0,0 3 0 0 0,0-1 9 0 0,0 0 1 0 0,0 0-1 0 0,0 0 1 0 0,0 0 0 0 0,0 0-1 0 0,-1 0 1 0 0,0 0 0 0 0,0 0-1 0 0,0 0 1 0 0,0 0-1 0 0,-1 0 1 0 0,1 0 0 0 0,-1-1-1 0 0,0 1 1 0 0,0-1 0 0 0,0 1-1 0 0,-1-1 1 0 0,1 0-1 0 0,-1 0 1 0 0,-4 4 0 0 0,4-4 6 0 0,0 0-1 0 0,0 1 1 0 0,0 0 0 0 0,1-1 0 0 0,-1 1 0 0 0,1 0 0 0 0,0 0-1 0 0,0 1 1 0 0,0-1 0 0 0,1 0 0 0 0,0 0 0 0 0,-1 1 0 0 0,1-1-1 0 0,1 1 1 0 0,-1 0 0 0 0,1-1 0 0 0,0 1 0 0 0,0-1 0 0 0,0 1-1 0 0,1 5 1 0 0,-1 0-11 0 0,0-5-1 0 0,0 0 0 0 0,0 0 0 0 0,1 0 0 0 0,-1 1 0 0 0,1-1 0 0 0,1 0 0 0 0,-1 0 0 0 0,0 0 0 0 0,1-1 0 0 0,0 1 0 0 0,5 8 0 0 0,1 4 1 0 0,-6-13-8 0 0,-1 1 0 0 0,0 0-1 0 0,0 0 1 0 0,0 0 0 0 0,-1-1 0 0 0,1 1 0 0 0,-1 0 0 0 0,-1 9 0 0 0,0-9-8 0 0,1 1 0 0 0,0 0 1 0 0,0 0-1 0 0,0-1 1 0 0,1 1-1 0 0,0 0 1 0 0,2 7-1 0 0,6 7 3 0 0,-6-15 18 0 0,-1 1 1 0 0,1-1-1 0 0,-1 1 1 0 0,-1 0-1 0 0,1-1 1 0 0,-1 1 0 0 0,0 0-1 0 0,1 10 1 0 0,-2-12-2 0 0,0 1 0 0 0,0-1 0 0 0,1 0 0 0 0,0 1 0 0 0,0-1 0 0 0,0 0 1 0 0,1 0-1 0 0,-1 0 0 0 0,1 0 0 0 0,4 8 0 0 0,-4-9-6 0 0,0 1 1 0 0,0-1-1 0 0,0 1 1 0 0,-1 0-1 0 0,0 0 0 0 0,1 0 1 0 0,-1 0-1 0 0,-1 0 0 0 0,1 0 1 0 0,0 7-1 0 0,-1 118 53 0 0,0-126-51 0 0,0-1 1 0 0,1 1 0 0 0,-1-1 0 0 0,1 1-1 0 0,0-1 1 0 0,0 0 0 0 0,0 1 0 0 0,0-1 0 0 0,0 0-1 0 0,0 0 1 0 0,3 4 0 0 0,-3-5-2 0 0,0 0 0 0 0,0 0 0 0 0,0 0 0 0 0,0 1 0 0 0,0-1 0 0 0,-1 1-1 0 0,1-1 1 0 0,0 0 0 0 0,-1 1 0 0 0,1-1 0 0 0,-1 1 0 0 0,1-1 0 0 0,-1 1 0 0 0,0 0 0 0 0,0-1 0 0 0,0 1 0 0 0,0-1 0 0 0,0 1-1 0 0,0-1 1 0 0,0 1 0 0 0,0 0 0 0 0,-1-1 0 0 0,1 1 0 0 0,-1 1 0 0 0,-3 6 15 0 0,0 0 1 0 0,1 1-1 0 0,1-1 0 0 0,-1 1 1 0 0,1 0-1 0 0,1 0 0 0 0,0-1 1 0 0,0 1-1 0 0,2 12 0 0 0,-1-19-7 0 0,-1 1 0 0 0,1 0-1 0 0,-1 0 1 0 0,0 0-1 0 0,0 0 1 0 0,0 0 0 0 0,0-1-1 0 0,-1 1 1 0 0,0-1-1 0 0,-3 7 1 0 0,3-6 1 0 0,0-1 0 0 0,0 1 0 0 0,0-1 0 0 0,1 1 0 0 0,-1-1 0 0 0,1 1 0 0 0,0 0 0 0 0,0 0 0 0 0,1 0 0 0 0,-1 7 0 0 0,0 3 21 0 0,1-9-27 0 0,-1-1 0 0 0,1 0 0 0 0,0 1 0 0 0,1-1-1 0 0,-1 0 1 0 0,1 1 0 0 0,0-1 0 0 0,0 0-1 0 0,2 5 1 0 0,3 4 2 0 0,-3-9 4 0 0,-1 1 0 0 0,1-1-1 0 0,-1 1 1 0 0,0 0 0 0 0,-1 0 0 0 0,1 0-1 0 0,-1 0 1 0 0,0 0 0 0 0,0 0 0 0 0,0 0-1 0 0,-1 0 1 0 0,0 8 0 0 0,1-7-15 0 0,0-1 1 0 0,0 0-1 0 0,1 0 0 0 0,0 0 1 0 0,0 0-1 0 0,0 0 0 0 0,0 0 1 0 0,1 0-1 0 0,0-1 0 0 0,0 1 1 0 0,6 6-1 0 0,-4-4 10 0 0,1-1 0 0 0,0 0 1 0 0,0 0-1 0 0,0 0 0 0 0,1-1 1 0 0,10 7-1 0 0,-9-7-10 0 0,-1-1-1 0 0,0 1 1 0 0,0 0 0 0 0,9 10-1 0 0,-9-9 25 0 0,-1-1-1 0 0,1 1 0 0 0,1-1 0 0 0,-1 0 0 0 0,9 4 0 0 0,72 32 61 0 0,1-4 0 0 0,116 32 0 0 0,-157-54 112 0 0,-26-9-20 0 0,-1 0 0 0 0,44 6-1 0 0,-4 0 79 0 0,-45-8-189 0 0,0-1 0 0 0,0-1 0 0 0,20 1 0 0 0,22-1 20 0 0,40-2 78 0 0,43-3 175 0 0,-16-5-19 0 0,478-8 797 0 0,-153 24-655 0 0,141 10 753 0 0,-397-3-832 0 0,184 21 685 0 0,-74-11-558 0 0,-95-12-343 0 0,85-2 36 0 0,-20-2-9 0 0,-20 0 40 0 0,-122-7-194 0 0,1 6-1 0 0,146 28 1 0 0,82 17 180 0 0,-360-52-216 0 0,91 8 27 0 0,1-4 1 0 0,114-8 0 0 0,9 3-40 0 0,-5 0 52 0 0,520 23 103 0 0,-236 4-150 0 0,188-39-46 0 0,-548 3 88 0 0,217 12-1 0 0,-35 47 34 0 0,-95-18-54 0 0,33-8-163 0 0,-13-3 300 0 0,-21 11-297 0 0,10-7 334 0 0,-143-14-299 0 0,-64-8 53 0 0,0 0 0 0 0,0-1 1 0 0,27-2-1 0 0,516-39 126 0 0,-525 35-90 0 0,-1-3 0 0 0,73-20 0 0 0,-99 23 12 0 0,38-14-106 0 0,0-3 0 0 0,83-44 0 0 0,-112 53 68 0 0,-4 0-22 0 0,-2 0 1 0 0,0-1 0 0 0,0-1 0 0 0,24-25-1 0 0,28-22 9 0 0,-55 49 1 0 0,-1 0 0 0 0,23-26 1 0 0,13-13-38 0 0,-44 44 94 0 0,0 0 1 0 0,-1 0-1 0 0,1 0 0 0 0,-2-1 0 0 0,1 1 0 0 0,-1-1 1 0 0,0 0-1 0 0,-1 0 0 0 0,0-1 0 0 0,0 1 0 0 0,-1-1 1 0 0,0 0-1 0 0,1-10 0 0 0,6-17-63 0 0,-8 30 42 0 0,2 0 1 0 0,-1 0-1 0 0,0 1 0 0 0,1-1 1 0 0,0 1-1 0 0,1 0 1 0 0,6-8-1 0 0,-7 9 29 0 0,-1 1 0 0 0,1 0 1 0 0,0-1-1 0 0,-1 0 0 0 0,0 0 0 0 0,0 0 1 0 0,0 0-1 0 0,0 0 0 0 0,-1 0 0 0 0,0 0 1 0 0,0 0-1 0 0,0-1 0 0 0,0 1 0 0 0,0-9 1 0 0,-1 12 1 0 0,0 0 0 0 0,0 0 0 0 0,0-1 0 0 0,0 1 1 0 0,0 0-1 0 0,1 0 0 0 0,-1-1 0 0 0,0 1 0 0 0,1 0 0 0 0,-1 0 1 0 0,1 0-1 0 0,0-1 0 0 0,-1 1 0 0 0,1 0 0 0 0,0 0 0 0 0,-1 0 0 0 0,1 0 1 0 0,0 0-1 0 0,0 0 0 0 0,0 0 0 0 0,0 1 0 0 0,0-1 0 0 0,2-1 1 0 0,-2 1-14 0 0,0 1 0 0 0,0-1 0 0 0,0 0 1 0 0,0 0-1 0 0,0 0 0 0 0,0 0 1 0 0,0 0-1 0 0,0 0 0 0 0,0 0 0 0 0,-1 0 1 0 0,1-1-1 0 0,0 1 0 0 0,-1 0 1 0 0,1 0-1 0 0,-1-1 0 0 0,1 1 0 0 0,-1 0 1 0 0,1-1-1 0 0,-1 1 0 0 0,0-1 1 0 0,0 1-1 0 0,0 0 0 0 0,0-3 0 0 0,0 3 1 0 0,0 0-1 0 0,0 0 1 0 0,0 0-1 0 0,1 1 1 0 0,-1-1-1 0 0,0 0 1 0 0,0 0-1 0 0,1 0 1 0 0,-1 0-1 0 0,0 0 1 0 0,1 0-1 0 0,-1 1 1 0 0,1-1-1 0 0,-1 0 1 0 0,1 0-1 0 0,0 1 1 0 0,-1-1-1 0 0,1 0 1 0 0,0 1-1 0 0,-1-1 1 0 0,1 1-1 0 0,0-1 1 0 0,0 1-1 0 0,-1-1 0 0 0,1 1 1 0 0,1-1-1 0 0,-1 0 2 0 0,0 1 0 0 0,0-1-1 0 0,0 1 1 0 0,0-1 0 0 0,0 1-1 0 0,0-1 1 0 0,0 0 0 0 0,0 1-1 0 0,-1-1 1 0 0,1 0 0 0 0,0 0-1 0 0,-1 1 1 0 0,1-1 0 0 0,0 0-1 0 0,-1 0 1 0 0,1 0 0 0 0,-1 0-1 0 0,1 0 1 0 0,-1 0 0 0 0,0 0-1 0 0,1 0 1 0 0,-1 0 0 0 0,0 0-1 0 0,0 0 1 0 0,0 0 0 0 0,0-2-1 0 0,0-5-25 0 0,-1 1-1 0 0,0-1 1 0 0,0 1 0 0 0,-1 0-1 0 0,0-1 1 0 0,0 1 0 0 0,-6-12-1 0 0,-10-37-237 0 0,-5-17-125 0 0,16 58 341 0 0,1-1 1 0 0,1-1 0 0 0,1 1-1 0 0,0 0 1 0 0,2-1 0 0 0,-2-21 0 0 0,4 33 46 0 0,-1 0 1 0 0,1 0 0 0 0,-1 1 0 0 0,0-1-1 0 0,0 0 1 0 0,0 0 0 0 0,-1 1 0 0 0,0-1-1 0 0,0 1 1 0 0,0 0 0 0 0,0-1 0 0 0,-1 1-1 0 0,1 0 1 0 0,-1 0 0 0 0,0 0 0 0 0,-5-4-1 0 0,-14-21-51 0 0,20 24 61 0 0,0 0-1 0 0,-1 1 1 0 0,1-1 0 0 0,-1 1 0 0 0,0 0 0 0 0,-1 0-1 0 0,1 0 1 0 0,-1 0 0 0 0,0 0 0 0 0,0 1 0 0 0,0 0-1 0 0,0 0 1 0 0,0 0 0 0 0,-1 0 0 0 0,1 1 0 0 0,-1-1-1 0 0,0 1 1 0 0,-10-3 0 0 0,6 1-9 0 0,-177-92-62 0 0,160 86 73 0 0,0-2 0 0 0,1-1 0 0 0,0-1 0 0 0,2-1 0 0 0,-1 0-1 0 0,2-2 1 0 0,0-1 0 0 0,-22-24 0 0 0,35 33-11 0 0,0 0-1 0 0,0 1 0 0 0,-1 0 0 0 0,-1 1 1 0 0,1 0-1 0 0,-22-10 0 0 0,-73-26 6 0 0,89 37-13 0 0,-14-5 1 0 0,7 2 38 0 0,-2 0 0 0 0,-42-8 1 0 0,-61-4-21 0 0,-197-28-92 0 0,-81 12 126 0 0,-418 16 0 0 0,466 15 40 0 0,306 1-103 0 0,0-2 0 0 0,-72-19 1 0 0,-14-4-431 0 0,-79-2 473 0 0,-420-8 0 0 0,326 47-20 0 0,213-9-22 0 0,-133-19-1 0 0,1 0 55 0 0,-98 2-93 0 0,174 8 55 0 0,31 9 29 0 0,-195 22 0 0 0,44-1 9 0 0,210-18-49 0 0,0-3 0 0 0,-83-12 0 0 0,-34-21 204 0 0,166 32-177 0 0,0 1 0 0 0,-29 0 0 0 0,-28-5-27 0 0,-133-24 30 0 0,181 26-13 0 0,0 2 0 0 0,-40-1 0 0 0,20 2 0 0 0,8 2 3 0 0,1 1-1 0 0,-1 2 0 0 0,-37 8 0 0 0,-54 5 56 0 0,-224 11-258 0 0,331-26 230 0 0,-433 9-20 0 0,-4-47 57 0 0,251 11-67 0 0,-60-6-54 0 0,105 2 268 0 0,145 28-219 0 0,-2 0-18 0 0,1-1 0 0 0,-1-1 0 0 0,1 0 0 0 0,-18-7 0 0 0,4 2 22 0 0,0 2 0 0 0,-39-5 0 0 0,-28-6 57 0 0,-123-23-8 0 0,50 13-29 0 0,140 22-19 0 0,0 2 0 0 0,-41 0 0 0 0,-6 0 0 0 0,40 2-10 0 0,0 2 0 0 0,0 2 0 0 0,-49 9 0 0 0,67-9 14 0 0,0 0 0 0 0,0-1 0 0 0,-38-4 0 0 0,-14 0-7 0 0,-94-1 82 0 0,-121 2 69 0 0,244 2-138 0 0,-64-7 0 0 0,63 3 6 0 0,1 2-1 0 0,-46 3 1 0 0,49 3-8 0 0,-156 5 64 0 0,75 11-152 0 0,107-18 82 0 0,1 1 1 0 0,-1 0-1 0 0,1 1 1 0 0,0 1 0 0 0,0 0-1 0 0,-12 7 1 0 0,4-3-21 0 0,16-7 4 0 0,2-1 2 0 0,1 0 0 0 0,-1 0 1 0 0,1 1-1 0 0,-1-1 0 0 0,1 0 0 0 0,-1 1 0 0 0,1-1 0 0 0,0 1 0 0 0,0 0 1 0 0,0 0-1 0 0,0 0 0 0 0,0 0 0 0 0,0 0 0 0 0,0 0 0 0 0,1 0 1 0 0,-1 1-1 0 0,-1 3 0 0 0,-22 85-131 0 0,11-28 32 0 0,6-37 6 0 0,4-13-171 0 0,0 0 0 0 0,1-1 0 0 0,1 1 0 0 0,0 1 1 0 0,-1 21-1 0 0,3-35 235 0 0,0 1 1 0 0,0-1 0 0 0,0 0 0 0 0,0 1-1 0 0,0-1 1 0 0,0 1 0 0 0,0-1-1 0 0,1 1 1 0 0,-1-1 0 0 0,0 0 0 0 0,0 1-1 0 0,0-1 1 0 0,0 1 0 0 0,0-1-1 0 0,1 0 1 0 0,-1 1 0 0 0,0-1 0 0 0,0 0-1 0 0,1 1 1 0 0,-1-1 0 0 0,0 0-1 0 0,0 1 1 0 0,1-1 0 0 0,-1 0 0 0 0,0 0-1 0 0,1 1 1 0 0,-1-1 0 0 0,1 0-1 0 0,-1 0 1 0 0,0 0 0 0 0,1 0 0 0 0,-1 1-1 0 0,0-1 1 0 0,1 0 0 0 0,-1 0-1 0 0,1 0 1 0 0,-1 0 0 0 0,1 0 0 0 0,-1 0-1 0 0,0 0 1 0 0,1 0 0 0 0,-1 0-1 0 0,1 0 1 0 0,-1 0 0 0 0,0 0 0 0 0,1-1-1 0 0,-1 1 1 0 0,1 0 0 0 0,-1 0-1 0 0,77-12-2613 0 0,38-22-1721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35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1 4082 0 0,'-241'90'3922'0'0,"120"-1"-4563"0"0,151-7-879 0 0,61-11 399 0 0,-31-26 81 0 0,-60-7 479 0 0,0-7 882 0 0,0-6 559 0 0,-30-12 0 0 0,30 1-559 0 0,0-3-562 0 0,60 28-1920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49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1 1 1681 0 0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47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64 241 800 0 0,'0'0'3962'0'0,"5"0"-3682"0"0,11 0 1099 0 0,-32 0-597 0 0,-45 6 1433 0 0,56-6-1548 0 0,4-19 262 0 0,1 14-897 0 0,-1 1 0 0 0,1-1 0 0 0,0 1 0 0 0,0-1 0 0 0,0 0 0 0 0,1 1 0 0 0,-1-1-1 0 0,1 1 1 0 0,0-1 0 0 0,3-7 0 0 0,17-25 74 0 0,-14 23-82 0 0,0 1 0 0 0,0 0-1 0 0,1 0 1 0 0,1 1 0 0 0,0 0 0 0 0,1 1 0 0 0,0-1 0 0 0,13-9-1 0 0,-18 14-9 0 0,-5 3 52 0 0,0 120 241 0 0,0-115-305 0 0,0 1 0 0 0,0-1 1 0 0,0 1-1 0 0,0-1 0 0 0,0 0 0 0 0,0 1 0 0 0,-1-1 0 0 0,1 1 0 0 0,0-1 0 0 0,-1 0 0 0 0,1 1 1 0 0,-1-1-1 0 0,0 0 0 0 0,1 0 0 0 0,-1 1 0 0 0,0-1 0 0 0,0 0 0 0 0,0 0 0 0 0,0 0 0 0 0,0 0 1 0 0,0 0-1 0 0,0 0 0 0 0,0 0 0 0 0,-2 1 0 0 0,2-1 3 0 0,0-1 0 0 0,0 1-1 0 0,0 0 1 0 0,0 0 0 0 0,0-1 0 0 0,0 1 0 0 0,1 0 0 0 0,-1 0-1 0 0,0 0 1 0 0,0 0 0 0 0,1 0 0 0 0,-1 0 0 0 0,1 0 0 0 0,-1 0-1 0 0,1 1 1 0 0,-1-1 0 0 0,1 0 0 0 0,-1 0 0 0 0,1 0-1 0 0,0 0 1 0 0,0 1 0 0 0,0-1 0 0 0,0 0 0 0 0,0 2 0 0 0,0-1-1 0 0,0 0 1 0 0,-1 0-1 0 0,1 0 1 0 0,-1 0 0 0 0,1 0-1 0 0,-1 0 1 0 0,0 0 0 0 0,1 0-1 0 0,-1 0 1 0 0,0 0 0 0 0,0-1-1 0 0,0 1 1 0 0,0 0-1 0 0,-1-1 1 0 0,1 1 0 0 0,-3 2-1 0 0,-5 8-2 0 0,3-3-2 0 0,4-5 10 0 0,0 0 0 0 0,0 0 0 0 0,0-1 0 0 0,-1 1 0 0 0,0-1 0 0 0,1 0 0 0 0,-7 5 0 0 0,3 4 68 0 0,2-2-63 0 0,3-8-14 0 0,-1 0 7 0 0,0 0-1 0 0,0 0 1 0 0,0 0-1 0 0,0 1 1 0 0,0-1-1 0 0,0 0 1 0 0,1 1 0 0 0,-1 0-1 0 0,1-1 1 0 0,0 1-1 0 0,0 0 1 0 0,0 0-1 0 0,0-1 1 0 0,0 1 0 0 0,1 0-1 0 0,-1 0 1 0 0,1 0-1 0 0,0 0 1 0 0,0 0 0 0 0,0 5-1 0 0,1-7-6 0 0,-1-1-1 0 0,1 1 1 0 0,-1 0 0 0 0,1 0-1 0 0,0 0 1 0 0,0 0-1 0 0,-1 0 1 0 0,1-1 0 0 0,0 1-1 0 0,0 0 1 0 0,0-1 0 0 0,0 1-1 0 0,0 0 1 0 0,0-1-1 0 0,0 1 1 0 0,0-1 0 0 0,0 0-1 0 0,0 1 1 0 0,0-1 0 0 0,0 0-1 0 0,0 0 1 0 0,0 1-1 0 0,2-1 1 0 0,4 2-3 0 0,14 8 39 0 0,0-2 0 0 0,1 0 0 0 0,0-1-1 0 0,0-1 1 0 0,1-1 0 0 0,-1-1-1 0 0,37 2 1 0 0,-45-6-32 0 0,7 1 37 0 0,0-2 0 0 0,0 0 1 0 0,23-5-1 0 0,-42 6-37 0 0,1-1 0 0 0,0 1 0 0 0,0-1 0 0 0,-1 1 0 0 0,1-1 0 0 0,-1 0 0 0 0,1 0 0 0 0,0 0 0 0 0,-1 0 0 0 0,0-1 0 0 0,1 1 0 0 0,-1 0 0 0 0,0-1 0 0 0,0 0 0 0 0,0 0 0 0 0,0 1 0 0 0,0-1 0 0 0,0 0 0 0 0,0-1 0 0 0,0 1 0 0 0,-1 0 0 0 0,1 0 0 0 0,-1-1 0 0 0,0 1 0 0 0,0-1 0 0 0,0 1 0 0 0,0-1 0 0 0,0 0-1 0 0,0 1 1 0 0,-1-1 0 0 0,1-2 0 0 0,-1-140-5 0 0,0 144 2 0 0,0 0 0 0 0,0 0 0 0 0,0 0 0 0 0,0 0 0 0 0,0 0 0 0 0,0 0 1 0 0,-1 0-1 0 0,1 0 0 0 0,0 0 0 0 0,0 0 0 0 0,-1 1 0 0 0,1-1 0 0 0,-1 0 0 0 0,1 0 0 0 0,-1 0 0 0 0,1 0 0 0 0,-1 1 0 0 0,1-1 0 0 0,-1 0 0 0 0,0 1 0 0 0,1-1 0 0 0,-1 0 0 0 0,0 1 0 0 0,1-1 0 0 0,-1 1 0 0 0,0-1 0 0 0,0 1 0 0 0,-1-1 0 0 0,1 0 1 0 0,0 1 1 0 0,0-1-1 0 0,0 1 1 0 0,0-1-1 0 0,0 1 1 0 0,0-1-1 0 0,0 0 1 0 0,0 0-1 0 0,0 1 1 0 0,1-1-1 0 0,-1 0 1 0 0,0 0-1 0 0,1 0 1 0 0,-1 0-1 0 0,1 0 1 0 0,-1 0-1 0 0,1 0 1 0 0,-1 0-1 0 0,1 0 1 0 0,-1 0-1 0 0,1 0 1 0 0,0 0-1 0 0,0 0 1 0 0,0 0-1 0 0,-1 0 1 0 0,1 0-1 0 0,0 0 1 0 0,1-3 0 0 0,-1-1 36 0 0,0 7-37 0 0,-1-1 1 0 0,1 1 0 0 0,0-1 0 0 0,1 1 0 0 0,-1-1-1 0 0,0 1 1 0 0,0-1 0 0 0,1 0 0 0 0,-1 1 0 0 0,1-1-1 0 0,-1 1 1 0 0,1-1 0 0 0,1 3 0 0 0,2 4 43 0 0,8 12 96 0 0,-2 1 1 0 0,9 24 0 0 0,-17-38-115 0 0,0 0 0 0 0,0-1 0 0 0,-1 1 0 0 0,0 0 0 0 0,0 1 0 0 0,-1-1 0 0 0,0 0 0 0 0,0 0 1 0 0,0 0-1 0 0,-1 0 0 0 0,-2 10 0 0 0,-9 17 50 0 0,10-28-67 0 0,-1 0 0 0 0,1 0 0 0 0,1 0-1 0 0,-1 0 1 0 0,1 1 0 0 0,0-1 0 0 0,0 8-1 0 0,1 63-197 0 0,0-77 172 0 0,0 1 0 0 0,0-1 0 0 0,0 0 0 0 0,0 1 0 0 0,0-1 0 0 0,0 0 1 0 0,0 1-1 0 0,1-1 0 0 0,-1 0 0 0 0,0 1 0 0 0,0-1 0 0 0,0 0 0 0 0,1 0 0 0 0,-1 1 1 0 0,0-1-1 0 0,0 0 0 0 0,0 0 0 0 0,1 1 0 0 0,-1-1 0 0 0,0 0 0 0 0,1 0 1 0 0,-1 0-1 0 0,0 0 0 0 0,0 1 0 0 0,1-1 0 0 0,-1 0 0 0 0,0 0 0 0 0,1 0 1 0 0,-1 0-1 0 0,0 0 0 0 0,1 0 0 0 0,-1 0 0 0 0,0 0 0 0 0,1 0 0 0 0,-1 0 0 0 0,0 0 1 0 0,1 0-1 0 0,-1 0 0 0 0,0 0 0 0 0,1 0 0 0 0,-1 0 0 0 0,0 0 0 0 0,1 0 1 0 0,-1-1-1 0 0,0 1 0 0 0,1 0 0 0 0,-1 0 0 0 0,0 0 0 0 0,0 0 0 0 0,1-1 1 0 0,-1 1-1 0 0,0 0 0 0 0,0 0 0 0 0,1-1 0 0 0,-1 1 0 0 0,0 0 0 0 0,0-1 0 0 0,21-13-1018 0 0,-21 13 921 0 0,16-8-453 0 0,-13 7 474 0 0,0 1 0 0 0,0-1 0 0 0,0 1 0 0 0,0-1 0 0 0,-1 0 0 0 0,1-1 0 0 0,0 1 0 0 0,3-5 0 0 0,2-6-296 0 0,-7 10 328 0 0,1 1 1 0 0,0-1-1 0 0,0 0 1 0 0,0 1-1 0 0,0-1 1 0 0,0 1-1 0 0,0 0 1 0 0,0-1-1 0 0,1 1 1 0 0,-1 0-1 0 0,1 1 1 0 0,4-3-1 0 0,4-3-79 0 0,2-1-119 0 0,0-1 0 0 0,0 0 1 0 0,22-22-1 0 0,-12 9-91 0 0,1 1 0 0 0,45-30 0 0 0,-62 44 657 0 0,-14 7 61 0 0,-13 5-265 0 0,-10 8 535 0 0,24-3-363 0 0,1 0-63 0 0,0-4-120 0 0,0-1-1 0 0,0 1 1 0 0,0 0 0 0 0,0 0 0 0 0,1 1-1 0 0,0-1 1 0 0,0 1 0 0 0,1 0-1 0 0,0 0 1 0 0,0 0 0 0 0,1 0 0 0 0,0 1-1 0 0,0-1 1 0 0,0 0 0 0 0,1 1-1 0 0,0 0 1 0 0,1-1 0 0 0,0 1 0 0 0,1 14-1 0 0,-1-19-42 0 0,1 1-1 0 0,-1 0 0 0 0,1 0 1 0 0,0-1-1 0 0,0 1 1 0 0,0 0-1 0 0,1-1 1 0 0,-1 1-1 0 0,1-1 0 0 0,0 0 1 0 0,0 0-1 0 0,0 1 1 0 0,0-1-1 0 0,0 0 0 0 0,1-1 1 0 0,-1 1-1 0 0,1 0 1 0 0,0-1-1 0 0,0 1 0 0 0,6 3 1 0 0,6 3 59 0 0,0-1 0 0 0,1 0 0 0 0,21 8-1 0 0,-12-6 21 0 0,-12-5-112 0 0,0 1 0 0 0,0-2 1 0 0,0 0-1 0 0,1 0 0 0 0,0-1 0 0 0,0-1 0 0 0,-1 0 0 0 0,1-1 0 0 0,0-1 0 0 0,0 0 0 0 0,0-1 0 0 0,0 0 0 0 0,25-6 0 0 0,-31 6-19 0 0,0 0-1 0 0,0-1 0 0 0,-1 0 1 0 0,1 0-1 0 0,-1-1 1 0 0,0 0-1 0 0,0 0 1 0 0,0-1-1 0 0,0 0 0 0 0,0 0 1 0 0,-1 0-1 0 0,1-1 1 0 0,-1 0-1 0 0,-1 0 0 0 0,1-1 1 0 0,-1 0-1 0 0,0 1 1 0 0,0-2-1 0 0,0 1 1 0 0,-1-1-1 0 0,0 1 0 0 0,3-9 1 0 0,-2 2-15 0 0,0 1 0 0 0,-1-1 0 0 0,0 0 0 0 0,-1 0 0 0 0,-1 0 0 0 0,0 0 0 0 0,-1 0 0 0 0,0-1 0 0 0,-1 1 0 0 0,-1 0 0 0 0,-3-20 0 0 0,3 26 2 0 0,0 0-1 0 0,-1 0 0 0 0,0 1 1 0 0,0-1-1 0 0,-1 0 0 0 0,0 1 1 0 0,0-1-1 0 0,0 1 0 0 0,-1 0 1 0 0,0 0-1 0 0,0 0 1 0 0,-1 1-1 0 0,0-1 0 0 0,0 1 1 0 0,0 0-1 0 0,0 1 0 0 0,-1-1 1 0 0,1 1-1 0 0,-1 0 0 0 0,-1 0 1 0 0,1 1-1 0 0,0 0 1 0 0,-13-4-1 0 0,18 7 12 0 0,-11-5-264 0 0,-1 1-1 0 0,1 1 1 0 0,-1 0-1 0 0,0 0 0 0 0,0 2 1 0 0,-1 0-1 0 0,-16 0 1 0 0,15 5-194 0 0,12 1-422 0 0,22 8-1791 0 0,5 4-609 0 0,-19 1 667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47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12 1601 0 0,'-5'-1'1801'0'0,"-8"-2"-667"0"0,4 0-713 0 0,1 2-1 0 0,-1-1 0 0 0,1 1 0 0 0,-1 1 0 0 0,1-1 0 0 0,-1 2 0 0 0,-8 0 0 0 0,-14 3 13 0 0,-45 12-1 0 0,66-13-348 0 0,-1 0-1 0 0,1 1 1 0 0,0 0 0 0 0,0 1-1 0 0,1 0 1 0 0,-1 1-1 0 0,-15 11 1 0 0,22-14-51 0 0,0 0 0 0 0,0 0 1 0 0,0 0-1 0 0,0 0 0 0 0,0 0 0 0 0,0 0 1 0 0,1 1-1 0 0,0 0 0 0 0,0-1 0 0 0,0 1 1 0 0,0 0-1 0 0,0 0 0 0 0,1 0 0 0 0,0 0 1 0 0,0 0-1 0 0,0 1 0 0 0,0-1 0 0 0,0 0 0 0 0,1 0 1 0 0,0 1-1 0 0,0-1 0 0 0,0 0 0 0 0,1 0 1 0 0,-1 1-1 0 0,1-1 0 0 0,0 0 0 0 0,0 0 1 0 0,0 0-1 0 0,1 0 0 0 0,0 0 0 0 0,-1 0 1 0 0,1 0-1 0 0,1 0 0 0 0,-1-1 0 0 0,5 7 0 0 0,0-2 34 0 0,0 1-1 0 0,1-1 0 0 0,0 0 0 0 0,0 0 0 0 0,1-1 0 0 0,0 0 0 0 0,0-1 0 0 0,0 0 0 0 0,1 0 0 0 0,0-1 0 0 0,0-1 0 0 0,1 1 0 0 0,10 2 0 0 0,4-3 61 0 0,-1 0 1 0 0,1-2-1 0 0,0 0 1 0 0,-1-2-1 0 0,1-1 1 0 0,0-1-1 0 0,-1-1 1 0 0,41-10-1 0 0,-1 3-113 0 0,3-1-71 0 0,-63 10 62 0 0,1 0 0 0 0,-1-1 0 0 0,0 1 0 0 0,0-1 0 0 0,0 0 1 0 0,0 0-1 0 0,0 0 0 0 0,0-1 0 0 0,-1 1 0 0 0,7-6 0 0 0,-8 2-109 0 0,0-1-1 0 0,-1 1 0 0 0,0 0 0 0 0,0-1 0 0 0,-1 1 1 0 0,1 0-1 0 0,-1-1 0 0 0,-1 1 0 0 0,1-1 0 0 0,-1 1 1 0 0,0 0-1 0 0,0-1 0 0 0,-3-5 0 0 0,4 11 106 0 0,-2-4-478 0 0,0 1 0 0 0,0-1 0 0 0,0 1 0 0 0,-1-1 0 0 0,1 1 0 0 0,-1 0 0 0 0,0 0 0 0 0,0 0 1 0 0,0 0-1 0 0,-1 0 0 0 0,1 1 0 0 0,-1 0 0 0 0,0 0 0 0 0,0 0 0 0 0,-7-4 0 0 0,-20 4-2418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48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0 880 0 0,'-30'0'2241'0'0,"30"19"241"0"0,30 50 639 0 0,30 1-1840 0 0,31-18-1361 0 0,-31-22-81 0 0,0 3 81 0 0,1-8-160 0 0,-1-12-560 0 0,-36-7-641 0 0,7-12-2961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48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91 273 5603 0 0,'-30'0'3761'0'0,"-31"-6"-2640"0"0,91-7-801 0 0,1 1-240 0 0,29-15-80 0 0,61-23-80 0 0,120-46-961 0 0,-66 27-4161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50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239 137 80 0 0,'-80'-6'4135'0'0,"72"5"-3823"0"0,1 0 0 0 0,-1 0 0 0 0,1-1 0 0 0,0 0 0 0 0,0 0-1 0 0,0-1 1 0 0,0 0 0 0 0,0 0 0 0 0,0-1 0 0 0,-11-8 0 0 0,-23-12 686 0 0,39 24-968 0 0,0-1 0 0 0,0 0 0 0 0,0 0 0 0 0,0 0 0 0 0,0 0 1 0 0,0 0-1 0 0,1 0 0 0 0,-1 0 0 0 0,0-1 0 0 0,1 1 0 0 0,-1-1 0 0 0,1 1 0 0 0,-3-4 0 0 0,4 4-18 0 0,0 1-1 0 0,0-1 1 0 0,0 1-1 0 0,0-1 1 0 0,0 1-1 0 0,0-1 1 0 0,0 1-1 0 0,0-1 1 0 0,0 1-1 0 0,1-1 1 0 0,-1 1-1 0 0,0-1 1 0 0,0 1-1 0 0,0-1 1 0 0,1 1-1 0 0,-1-1 1 0 0,0 1-1 0 0,1-1 1 0 0,-1 1-1 0 0,0-1 1 0 0,1 1-1 0 0,-1 0 1 0 0,0-1-1 0 0,1 1 1 0 0,-1 0-1 0 0,1-1 0 0 0,-1 1 1 0 0,1 0-1 0 0,-1 0 1 0 0,1-1-1 0 0,-1 1 1 0 0,1 0-1 0 0,9-4 104 0 0,0 1 0 0 0,0 0 0 0 0,20-3 0 0 0,-17 4-94 0 0,35-6 60 0 0,0 1 1 0 0,0 3 0 0 0,0 1-1 0 0,0 3 1 0 0,1 2 0 0 0,-1 2-1 0 0,92 20 1 0 0,-126-21-66 0 0,1 1-1 0 0,-1 0 0 0 0,-1 1 1 0 0,1 0-1 0 0,-1 1 0 0 0,0 1 1 0 0,0 0-1 0 0,-1 1 0 0 0,0 0 1 0 0,0 1-1 0 0,-1 0 0 0 0,0 1 1 0 0,0 0-1 0 0,-1 0 0 0 0,-1 1 1 0 0,0 1-1 0 0,0 0 0 0 0,-1 0 1 0 0,11 22-1 0 0,-18-30-10 0 0,1-1 1 0 0,-1 1-1 0 0,0-1 1 0 0,0 1-1 0 0,0-1 0 0 0,0 1 1 0 0,-1-1-1 0 0,1 1 0 0 0,-1 0 1 0 0,0-1-1 0 0,0 1 1 0 0,-1 0-1 0 0,0 4 0 0 0,0-5 7 0 0,1-1-1 0 0,-1 0 0 0 0,0 0 0 0 0,-1 0 0 0 0,1 0 1 0 0,0 1-1 0 0,-1-2 0 0 0,1 1 0 0 0,-1 0 0 0 0,1 0 1 0 0,-1 0-1 0 0,0-1 0 0 0,0 1 0 0 0,0-1 0 0 0,-3 3 1 0 0,-6 1 43 0 0,0-1 1 0 0,0 0 0 0 0,0 0-1 0 0,-1-1 1 0 0,1-1 0 0 0,-19 2 0 0 0,0 1 6 0 0,12-4-40 0 0,1-1 0 0 0,0-1 1 0 0,0 0-1 0 0,-1-1 0 0 0,1-1 0 0 0,0 0 0 0 0,-26-10 1 0 0,31 9-14 0 0,8 4-1 0 0,1-1-1 0 0,-1 0 1 0 0,1-1 0 0 0,0 1 0 0 0,-1-1 0 0 0,1 1-1 0 0,0-1 1 0 0,0 0 0 0 0,0 0 0 0 0,1 0 0 0 0,-1 0 0 0 0,0-1-1 0 0,1 1 1 0 0,-1-1 0 0 0,1 0 0 0 0,0 0 0 0 0,0 0-1 0 0,0 0 1 0 0,0 0 0 0 0,0 0 0 0 0,1 0 0 0 0,0 0 0 0 0,-1-1-1 0 0,1 1 1 0 0,0-1 0 0 0,1 1 0 0 0,-1-1 0 0 0,0-4-1 0 0,1 7-1 0 0,0 0 0 0 0,0 0 0 0 0,1 1-1 0 0,-1-1 1 0 0,0 0 0 0 0,0 0 0 0 0,1 1-1 0 0,-1-1 1 0 0,0 0 0 0 0,1 0-1 0 0,-1 1 1 0 0,0-1 0 0 0,1 0 0 0 0,-1 1-1 0 0,1-1 1 0 0,-1 0 0 0 0,1 1-1 0 0,0-1 1 0 0,-1 1 0 0 0,1-1 0 0 0,-1 1-1 0 0,1-1 1 0 0,0 1 0 0 0,0 0-1 0 0,-1-1 1 0 0,1 1 0 0 0,0 0 0 0 0,0 0-1 0 0,-1-1 1 0 0,1 1 0 0 0,0 0 0 0 0,0 0-1 0 0,-1 0 1 0 0,1 0 0 0 0,0 0-1 0 0,0 0 1 0 0,0 0 0 0 0,0 0 0 0 0,48 7 357 0 0,2 5-21 0 0,0 3 0 0 0,83 36-1 0 0,-89-33-178 0 0,31 13 90 0 0,90 53 1 0 0,-156-77-423 0 0,0-1 1 0 0,1 0 0 0 0,0 0 0 0 0,0-2-1 0 0,0 1 1 0 0,1-1 0 0 0,0-1 0 0 0,-1 0 0 0 0,1 0-1 0 0,0-1 1 0 0,1-1 0 0 0,-1 0 0 0 0,0-1-1 0 0,0 0 1 0 0,0-1 0 0 0,0 0 0 0 0,12-3-1 0 0,8-4-1111 0 0,0-1-1 0 0,-1-2 1 0 0,45-22-1 0 0,-10-5-2854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51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5 80 0 0,'-5'-1'290'0'0,"1"0"1"0"0,-1 0-1 0 0,0 0 0 0 0,0 1 0 0 0,0 0 1 0 0,1 0-1 0 0,-1 0 0 0 0,0 1 1 0 0,0-1-1 0 0,0 1 0 0 0,1 0 1 0 0,-1 1-1 0 0,0-1 0 0 0,1 1 0 0 0,-1 0 1 0 0,1 0-1 0 0,0 0 0 0 0,0 1 1 0 0,-1 0-1 0 0,-2 3 0 0 0,3-4-128 0 0,-14 9 363 0 0,1 0 0 0 0,1 2-1 0 0,0-1 1 0 0,-22 25 0 0 0,34-34-478 0 0,1 1 1 0 0,0 0-1 0 0,0 0 1 0 0,0 0-1 0 0,0 0 1 0 0,1 0-1 0 0,-1 0 1 0 0,1 1-1 0 0,0-1 0 0 0,1 1 1 0 0,-1-1-1 0 0,1 1 1 0 0,0 0-1 0 0,0 0 1 0 0,0-1-1 0 0,1 1 1 0 0,-1 0-1 0 0,1 0 1 0 0,0 0-1 0 0,1 0 0 0 0,-1 0 1 0 0,1 0-1 0 0,0-1 1 0 0,0 1-1 0 0,1 0 1 0 0,-1-1-1 0 0,1 1 1 0 0,3 4-1 0 0,40 48 327 0 0,-36-46-301 0 0,0-1 0 0 0,0 0 1 0 0,1 0-1 0 0,1-1 0 0 0,-1 0 1 0 0,2-1-1 0 0,-1 0 1 0 0,1-1-1 0 0,0 0 0 0 0,0-1 1 0 0,1 0-1 0 0,0-1 0 0 0,25 7 1 0 0,-32-10-45 0 0,-1-1 1 0 0,1 1-1 0 0,0-1 1 0 0,0 0-1 0 0,0-1 1 0 0,0 1-1 0 0,0-1 1 0 0,0 0 0 0 0,0-1-1 0 0,0 1 1 0 0,-1-1-1 0 0,1 0 1 0 0,9-3-1 0 0,-13 3-22 0 0,-1 1 0 0 0,1-1 0 0 0,0 0 0 0 0,0 1 0 0 0,0-1 0 0 0,-1 0-1 0 0,1 0 1 0 0,0 0 0 0 0,-1 0 0 0 0,1 0 0 0 0,-1 0 0 0 0,1-1 0 0 0,-1 1 0 0 0,1-1-1 0 0,-1 1 1 0 0,0-1 0 0 0,0 1 0 0 0,0-1 0 0 0,0 1 0 0 0,0-1 0 0 0,0 0 0 0 0,0 0-1 0 0,-1 1 1 0 0,1-1 0 0 0,0 0 0 0 0,0-3 0 0 0,-1-3-28 0 0,0 0 0 0 0,0 0 1 0 0,0 0-1 0 0,-1-1 0 0 0,0 1 0 0 0,-3-9 0 0 0,-4-11-446 0 0,-2 1 0 0 0,-1 0 1 0 0,-1 1-1 0 0,-28-47 0 0 0,39 71 415 0 0,-2-3-238 0 0,0 0-1 0 0,0 0 0 0 0,0 0 1 0 0,-1 0-1 0 0,0 0 0 0 0,0 1 0 0 0,0-1 1 0 0,-7-4-1 0 0,7 7-176 0 0,-1 0 0 0 0,0 0 0 0 0,0 1 0 0 0,1-1 0 0 0,-1 1 0 0 0,0 0 0 0 0,0 0 0 0 0,-6 1 0 0 0,5-1-119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51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175 101 2241 0 0,'-12'-13'1260'0'0,"2"0"-308"0"0,-1 0 0 0 0,-1 1 0 0 0,-15-13 0 0 0,23 22-853 0 0,0 1-1 0 0,0-1 1 0 0,0 0-1 0 0,0 1 1 0 0,0 0-1 0 0,-1 0 0 0 0,1 0 1 0 0,-1 1-1 0 0,0 0 1 0 0,1-1-1 0 0,-1 2 0 0 0,0-1 1 0 0,0 0-1 0 0,1 1 1 0 0,-9 0-1 0 0,-11 5 169 0 0,31-1 178 0 0,47 3 346 0 0,-31-4-773 0 0,281 54 1307 0 0,-151-25-459 0 0,2-7-1 0 0,163 6 1 0 0,658-80 224 0 0,-962 48-1073 0 0,132-8 58 0 0,220 13-1 0 0,-261 5-88 0 0,0 5 0 0 0,178 46-1 0 0,-233-46-584 0 0,0 3-1 0 0,64 31 0 0 0,-89-34-815 0 0,0 0 1 0 0,-1 2 0 0 0,24 20 0 0 0,-12-7-4349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52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61 338 1681 0 0,'5'-119'6091'0'0,"-3"102"-5573"0"0,0 1 1 0 0,1-1 0 0 0,1 1-1 0 0,10-25 1 0 0,-12 35-478 0 0,1 0 0 0 0,1 0 0 0 0,-1 0 0 0 0,1 0 0 0 0,0 1 0 0 0,1-1 0 0 0,-1 1 0 0 0,1 0 0 0 0,0 0 0 0 0,0 1 0 0 0,1-1 0 0 0,0 1-1 0 0,10-6 1 0 0,-3 4-47 0 0,1 0-1 0 0,-1 1 0 0 0,1 0 1 0 0,0 1-1 0 0,17-3 0 0 0,-26 10 139 0 0,-5 10-116 0 0,0 5-4 0 0,-1-4 17 0 0,0-1-1 0 0,-1 1 0 0 0,-1-1 1 0 0,0 0-1 0 0,0 0 0 0 0,-7 15 0 0 0,-41 84 432 0 0,29-67-224 0 0,-27 43 6 0 0,-8 19-177 0 0,46-81-103 0 0,0-1-1 0 0,2 1 1 0 0,0 1 0 0 0,2 0-1 0 0,1 0 1 0 0,1 1-1 0 0,-1 31 1 0 0,6-55-26 0 0,0 0-1 0 0,0 0 1 0 0,0-1 0 0 0,1 1-1 0 0,0 0 1 0 0,0 0 0 0 0,0-1-1 0 0,2 6 1 0 0,-3-8 10 0 0,1 0 0 0 0,-1 0 0 0 0,1 0 0 0 0,0 0 0 0 0,0 0 0 0 0,-1 0 0 0 0,1 0 0 0 0,0 0 0 0 0,0-1 0 0 0,0 1 0 0 0,0 0 0 0 0,0 0 0 0 0,0-1 0 0 0,0 1 0 0 0,0-1 0 0 0,0 1 0 0 0,0-1 0 0 0,3 1 0 0 0,2 0-213 0 0,-1-1-1 0 0,1-1 1 0 0,0 1-1 0 0,0-1 0 0 0,-1 0 1 0 0,1-1-1 0 0,-1 1 0 0 0,1-1 1 0 0,-1 0-1 0 0,8-4 0 0 0,67-29-4174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52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366 172 3362 0 0,'-40'16'1756'0'0,"0"1"0"0"0,-62 39 1 0 0,49-29-1467 0 0,37-20-231 0 0,1 1 0 0 0,0 0 0 0 0,0 1 0 0 0,-24 20 0 0 0,36-26-36 0 0,0-1 0 0 0,1 1 0 0 0,-1 0 0 0 0,1-1 0 0 0,0 1-1 0 0,0 0 1 0 0,0 0 0 0 0,0 1 0 0 0,1-1 0 0 0,-1 0 0 0 0,1 1 0 0 0,0-1 0 0 0,0 0 0 0 0,0 1 0 0 0,0 0 0 0 0,1-1 0 0 0,-1 1 0 0 0,1-1-1 0 0,0 1 1 0 0,0 0 0 0 0,0-1 0 0 0,1 1 0 0 0,-1-1 0 0 0,1 1 0 0 0,0-1 0 0 0,0 1 0 0 0,2 5 0 0 0,0-4 13 0 0,0 0 0 0 0,0 0 0 0 0,0-1 1 0 0,0 1-1 0 0,1-1 0 0 0,0 0 0 0 0,0 0 0 0 0,0 0 1 0 0,0-1-1 0 0,0 1 0 0 0,1-1 0 0 0,-1 0 1 0 0,10 4-1 0 0,2 1 50 0 0,1-1 1 0 0,0-1 0 0 0,17 5 0 0 0,-14-8-37 0 0,-1 0 0 0 0,1-2 1 0 0,0 0-1 0 0,0-1 0 0 0,0-1 1 0 0,-1-1-1 0 0,1 0 0 0 0,-1-2 1 0 0,1 0-1 0 0,18-7 0 0 0,-36 10-43 0 0,9-1 15 0 0,0-2 0 0 0,0 1 1 0 0,0-1-1 0 0,-1-1 0 0 0,0 0 1 0 0,1 0-1 0 0,-2-1 0 0 0,1-1 1 0 0,-1 1-1 0 0,0-1 0 0 0,0-1 0 0 0,-1 0 1 0 0,0 0-1 0 0,0-1 0 0 0,-1 0 1 0 0,0 0-1 0 0,-1 0 0 0 0,0-1 0 0 0,0 0 1 0 0,6-16-1 0 0,-8 13-26 0 0,0-1 0 0 0,-1 0-1 0 0,0 1 1 0 0,-1-1 0 0 0,0 0 0 0 0,-1 0-1 0 0,-1 0 1 0 0,0 0 0 0 0,-1 0 0 0 0,-1 0-1 0 0,0 0 1 0 0,-1 0 0 0 0,0 1 0 0 0,-1-1-1 0 0,-9-20 1 0 0,8 24-51 0 0,1 1 1 0 0,-2 0-1 0 0,1 0 1 0 0,-1 1-1 0 0,0-1 1 0 0,-1 1-1 0 0,0 1 0 0 0,-1-1 1 0 0,1 1-1 0 0,-17-11 1 0 0,23 16-41 0 0,-1 1 0 0 0,0-1 0 0 0,0 0 0 0 0,0 1 0 0 0,0 0 0 0 0,0-1 0 0 0,0 1 0 0 0,0 0 0 0 0,0 0 0 0 0,0 0 1 0 0,-1 0-1 0 0,1 0 0 0 0,0 1 0 0 0,-1-1 0 0 0,1 1 0 0 0,0 0 0 0 0,-1-1 0 0 0,1 1 0 0 0,-1 0 0 0 0,1 0 0 0 0,0 1 0 0 0,-1-1 0 0 0,1 0 0 0 0,-1 1 1 0 0,1-1-1 0 0,0 1 0 0 0,0 0 0 0 0,-1 0 0 0 0,1 0 0 0 0,0 0 0 0 0,0 0 0 0 0,0 1 0 0 0,0-1 0 0 0,0 1 0 0 0,0-1 0 0 0,0 1 0 0 0,1-1 1 0 0,-1 1-1 0 0,0 0 0 0 0,1 0 0 0 0,0 0 0 0 0,-2 3 0 0 0,-27 36-2573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53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445 22 1441 0 0,'-15'-5'767'0'0,"0"0"1"0"0,-1 1-1 0 0,1 1 1 0 0,-1 1 0 0 0,0 0-1 0 0,0 1 1 0 0,-20 2-1 0 0,19 0-589 0 0,0 0-1 0 0,-1 2 1 0 0,1 0-1 0 0,1 1 1 0 0,-1 1-1 0 0,0 0 1 0 0,1 1-1 0 0,0 1 1 0 0,1 0-1 0 0,-1 1 1 0 0,-13 11-1 0 0,23-15-160 0 0,0 1 1 0 0,1 1-1 0 0,-1-1 0 0 0,1 1 0 0 0,0 0 1 0 0,1 0-1 0 0,-1 0 0 0 0,1 1 0 0 0,1-1 1 0 0,-6 14-1 0 0,0 3 124 0 0,2 1 0 0 0,-5 27 1 0 0,11-43-98 0 0,0 0 1 0 0,0 0 0 0 0,1 1-1 0 0,0-1 1 0 0,1 0 0 0 0,0 0-1 0 0,0 1 1 0 0,0-1 0 0 0,1 0-1 0 0,4 10 1 0 0,4 7 206 0 0,22 42 0 0 0,-27-58-204 0 0,0 0 11 0 0,0-1 1 0 0,0-1-1 0 0,1 1 0 0 0,1-1 1 0 0,-1 0-1 0 0,1-1 0 0 0,0 1 0 0 0,0-1 1 0 0,1-1-1 0 0,0 1 0 0 0,0-1 0 0 0,0-1 1 0 0,1 1-1 0 0,0-1 0 0 0,-1-1 1 0 0,11 3-1 0 0,-8-3 7 0 0,0 0 1 0 0,0-1-1 0 0,0 0 1 0 0,0-1-1 0 0,0 0 1 0 0,0-1-1 0 0,0 0 1 0 0,0-1-1 0 0,1 0 1 0 0,-1-1-1 0 0,0 0 1 0 0,-1 0-1 0 0,17-7 1 0 0,-26 9-62 0 0,1-1 0 0 0,0 0 1 0 0,0 0-1 0 0,-1 0 0 0 0,1 0 0 0 0,-1 0 1 0 0,1 0-1 0 0,-1 0 0 0 0,1 0 0 0 0,-1 0 1 0 0,0-1-1 0 0,1 1 0 0 0,-1-1 0 0 0,0 1 1 0 0,0-1-1 0 0,0 1 0 0 0,0-1 0 0 0,1-3 1 0 0,1-37-443 0 0,-3 23 61 0 0,-5-36-1691 0 0,-20-12-2800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54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568 0 1201 0 0,'-30'14'2401'0'0,"30"-3"-561"0"0,-91 36 402 0 0,7 27-402 0 0,23 3-1119 0 0,31 19-401 0 0,-30-1 240 0 0,-31 14 320 0 0,31-1 81 0 0,29-20-401 0 0,1 8-320 0 0,30 6-240 0 0,0 0-560 0 0,30-19-961 0 0,31-45-2561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55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269 188 2161 0 0,'-6'-1'573'0'0,"-11"-3"958"0"0,17 4-1503 0 0,0 0-1 0 0,-1 0 1 0 0,1 0-1 0 0,0 1 1 0 0,-1-1-1 0 0,1 0 1 0 0,0 0-1 0 0,-1 0 0 0 0,1 0 1 0 0,0 0-1 0 0,-1 0 1 0 0,1 0-1 0 0,0 1 1 0 0,-1-1-1 0 0,1 0 1 0 0,0 0-1 0 0,0 0 0 0 0,-1 1 1 0 0,1-1-1 0 0,0 0 1 0 0,0 0-1 0 0,0 1 1 0 0,-1-1-1 0 0,1 0 1 0 0,0 1-1 0 0,0-1 0 0 0,0 0 1 0 0,0 1-1 0 0,0-1 1 0 0,-1 0-1 0 0,1 1 1 0 0,0-1-1 0 0,0 0 1 0 0,0 1-1 0 0,0-1 0 0 0,0 0 1 0 0,0 1-1 0 0,0-1 1 0 0,1 1-32 0 0,0 0-1 0 0,-1 0 1 0 0,1-1 0 0 0,0 1 0 0 0,-1-1-1 0 0,1 1 1 0 0,0-1 0 0 0,0 1 0 0 0,0-1-1 0 0,-1 1 1 0 0,1-1 0 0 0,0 0 0 0 0,0 1-1 0 0,0-1 1 0 0,0 0 0 0 0,0 0 0 0 0,0 0-1 0 0,0 0 1 0 0,0 0 0 0 0,0 0 0 0 0,0 0 0 0 0,0 0-1 0 0,-1 0 1 0 0,1 0 0 0 0,0 0 0 0 0,0-1-1 0 0,1 1 1 0 0,-2 0 3 0 0,6-4 1 0 0,-2-10 228 0 0,12 9-173 0 0,-11 5-18 0 0,-5-1-18 0 0,1 1 0 0 0,-1 0 1 0 0,0-1-1 0 0,1 1 0 0 0,-1-1 0 0 0,1 1 1 0 0,-1 0-1 0 0,0-1 0 0 0,1 1 1 0 0,-1-1-1 0 0,0 1 0 0 0,0-1 0 0 0,1 1 1 0 0,-1-1-1 0 0,0 1 0 0 0,0-1 0 0 0,0 1 1 0 0,0-1-1 0 0,1 1 0 0 0,-1-1 0 0 0,0 1 1 0 0,0-1-1 0 0,0 1 0 0 0,0-1 1 0 0,0 0-1 0 0,0 1 0 0 0,-1-1 0 0 0,1 1 1 0 0,0-1-1 0 0,0 1 0 0 0,0-1 0 0 0,0 1 1 0 0,-1-1-1 0 0,1 1 0 0 0,0-1 1 0 0,0 1-1 0 0,-1-1 0 0 0,1 1 0 0 0,0 0 1 0 0,-1-1-1 0 0,1 1 0 0 0,-1-1 0 0 0,1 1 1 0 0,-1-1-1 0 0,-1 0-6 0 0,0 0 0 0 0,1 0 0 0 0,-1 0 0 0 0,0-1 0 0 0,1 1 0 0 0,0 0-1 0 0,-1-1 1 0 0,1 1 0 0 0,0-1 0 0 0,0 1 0 0 0,-1-1 0 0 0,1 0 0 0 0,0 0 0 0 0,1 1 0 0 0,-2-4 0 0 0,-1-37 87 0 0,2 39-99 0 0,1 0 0 0 0,0 0 0 0 0,0 0 1 0 0,0 0-1 0 0,0 0 0 0 0,1 0 0 0 0,-1 0 0 0 0,1 0 1 0 0,0 1-1 0 0,0-1 0 0 0,0 0 0 0 0,0 0 1 0 0,0 1-1 0 0,1-1 0 0 0,-1 0 0 0 0,1 1 0 0 0,0 0 1 0 0,0-1-1 0 0,0 1 0 0 0,0 0 0 0 0,4-4 0 0 0,-1-15 219 0 0,-5 19 19 0 0,0 17-111 0 0,0 8 12 0 0,0 1 27 0 0,0 1 0 0 0,-5 30 0 0 0,-15 28 33 0 0,19-80-196 0 0,-1 14 56 0 0,-1 0 0 0 0,-1 0-1 0 0,0 0 1 0 0,-1-1-1 0 0,-1 1 1 0 0,-1-1-1 0 0,0 0 1 0 0,-1-1-1 0 0,-11 16 1 0 0,-14 19 54 0 0,-68 108 230 0 0,89-136-316 0 0,1 1 0 0 0,1 0 0 0 0,1 1 0 0 0,1 0 1 0 0,-8 39-1 0 0,13-44-273 0 0,0 1 1 0 0,2-1-1 0 0,0 1 1 0 0,1 0-1 0 0,1-1 1 0 0,1 1-1 0 0,1 0 1 0 0,0-1-1 0 0,2 0 0 0 0,0 0 1 0 0,9 21-1 0 0,16 9-4130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56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0 480 0 0,'-6'6'577'0'0,"1"0"0"0"0,-1-1 0 0 0,0 1-1 0 0,0-1 1 0 0,0 0 0 0 0,-1-1 0 0 0,0 0 0 0 0,-8 4-1 0 0,-1-2 208 0 0,-1 0-1 0 0,0-2 0 0 0,-19 3 0 0 0,34-6-765 0 0,1-1-1 0 0,-1 1 1 0 0,1-1-1 0 0,-1 1 1 0 0,1 0-1 0 0,-1-1 1 0 0,1 1-1 0 0,0 0 1 0 0,-1 0-1 0 0,1 0 1 0 0,0 0-1 0 0,0 0 1 0 0,0 1 0 0 0,0-1-1 0 0,0 0 1 0 0,0 1-1 0 0,0-1 1 0 0,0 0-1 0 0,0 1 1 0 0,1-1-1 0 0,-1 1 1 0 0,0-1-1 0 0,1 1 1 0 0,-1-1-1 0 0,1 1 1 0 0,0 0 0 0 0,0-1-1 0 0,-1 1 1 0 0,1-1-1 0 0,0 1 1 0 0,0 0-1 0 0,1-1 1 0 0,-1 1-1 0 0,1 2 1 0 0,1 11 38 0 0,1 0 1 0 0,0 0 0 0 0,7 16-1 0 0,-1-2-29 0 0,1 12 16 0 0,-1 0 1 0 0,-2 0-1 0 0,2 75 1 0 0,-11-3 97 0 0,2 97 52 0 0,2-175-190 0 0,1 0 0 0 0,2-1 0 0 0,17 63 0 0 0,-19-88-55 0 0,1 4-33 0 0,1 1 1 0 0,0-1-1 0 0,10 19 0 0 0,-13-29-34 0 0,-1 0 1 0 0,1 0 0 0 0,1 0-1 0 0,-1-1 1 0 0,0 1-1 0 0,1 0 1 0 0,-1-1-1 0 0,1 0 1 0 0,-1 0-1 0 0,1 1 1 0 0,0-1-1 0 0,0-1 1 0 0,0 1-1 0 0,0 0 1 0 0,1-1-1 0 0,-1 0 1 0 0,0 0-1 0 0,1 0 1 0 0,4 1-1 0 0,2-2-748 0 0,0 0 0 0 0,0-1 0 0 0,1 0 0 0 0,-1-1 0 0 0,0 0 0 0 0,13-5 0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57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29 1761 0 0,'-6'-1'680'0'0,"5"1"-564"0"0,0 0 0 0 0,0 0 0 0 0,0 0 0 0 0,0 0 1 0 0,0 0-1 0 0,0 0 0 0 0,1 0 0 0 0,-1 0 0 0 0,0-1 0 0 0,0 1 1 0 0,0 0-1 0 0,0 0 0 0 0,0-1 0 0 0,1 1 0 0 0,-1-1 0 0 0,0 1 0 0 0,0-1 1 0 0,1 1-1 0 0,-1-1 0 0 0,0 0 0 0 0,0 1 0 0 0,1-1 0 0 0,-1 0 1 0 0,1 1-1 0 0,-1-1 0 0 0,1 0 0 0 0,-1 0 0 0 0,1 1 0 0 0,-1-1 1 0 0,1 0-1 0 0,0 0 0 0 0,-1 0 0 0 0,1 0 0 0 0,0 0 0 0 0,0 1 0 0 0,0-1 1 0 0,0 0-1 0 0,0 0 0 0 0,0 0 0 0 0,0-1 0 0 0,0 1-36 0 0,-2 0-5 0 0,0 1 0 0 0,-1-1 0 0 0,1 1 0 0 0,0-1 0 0 0,0 1 0 0 0,0 0 0 0 0,0 0 0 0 0,-1 0 0 0 0,1 0 0 0 0,0 0 0 0 0,0 0 0 0 0,0 1 0 0 0,0-1 0 0 0,0 1-1 0 0,0 0 1 0 0,0-1 0 0 0,-4 3 0 0 0,-1 0-15 0 0,0-1 0 0 0,0 2 0 0 0,1-1-1 0 0,-1 1 1 0 0,-8 6 0 0 0,10-5 7 0 0,-1 1 0 0 0,2-1 1 0 0,-1 1-1 0 0,0 0 0 0 0,1 1 1 0 0,0-1-1 0 0,1 1 0 0 0,0-1 1 0 0,0 1-1 0 0,0 0 0 0 0,0 0 1 0 0,1 1-1 0 0,1-1 0 0 0,-2 13 1 0 0,-13 40 349 0 0,-12 5-191 0 0,18-46-184 0 0,2-1 1 0 0,0 2-1 0 0,2-1 1 0 0,0 1-1 0 0,-4 21 0 0 0,0 70 185 0 0,0-57-104 0 0,4-25-20 0 0,1 0 0 0 0,-2 42 0 0 0,7-65-147 0 0,0-1 0 0 0,0 1 0 0 0,0 0 0 0 0,1-1 1 0 0,-1 1-1 0 0,2-1 0 0 0,-1 1 0 0 0,0-1 1 0 0,1 1-1 0 0,0-1 0 0 0,1 0 0 0 0,-1 0 1 0 0,1 0-1 0 0,0 0 0 0 0,0 0 0 0 0,0-1 0 0 0,1 1 1 0 0,4 4-1 0 0,-6-7-55 0 0,1-1-1 0 0,-1 1 1 0 0,1-1-1 0 0,-1 1 1 0 0,1-1 0 0 0,0 0-1 0 0,0 0 1 0 0,-1 0 0 0 0,1 0-1 0 0,0-1 1 0 0,0 1-1 0 0,0-1 1 0 0,0 0 0 0 0,0 0-1 0 0,0 0 1 0 0,-1 0-1 0 0,1 0 1 0 0,0 0 0 0 0,6-2-1 0 0,7-3-983 0 0,1-1-1 0 0,-1-1 0 0 0,20-11 0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57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23 3682 0 0,'-133'-3'4719'0'0,"-61"13"-3356"0"0,176-9-1154 0 0,-14 1 176 0 0,31-2-372 0 0,1 0-1 0 0,-1 0 1 0 0,0 0-1 0 0,1 0 1 0 0,-1 0 0 0 0,0 0-1 0 0,1 0 1 0 0,-1 1-1 0 0,0-1 1 0 0,1 0 0 0 0,-1 0-1 0 0,1 0 1 0 0,-1 1-1 0 0,0-1 1 0 0,1 0 0 0 0,-1 1-1 0 0,1-1 1 0 0,-1 1-1 0 0,1-1 1 0 0,-1 1 0 0 0,1-1-1 0 0,-1 1 1 0 0,1-1-1 0 0,-1 1 1 0 0,1-1 0 0 0,-1 2-1 0 0,6-1 108 0 0,136-15 850 0 0,20-2-472 0 0,-57 11-746 0 0,134-3-5040 0 0,-198 12 2006 0 0,-10 4 374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58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25 2881 0 0,'-61'-19'4642'0'0,"31"13"-3041"0"0,0 20-1281 0 0,60-14-240 0 0,30 0 0 0 0,1 0 0 0 0,29 0 0 0 0,91 0-560 0 0,115-14-3682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59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626 12 560 0 0,'5'0'1788'0'0,"45"-5"1987"0"0,-45 4-2134 0 0,-95 0-601 0 0,-36-3-493 0 0,-165 16 0 0 0,278-11-501 0 0,0 0 1 0 0,0 1 0 0 0,0 1-1 0 0,0 0 1 0 0,0 1 0 0 0,-22 9-1 0 0,32-12-37 0 0,1 1 1 0 0,-1 0-1 0 0,1-1 1 0 0,-1 1-1 0 0,1 0 0 0 0,-1 0 1 0 0,1 0-1 0 0,0 1 0 0 0,0-1 1 0 0,0 0-1 0 0,0 1 0 0 0,1 0 1 0 0,-1-1-1 0 0,1 1 0 0 0,-1 0 1 0 0,1 0-1 0 0,0 0 0 0 0,0-1 1 0 0,0 1-1 0 0,1 0 1 0 0,-1 0-1 0 0,1 1 0 0 0,-1-1 1 0 0,1 0-1 0 0,0 0 0 0 0,0 0 1 0 0,1 0-1 0 0,-1 0 0 0 0,0 0 1 0 0,1 0-1 0 0,0 0 0 0 0,0 0 1 0 0,0 0-1 0 0,1 3 0 0 0,2 2-3 0 0,-1 0-1 0 0,1 0 1 0 0,1-1-1 0 0,-1 1 0 0 0,1-1 1 0 0,1 0-1 0 0,-1 0 0 0 0,1-1 1 0 0,1 0-1 0 0,-1 0 0 0 0,1 0 1 0 0,0-1-1 0 0,0 0 0 0 0,0 0 1 0 0,11 5-1 0 0,14 5 27 0 0,1-1 0 0 0,51 15 1 0 0,-18-7 25 0 0,-7-1-45 0 0,-40-15-11 0 0,0 0 0 0 0,-1 1 0 0 0,1 1 0 0 0,-2 1-1 0 0,1 1 1 0 0,25 18 0 0 0,-38-24 5 0 0,0 1-1 0 0,0-1 0 0 0,-1 1 0 0 0,0 0 0 0 0,1 1 1 0 0,-2-1-1 0 0,1 1 0 0 0,4 8 0 0 0,-7-11-2 0 0,0 0 0 0 0,0 0-1 0 0,0 0 1 0 0,0 1-1 0 0,0-1 1 0 0,-1 0 0 0 0,0 1-1 0 0,1-1 1 0 0,-1 0 0 0 0,0 1-1 0 0,-1-1 1 0 0,1 0 0 0 0,-2 5-1 0 0,-1 0 6 0 0,0-1-1 0 0,-1 0 1 0 0,1 0-1 0 0,-2 0 1 0 0,1-1 0 0 0,-1 1-1 0 0,0-1 1 0 0,0 0-1 0 0,-1-1 1 0 0,0 1-1 0 0,0-1 1 0 0,0 0-1 0 0,-11 6 1 0 0,16-10-8 0 0,-39 28 36 0 0,-2-1 1 0 0,-1-2-1 0 0,-68 30 0 0 0,97-50-36 0 0,-1-1-1 0 0,0 0 0 0 0,0-2 0 0 0,0 0 1 0 0,0 0-1 0 0,-30 0 0 0 0,36-3-11 0 0,0-1 1 0 0,0 0-1 0 0,0-1 0 0 0,0 1 1 0 0,0-2-1 0 0,0 1 0 0 0,1-1 1 0 0,-1-1-1 0 0,1 1 0 0 0,0-1 1 0 0,0-1-1 0 0,-14-9 0 0 0,20 12 11 0 0,0 0-1 0 0,-1 1 1 0 0,1-1 0 0 0,0 0-1 0 0,0 0 1 0 0,0 0-1 0 0,0 0 1 0 0,0-1-1 0 0,0 1 1 0 0,1 0-1 0 0,-1-1 1 0 0,1 1-1 0 0,0-1 1 0 0,0 0-1 0 0,0 1 1 0 0,0-1-1 0 0,0 0 1 0 0,0 0-1 0 0,1 0 1 0 0,-1 0 0 0 0,1 1-1 0 0,0-1 1 0 0,0 0-1 0 0,0 0 1 0 0,0 0-1 0 0,1 0 1 0 0,-1 0-1 0 0,1 0 1 0 0,-1 1-1 0 0,2-4 1 0 0,3-4 0 0 0,0 0 0 0 0,1 1 0 0 0,-1-1 1 0 0,2 1-1 0 0,0 1 0 0 0,9-11 0 0 0,-14 17 0 0 0,22-24-10 0 0,2 0 0 0 0,0 2 0 0 0,59-41 0 0 0,93-42-65 0 0,16-10 30 0 0,-192 115 36 0 0,1 1 0 0 0,-1-1 1 0 0,0 1-1 0 0,1-1 0 0 0,-1 0 0 0 0,0 0 0 0 0,0 0 0 0 0,0 0 1 0 0,-1 0-1 0 0,1 0 0 0 0,0-1 0 0 0,-1 1 0 0 0,1 0 1 0 0,-1-1-1 0 0,0 0 0 0 0,0 1 0 0 0,0-1 0 0 0,0 1 1 0 0,-1-1-1 0 0,1 0 0 0 0,0 0 0 0 0,-1 0 0 0 0,0 1 0 0 0,0-1 1 0 0,0 0-1 0 0,0 0 0 0 0,-1-5 0 0 0,0 5-17 0 0,0 1-1 0 0,-1-1 1 0 0,1 0 0 0 0,-1 1-1 0 0,1-1 1 0 0,-1 1-1 0 0,0 0 1 0 0,0-1 0 0 0,0 1-1 0 0,0 0 1 0 0,0 0 0 0 0,-1 0-1 0 0,1 1 1 0 0,0-1-1 0 0,-1 0 1 0 0,0 1 0 0 0,1 0-1 0 0,-1-1 1 0 0,0 1-1 0 0,0 0 1 0 0,1 1 0 0 0,-6-2-1 0 0,3 1-773 0 0,0 1 0 0 0,1 0 373 0 0,-12 1-130 0 0,11 11-3435 0 0,5 0 1818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59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539 16 560 0 0,'-5'-1'2028'0'0,"-16"-3"165"0"0,8 1-1849 0 0,-1 0-1 0 0,1 1 0 0 0,-1 1 0 0 0,1 0 0 0 0,-1 1 1 0 0,1 0-1 0 0,-1 1 0 0 0,-13 3 0 0 0,6-1-185 0 0,-9 2 138 0 0,-49 14 0 0 0,70-16-244 0 0,-1 0 0 0 0,1 1 0 0 0,1 0-1 0 0,-1 0 1 0 0,0 1 0 0 0,1 0 0 0 0,0 1 0 0 0,0-1 0 0 0,1 2 0 0 0,-9 8 0 0 0,-25 28 176 0 0,30-33-146 0 0,1-1 1 0 0,0 1-1 0 0,1 1 0 0 0,1 0 1 0 0,-1 0-1 0 0,2 1 0 0 0,-1-1 1 0 0,2 2-1 0 0,0-1 0 0 0,-9 26 1 0 0,13-27-45 0 0,0 0-1 0 0,1 0 1 0 0,0 0 0 0 0,0 0 0 0 0,1 0 0 0 0,1 0 0 0 0,0 0-1 0 0,1 0 1 0 0,0 0 0 0 0,0-1 0 0 0,1 1 0 0 0,1-1 0 0 0,0 1-1 0 0,0-1 1 0 0,1 0 0 0 0,0-1 0 0 0,7 10 0 0 0,-3-6 7 0 0,0-1 0 0 0,1-1 0 0 0,0 1 0 0 0,1-2 0 0 0,1 0 0 0 0,0 0 0 0 0,0-1 1 0 0,0 0-1 0 0,1-1 0 0 0,1 0 0 0 0,-1-2 0 0 0,22 9 0 0 0,2-2-5 0 0,0-2 0 0 0,1-2 0 0 0,1-1-1 0 0,-1-2 1 0 0,40 2 0 0 0,-59-8-29 0 0,1 0 1 0 0,-1-2-1 0 0,0 0 0 0 0,1-1 0 0 0,25-7 1 0 0,-35 7-4 0 0,0-1 1 0 0,0 0-1 0 0,0 0 1 0 0,0-1-1 0 0,-1 0 1 0 0,0-1-1 0 0,0 0 1 0 0,0-1-1 0 0,-1 1 1 0 0,12-14-1 0 0,-15 14-7 0 0,-1 1-1 0 0,0-1 1 0 0,0 0 0 0 0,-1 0-1 0 0,1 0 1 0 0,-1-1-1 0 0,-1 1 1 0 0,1-1 0 0 0,-1 0-1 0 0,-1 0 1 0 0,1 1-1 0 0,-1-1 1 0 0,0 0-1 0 0,0 0 1 0 0,-1 0 0 0 0,-1-10-1 0 0,-1-2-15 0 0,-1 1 0 0 0,0-1-1 0 0,-1 1 1 0 0,-13-31-1 0 0,12 35 11 0 0,-1 1 0 0 0,0 0-1 0 0,-1 0 1 0 0,-1 0 0 0 0,0 1-1 0 0,0 0 1 0 0,-2 1 0 0 0,1 0-1 0 0,-1 0 1 0 0,-1 1 0 0 0,0 0-1 0 0,-21-14 1 0 0,12 12 12 0 0,0 1 0 0 0,0 1 0 0 0,-1 1 0 0 0,-1 0 0 0 0,0 2 0 0 0,0 0 0 0 0,-32-4 0 0 0,30 6-552 0 0,0 1 0 0 0,-1 0-1 0 0,1 2 1 0 0,-1 1 0 0 0,0 2 0 0 0,1 0-1 0 0,-46 8 1 0 0,10 8-4364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15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21 3121 0 0,'-25'-5'2495'0'0,"20"4"-1001"0"0,10 1-640 0 0,115-4 386 0 0,20-4-933 0 0,-76 5-130 0 0,25 4 99 0 0,-36 0-89 0 0,-88 1-162 0 0,-1 2 0 0 0,1 1 0 0 0,0 2-1 0 0,0 1 1 0 0,1 2 0 0 0,-41 17 0 0 0,70-24-25 0 0,0-1 0 0 0,1 0 0 0 0,-1 1 0 0 0,1 0 0 0 0,0 0 0 0 0,0 0 0 0 0,0 1 0 0 0,0-1 0 0 0,1 1 0 0 0,-1 0 0 0 0,1 0 0 0 0,0 0 0 0 0,0 1 0 0 0,-4 7 0 0 0,5-7 0 0 0,-1 0 0 0 0,0-1 0 0 0,0 1 0 0 0,0-1 0 0 0,-1 0 0 0 0,0 0 0 0 0,-8 7 0 0 0,8-8 1 0 0,-19 18 28 0 0,23-21-28 0 0,-1 1-1 0 0,1 0 1 0 0,-1 0 0 0 0,1 0 0 0 0,-1 0-1 0 0,1 0 1 0 0,0 0 0 0 0,-1 0 0 0 0,1 0-1 0 0,0 0 1 0 0,0 0 0 0 0,0 0 0 0 0,0 0-1 0 0,0 0 1 0 0,0 0 0 0 0,0 0 0 0 0,0 0-1 0 0,0 0 1 0 0,0 0 0 0 0,1 0 0 0 0,-1-1-1 0 0,0 1 1 0 0,1 0 0 0 0,-1 0 0 0 0,0 0-1 0 0,1 0 1 0 0,-1 0 0 0 0,1 0 0 0 0,0 0-1 0 0,0 0 1 0 0,8 9-17 0 0,-8-9 10 0 0,1 0 1 0 0,-1 0-1 0 0,0 1 1 0 0,0-1-1 0 0,0 1 1 0 0,1-1-1 0 0,-1 1 1 0 0,0-1 0 0 0,-1 1-1 0 0,1-1 1 0 0,0 1-1 0 0,0 0 1 0 0,-1 0-1 0 0,1-1 1 0 0,-1 1-1 0 0,1 0 1 0 0,-1 0-1 0 0,0 2 1 0 0,1-2 8 0 0,-1 0-1 0 0,1 0 1 0 0,-1 0 0 0 0,1 0-1 0 0,0 0 1 0 0,0 0 0 0 0,0 0-1 0 0,0-1 1 0 0,0 1 0 0 0,0 0-1 0 0,0-1 1 0 0,0 1 0 0 0,1-1 0 0 0,-1 0-1 0 0,1 1 1 0 0,-1-1 0 0 0,3 2-1 0 0,35 22 87 0 0,-33-22-79 0 0,33 16 107 0 0,1-2 0 0 0,1-1 0 0 0,78 19 0 0 0,-43-14-118 0 0,-48-14-102 0 0,1-1 1 0 0,-1-2-1 0 0,1 0 1 0 0,-1-2-1 0 0,56-3 1 0 0,-54-2-1441 0 0,0-1 1 0 0,42-10-1 0 0,-32-1-3446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15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14 400 0 0,'-151'-7'6698'0'0,"62"1"-4326"0"0,33 5-637 0 0,237 15-1268 0 0,522-16 13 0 0,-621 1-1277 0 0,-33 4-2768 0 0,-29 4 177 0 0,-40 5 187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16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7 2481 0 0,'-30'-6'4162'0'0,"0"12"-2881"0"0,-31 26 79 0 0,1 37-399 0 0,90 3-641 0 0,30 10-240 0 0,1 20-80 0 0,-1 0 0 0 0,-30-8 0 0 0,25-17-320 0 0,5-14-961 0 0,31-30-2641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17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89 114 2401 0 0,'-4'-2'217'0'0,"2"1"-93"0"0,1 1 1 0 0,-1-1 0 0 0,1 0 0 0 0,-1 0 0 0 0,1 0 0 0 0,-1 0 0 0 0,1 0 0 0 0,-1 0 0 0 0,1-1 0 0 0,0 1 0 0 0,0 0 0 0 0,0-1 0 0 0,0 1 0 0 0,0-1 0 0 0,0 1-1 0 0,0-1 1 0 0,0 1 0 0 0,0-1 0 0 0,1 0 0 0 0,-1 1 0 0 0,1-1 0 0 0,-1 0 0 0 0,0-3 0 0 0,1 4-51 0 0,0-1 1 0 0,0 1-1 0 0,0-1 0 0 0,-1 1 1 0 0,1-1-1 0 0,0 1 1 0 0,-1-1-1 0 0,0 1 0 0 0,1 0 1 0 0,-1-1-1 0 0,0 1 0 0 0,1 0 1 0 0,-1 0-1 0 0,0-1 1 0 0,0 1-1 0 0,0 0 0 0 0,0 0 1 0 0,0 0-1 0 0,-2-1 1 0 0,2 1-39 0 0,-1 0 0 0 0,1 0 1 0 0,0 0-1 0 0,0 0 0 0 0,0-1 1 0 0,0 1-1 0 0,0 0 0 0 0,0-1 1 0 0,0 1-1 0 0,0-1 0 0 0,1 1 1 0 0,-1-1-1 0 0,0 1 0 0 0,1-1 1 0 0,-1 0-1 0 0,1 1 0 0 0,0-1 1 0 0,0 1-1 0 0,-1-4 0 0 0,1 5-28 0 0,0-1 1 0 0,0 1-1 0 0,0-1 0 0 0,0 0 0 0 0,0 1 0 0 0,-1-1 0 0 0,1 0 0 0 0,1 1 1 0 0,-1-1-1 0 0,0 1 0 0 0,0-1 0 0 0,0 0 0 0 0,0 1 0 0 0,0-1 1 0 0,0 1-1 0 0,1-1 0 0 0,-1 0 0 0 0,0 1 0 0 0,1-1 0 0 0,-1 1 0 0 0,0-1 1 0 0,1 1-1 0 0,-1-1 0 0 0,0 1 0 0 0,1-1 0 0 0,-1 1 0 0 0,1 0 0 0 0,-1-1 1 0 0,1 1-1 0 0,-1-1 0 0 0,1 1 0 0 0,-1 0 0 0 0,1 0 0 0 0,0-1 1 0 0,-1 1-1 0 0,1 0 0 0 0,-1 0 0 0 0,1 0 0 0 0,0-1 0 0 0,-1 1 0 0 0,1 0 1 0 0,-1 0-1 0 0,1 0 0 0 0,1 0 0 0 0,28 13 43 0 0,-15-6 25 0 0,13 8 25 0 0,0 1 0 0 0,-1 0 0 0 0,-1 3 0 0 0,-1 0 0 0 0,0 1 0 0 0,22 25 0 0 0,-34-34-51 0 0,-1 2 0 0 0,0-1 0 0 0,-1 2 0 0 0,0 0 0 0 0,-1 0 0 0 0,-1 0 0 0 0,9 18 0 0 0,-5-8-3 0 0,1-1 0 0 0,27 32 0 0 0,-24-32-28 0 0,-12-17-14 0 0,-1 1 0 0 0,0 0 0 0 0,-1 0 0 0 0,0 0 0 0 0,0 0 0 0 0,0 0 0 0 0,-1 1 0 0 0,0-1-1 0 0,2 13 1 0 0,3 13 39 0 0,1-7-13 0 0,-6-22-23 0 0,0 1 0 0 0,0 0 0 0 0,-1 0 0 0 0,1 0 1 0 0,-1 0-1 0 0,0 0 0 0 0,-1 0 0 0 0,1 0 0 0 0,-1 1 1 0 0,0-1-1 0 0,0 0 0 0 0,-1 0 0 0 0,1 0 0 0 0,-1 0 1 0 0,0 0-1 0 0,0 0 0 0 0,-1 0 0 0 0,0 0 0 0 0,0 0 0 0 0,0 0 1 0 0,0-1-1 0 0,-1 1 0 0 0,-5 6 0 0 0,4-5-9 0 0,0-1 0 0 0,-1 0 0 0 0,0 0 0 0 0,0 0 0 0 0,0-1 1 0 0,-1 0-1 0 0,1 0 0 0 0,-1 0 0 0 0,0-1 0 0 0,0 1 0 0 0,-1-1 0 0 0,1-1 0 0 0,-1 1 0 0 0,1-1 0 0 0,-1-1 0 0 0,-12 3 0 0 0,-2-2-50 0 0,0-1 0 0 0,0-1 0 0 0,-40-5-1 0 0,28 2-7 0 0,2 1 70 0 0,0-2 0 0 0,1-1 0 0 0,0-1 1 0 0,0-1-1 0 0,-30-13 0 0 0,59 20 2 0 0,-1 0 1 0 0,0 0 0 0 0,1-1-1 0 0,-1 1 1 0 0,1-1 0 0 0,-1 1-1 0 0,1-1 1 0 0,-1 0-1 0 0,1 1 1 0 0,-1-1 0 0 0,1 0-1 0 0,-1 0 1 0 0,1 0 0 0 0,0 0-1 0 0,0 0 1 0 0,-1-1-1 0 0,1 1 1 0 0,0 0 0 0 0,0 0-1 0 0,0-1 1 0 0,1 1 0 0 0,-1-1-1 0 0,0 1 1 0 0,0-3-1 0 0,1 3 5 0 0,1-1 1 0 0,0 1-1 0 0,0 0 0 0 0,0-1 0 0 0,0 1 0 0 0,0 0 0 0 0,0-1 0 0 0,0 1 0 0 0,0 0 0 0 0,1 0 0 0 0,-1 0 0 0 0,0 0 0 0 0,1 0 1 0 0,-1 0-1 0 0,1 0 0 0 0,-1 1 0 0 0,1-1 0 0 0,-1 0 0 0 0,1 1 0 0 0,1-1 0 0 0,148-66 556 0 0,205-124-1 0 0,-307 161-843 0 0,75-60 0 0 0,-92 61-1601 0 0,35-39 0 0 0,-7 3-4131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7:11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1051 169 960 0 0,'1'0'206'0'0,"0"-1"-1"0"0,0 0 1 0 0,0 0-1 0 0,0 0 1 0 0,0 0-1 0 0,-1 1 1 0 0,2-1-1 0 0,-1 0 1 0 0,0 1-1 0 0,0-1 1 0 0,0 1-1 0 0,0-1 1 0 0,0 1-1 0 0,0 0 1 0 0,1-1-1 0 0,-1 1 1 0 0,0 0-1 0 0,0 0 1 0 0,0 0-1 0 0,3 0 1 0 0,-4 0 94 0 0,1 0-227 0 0,-1-1 0 0 0,1 1-1 0 0,-1 0 1 0 0,1-1 0 0 0,-1 1 0 0 0,0 0 0 0 0,1-1-1 0 0,-1 1 1 0 0,0 0 0 0 0,1-1 0 0 0,-1 1 0 0 0,0-1-1 0 0,0 1 1 0 0,1-1 0 0 0,-1 1 0 0 0,0-1 0 0 0,0 1-1 0 0,0-1 1 0 0,0 1 0 0 0,0-1 0 0 0,0 1 0 0 0,0-1 0 0 0,1 1-1 0 0,-1-1 1 0 0,-1 1 0 0 0,1-1 0 0 0,0 1 0 0 0,0-1-1 0 0,0 1 1 0 0,0-1 0 0 0,0 1 0 0 0,0-1 0 0 0,0 1-1 0 0,-1 0 1 0 0,1-1 0 0 0,0 1 0 0 0,0-1 0 0 0,-1 1 0 0 0,1-1-1 0 0,0 1 1 0 0,-1 0 0 0 0,1-1 0 0 0,0 1 0 0 0,-1 0-1 0 0,1-1 1 0 0,-1 1 0 0 0,0-1 0 0 0,-29-10 539 0 0,-56-14 1 0 0,-9-3-117 0 0,76 22-424 0 0,11 4-11 0 0,0 0 0 0 0,0-1 0 0 0,0 0 0 0 0,1 0 0 0 0,-1-1 0 0 0,1 0 0 0 0,-10-6 0 0 0,12 6-33 0 0,-9-4 34 0 0,-29-3 106 0 0,25 7-93 0 0,11 2-61 0 0,1 0-1 0 0,-1 0 1 0 0,0 1-1 0 0,0 0 0 0 0,0 0 1 0 0,0 1-1 0 0,0-1 0 0 0,0 2 1 0 0,0-1-1 0 0,0 1 1 0 0,0 0-1 0 0,-8 2 0 0 0,-8 2 40 0 0,4-1-49 0 0,-1 1 0 0 0,1 1 0 0 0,-33 15-1 0 0,16-7-5 0 0,5-2-21 0 0,-39 23-1 0 0,-10 2 5 0 0,-4-1 76 0 0,76-33-67 0 0,0 1-1 0 0,0 1 1 0 0,1-1-1 0 0,-1 2 1 0 0,1-1-1 0 0,1 1 1 0 0,-9 7-1 0 0,10 3-56 0 0,4-6 66 0 0,0 0 0 0 0,-1-1-1 0 0,0 1 1 0 0,-1-1-1 0 0,0 1 1 0 0,0-1 0 0 0,-1 0-1 0 0,0 0 1 0 0,-1-1-1 0 0,1 1 1 0 0,-11 11 0 0 0,10-12 9 0 0,0-1 0 0 0,0 0 0 0 0,1 1 0 0 0,-1 0 0 0 0,2 0 0 0 0,-1 0 0 0 0,1 1 0 0 0,1-1 0 0 0,0 1 0 0 0,0 0 0 0 0,-1 11 0 0 0,3-14-10 0 0,0 1 0 0 0,0-1 0 0 0,0 0 0 0 0,1 0 0 0 0,0 0 0 0 0,1 0 0 0 0,-1 0 0 0 0,1 0 0 0 0,0 0 0 0 0,1 0 0 0 0,-1 0 0 0 0,1-1 0 0 0,1 0-1 0 0,-1 1 1 0 0,1-1 0 0 0,-1 0 0 0 0,1-1 0 0 0,1 1 0 0 0,5 5 0 0 0,0 1-23 0 0,-5-4 21 0 0,0-1 1 0 0,-1 1 0 0 0,0 0-1 0 0,5 13 1 0 0,-6-13 4 0 0,0-1-1 0 0,0 0 1 0 0,1 1-1 0 0,-1-2 0 0 0,1 1 1 0 0,10 10-1 0 0,3 0-15 0 0,2-1 0 0 0,26 17 0 0 0,29 23-20 0 0,-26-19 26 0 0,-35-28-1 0 0,0 1 0 0 0,-1 0 0 0 0,0 1-1 0 0,-1 1 1 0 0,0 0 0 0 0,15 20 0 0 0,-10-9-10 0 0,0 0-1 0 0,1-1 0 0 0,37 34 0 0 0,-45-47 15 0 0,1 0 0 0 0,0-1-1 0 0,0 0 1 0 0,0-1-1 0 0,1 0 1 0 0,0 0-1 0 0,1-1 1 0 0,-1-1 0 0 0,1 0-1 0 0,0 0 1 0 0,14 2-1 0 0,204 26 154 0 0,-197-29-129 0 0,-1-1 0 0 0,1-1-1 0 0,-1-2 1 0 0,1-2 0 0 0,48-9 0 0 0,-28 4-18 0 0,34-3 53 0 0,0-5 0 0 0,100-30 1 0 0,-159 34-39 0 0,-1 0 1 0 0,0-2-1 0 0,-1-1 0 0 0,-1-2 1 0 0,0 0-1 0 0,21-21 0 0 0,-13 13-42 0 0,-30 22 30 0 0,1 0-1 0 0,-1 0 1 0 0,0 0 0 0 0,0-1 0 0 0,0 1 0 0 0,-1-1 0 0 0,1 0-1 0 0,-1 0 1 0 0,0 0 0 0 0,0 0 0 0 0,0 0 0 0 0,-1 0 0 0 0,0-1-1 0 0,1 1 1 0 0,-1 0 0 0 0,-1-1 0 0 0,1 1 0 0 0,-1-1 0 0 0,1 1-1 0 0,-1-1 1 0 0,-1-4 0 0 0,0 1-1 0 0,0 0-1 0 0,0 0 1 0 0,-1 0-1 0 0,0 0 1 0 0,-1 1 0 0 0,1-1-1 0 0,-2 1 1 0 0,1 0 0 0 0,-1 0-1 0 0,-6-10 1 0 0,-33-43 14 0 0,-30-38 115 0 0,30 39-59 0 0,35 47-68 0 0,0 0 0 0 0,-1 0 0 0 0,-1 0 1 0 0,-12-11-1 0 0,-38-28 69 0 0,-2 2 1 0 0,-2 4-1 0 0,-102-56 0 0 0,130 81-102 0 0,-2 2 0 0 0,0 1-1 0 0,-1 2 1 0 0,-51-12 0 0 0,52 18 51 0 0,-75-12-18 0 0,81 22-430 0 0,32-1 374 0 0,-1 0-1 0 0,0 0 0 0 0,0 0 0 0 0,0 0 0 0 0,1 0 0 0 0,-1 1 0 0 0,0-1 0 0 0,0 0 0 0 0,0 0 0 0 0,1 1 0 0 0,-1-1 0 0 0,0 0 0 0 0,1 1 0 0 0,-1-1 0 0 0,0 1 1 0 0,1-1-1 0 0,-1 1 0 0 0,0-1 0 0 0,1 1 0 0 0,-1 0 0 0 0,1-1 0 0 0,-1 1 0 0 0,1-1 0 0 0,-1 1 0 0 0,1 0 0 0 0,0 0 0 0 0,-1-1 0 0 0,1 2 0 0 0,1 1-280 0 0,0-1-1 0 0,0 1 1 0 0,0 0 0 0 0,1-1-1 0 0,-1 0 1 0 0,1 1-1 0 0,0-1 1 0 0,0 0-1 0 0,-1 0 1 0 0,5 3-1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7:12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1015 0 240 0 0,'140'0'4409'0'0,"-82"0"-1937"0"0,-45 0 78 0 0,-197 12-1593 0 0,157-9-873 0 0,14-1-42 0 0,1 1 1 0 0,0 0-1 0 0,0 1 1 0 0,0 0-1 0 0,0 1 1 0 0,-16 10 0 0 0,-16 5 59 0 0,36-15-103 0 0,0-1 1 0 0,0 1-1 0 0,0 1 1 0 0,1-1 0 0 0,0 1-1 0 0,0 1 1 0 0,1-1-1 0 0,-1 1 1 0 0,1 1 0 0 0,-6 8-1 0 0,-25 29-8 0 0,11-9-13 0 0,22-30 17 0 0,0 0 0 0 0,0 0 0 0 0,-1 0-1 0 0,0 0 1 0 0,-7 7 0 0 0,0-1-2 0 0,0 0 0 0 0,1 1 1 0 0,0 1-1 0 0,-12 21 0 0 0,11-16-13 0 0,-1-1 0 0 0,-19 21 1 0 0,-1-9-19 0 0,24-23 33 0 0,0 1 0 0 0,0 0 1 0 0,1 1-1 0 0,0-1 0 0 0,1 1 1 0 0,0 1-1 0 0,0 0 0 0 0,-7 13 1 0 0,6 0-34 0 0,5-15 20 0 0,1-1 0 0 0,-1 0 0 0 0,-1 1-1 0 0,1-2 1 0 0,-9 13 0 0 0,-10 10-34 0 0,8-12 28 0 0,1 1 0 0 0,0 1 1 0 0,-10 23-1 0 0,20-36 18 0 0,1-1 0 0 0,-1 1 0 0 0,0 0-1 0 0,0-1 1 0 0,0 0 0 0 0,-1 0 0 0 0,1 0-1 0 0,-1 0 1 0 0,-1 0 0 0 0,1-1 0 0 0,-1 0-1 0 0,1 0 1 0 0,-1 0 0 0 0,-10 5 0 0 0,-15 16-61 0 0,-29 19 120 0 0,42-35-46 0 0,8-5-11 0 0,0 1-1 0 0,0 0 1 0 0,1 0 0 0 0,0 0 0 0 0,0 1-1 0 0,1 0 1 0 0,-1 1 0 0 0,1 0 0 0 0,0 0 0 0 0,-7 11-1 0 0,-26 63-88 0 0,31-68 84 0 0,7-10 13 0 0,0-1 1 0 0,1 1-1 0 0,-1 0 0 0 0,0 0 0 0 0,1 0 0 0 0,0 0 0 0 0,0 0 0 0 0,0 0 1 0 0,0 0-1 0 0,0 0 0 0 0,0 0 0 0 0,1 1 0 0 0,0-1 0 0 0,0 6 0 0 0,0-4-3 0 0,1 1 0 0 0,0 0 0 0 0,0-1 0 0 0,1 1 0 0 0,0-1 0 0 0,0 1 0 0 0,0-1 0 0 0,1 0 0 0 0,0 0 0 0 0,0 0 0 0 0,0 0 0 0 0,0-1 0 0 0,6 7 0 0 0,11 17 12 0 0,-15-21-4 0 0,0 0 0 0 0,0-1 0 0 0,1 0 0 0 0,-1 0-1 0 0,2 0 1 0 0,-1 0 0 0 0,1-1 0 0 0,11 7 0 0 0,13 12 44 0 0,-19-16-58 0 0,1 0-1 0 0,-1-1 0 0 0,1 0 0 0 0,1-1 0 0 0,-1 0 0 0 0,24 6 1 0 0,3-1 65 0 0,42 5 1 0 0,-30-12-26 0 0,0-1 0 0 0,0-4 1 0 0,0-1-1 0 0,68-12 1 0 0,-56 6-40 0 0,195-33 62 0 0,-222 33-38 0 0,0-3 1 0 0,0-1-1 0 0,-2-2 1 0 0,67-35-1 0 0,75-57 140 0 0,-172 101-156 0 0,1 0 0 0 0,-1 0 1 0 0,0 0-1 0 0,0-1 0 0 0,-1 0 0 0 0,0 0 0 0 0,0 0 0 0 0,0 0 1 0 0,-1-1-1 0 0,0 0 0 0 0,0 0 0 0 0,0 1 0 0 0,1-11 0 0 0,-2 12 5 0 0,-1 1-7 0 0,0 1 1 0 0,0-1 0 0 0,-1 0 0 0 0,1 0-1 0 0,-1 1 1 0 0,0-1 0 0 0,0 0-1 0 0,0 0 1 0 0,-1 1 0 0 0,1-1-1 0 0,-1 0 1 0 0,0 1 0 0 0,0-1-1 0 0,0 0 1 0 0,0 1 0 0 0,-1-1-1 0 0,0 1 1 0 0,1 0 0 0 0,-4-4-1 0 0,-3-5 11 0 0,-2-1-1 0 0,0 2 0 0 0,-16-16 0 0 0,6 8-7 0 0,-105-134 141 0 0,-21-21 1 0 0,128 154-135 0 0,-1 0 0 0 0,0 2 0 0 0,-1 0-1 0 0,-2 1 1 0 0,1 1 0 0 0,-2 1 0 0 0,0 0 0 0 0,-44-18 0 0 0,52 26-70 0 0,0 1 1 0 0,-1 0 0 0 0,1 1 0 0 0,-1 1-1 0 0,0 0 1 0 0,-1 2 0 0 0,1 0 0 0 0,0 0 0 0 0,-1 2-1 0 0,1 0 1 0 0,-32 4 0 0 0,28-1-549 0 0,1 1 0 0 0,0 0 0 0 0,0 2 0 0 0,0 0 1 0 0,-18 10-1 0 0,32-14-65 0 0,1 1 1 0 0,-1-1 0 0 0,1 1 0 0 0,0 0-1 0 0,0 1 1 0 0,0-1 0 0 0,-6 8-1 0 0,10-11 578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36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63 2081 0 0,'-5'-2'364'0'0,"4"2"-267"0"0,0 0 1 0 0,-1-1 0 0 0,1 1-1 0 0,0 0 1 0 0,0-1 0 0 0,0 1 0 0 0,0 0-1 0 0,-1-1 1 0 0,1 0 0 0 0,0 1-1 0 0,0-1 1 0 0,0 0 0 0 0,0 1-1 0 0,0-1 1 0 0,1 0 0 0 0,-1 0-1 0 0,0 0 1 0 0,0 0 0 0 0,0 0-1 0 0,1 0 1 0 0,-1 0 0 0 0,1 0 0 0 0,-1 0-1 0 0,0 0 1 0 0,1 0 0 0 0,-1-2-1 0 0,-4 1 957 0 0,-7 2-933 0 0,10-1 36 0 0,-1 1 0 0 0,1 0 1 0 0,0 0-1 0 0,-1 0 1 0 0,1 0-1 0 0,0 1 1 0 0,0-1-1 0 0,-1 0 1 0 0,1 1-1 0 0,0 0 1 0 0,0 0-1 0 0,-3 0 1 0 0,4 1-24 0 0,0-1 0 0 0,0 1 1 0 0,-1-1-1 0 0,1 1 1 0 0,0 0-1 0 0,1-1 0 0 0,-1 1 1 0 0,0 0-1 0 0,0 0 1 0 0,1 0-1 0 0,-1-1 0 0 0,1 1 1 0 0,0 0-1 0 0,-1 0 1 0 0,1 0-1 0 0,0 0 0 0 0,0 0 1 0 0,0 0-1 0 0,1 3 1 0 0,-1 124 5494 0 0,-5-128-5149 0 0,-15-1-146 0 0,15 0 66 0 0,3-3-284 0 0,8 1-89 0 0,15-2 17 0 0,30-8-36 0 0,-35 7-12 0 0,1 1-1 0 0,-1 1 1 0 0,1 1 0 0 0,22-1-1 0 0,237-10-61 0 0,-57-4 112 0 0,361-76 1 0 0,-498 70-101 0 0,-14 3-4267 0 0,-48 14 750 0 0,-49 6-609 0 0,-46 6-368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37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358 71 1521 0 0,'-22'-16'1345'0'0,"11"7"-658"0"0,0 1 1 0 0,-1 0-1 0 0,0 1 0 0 0,-17-8 0 0 0,26 14-587 0 0,-1-1-1 0 0,1 1 1 0 0,-1 0-1 0 0,0 0 1 0 0,0 1-1 0 0,1-1 0 0 0,-1 1 1 0 0,0 0-1 0 0,0-1 1 0 0,0 2-1 0 0,0-1 1 0 0,0 0-1 0 0,1 1 0 0 0,-1 0 1 0 0,0 0-1 0 0,0 0 1 0 0,1 0-1 0 0,-1 1 1 0 0,1-1-1 0 0,-7 5 1 0 0,9-6-76 0 0,0 0 0 0 0,1 1 0 0 0,-1-1 0 0 0,0 1 0 0 0,0-1-1 0 0,0 1 1 0 0,0 0 0 0 0,0-1 0 0 0,0 1 0 0 0,1 0 0 0 0,-1 0 0 0 0,0-1 0 0 0,1 1 0 0 0,-1 0 0 0 0,1 0 0 0 0,-1 0 0 0 0,1 0 0 0 0,-1 0 0 0 0,1 0 0 0 0,-1 0 0 0 0,1 0 0 0 0,0 0 0 0 0,-1 0 0 0 0,1 1 0 0 0,18 25 584 0 0,-15-23-575 0 0,12 13 213 0 0,1-1 0 0 0,0-1-1 0 0,1-1 1 0 0,1 0 0 0 0,29 17 0 0 0,101 43 0 0 0,-38-21-219 0 0,-93-43 11 0 0,-1 0 0 0 0,0 2 1 0 0,0 0-1 0 0,-2 0 0 0 0,1 1 1 0 0,-1 1-1 0 0,19 25 0 0 0,-22-6 76 0 0,-7-16-41 0 0,0-4-14 0 0,-3-11-27 0 0,1 1 0 0 0,-1 0-1 0 0,0 0 1 0 0,0 0-1 0 0,-1-1 1 0 0,1 1-1 0 0,-1 0 1 0 0,1 0 0 0 0,-1 0-1 0 0,0 0 1 0 0,0 0-1 0 0,0 0 1 0 0,-1 0 0 0 0,1 0-1 0 0,-1 0 1 0 0,1 0-1 0 0,-1 0 1 0 0,0 0-1 0 0,0 0 1 0 0,0 0 0 0 0,-1-1-1 0 0,1 1 1 0 0,-1-1-1 0 0,1 1 1 0 0,-4 3 0 0 0,-3 6 124 0 0,-1-1 1 0 0,0-1 0 0 0,0 0 0 0 0,-1 0 0 0 0,0 0 0 0 0,-1-1 0 0 0,0-1 0 0 0,0 0 0 0 0,-1-1 0 0 0,-21 11 0 0 0,-5-2 128 0 0,-1-1 0 0 0,-45 10 0 0 0,82-24-279 0 0,-52 14 254 0 0,-76 10 1 0 0,104-22-614 0 0,-1-1 1 0 0,0-1 0 0 0,0-2 0 0 0,-44-6 0 0 0,65 6-27 0 0,0 1 1 0 0,0-1-1 0 0,1-1 1 0 0,-1 1-1 0 0,1-1 1 0 0,-1 0-1 0 0,-5-3 1 0 0,10 4 173 0 0,0 0 0 0 0,0 0 0 0 0,1 0 0 0 0,-1 0 0 0 0,0-1 0 0 0,0 1 0 0 0,1 0 0 0 0,-1 0 0 0 0,0 0 0 0 0,1-1 0 0 0,-1 1 0 0 0,1 0 0 0 0,0-1 1 0 0,-1 1-1 0 0,1 0 0 0 0,0-1 0 0 0,0 1 0 0 0,0-1 0 0 0,0 1 0 0 0,0 0 0 0 0,0-2 0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37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0 2561 0 0,'-69'8'3653'0'0,"-66"3"2991"0"0,158-16-5202 0 0,-23 3-1089 0 0,0 2-346 0 0,0 0-1 0 0,0 0 1 0 0,0 0-1 0 0,0-1 1 0 0,-1 1-1 0 0,1 0 0 0 0,0 0 1 0 0,0 0-1 0 0,0 0 1 0 0,0-1-1 0 0,0 1 1 0 0,0 0-1 0 0,0 0 1 0 0,0 0-1 0 0,0-1 0 0 0,0 1 1 0 0,0 0-1 0 0,0 0 1 0 0,0 0-1 0 0,0 0 1 0 0,1-1-1 0 0,-1 1 0 0 0,0 0 1 0 0,0 0-1 0 0,0 0 1 0 0,0 0-1 0 0,0 0 1 0 0,0-1-1 0 0,0 1 0 0 0,0 0 1 0 0,0 0-1 0 0,1 0 1 0 0,-1 0-1 0 0,0 0 1 0 0,0 0-1 0 0,0-1 1 0 0,0 1-1 0 0,0 0 0 0 0,1 0 1 0 0,-1 0-1 0 0,0 0 1 0 0,0 0-1 0 0,0 0 1 0 0,0 0-1 0 0,1 0 0 0 0,-1 0 1 0 0,0 0-1 0 0,0 0 1 0 0,0 0-1 0 0,1 0 1 0 0,-1 0-1 0 0,0 0 0 0 0,0 0 1 0 0,0 0-1 0 0,0 0 1 0 0,1 0-1 0 0,110 8 261 0 0,-65-6-303 0 0,0 2 1 0 0,73 16-1 0 0,-105-17-495 0 0,-1 0 0 0 0,1 1 0 0 0,-1 0 0 0 0,0 1-1 0 0,24 13 1 0 0,-16-7-524 0 0,64 42-5401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38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24 2001 0 0,'-85'16'5310'0'0,"24"-8"-3150"0"0,60-7-2096 0 0,-1-1 0 0 0,1 1 0 0 0,0-1 0 0 0,-1 1 0 0 0,1-1 0 0 0,-1 0 0 0 0,1 0 0 0 0,-1 0 0 0 0,1 0 0 0 0,0 0 0 0 0,-1 0 0 0 0,1 0 0 0 0,-1 0 0 0 0,1 0 0 0 0,0-1 0 0 0,-1 1 1 0 0,1-1-1 0 0,-1 1 0 0 0,1-1 0 0 0,0 1 0 0 0,0-1 0 0 0,-1 0 0 0 0,1 1 0 0 0,-1-2 0 0 0,37-11 2537 0 0,14 2-2211 0 0,0 3 1 0 0,1 2-1 0 0,93 1 1 0 0,153 23-4186 0 0,-150-6-2656 0 0,-105-11 2583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42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211 306 3121 0 0,'0'1'178'0'0,"0"1"0"0"0,0-1 0 0 0,0 0 0 0 0,0 0-1 0 0,0 0 1 0 0,-1 0 0 0 0,1 0 0 0 0,-1 0 0 0 0,1 0-1 0 0,0 0 1 0 0,-1 0 0 0 0,0 0 0 0 0,1 0-1 0 0,-1 0 1 0 0,1-1 0 0 0,-1 1 0 0 0,0 0 0 0 0,0 0-1 0 0,0-1 1 0 0,1 1 0 0 0,-1 0 0 0 0,0-1 0 0 0,0 1-1 0 0,0-1 1 0 0,0 1 0 0 0,-1 0 0 0 0,-29 6-556 0 0,23-6 691 0 0,-2 10-86 0 0,-4-8-99 0 0,-27 7 371 0 0,41-54 1115 0 0,0 41-1597 0 0,0 0 0 0 0,-1 0-1 0 0,1 1 1 0 0,-1-1 0 0 0,1 0 0 0 0,-1 0 0 0 0,0 0 0 0 0,0 1 0 0 0,0-1 0 0 0,0 0 0 0 0,-1 1 0 0 0,1-1 0 0 0,-1 1 0 0 0,-1-3 0 0 0,1 2-8 0 0,0 1 1 0 0,1-1 0 0 0,-1 1 0 0 0,1-1-1 0 0,-1 0 1 0 0,1 0 0 0 0,0 1 0 0 0,0-1-1 0 0,0 0 1 0 0,1 0 0 0 0,-1 0 0 0 0,1 0-1 0 0,0 0 1 0 0,-1-3 0 0 0,1-197 790 0 0,2 199-780 0 0,-3-1 5 0 0,-25-6 10 0 0,21 6-48 0 0,5 4-54 0 0,0 28-413 0 0,0-25 480 0 0,1 0 0 0 0,-1 0 0 0 0,0-1 0 0 0,1 1 0 0 0,-1 0 0 0 0,1 0 0 0 0,-1 0 0 0 0,1-1 0 0 0,0 1 0 0 0,0 0 0 0 0,0-1 0 0 0,0 1 0 0 0,0 0 0 0 0,0-1 0 0 0,0 1 0 0 0,3 1 0 0 0,-3-1 0 0 0,1-1 0 0 0,-1 1 0 0 0,0-1 0 0 0,1 1 0 0 0,-1 0 0 0 0,0-1 0 0 0,0 1 0 0 0,0 0 0 0 0,0 0 0 0 0,-1 0 0 0 0,1 0 0 0 0,0 0 0 0 0,-1 0 0 0 0,1 0 0 0 0,-1 0 0 0 0,0 4 0 0 0,0 218 387 0 0,0-222-386 0 0,0 0 0 0 0,0 0 0 0 0,0 1 0 0 0,-1-1 0 0 0,1 0 0 0 0,-1 0 0 0 0,0 0 0 0 0,1 0 0 0 0,-1 0 0 0 0,0 0 0 0 0,0 0-1 0 0,0 0 1 0 0,-1 0 0 0 0,1-1 0 0 0,0 1 0 0 0,-3 2 0 0 0,3-3 4 0 0,-1 1-1 0 0,1-1 1 0 0,0 1-1 0 0,-1 0 1 0 0,1-1-1 0 0,0 1 1 0 0,0 0 0 0 0,0 0-1 0 0,1 0 1 0 0,-1 0-1 0 0,0 0 1 0 0,1 0-1 0 0,-1 0 1 0 0,1 0-1 0 0,0 0 1 0 0,-1 2-1 0 0,-2 33 79 0 0,3-36-82 0 0,-1 0-1 0 0,0 0 0 0 0,1 0 1 0 0,-1 0-1 0 0,0 0 1 0 0,1 0-1 0 0,-1-1 1 0 0,0 1-1 0 0,0 0 1 0 0,0-1-1 0 0,0 1 1 0 0,0 0-1 0 0,0-1 1 0 0,0 1-1 0 0,0-1 0 0 0,0 0 1 0 0,0 1-1 0 0,0-1 1 0 0,0 0-1 0 0,0 1 1 0 0,0-1-1 0 0,-2 0 1 0 0,-2 1 119 0 0,10-1-94 0 0,201 18 375 0 0,-161-15-315 0 0,116 2 196 0 0,-137-6-230 0 0,0 0-1 0 0,-1-2 1 0 0,1 0 0 0 0,32-10 0 0 0,-55 13-50 0 0,1-1 0 0 0,-1 1 1 0 0,1 0-1 0 0,-1-1 1 0 0,1 0-1 0 0,-1 1 1 0 0,1-1-1 0 0,-1 0 0 0 0,1 0 1 0 0,-1 0-1 0 0,0 0 1 0 0,1 0-1 0 0,-1 0 1 0 0,0 0-1 0 0,0 0 1 0 0,0-1-1 0 0,0 1 0 0 0,1-3 1 0 0,2-35 48 0 0,-4 26-55 0 0,-1-10 6 0 0,-1 1 0 0 0,-1-1 1 0 0,0 1-1 0 0,-2 0 0 0 0,-11-34 0 0 0,14 51-3 0 0,0 0 0 0 0,0 0 1 0 0,-1 0-1 0 0,0 0 0 0 0,0 0 0 0 0,0 0 0 0 0,0 1 0 0 0,-1 0 0 0 0,1-1 0 0 0,-1 1 0 0 0,0 0 1 0 0,0 1-1 0 0,-1-1 0 0 0,-6-3 0 0 0,11 7 1 0 0,0 0 0 0 0,-1 0 0 0 0,1 0 0 0 0,0 0-1 0 0,-1 0 1 0 0,1 0 0 0 0,0 0 0 0 0,-1 0 0 0 0,1 1 0 0 0,0-1 0 0 0,-1 0 0 0 0,1 0 0 0 0,0 0 0 0 0,0 1 0 0 0,-1-1 0 0 0,1 0 0 0 0,0 0-1 0 0,0 1 1 0 0,0-1 0 0 0,-1 0 0 0 0,1 0 0 0 0,0 1 0 0 0,0-1 0 0 0,0 0 0 0 0,0 1 0 0 0,-1-1 0 0 0,1 0 0 0 0,0 1 0 0 0,0-1-1 0 0,0 0 1 0 0,0 1 0 0 0,0-1 0 0 0,0 0 0 0 0,0 1 0 0 0,0-1 0 0 0,0 0 0 0 0,0 1 0 0 0,0-1 0 0 0,0 0 0 0 0,0 1 0 0 0,0-1-1 0 0,1 0 1 0 0,-1 1 0 0 0,0-1 0 0 0,0 0 0 0 0,0 0 0 0 0,1 1 0 0 0,4 30 31 0 0,16 14 65 0 0,-16-36-75 0 0,0 0 0 0 0,-1 0 0 0 0,0 0 0 0 0,0 1 0 0 0,-1-1 0 0 0,0 1 0 0 0,-1 0 0 0 0,0 0 0 0 0,1 13 0 0 0,-1 38 190 0 0,-1-40-117 0 0,0 0-1 0 0,-1-1 1 0 0,-1 1 0 0 0,0 0 0 0 0,-6 23 0 0 0,-4-15 5 0 0,8-23-79 0 0,1 0-1 0 0,0 0 0 0 0,0 0 0 0 0,0 1 1 0 0,1-1-1 0 0,0 0 0 0 0,-1 10 1 0 0,2 48-7 0 0,0-64-16 0 0,0 1 0 0 0,0-1 1 0 0,1 1-1 0 0,-1-1 0 0 0,0 1 0 0 0,0-1 0 0 0,0 0 1 0 0,0 1-1 0 0,0-1 0 0 0,0 0 0 0 0,1 1 1 0 0,-1-1-1 0 0,0 0 0 0 0,0 1 0 0 0,1-1 1 0 0,-1 0-1 0 0,0 1 0 0 0,0-1 0 0 0,1 0 0 0 0,-1 1 1 0 0,0-1-1 0 0,1 0 0 0 0,-1 0 0 0 0,0 0 1 0 0,1 1-1 0 0,-1-1 0 0 0,1 0 0 0 0,-1 0 1 0 0,0 0-1 0 0,1 0 0 0 0,-1 0 0 0 0,1 0 1 0 0,-1 0-1 0 0,0 1 0 0 0,1-1 0 0 0,-1 0 0 0 0,1-1 1 0 0,-1 1-1 0 0,0 0 0 0 0,1 0 0 0 0,-1 0 1 0 0,1 0-1 0 0,0 0 0 0 0,21-9-1489 0 0,38-31-2697 0 0,-5-8-426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43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0 880 0 0,'-7'0'724'0'0,"1"0"-1"0"0,-1 1 0 0 0,1 0 1 0 0,0 0-1 0 0,-1 0 0 0 0,-8 3 0 0 0,9-1-504 0 0,0 1 0 0 0,0-1 0 0 0,0 1-1 0 0,1 0 1 0 0,0 1 0 0 0,0-1-1 0 0,0 1 1 0 0,-6 8 0 0 0,5-8-207 0 0,-7 8 145 0 0,-1-1 1 0 0,0-1 0 0 0,-1 0 0 0 0,0-1-1 0 0,-19 10 1 0 0,-7 4 96 0 0,39-23-232 0 0,0 0 0 0 0,0 0-1 0 0,0 0 1 0 0,0 1 0 0 0,0-1-1 0 0,0 1 1 0 0,1-1 0 0 0,-1 1-1 0 0,0 0 1 0 0,1 0 0 0 0,0-1-1 0 0,-1 1 1 0 0,1 0 0 0 0,0 0 0 0 0,0 0-1 0 0,0 1 1 0 0,0-1 0 0 0,0 0-1 0 0,0 0 1 0 0,1 1 0 0 0,-1-1-1 0 0,1 0 1 0 0,0 1 0 0 0,0-1-1 0 0,0 3 1 0 0,-1-1 24 0 0,1 0 1 0 0,0 1-1 0 0,-1-1 0 0 0,0 0 0 0 0,0 0 1 0 0,0 0-1 0 0,-3 6 0 0 0,-4 2 38 0 0,6-11-74 0 0,1 0-1 0 0,0 0 0 0 0,0 1 0 0 0,-1-1 1 0 0,1 1-1 0 0,0-1 0 0 0,0 1 0 0 0,1-1 0 0 0,-1 1 1 0 0,0 0-1 0 0,0-1 0 0 0,1 1 0 0 0,-1 0 1 0 0,1-1-1 0 0,0 1 0 0 0,-1 0 0 0 0,1 0 0 0 0,0 0 1 0 0,0-1-1 0 0,0 1 0 0 0,0 0 0 0 0,0 0 1 0 0,1 0-1 0 0,-1-1 0 0 0,0 1 0 0 0,2 2 0 0 0,-2-3-7 0 0,3 6 23 0 0,1 0-1 0 0,-1 0 1 0 0,1 0 0 0 0,1-1 0 0 0,-1 1 0 0 0,1-1 0 0 0,0 0 0 0 0,0-1 0 0 0,1 1 0 0 0,0-1 0 0 0,0 0 0 0 0,0 0 0 0 0,1-1 0 0 0,-1 0 0 0 0,9 4 0 0 0,2 0-15 0 0,0-1 0 0 0,0 0 0 0 0,0-2 0 0 0,1 0 1 0 0,0-1-1 0 0,0 0 0 0 0,0-2 0 0 0,0 0 0 0 0,0-1 1 0 0,1-1-1 0 0,-1 0 0 0 0,0-2 0 0 0,0 0 0 0 0,1-1 1 0 0,-2-1-1 0 0,19-6 0 0 0,-2 1 9 0 0,-24 7 24 0 0,-1-1-1 0 0,1 0 0 0 0,0 0 1 0 0,-1-1-1 0 0,0 0 1 0 0,0-1-1 0 0,12-7 0 0 0,-18 9-17 0 0,0 0-1 0 0,0 0 0 0 0,-1 0 0 0 0,0 0 0 0 0,1 0 0 0 0,-1-1 0 0 0,0 1 0 0 0,-1-1 0 0 0,1 1 0 0 0,-1-1 0 0 0,1 0 0 0 0,-1 1 1 0 0,0-1-1 0 0,0 0 0 0 0,-1 0 0 0 0,1 0 0 0 0,-1 0 0 0 0,0 0 0 0 0,0 0 0 0 0,0 0 0 0 0,-1 0 0 0 0,1 1 0 0 0,-1-1 0 0 0,-2-6 0 0 0,3 7-7 0 0,-3-12 24 0 0,0 0 0 0 0,0 0 0 0 0,-1 0 0 0 0,-1 1 0 0 0,-1-1 0 0 0,0 1 0 0 0,0 1 0 0 0,-2-1 0 0 0,-13-19 0 0 0,12 25-151 0 0,-1 0-1 0 0,0 0 0 0 0,0 1 0 0 0,-1 1 0 0 0,1 0 1 0 0,-1 0-1 0 0,-1 1 0 0 0,-22-7 0 0 0,27 9 8 0 0,0 1-1 0 0,-1-1 0 0 0,1 2 1 0 0,-1-1-1 0 0,1 1 1 0 0,-1 1-1 0 0,0-1 0 0 0,1 1 1 0 0,-1 1-1 0 0,0-1 1 0 0,1 1-1 0 0,-1 0 1 0 0,0 1-1 0 0,1 0 0 0 0,-9 3 1 0 0,15-4-19 0 0,0 1 1 0 0,0-1 0 0 0,0 0-1 0 0,0 1 1 0 0,0-1-1 0 0,0 0 1 0 0,1 1 0 0 0,-1-1-1 0 0,0 1 1 0 0,1-1-1 0 0,-1 1 1 0 0,1 0 0 0 0,0-1-1 0 0,-1 1 1 0 0,1-1 0 0 0,0 1-1 0 0,0 0 1 0 0,0-1-1 0 0,0 1 1 0 0,0 0 0 0 0,0-1-1 0 0,1 1 1 0 0,-1 0-1 0 0,0-1 1 0 0,1 1 0 0 0,-1-1-1 0 0,1 1 1 0 0,0-1-1 0 0,1 3 1 0 0,23 22-3294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43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83 1761 0 0,'-96'12'5239'0'0,"77"-12"-4917"0"0,0 2 0 0 0,0 0 0 0 0,0 1-1 0 0,1 0 1 0 0,-1 2 0 0 0,1 0 0 0 0,0 1-1 0 0,0 1 1 0 0,-16 9 0 0 0,31-14-316 0 0,1 0 1 0 0,-1-1-1 0 0,1 1 1 0 0,0 0-1 0 0,-1 0 1 0 0,1 0-1 0 0,0 1 1 0 0,0-1-1 0 0,1 0 1 0 0,-1 1-1 0 0,0 0 0 0 0,1-1 1 0 0,0 1-1 0 0,-1 0 1 0 0,1-1-1 0 0,0 1 1 0 0,0 0-1 0 0,1 0 1 0 0,-1 0-1 0 0,1 0 1 0 0,-1 0-1 0 0,1 0 0 0 0,0 0 1 0 0,0 4-1 0 0,2 3 45 0 0,-1 0-1 0 0,2-1 0 0 0,-1 1 0 0 0,1 0 0 0 0,7 13 1 0 0,-6-13-20 0 0,1 0-11 0 0,2 0 0 0 0,-1 0 1 0 0,1 0-1 0 0,0-1 0 0 0,1 0 1 0 0,0-1-1 0 0,1 1 0 0 0,0-2 1 0 0,0 1-1 0 0,0-1 0 0 0,1-1 1 0 0,0 1-1 0 0,1-2 0 0 0,-1 1 1 0 0,21 6-1 0 0,9 3 19 0 0,1-2-1 0 0,1-1 1 0 0,45 6 0 0 0,-56-13-53 0 0,0-1 1 0 0,1-2 0 0 0,45-2-1 0 0,-72 0 18 0 0,1 0 0 0 0,-1-1-1 0 0,0 1 1 0 0,1-1-1 0 0,-1 0 1 0 0,0-1 0 0 0,0 1-1 0 0,0-1 1 0 0,0 0-1 0 0,0 0 1 0 0,0-1 0 0 0,-1 1-1 0 0,1-1 1 0 0,-1 0 0 0 0,1 0-1 0 0,-1-1 1 0 0,0 1-1 0 0,0-1 1 0 0,-1 0 0 0 0,1 0-1 0 0,-1 0 1 0 0,0-1-1 0 0,0 1 1 0 0,0-1 0 0 0,-1 0-1 0 0,0 1 1 0 0,1-1-1 0 0,-2 0 1 0 0,1 0 0 0 0,-1 0-1 0 0,1-1 1 0 0,-1 1-1 0 0,-1 0 1 0 0,1-1 0 0 0,-1 1-1 0 0,0-8 1 0 0,0-8-18 0 0,-2 0 1 0 0,0 0-1 0 0,-1 0 1 0 0,-1 0-1 0 0,-12-36 1 0 0,11 43-4 0 0,0 1 0 0 0,-1 1 0 0 0,0-1 0 0 0,-1 1 0 0 0,-1 0 1 0 0,0 1-1 0 0,-1 0 0 0 0,0 0 0 0 0,0 0 0 0 0,-13-9 0 0 0,8 7-92 0 0,9 8-26 0 0,-1 0-1 0 0,1 0 0 0 0,0 0 1 0 0,-1 1-1 0 0,0 0 1 0 0,0 0-1 0 0,0 1 0 0 0,-1 0 1 0 0,1 0-1 0 0,-12-4 0 0 0,-13 14-2625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52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2 5442 0 0,'-6'-1'311'0'0,"1"1"-1"0"0,0 0 0 0 0,-1 0 1 0 0,1 0-1 0 0,0 1 0 0 0,-1 0 0 0 0,1 0 1 0 0,0 0-1 0 0,0 0 0 0 0,0 1 0 0 0,0 0 1 0 0,0 0-1 0 0,-7 4 0 0 0,-24 8 322 0 0,36-14-595 0 0,0 0 0 0 0,0 0 1 0 0,1 0-1 0 0,-1 0 0 0 0,0 0 0 0 0,0 0 0 0 0,0 0 0 0 0,0 1 1 0 0,1-1-1 0 0,-1 0 0 0 0,0 0 0 0 0,0 0 0 0 0,0 0 0 0 0,0 1 1 0 0,0-1-1 0 0,0 0 0 0 0,0 0 0 0 0,1 0 0 0 0,-1 0 0 0 0,0 1 0 0 0,0-1 1 0 0,0 0-1 0 0,0 0 0 0 0,0 0 0 0 0,0 1 0 0 0,0-1 0 0 0,0 0 1 0 0,0 0-1 0 0,0 0 0 0 0,0 1 0 0 0,0-1 0 0 0,0 0 0 0 0,0 0 1 0 0,0 0-1 0 0,0 0 0 0 0,0 1 0 0 0,0-1 0 0 0,-1 0 0 0 0,1 0 1 0 0,0 0-1 0 0,0 1 0 0 0,0-1 0 0 0,0 0 0 0 0,0 0 0 0 0,0 0 0 0 0,0 0 1 0 0,-1 0-1 0 0,1 1 0 0 0,0-1 0 0 0,0 0 0 0 0,0 0 0 0 0,0 0 1 0 0,-1 0-1 0 0,1 0 0 0 0,0 0 0 0 0,1 0-21 0 0,93 7 1089 0 0,-14 4-743 0 0,-1 3 0 0 0,0 4 1 0 0,-1 3-1 0 0,-2 3 1 0 0,76 36-1 0 0,-144-56-351 0 0,0 1 1 0 0,-1-1-1 0 0,1 1 0 0 0,12 12 1 0 0,3 1-229 0 0,1-2-819 0 0,-18-10-2970 0 0,-6-15-1464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52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31 191 1441 0 0,'0'-6'4001'0'0,"0"-2"-2640"0"0,-31 8-320 0 0,62-6-161 0 0,-31-7-160 0 0,60 7-79 0 0,-30-13-161 0 0,30 7-80 0 0,31-7-80 0 0,0-8-240 0 0,-1-4-1040 0 0,55-13-3122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53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204 246 320 0 0,'-10'-5'1130'0'0,"1"0"0"0"0,-1-1 1 0 0,1 0-1 0 0,-13-13 0 0 0,-8-4 116 0 0,24 18-970 0 0,-1-2 1 0 0,1 1 0 0 0,1-1 0 0 0,-1 0-1 0 0,-8-14 1 0 0,8 12-203 0 0,1-11 163 0 0,5 19-228 0 0,0 0 0 0 0,0 0 0 0 0,0 0 0 0 0,0 0 0 0 0,0 0 0 0 0,0 0 0 0 0,0 0 0 0 0,0 0 0 0 0,-1 0 0 0 0,1 0 1 0 0,0 0-1 0 0,-1 0 0 0 0,1 0 0 0 0,-1 0 0 0 0,1 0 0 0 0,-1 1 0 0 0,0-2 0 0 0,-9-7 43 0 0,9 8-48 0 0,-1 0 0 0 0,1 0 0 0 0,0 0 0 0 0,0 0 0 0 0,0 0 1 0 0,0 0-1 0 0,0 0 0 0 0,0-1 0 0 0,0 1 0 0 0,0 0 0 0 0,1-1 1 0 0,-1 1-1 0 0,0-1 0 0 0,1 1 0 0 0,-1-1 0 0 0,1 1 1 0 0,0-1-1 0 0,-1 1 0 0 0,1-1 0 0 0,0 0 0 0 0,0 1 0 0 0,0-1 1 0 0,0 1-1 0 0,0-1 0 0 0,1-2 0 0 0,-1 2-3 0 0,3-26 22 0 0,-3 28-21 0 0,1-1 0 0 0,0 1-1 0 0,-1-1 1 0 0,1 1 0 0 0,-1 0 0 0 0,1-1-1 0 0,0 1 1 0 0,-1 0 0 0 0,1 0-1 0 0,0-1 1 0 0,-1 1 0 0 0,1 0-1 0 0,0 0 1 0 0,-1 0 0 0 0,1 0-1 0 0,0 0 1 0 0,-1 0 0 0 0,1 0-1 0 0,0 0 1 0 0,0 0 0 0 0,-1 0 0 0 0,1 0-1 0 0,0 1 1 0 0,-1-1 0 0 0,1 0-1 0 0,0 0 1 0 0,-1 1 0 0 0,1-1-1 0 0,-1 0 1 0 0,1 1 0 0 0,0-1-1 0 0,0 1 1 0 0,-1 0-1 0 0,1-1 1 0 0,-1 0-1 0 0,1 1 0 0 0,-1-1 1 0 0,1 0-1 0 0,-1 1 1 0 0,0-1-1 0 0,1 1 0 0 0,-1-1 1 0 0,0 1-1 0 0,1-1 0 0 0,-1 1 1 0 0,0-1-1 0 0,0 1 0 0 0,1-1 1 0 0,-1 1-1 0 0,0-1 1 0 0,0 1-1 0 0,0-1 0 0 0,0 1 1 0 0,0-1-1 0 0,0 1 0 0 0,0 0 1 0 0,0-1-1 0 0,0 2 0 0 0,4 11 57 0 0,-1-11-45 0 0,-1 1 0 0 0,1 0-1 0 0,-1 0 1 0 0,0 1 0 0 0,0-1-1 0 0,0 0 1 0 0,0 1 0 0 0,-1-1-1 0 0,1 1 1 0 0,-1 0-1 0 0,0-1 1 0 0,0 1 0 0 0,0 0-1 0 0,-1 0 1 0 0,1 0 0 0 0,-1 0-1 0 0,0 0 1 0 0,-1 6 0 0 0,1-7-7 0 0,0 1 1 0 0,0-1-1 0 0,0 0 1 0 0,0 0 0 0 0,-1 1-1 0 0,1-1 1 0 0,-1 0-1 0 0,0 0 1 0 0,0 1 0 0 0,0-1-1 0 0,-1 0 1 0 0,1 0-1 0 0,-1-1 1 0 0,0 1 0 0 0,0 0-1 0 0,1 0 1 0 0,-2-1 0 0 0,1 1-1 0 0,0-1 1 0 0,0 0-1 0 0,-1 1 1 0 0,0-1 0 0 0,1 0-1 0 0,-6 2 1 0 0,-7 8 54 0 0,14-12-60 0 0,1 1 0 0 0,-1 0 0 0 0,1-1 0 0 0,-1 1 0 0 0,1 0 0 0 0,0-1-1 0 0,-1 1 1 0 0,1 0 0 0 0,0 0 0 0 0,-1-1 0 0 0,1 1 0 0 0,0 0 0 0 0,0 0-1 0 0,0-1 1 0 0,0 1 0 0 0,0 0 0 0 0,0 0 0 0 0,0 0 0 0 0,0-1 0 0 0,0 1 0 0 0,0 0-1 0 0,0 0 1 0 0,1 1 0 0 0,-1-2 13 0 0,0 1 0 0 0,0 0 0 0 0,0-1 0 0 0,0 1 0 0 0,1 0 0 0 0,-1 0 0 0 0,0-1 0 0 0,0 1 0 0 0,0 0 0 0 0,-1 0 0 0 0,1-1 0 0 0,0 1 0 0 0,0 0 1 0 0,0-1-1 0 0,0 1 0 0 0,-1 0 0 0 0,1-1 0 0 0,0 1 0 0 0,-1 0 0 0 0,1-1 0 0 0,0 1 0 0 0,-1 0 0 0 0,1-1 0 0 0,-1 1 0 0 0,1-1 0 0 0,-1 1 0 0 0,0 0 0 0 0,-3 1 10 0 0,3-2-18 0 0,0 0 1 0 0,0 0-1 0 0,0 1 1 0 0,1-1 0 0 0,-1 0-1 0 0,0 1 1 0 0,0-1-1 0 0,0 1 1 0 0,0-1-1 0 0,0 1 1 0 0,0-1 0 0 0,1 1-1 0 0,-1 0 1 0 0,0-1-1 0 0,0 1 1 0 0,1 0 0 0 0,-1-1-1 0 0,0 1 1 0 0,1 0-1 0 0,-1 0 1 0 0,1 0-1 0 0,-1 0 1 0 0,1 0 0 0 0,0 0-1 0 0,-1 0 1 0 0,1 0-1 0 0,0 0 1 0 0,-1 0 0 0 0,1 0-1 0 0,0 0 1 0 0,0 0-1 0 0,0 0 1 0 0,0 0 0 0 0,0 0-1 0 0,0 0 1 0 0,0 0-1 0 0,1 0 1 0 0,-1 0-1 0 0,0 0 1 0 0,0 0 0 0 0,1-1-1 0 0,-1 1 1 0 0,1 0-1 0 0,0 1 1 0 0,7 5 27 0 0,-7-6-28 0 0,0-1 0 0 0,1 1 0 0 0,-1 0 0 0 0,0 0-1 0 0,0 0 1 0 0,0 0 0 0 0,0-1 0 0 0,-1 1-1 0 0,1 0 1 0 0,0 0 0 0 0,0 1 0 0 0,0-1 0 0 0,-1 0-1 0 0,1 0 1 0 0,-1 0 0 0 0,1 0 0 0 0,-1 1 0 0 0,1-1-1 0 0,-1 0 1 0 0,0 0 0 0 0,0 1 0 0 0,1-1 0 0 0,-1 2-1 0 0,0-1 3 0 0,1 0 0 0 0,-1 1 0 0 0,1-1 1 0 0,0 0-1 0 0,0 1 0 0 0,0-1 0 0 0,0 0 0 0 0,0 0 0 0 0,1 0 0 0 0,-1 0 0 0 0,0 0 0 0 0,1 0 0 0 0,0-1 0 0 0,-1 1 0 0 0,1 0 0 0 0,0-1 0 0 0,0 1 0 0 0,0-1 0 0 0,0 0 0 0 0,0 0 0 0 0,0 1 0 0 0,0-1 0 0 0,3 0 0 0 0,58 21 68 0 0,-53-19-51 0 0,19 6-8 0 0,-12-3-34 0 0,0-1 0 0 0,33 6 0 0 0,-46-11 2 0 0,1 1 0 0 0,-1-1-1 0 0,0 0 1 0 0,1 0 0 0 0,-1 0-1 0 0,1-1 1 0 0,-1 0 0 0 0,0 1 0 0 0,0-2-1 0 0,1 1 1 0 0,-1 0 0 0 0,0-1 0 0 0,0 0-1 0 0,0 0 1 0 0,0 0 0 0 0,6-5-1 0 0,16-7 3 0 0,14-9 12 0 0,-39 22 2 0 0,1 0 0 0 0,-1 0-1 0 0,0 0 1 0 0,1-1 0 0 0,-1 1-1 0 0,0 0 1 0 0,1-1 0 0 0,-1 1 0 0 0,0-1-1 0 0,0 0 1 0 0,0 1 0 0 0,-1-1-1 0 0,1 0 1 0 0,0 0 0 0 0,-1 1 0 0 0,1-1-1 0 0,-1 0 1 0 0,1 0 0 0 0,-1-3-1 0 0,1-21 50 0 0,0 18-48 0 0,0-1 0 0 0,-1 1 0 0 0,0-1 0 0 0,-1 1 1 0 0,0-1-1 0 0,0 1 0 0 0,-4-12 0 0 0,-2 2 2 0 0,4 11-15 0 0,0 0 1 0 0,0 1-1 0 0,1-1 0 0 0,0 0 0 0 0,0 0 0 0 0,1-1 0 0 0,0 1 1 0 0,0-13-1 0 0,1 0-38 0 0,0 9 29 0 0,0 12-31 0 0,0-1 51 0 0,0 3 17 0 0,0 0 0 0 0,1 0 1 0 0,-1 0-1 0 0,1 0 0 0 0,0 0 1 0 0,0-1-1 0 0,0 1 0 0 0,0 0 1 0 0,3 5-1 0 0,69 159 589 0 0,-64-142-531 0 0,-2 0 0 0 0,0 1-1 0 0,-2-1 1 0 0,-1 1-1 0 0,2 42 1 0 0,-6 59-209 0 0,0-125 66 0 0,1 1-1 0 0,-1-1 1 0 0,0 0-1 0 0,0 0 1 0 0,0 0-1 0 0,0 1 1 0 0,0-1-1 0 0,0 0 1 0 0,0 0-1 0 0,-1 0 1 0 0,0 1-1 0 0,1-1 1 0 0,-1 0-1 0 0,0 0 0 0 0,0 0 1 0 0,0 0-1 0 0,0 0 1 0 0,0 0-1 0 0,0 0 1 0 0,0-1-1 0 0,-1 1 1 0 0,1 0-1 0 0,-1-1 1 0 0,0 1-1 0 0,1-1 1 0 0,-1 1-1 0 0,0-1 0 0 0,-2 2 1 0 0,3-3 6 0 0,1 0 0 0 0,0 0 0 0 0,0 0 0 0 0,-1 1 0 0 0,1-1 0 0 0,0 0 0 0 0,0 0 0 0 0,-1 0 0 0 0,1 0 0 0 0,0 0 0 0 0,-1 0 0 0 0,1 0 0 0 0,0 0 0 0 0,0 0-1 0 0,-1 0 1 0 0,1 0 0 0 0,0 0 0 0 0,-1 0 0 0 0,1 0 0 0 0,0 0 0 0 0,0 0 0 0 0,-1 0 0 0 0,1 0 0 0 0,0 0 0 0 0,0 0 0 0 0,-1-1 0 0 0,1 1 0 0 0,0 0 0 0 0,0 0 0 0 0,-1 0 0 0 0,1 0 0 0 0,0-1 0 0 0,0 1 0 0 0,0 0 0 0 0,-1 0 0 0 0,1 0 0 0 0,0-1 0 0 0,0 1 0 0 0,0 0 0 0 0,-26-23-4113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54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29 240 0 0,'-62'3'7032'0'0,"56"-2"-6682"0"0,0 0 0 0 0,0 0 0 0 0,0 1 0 0 0,1-1 0 0 0,-1 1-1 0 0,1 0 1 0 0,-9 5 0 0 0,13-7-341 0 0,1 0 0 0 0,0 0 1 0 0,-1 1-1 0 0,1-1 0 0 0,0 0 0 0 0,-1 0 0 0 0,1 0 0 0 0,0 1 0 0 0,-1-1 0 0 0,1 0 0 0 0,0 0 0 0 0,0 1 0 0 0,-1-1 0 0 0,1 0 0 0 0,0 0 1 0 0,0 1-1 0 0,-1-1 0 0 0,1 0 0 0 0,0 1 0 0 0,0-1 0 0 0,0 0 0 0 0,0 1 0 0 0,-1-1 0 0 0,1 1 0 0 0,0-1 0 0 0,0 0 0 0 0,0 1 0 0 0,0-1 1 0 0,0 0-1 0 0,0 1 0 0 0,0-1 0 0 0,0 1 0 0 0,0-1 0 0 0,0 0 0 0 0,0 1 0 0 0,0-1 0 0 0,1 0 0 0 0,-1 1 0 0 0,0-1 0 0 0,0 1 0 0 0,0-1 1 0 0,0 0-1 0 0,1 0 0 0 0,-1 1 0 0 0,0-1 0 0 0,0 0 0 0 0,1 1 0 0 0,-1-1 0 0 0,0 0 0 0 0,0 0 0 0 0,1 1 0 0 0,-1-1 0 0 0,0 0 0 0 0,1 0 1 0 0,-1 1-1 0 0,0-1 0 0 0,1 0 0 0 0,-1 0 0 0 0,0 0 0 0 0,1 0 0 0 0,-1 0 0 0 0,0 0 0 0 0,2 0 0 0 0,21 7 91 0 0,35 2 224 0 0,1-3 0 0 0,60-3 0 0 0,-98-2-256 0 0,531-13 1093 0 0,73-40-872 0 0,-451 35-178 0 0,-137 13-105 0 0,-13 1-1 0 0,1 1 1 0 0,0 0 0 0 0,-1 2-1 0 0,1 1 1 0 0,31 5 0 0 0,-52-5-107 0 0,0 0 1 0 0,-1 0 0 0 0,1 0-1 0 0,0 0 1 0 0,-1 1 0 0 0,0-1-1 0 0,1 1 1 0 0,-1 0-1 0 0,0 0 1 0 0,0 0 0 0 0,0 1-1 0 0,0-1 1 0 0,0 1 0 0 0,4 4-1 0 0,-6-5-309 0 0,1 0 1 0 0,-1 0-1 0 0,0 0 0 0 0,0 0 0 0 0,0 1 0 0 0,0-1 0 0 0,0 0 0 0 0,0 1 1 0 0,-1-1-1 0 0,1 1 0 0 0,-1-1 0 0 0,0 0 0 0 0,1 4 0 0 0,-1 14-4859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54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64 275 1441 0 0,'-2'-2'319'0'0,"1"1"-1"0"0,-1-1 1 0 0,0 1 0 0 0,0-1 0 0 0,0 1 0 0 0,1 0 0 0 0,-2 0 0 0 0,1 0 0 0 0,0 0 0 0 0,0 0 0 0 0,-3 0 0 0 0,-4-3 1176 0 0,7 3-1421 0 0,0 0 1 0 0,0-1-1 0 0,0 1 0 0 0,0 0 0 0 0,1-1 1 0 0,-1 0-1 0 0,0 1 0 0 0,1-1 1 0 0,-1 0-1 0 0,1 0 0 0 0,0 0 0 0 0,-1 0 1 0 0,1 0-1 0 0,0 0 0 0 0,0 0 0 0 0,1 0 1 0 0,-1 0-1 0 0,0 0 0 0 0,1-1 0 0 0,-1 1 1 0 0,1 0-1 0 0,0 0 0 0 0,-1-1 1 0 0,1 1-1 0 0,0 0 0 0 0,1-1 0 0 0,-1 1 1 0 0,0 0-1 0 0,1-1 0 0 0,-1 1 0 0 0,1 0 1 0 0,0 0-1 0 0,-1 0 0 0 0,1 0 0 0 0,0-1 1 0 0,2-1-1 0 0,-1 0-39 0 0,2-7 14 0 0,1 0 0 0 0,0 0 0 0 0,1 0 0 0 0,0 1 0 0 0,0 0 0 0 0,1 0 0 0 0,1 0 0 0 0,0 1 0 0 0,0 1 0 0 0,1-1-1 0 0,0 1 1 0 0,0 0 0 0 0,14-8 0 0 0,-14 12-39 0 0,-7 4-9 0 0,-1-1-1 0 0,0 1 1 0 0,0 0 0 0 0,0 0-1 0 0,0-1 1 0 0,0 1-1 0 0,0-1 1 0 0,0 1 0 0 0,0-1-1 0 0,-1 0 1 0 0,1 1-1 0 0,0-1 1 0 0,0 0 0 0 0,0 1-1 0 0,0-1 1 0 0,-1 0-1 0 0,1 0 1 0 0,0 0 0 0 0,-1 0-1 0 0,1 0 1 0 0,-1 0-1 0 0,1 0 1 0 0,-1 0 0 0 0,1 0-1 0 0,-1 0 1 0 0,0 0-1 0 0,1-1 1 0 0,-3-3 25 0 0,3 5-25 0 0,0-1 1 0 0,0 1 0 0 0,0-1 0 0 0,0 1 0 0 0,0-1 0 0 0,1 1 0 0 0,-1 0 0 0 0,0-1-1 0 0,0 1 1 0 0,0 0 0 0 0,0 0 0 0 0,1 0 0 0 0,-1 0 0 0 0,0 0 0 0 0,0 0-1 0 0,0 0 1 0 0,0 1 0 0 0,1-1 0 0 0,-1 0 0 0 0,0 1 0 0 0,2 0 0 0 0,-3 0 1 0 0,1-1 0 0 0,0 1-1 0 0,-1 0 1 0 0,1 0 0 0 0,-1 0 0 0 0,1 0 0 0 0,-1 0 0 0 0,0 0 0 0 0,1 0 0 0 0,-1-1 0 0 0,0 1 0 0 0,0 0 0 0 0,0 0 0 0 0,0 0-1 0 0,1 0 1 0 0,-1 0 0 0 0,-1 0 0 0 0,1 0 0 0 0,0 0 0 0 0,0 0 0 0 0,0 0 0 0 0,0 0 0 0 0,-1 0 0 0 0,1 0 0 0 0,0 0 0 0 0,-1 0 0 0 0,1 0-1 0 0,-1 0 1 0 0,1 0 0 0 0,-1 0 0 0 0,0 0 0 0 0,-8 26 90 0 0,2 0 0 0 0,-8 48 1 0 0,9-40-7 0 0,-18 60 0 0 0,16-71-75 0 0,4-16-12 0 0,1 0 1 0 0,1-1-1 0 0,0 1 0 0 0,0 0 0 0 0,1 0 0 0 0,-1 0 0 0 0,1 16 0 0 0,1-23-6 0 0,0-1 0 0 0,0 1 0 0 0,0 0 0 0 0,0 0 0 0 0,0 0 0 0 0,0-1 0 0 0,0 1 0 0 0,0 0 1 0 0,1 0-1 0 0,-1-1 0 0 0,0 1 0 0 0,0 0 0 0 0,1 0 0 0 0,-1-1 0 0 0,0 1 0 0 0,1 0 0 0 0,-1-1 0 0 0,1 1 0 0 0,-1 0 0 0 0,1-1 0 0 0,-1 1 0 0 0,1-1 0 0 0,-1 1 0 0 0,1-1 0 0 0,0 1 0 0 0,-1-1 1 0 0,1 1-1 0 0,0-1 0 0 0,-1 0 0 0 0,1 1 0 0 0,0-1 0 0 0,0 0 0 0 0,-1 0 0 0 0,2 1 0 0 0,2-1-45 0 0,-1 0 1 0 0,0 0-1 0 0,0-1 0 0 0,0 1 1 0 0,1-1-1 0 0,-1 1 1 0 0,0-1-1 0 0,0 0 0 0 0,4-2 1 0 0,62-34-1153 0 0,-68 36 1172 0 0,114-67-5825 0 0,-85 47 3655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55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39 160 0 0,'-19'6'962'0'0,"1"1"0"0"0,0 1 0 0 0,1 0 0 0 0,0 1 0 0 0,0 1 0 0 0,1 1 0 0 0,0 0-1 0 0,-17 18 1 0 0,28-25-848 0 0,1 0 0 0 0,-1 1-1 0 0,1-1 1 0 0,0 1-1 0 0,1 1 1 0 0,-1-1 0 0 0,1 0-1 0 0,-4 9 1 0 0,6-12-117 0 0,0 1-1 0 0,0-1 1 0 0,0 0 0 0 0,1 1 0 0 0,-1-1-1 0 0,1 1 1 0 0,-1-1 0 0 0,1 1-1 0 0,0-1 1 0 0,0 1 0 0 0,0-1 0 0 0,0 1-1 0 0,0-1 1 0 0,1 1 0 0 0,-1-1-1 0 0,1 0 1 0 0,-1 1 0 0 0,1-1 0 0 0,0 1-1 0 0,0-1 1 0 0,0 0 0 0 0,2 4-1 0 0,4 0 26 0 0,0 0-1 0 0,0 0 1 0 0,0 0-1 0 0,0-1 0 0 0,1 0 1 0 0,0-1-1 0 0,0 1 0 0 0,0-2 1 0 0,1 1-1 0 0,-1-1 0 0 0,1 0 1 0 0,0-1-1 0 0,0 0 0 0 0,0 0 1 0 0,0-1-1 0 0,0 0 0 0 0,18-2 1 0 0,3 1-3 0 0,-1-2 0 0 0,1-1 0 0 0,-1-1 0 0 0,41-12 1 0 0,-58 12-13 0 0,1-1 1 0 0,-1 0 0 0 0,0-1 0 0 0,0 0 0 0 0,-1-1-1 0 0,0 0 1 0 0,0 0 0 0 0,0-2 0 0 0,-1 1 0 0 0,-1-1-1 0 0,18-20 1 0 0,-27 27-5 0 0,1 0-1 0 0,-1 0 1 0 0,1 0 0 0 0,-1 1-1 0 0,0-1 1 0 0,1 0 0 0 0,-1 0-1 0 0,0 0 1 0 0,0 0-1 0 0,-1 0 1 0 0,1 0 0 0 0,0 0-1 0 0,-1 0 1 0 0,1 0 0 0 0,-1 0-1 0 0,1 1 1 0 0,-1-1 0 0 0,0 0-1 0 0,0 0 1 0 0,0 1-1 0 0,0-1 1 0 0,0 0 0 0 0,0 1-1 0 0,0-1 1 0 0,-1 1 0 0 0,1 0-1 0 0,-1-1 1 0 0,1 1 0 0 0,-2-2-1 0 0,-51-36 21 0 0,44 32-18 0 0,-55-38-565 0 0,63 45 496 0 0,1-1 1 0 0,0 1-1 0 0,0-1 1 0 0,0 1 0 0 0,0-1-1 0 0,0 1 1 0 0,-1-1 0 0 0,1 0-1 0 0,0 0 1 0 0,0 1 0 0 0,1-1-1 0 0,-1 0 1 0 0,0 0 0 0 0,0 0-1 0 0,0 0 1 0 0,-1-2 0 0 0,19-11-3270 0 0,-10 10 1993 0 0,18-3-1354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55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1 880 0 0,'-11'3'1150'0'0,"1"0"0"0"0,0 0 0 0 0,0 1 0 0 0,-16 9 0 0 0,-71 50 863 0 0,85-54-1639 0 0,-1-1-174 0 0,12-8-180 0 0,0 1-1 0 0,-1-1 0 0 0,1 1 1 0 0,0 0-1 0 0,-1 0 1 0 0,1-1-1 0 0,0 1 1 0 0,0 0-1 0 0,0 0 1 0 0,0 0-1 0 0,0 0 1 0 0,0 1-1 0 0,0-1 1 0 0,0 0-1 0 0,0 0 1 0 0,0 0-1 0 0,1 1 1 0 0,-1-1-1 0 0,0 0 1 0 0,1 1-1 0 0,0-1 0 0 0,-1 1 1 0 0,0 1-1 0 0,1-2-5 0 0,0 1-1 0 0,-1-1 0 0 0,1 0 0 0 0,-1 1 0 0 0,0-1 0 0 0,1 0 0 0 0,-1 0 0 0 0,0 0 1 0 0,0 1-1 0 0,0-1 0 0 0,0 0 0 0 0,0 0 0 0 0,0 0 0 0 0,0-1 0 0 0,0 1 0 0 0,0 0 1 0 0,0 0-1 0 0,-1 0 0 0 0,-1 0 0 0 0,-3 3 45 0 0,-24 35 182 0 0,29-38-232 0 0,0 0 0 0 0,0 0 0 0 0,1 1 0 0 0,-1-1 0 0 0,0 0 0 0 0,0 0 0 0 0,1 1 0 0 0,-1-1 1 0 0,1 1-1 0 0,0-1 0 0 0,-1 0 0 0 0,1 1 0 0 0,0-1 0 0 0,0 1 0 0 0,-1-1 0 0 0,1 1 0 0 0,1-1 0 0 0,-1 1 1 0 0,0-1-1 0 0,0 1 0 0 0,0-1 0 0 0,1 1 0 0 0,-1-1 0 0 0,1 0 0 0 0,-1 1 0 0 0,1-1 0 0 0,-1 0 0 0 0,1 1 1 0 0,0-1-1 0 0,0 0 0 0 0,0 0 0 0 0,0 1 0 0 0,0-1 0 0 0,0 0 0 0 0,0 0 0 0 0,0 0 0 0 0,0 0 0 0 0,0-1 1 0 0,3 3-1 0 0,4 2-11 0 0,1 1 1 0 0,0-1-1 0 0,1-1 1 0 0,13 5 0 0 0,-11-4 23 0 0,13 8-3 0 0,2-1 0 0 0,-1-1 0 0 0,1-1-1 0 0,1-2 1 0 0,0 0 0 0 0,0-2 0 0 0,1-2-1 0 0,-1 0 1 0 0,1-2 0 0 0,0-1 0 0 0,34-3 0 0 0,-62 2-18 0 0,1 0 0 0 0,-1 0 0 0 0,0 0 0 0 0,1 0 1 0 0,-1 0-1 0 0,0-1 0 0 0,1 1 0 0 0,-1 0 1 0 0,0-1-1 0 0,0 1 0 0 0,1-1 0 0 0,-1 0 0 0 0,0 1 1 0 0,0-1-1 0 0,0 0 0 0 0,0 1 0 0 0,0-1 1 0 0,0 0-1 0 0,0 0 0 0 0,0 0 0 0 0,0 0 0 0 0,0 0 1 0 0,-1 0-1 0 0,1 0 0 0 0,0-1 0 0 0,0 1 1 0 0,-1 0-1 0 0,1 0 0 0 0,-1-1 0 0 0,0 1 0 0 0,1 0 1 0 0,-1 0-1 0 0,0-1 0 0 0,1 1 0 0 0,-1 0 1 0 0,0-1-1 0 0,0 1 0 0 0,0 0 0 0 0,0-1 0 0 0,-1 1 1 0 0,1 0-1 0 0,0-1 0 0 0,0 1 0 0 0,-1 0 1 0 0,0-2-1 0 0,-2-5-15 0 0,0-1 0 0 0,0 1 0 0 0,-1 0 1 0 0,0 0-1 0 0,-1 1 0 0 0,-8-12 0 0 0,-2 0-119 0 0,-1 0 0 0 0,-27-26 0 0 0,35 38-246 0 0,0 0 0 0 0,0 1 0 0 0,-1 0 0 0 0,1 1 0 0 0,-1 0 0 0 0,0 0 0 0 0,-1 1 0 0 0,1 0 0 0 0,-15-4 0 0 0,-37 3-4515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5:57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38 880 0 0,'-40'-12'2555'0'0,"-5"-1"453"0"0,45 13-2985 0 0,0 0 1 0 0,-1 0-1 0 0,1 0 0 0 0,0 0 0 0 0,0 1 1 0 0,0-1-1 0 0,-1 0 0 0 0,1-1 0 0 0,0 1 1 0 0,0 0-1 0 0,0 0 0 0 0,0 0 1 0 0,-1 0-1 0 0,1 0 0 0 0,0 0 0 0 0,0 0 1 0 0,0 0-1 0 0,0 0 0 0 0,-1 0 0 0 0,1 0 1 0 0,0 0-1 0 0,0 0 0 0 0,0-1 1 0 0,0 1-1 0 0,0 0 0 0 0,-1 0 0 0 0,1 0 1 0 0,0 0-1 0 0,0 0 0 0 0,0-1 1 0 0,0 1-1 0 0,0 0 0 0 0,0 0 0 0 0,0 0 1 0 0,0 0-1 0 0,0-1 0 0 0,-1 1 0 0 0,1 0 1 0 0,0 0-1 0 0,0 0 0 0 0,0-1 1 0 0,0 1-1 0 0,0 0 0 0 0,0 0 0 0 0,0 0 1 0 0,0 0-1 0 0,0-1 0 0 0,1 1 1 0 0,-1 0-1 0 0,0 0-8 0 0,0-1 0 0 0,0 1 0 0 0,0 0 1 0 0,0 0-1 0 0,0-1 0 0 0,0 1 0 0 0,0 0 0 0 0,0 0 1 0 0,0-1-1 0 0,0 1 0 0 0,0 0 0 0 0,0 0 1 0 0,0 0-1 0 0,0-1 0 0 0,0 1 0 0 0,-1 0 0 0 0,1 0 1 0 0,0 0-1 0 0,0-1 0 0 0,0 1 0 0 0,0 0 0 0 0,0 0 1 0 0,0 0-1 0 0,-1-1 0 0 0,1 1 0 0 0,0 0 0 0 0,0 0 1 0 0,0 0-1 0 0,0 0 0 0 0,-1 0 0 0 0,1-1 1 0 0,0 1-1 0 0,0 0 0 0 0,0 0 0 0 0,-1 0 0 0 0,1 0 1 0 0,0 0-1 0 0,0 0 0 0 0,-1 0 0 0 0,1 0 0 0 0,-4 0 27 0 0,0-1-1 0 0,-1 2 0 0 0,1-1 0 0 0,0 0 0 0 0,0 1 0 0 0,0 0 0 0 0,0 0 0 0 0,0 0 1 0 0,0 0-1 0 0,0 1 0 0 0,-6 3 0 0 0,7-4-1 0 0,1 0 0 0 0,0 0 0 0 0,0 0 0 0 0,-1 0 0 0 0,1 0 1 0 0,0-1-1 0 0,-1 1 0 0 0,1-1 0 0 0,-1 0 0 0 0,1 0 0 0 0,-1 0 0 0 0,1 0 0 0 0,-5 0 0 0 0,-39-1 389 0 0,44 1-459 0 0,-13 1 65 0 0,0 0-1 0 0,0 1 0 0 0,0 0 1 0 0,0 1-1 0 0,-23 8 0 0 0,0 0-773 0 0,33-9-1022 0 0,10-2-1067 0 0,20 0-213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02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39 2721 0 0,'-3'-4'255'0'0,"0"1"0"0"0,0 0 0 0 0,-1 0 0 0 0,0 0 0 0 0,1 0 0 0 0,-1 0 0 0 0,0 1 0 0 0,0-1 0 0 0,-1 1 0 0 0,1 0 0 0 0,0 1 0 0 0,-1-1 0 0 0,1 1 0 0 0,-1 0 0 0 0,1 0 0 0 0,-1 0 0 0 0,0 1 0 0 0,1-1 0 0 0,-1 1 0 0 0,0 0 0 0 0,1 0 0 0 0,-1 1 0 0 0,0 0 0 0 0,1 0 0 0 0,-6 1 0 0 0,5-1 1426 0 0,19 0-1099 0 0,-1-1-72 0 0,-10 7 2880 0 0,2-7-3150 0 0,18 3-104 0 0,-1 1 0 0 0,1 2 0 0 0,-1 0 0 0 0,38 16 0 0 0,116 53 287 0 0,65 24-165 0 0,-217-91-246 0 0,-13-6 2 0 0,-1 1-1 0 0,0 1 1 0 0,0 0-1 0 0,0 1 0 0 0,0 0 1 0 0,-1 0-1 0 0,13 10 1 0 0,-18-12-74 0 0,0 0 0 0 0,1 0-1 0 0,-1-1 1 0 0,1 1 0 0 0,0-1 0 0 0,0 0 0 0 0,0 0 0 0 0,-1-1 0 0 0,2 0 0 0 0,-1 0 0 0 0,0 0 0 0 0,0 0 0 0 0,0-1 0 0 0,0 1 0 0 0,9-2 0 0 0,-14 1-23 0 0,0 0 0 0 0,0 0-1 0 0,1 0 1 0 0,-1 0 0 0 0,0 0 0 0 0,1-1 0 0 0,-1 1-1 0 0,0 0 1 0 0,0 0 0 0 0,0 0 0 0 0,1 0 0 0 0,-1-1-1 0 0,0 1 1 0 0,0 0 0 0 0,1 0 0 0 0,-1 0 0 0 0,0-1-1 0 0,0 1 1 0 0,0 0 0 0 0,0 0 0 0 0,0-1-1 0 0,1 1 1 0 0,-1 0 0 0 0,0 0 0 0 0,0-1 0 0 0,0 1-1 0 0,0 0 1 0 0,0-1 0 0 0,0 1 0 0 0,0 0 0 0 0,0 0-1 0 0,0-1 1 0 0,0 1 0 0 0,0 0 0 0 0,0-1-1 0 0,0 1 1 0 0,0 0 0 0 0,0 0 0 0 0,0-1 0 0 0,0 1-1 0 0,0 0 1 0 0,-1-1 0 0 0,1 1 0 0 0,0 0 0 0 0,0 0-1 0 0,0 0 1 0 0,0-1 0 0 0,-1 1 0 0 0,1 0 0 0 0,0 0-1 0 0,0-1 1 0 0,0 1 0 0 0,-1 0 0 0 0,1 0-1 0 0,0 0 1 0 0,0 0 0 0 0,-1 0 0 0 0,1-1 0 0 0,0 1-1 0 0,0 0 1 0 0,-1 0 0 0 0,1 0 0 0 0,-56-26-5747 0 0,26 3 2629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03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85 345 1040 0 0,'-30'8'4883'0'0,"6"3"-2082"0"0,-6-3-2161 0 0,30-16 1 0 0,0 2-161 0 0,0-7 0 0 0,30-12 0 0 0,-6-19 161 0 0,67-39 79 0 0,30-13-160 0 0,-1 46-400 0 0,-29 23-240 0 0,-31 16 240 0 0,1 3-800 0 0,-1 8-1681 0 0,0 8-1761 0 0,-29-3-960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04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1226 21 2401 0 0,'0'0'7137'0'0,"0"-1"-7102"0"0,0 1 1 0 0,0 0-1 0 0,-1 0 1 0 0,1 0 0 0 0,0 0-1 0 0,0-1 1 0 0,0 1-1 0 0,0 0 1 0 0,0 0-1 0 0,0 0 1 0 0,0-1 0 0 0,0 1-1 0 0,0 0 1 0 0,0 0-1 0 0,0 0 1 0 0,0-1-1 0 0,0 1 1 0 0,0 0 0 0 0,0 0-1 0 0,0 0 1 0 0,0-1-1 0 0,0 1 1 0 0,0 0-1 0 0,0 0 1 0 0,0 0 0 0 0,0-1-1 0 0,0 1 1 0 0,0 0-1 0 0,0 0 1 0 0,0 0-1 0 0,1 0 1 0 0,-1-1 0 0 0,0 1-1 0 0,0 0 1 0 0,0 0-1 0 0,0 0 1 0 0,0 0-1 0 0,1 0 1 0 0,-1-1 0 0 0,0 1-1 0 0,0 0 1 0 0,0 0-1 0 0,0 0 1 0 0,1 0-1 0 0,-1 0 1 0 0,0 0 0 0 0,0 0-1 0 0,0 0 1 0 0,1 0-1 0 0,-1 0 1 0 0,0 0-1 0 0,0 0 1 0 0,0 0 0 0 0,1 0-1 0 0,-1 0 1 0 0,0 0-1 0 0,0 0 1 0 0,0 0-1 0 0,1 0 1 0 0,63-2 226 0 0,-37 0-69 0 0,0 1 0 0 0,0 1 0 0 0,0 2 0 0 0,42 7 0 0 0,-8 5 674 0 0,-41-8-707 0 0,-105-17 901 0 0,-36-4-988 0 0,95 10-29 0 0,1 1 0 0 0,-1 2 0 0 0,0 0 0 0 0,-35 3 0 0 0,-11-1-24 0 0,67 0-10 0 0,0 0-1 0 0,0 0 1 0 0,0 0-1 0 0,0 1 0 0 0,1 0 1 0 0,-1 0-1 0 0,0 0 1 0 0,0 0-1 0 0,0 1 1 0 0,1 0-1 0 0,-1 0 0 0 0,1 0 1 0 0,-7 5-1 0 0,9-5-6 0 0,0-1 0 0 0,0 1-1 0 0,0 0 1 0 0,1 0 0 0 0,-1 0-1 0 0,1 0 1 0 0,0 1 0 0 0,-1-1-1 0 0,1 0 1 0 0,0 1 0 0 0,0-1 0 0 0,1 0-1 0 0,-1 1 1 0 0,0-1 0 0 0,1 1-1 0 0,-1-1 1 0 0,1 1 0 0 0,0 3-1 0 0,1 2 10 0 0,0 1-1 0 0,0-1 0 0 0,1 0 0 0 0,0 0 1 0 0,1 0-1 0 0,-1 0 0 0 0,2 0 0 0 0,-1-1 1 0 0,1 1-1 0 0,7 9 0 0 0,4 6 21 0 0,1-1 0 0 0,0 0 0 0 0,2-2 0 0 0,28 26-1 0 0,-39-39-27 0 0,1-1 0 0 0,1 0-1 0 0,-1-1 1 0 0,1 1-1 0 0,0-1 1 0 0,1-1 0 0 0,-1 0-1 0 0,1 0 1 0 0,-1-1 0 0 0,1 0-1 0 0,0-1 1 0 0,0 0-1 0 0,0-1 1 0 0,16 1 0 0 0,-12-2-33 0 0,0 0 0 0 0,-1-2 1 0 0,0 1-1 0 0,1-2 1 0 0,-1 1-1 0 0,22-9 0 0 0,-26 8 43 0 0,0 0-1 0 0,0 1 0 0 0,0-1 0 0 0,0 2 0 0 0,0 0 0 0 0,0 0 0 0 0,1 0 0 0 0,-1 1 0 0 0,11 1 1 0 0,-16 0-5 0 0,-1-1 1 0 0,1 0 0 0 0,0 1-1 0 0,-1-1 1 0 0,1 1 0 0 0,0 0-1 0 0,-1 0 1 0 0,1 1 0 0 0,-1-1 0 0 0,1 1-1 0 0,-1-1 1 0 0,0 1 0 0 0,0 0-1 0 0,0 1 1 0 0,0-1 0 0 0,0 0-1 0 0,0 1 1 0 0,-1-1 0 0 0,1 1 0 0 0,-1 0-1 0 0,0 0 1 0 0,1 0 0 0 0,-1 0-1 0 0,2 7 1 0 0,-2-6 19 0 0,-1 1 1 0 0,0 0-1 0 0,-1 0 0 0 0,1 0 1 0 0,-1 0-1 0 0,0 0 0 0 0,0 0 1 0 0,-1 0-1 0 0,0 0 0 0 0,1 0 1 0 0,-2 0-1 0 0,1 0 0 0 0,0 0 1 0 0,-1-1-1 0 0,0 1 0 0 0,0 0 1 0 0,-1-1-1 0 0,1 0 0 0 0,-1 1 0 0 0,0-1 1 0 0,0 0-1 0 0,0-1 0 0 0,0 1 1 0 0,-1 0-1 0 0,0-1 0 0 0,-5 5 1 0 0,-6 3-6 0 0,0-1 0 0 0,0-1 0 0 0,-1 0 0 0 0,0-1 0 0 0,0 0 0 0 0,-28 8 0 0 0,-59 13 128 0 0,-151 21 0 0 0,163-34-202 0 0,-279 36-2571 0 0,7-31-3949 0 0,112-30-807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39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1 560 0 0,'-55'24'6777'0'0,"50"-17"-6190"0"0,0-2-534 0 0,-40 38 534 0 0,47-44-256 0 0,1 0 1 0 0,0 0 0 0 0,0 0-1 0 0,0 0 1 0 0,0 1-1 0 0,0-1 1 0 0,0 1-1 0 0,0 0 1 0 0,0 0-1 0 0,0 0 1 0 0,0 0-1 0 0,0 0 1 0 0,0 1 0 0 0,-1 0-1 0 0,5 0 1 0 0,77 17-550 0 0,-17-5 347 0 0,386 22 386 0 0,-278-25-417 0 0,-156-9-326 0 0,0-1-1 0 0,36-5 0 0 0,-48 5-218 0 0,-1-1-1 0 0,1-1 1 0 0,-1 1-1 0 0,0-1 1 0 0,0 0-1 0 0,0-1 1 0 0,0 1-1 0 0,0-1 1 0 0,0 0-1 0 0,-1-1 1 0 0,11-7-1 0 0,-11-7-2567 0 0,-5-2 94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6:39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4 2881 0 0,'-291'6'6390'0'0,"268"-6"-6046"0"0,28 0 602 0 0,38-1 565 0 0,640-7-57 0 0,-516 17-3455 0 0,-63 5-2561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7:08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26 469 640 0 0,'55'7'6003'0'0,"-50"-7"-4922"0"0,-5 0-1061 0 0,1 0 1 0 0,-1 0-1 0 0,0 0 1 0 0,0 0-1 0 0,0-1 1 0 0,0 1-1 0 0,0 0 1 0 0,0 0-1 0 0,0 0 1 0 0,0 0-1 0 0,0 0 1 0 0,1-1-1 0 0,-1 1 1 0 0,0 0-1 0 0,0 0 1 0 0,0 0-1 0 0,0-1 1 0 0,0 1-1 0 0,0 0 1 0 0,0 0-1 0 0,0 0 1 0 0,0 0-1 0 0,0-1 1 0 0,0 1-1 0 0,0 0 1 0 0,-1 0-1 0 0,1 0 1 0 0,0 0-1 0 0,0-1 1 0 0,0 1-1 0 0,0 0 1 0 0,0 0-1 0 0,0 0 1 0 0,0 0-1 0 0,0 0 1 0 0,-1-1-1 0 0,1 1 1 0 0,0 0-1 0 0,0 0 1 0 0,0 0-1 0 0,0 0 1 0 0,0 0-1 0 0,-1 0 1 0 0,1 0-1 0 0,0 0 1 0 0,0-1-1 0 0,0 1 1 0 0,0 0-1 0 0,-1 0 1 0 0,1 0-1 0 0,0 0 1 0 0,0 0-1 0 0,0 0 1 0 0,0 0-1 0 0,-1 0 1 0 0,1 0-1 0 0,0 0 1 0 0,0 0-1 0 0,0 0 1 0 0,0 0-1 0 0,-1 0 1 0 0,1 0-1 0 0,0 1 1 0 0,0-1-1 0 0,0 0 1 0 0,-1 0-1 0 0,-12-1 389 0 0,10 2-309 0 0,1-1 0 0 0,0 1 0 0 0,-1-1 0 0 0,1 0 0 0 0,-1 0 0 0 0,1 0 0 0 0,0-1 0 0 0,-1 1-1 0 0,1 0 1 0 0,0-1 0 0 0,0 0 0 0 0,-1 1 0 0 0,1-1 0 0 0,0 0 0 0 0,0 0 0 0 0,-3-2 0 0 0,4 2-55 0 0,0 0 1 0 0,0 1-1 0 0,-1-1 0 0 0,1 1 0 0 0,0-1 1 0 0,0 1-1 0 0,-1-1 0 0 0,1 1 0 0 0,0 0 0 0 0,-1 0 1 0 0,1-1-1 0 0,0 1 0 0 0,-1 0 0 0 0,1 0 1 0 0,0 0-1 0 0,-1 1 0 0 0,-1-1 0 0 0,3 0 102 0 0,20 0 186 0 0,-19-1-268 0 0,0-1 0 0 0,-1 1 0 0 0,1-1 0 0 0,0 1 0 0 0,-1-1 0 0 0,1 1 0 0 0,-1-1 0 0 0,1 0 0 0 0,-1 1 0 0 0,0-1 0 0 0,0 1 0 0 0,1-1 0 0 0,-1 0 0 0 0,-1 1 0 0 0,1-1 0 0 0,0 0 0 0 0,-1-2 0 0 0,1 0 19 0 0,0-186 396 0 0,0 181-471 0 0,0 1-1 0 0,1-1 1 0 0,0 0-1 0 0,0 1 1 0 0,1-1-1 0 0,0 1 1 0 0,0-1-1 0 0,1 1 1 0 0,0 0-1 0 0,7-13 1 0 0,-1-10-65 0 0,-9 29 54 0 0,0 1 0 0 0,0-1 0 0 0,0 0 0 0 0,1 0 0 0 0,-1 0 0 0 0,0 1 0 0 0,1-1 0 0 0,0 0 0 0 0,-1 1 0 0 0,1-1 0 0 0,0 1 0 0 0,0-1 0 0 0,0 1 0 0 0,0-1 0 0 0,0 1 0 0 0,0-1 0 0 0,1 1 0 0 0,-1 0 1 0 0,0 0-1 0 0,1 0 0 0 0,-1-1 0 0 0,1 1 0 0 0,-1 1 0 0 0,1-1 0 0 0,2-1 0 0 0,3-2-3 0 0,-6 4 1 0 0,1 0 0 0 0,-1-1 0 0 0,0 1 0 0 0,0-1 0 0 0,0 1 0 0 0,0-1 0 0 0,1 1 0 0 0,-1-1 0 0 0,0 0 0 0 0,0 0 0 0 0,0 1 0 0 0,0-1 0 0 0,0 0 0 0 0,-1 0 0 0 0,1 0 0 0 0,0 0 0 0 0,0 0 0 0 0,-1 0 0 0 0,1 0 1 0 0,0 0-1 0 0,-1-1 0 0 0,1 1 0 0 0,-1 0 0 0 0,0 0 0 0 0,1 0 0 0 0,-1-1 0 0 0,0 1 0 0 0,1-1 0 0 0,-3 0-8 0 0,3-3 15 0 0,30-4-88 0 0,-30 9 81 0 0,18-4-43 0 0,0 1 0 0 0,0 1 0 0 0,0 1-1 0 0,23 1 1 0 0,-30 0 33 0 0,-2 0 0 0 0,0 1 0 0 0,1-1-1 0 0,-1 2 1 0 0,0-1 0 0 0,0 1-1 0 0,0 1 1 0 0,0 0 0 0 0,0 1-1 0 0,0-1 1 0 0,-1 2 0 0 0,0-1 0 0 0,11 9-1 0 0,-10-5 32 0 0,-1 0-1 0 0,-1 1 0 0 0,0 0 1 0 0,0 0-1 0 0,0 1 0 0 0,-1 0 1 0 0,-1 1-1 0 0,0-1 0 0 0,0 1 1 0 0,-1 1-1 0 0,-1-1 0 0 0,7 23 1 0 0,-4-2 44 0 0,-2-1 1 0 0,-1 1-1 0 0,-1 0 1 0 0,-2 33-1 0 0,1-34 35 0 0,0-1-1 0 0,9 37 1 0 0,-5-38-85 0 0,-2 0 0 0 0,1 37 1 0 0,-5-65-13 0 0,0 0 1 0 0,0 0 0 0 0,0-1 0 0 0,0 1 0 0 0,0 0 0 0 0,0 0-1 0 0,0 0 1 0 0,0-1 0 0 0,0 1 0 0 0,0 0 0 0 0,0 0 0 0 0,0-1-1 0 0,0 1 1 0 0,1 0 0 0 0,-1 0 0 0 0,0-1 0 0 0,1 1-1 0 0,-1 0 1 0 0,0-1 0 0 0,1 1 0 0 0,-1 0 0 0 0,1-1 0 0 0,-1 1-1 0 0,1-1 1 0 0,-1 1 0 0 0,1-1 0 0 0,0 1 0 0 0,-1-1 0 0 0,1 1-1 0 0,0-1 1 0 0,-1 1 0 0 0,1-1 0 0 0,0 0 0 0 0,-1 0 0 0 0,1 1-1 0 0,0-1 1 0 0,0 0 0 0 0,-1 0 0 0 0,1 0 0 0 0,0 0 0 0 0,0 0-1 0 0,0 1 1 0 0,-1-2 0 0 0,1 1 0 0 0,0 0 0 0 0,1 0-1 0 0,1 0-4 0 0,-18-7-48 0 0,19 4 75 0 0,-3 3-18 0 0,0 0 0 0 0,0-1 0 0 0,0 1 0 0 0,0-1 0 0 0,0 1 0 0 0,-1-1 0 0 0,1 0 0 0 0,0 1 0 0 0,0-1 0 0 0,0 0 0 0 0,-1 0 0 0 0,1 0 0 0 0,0 1 0 0 0,-1-1 0 0 0,1 0-1 0 0,0 0 1 0 0,-1 0 0 0 0,0 0 0 0 0,1 0 0 0 0,-1 0 0 0 0,1 0 0 0 0,-1 0 0 0 0,0 0 0 0 0,0 0 0 0 0,0-1 0 0 0,1 1 0 0 0,-2-2 0 0 0,1-309-150 0 0,0 307 145 0 0,1 0 1 0 0,-1 0-1 0 0,1 0 1 0 0,0 0 0 0 0,0 0-1 0 0,0 0 1 0 0,0 0-1 0 0,1 0 1 0 0,0 0 0 0 0,0 1-1 0 0,5-9 1 0 0,0 1-9 0 0,-5 6-12 0 0,1 1-1 0 0,0-1 0 0 0,1 0 1 0 0,0 1-1 0 0,-1 0 0 0 0,2 0 1 0 0,-1 0-1 0 0,10-8 1 0 0,-12 12 12 0 0,-1 0 1 0 0,1 0 0 0 0,0 1 0 0 0,0-1 0 0 0,1 1 0 0 0,-1-1 0 0 0,0 1 0 0 0,0-1 0 0 0,0 1 0 0 0,0 0 0 0 0,0 0-1 0 0,0 0 1 0 0,1 1 0 0 0,-1-1 0 0 0,0 0 0 0 0,0 1 0 0 0,0-1 0 0 0,0 1 0 0 0,0 0 0 0 0,0 0 0 0 0,0 0 0 0 0,0 0-1 0 0,-1 0 1 0 0,1 0 0 0 0,0 0 0 0 0,0 0 0 0 0,-1 1 0 0 0,1-1 0 0 0,-1 1 0 0 0,1-1 0 0 0,1 4 0 0 0,22 19 78 0 0,-2 0 1 0 0,0 2 0 0 0,18 29-1 0 0,-33-44-60 0 0,-1 1 0 0 0,0 0 0 0 0,-1 0-1 0 0,0 0 1 0 0,-1 1 0 0 0,0 0 0 0 0,-1 0 0 0 0,-1 0-1 0 0,0 1 1 0 0,-1-1 0 0 0,1 20 0 0 0,-3 56 137 0 0,-5-91 151 0 0,4 3-296 0 0,0-1 1 0 0,0 0-1 0 0,0 0 0 0 0,0 0 1 0 0,0 0-1 0 0,1 0 0 0 0,-1 0 0 0 0,0 0 1 0 0,0-1-1 0 0,0 1 0 0 0,0 0 0 0 0,0 0 1 0 0,1-1-1 0 0,-1 1 0 0 0,0 0 0 0 0,0-1 1 0 0,1 1-1 0 0,-1-1 0 0 0,0 1 0 0 0,0-1 1 0 0,1 1-1 0 0,-1-1 0 0 0,1 1 1 0 0,-1-1-1 0 0,0 0 0 0 0,1 1 0 0 0,-1-1 1 0 0,1 0-1 0 0,0 0 0 0 0,-1 1 0 0 0,1-1 1 0 0,-1 0-1 0 0,1 0 0 0 0,0 0 0 0 0,0 0 1 0 0,0 1-1 0 0,-1-1 0 0 0,1-1 0 0 0,0-220-215 0 0,0 210 198 0 0,0 0 0 0 0,0-1-1 0 0,1 1 1 0 0,1 0 0 0 0,0 0 0 0 0,1 0-1 0 0,0 0 1 0 0,1 0 0 0 0,0 0 0 0 0,1 1-1 0 0,0 0 1 0 0,1 0 0 0 0,0 0 0 0 0,1 1-1 0 0,0 0 1 0 0,1 0 0 0 0,0 0 0 0 0,0 1-1 0 0,1 1 1 0 0,19-16 0 0 0,-25 22 16 0 0,0 0 0 0 0,1 0 0 0 0,-1 1 0 0 0,1-1 0 0 0,-1 1 1 0 0,1 0-1 0 0,0 0 0 0 0,-1 0 0 0 0,1 0 0 0 0,0 1 0 0 0,0-1 0 0 0,-1 1 0 0 0,1 0 0 0 0,0 0 1 0 0,0 1-1 0 0,0-1 0 0 0,-1 1 0 0 0,1 0 0 0 0,0 0 0 0 0,-1 0 0 0 0,1 0 0 0 0,0 1 0 0 0,-1-1 1 0 0,0 1-1 0 0,1 0 0 0 0,-1 0 0 0 0,0 0 0 0 0,0 0 0 0 0,0 1 0 0 0,0-1 0 0 0,-1 1 0 0 0,1 0 1 0 0,-1 0-1 0 0,1 0 0 0 0,3 6 0 0 0,5 9 75 0 0,0 0 0 0 0,-1 1 1 0 0,-1 1-1 0 0,0-1 0 0 0,7 29 0 0 0,23 116 215 0 0,2 4-145 0 0,-34-141-176 0 0,2 0 0 0 0,2 0 0 0 0,22 42 0 0 0,-31-66-31 0 0,0 1 0 0 0,0-1 0 0 0,1 0 1 0 0,-1 0-1 0 0,1 0 0 0 0,0 0 1 0 0,0-1-1 0 0,0 1 0 0 0,0-1 0 0 0,0 1 1 0 0,1-1-1 0 0,-1 0 0 0 0,1-1 1 0 0,-1 1-1 0 0,1 0 0 0 0,-1-1 0 0 0,1 0 1 0 0,0 0-1 0 0,8 1 0 0 0,-5-2-288 0 0,0 0 0 0 0,1 0 0 0 0,-1-1-1 0 0,0 0 1 0 0,0-1 0 0 0,1 0 0 0 0,-1 0 0 0 0,0 0-1 0 0,0-1 1 0 0,7-4 0 0 0,71-39-5347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7:08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20 960 0 0,'-108'-1'6301'0'0,"66"-2"-3688"0"0,35 1-820 0 0,14-1 546 0 0,22-1-2332 0 0,1 0 0 0 0,-1 2 0 0 0,1 1 0 0 0,0 2-1 0 0,0 1 1 0 0,47 9 0 0 0,-27 0-3152 0 0,61 21 0 0 0,-76-20-337 0 0,-4-3 481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7:09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17 640 0 0,'-10'0'3615'0'0,"-55"-4"897"0"0,37 1-2108 0 0,46 2-1169 0 0,102-4-368 0 0,-24 2-793 0 0,84 2-546 0 0,-91 12-2511 0 0,-71-7 850 0 0,1 1 1 0 0,27 11 0 0 0,-16-4-643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7:21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121 229 880 0 0,'-6'11'5734'0'0,"-8"-4"-4005"0"0,-17 1-1935 0 0,26-8 780 0 0,-1 4 1577 0 0,7-16-1021 0 0,-1-234-876 0 0,2 289 260 0 0,0-28-405 0 0,-2-1 1 0 0,1 1-1 0 0,-2-1 1 0 0,0 0-1 0 0,-1 1 1 0 0,-4 16-1 0 0,-4-6 23 0 0,8-21-120 0 0,-1 1 0 0 0,1-1 0 0 0,1 1 0 0 0,-1 0 1 0 0,1 0-1 0 0,0 0 0 0 0,0-1 0 0 0,0 1 0 0 0,0 7 1 0 0,1-8-1 0 0,0 1 0 0 0,-1-1 0 0 0,0 0 0 0 0,0 1 0 0 0,0-1 0 0 0,0 0 0 0 0,-1 0 0 0 0,1 0 0 0 0,-1 0 0 0 0,-3 5 0 0 0,3-5 4 0 0,0 0 0 0 0,0 0 0 0 0,0 0 0 0 0,1 0 0 0 0,-1 0-1 0 0,1 0 1 0 0,0 1 0 0 0,0-1 0 0 0,1 0 0 0 0,-1 6-1 0 0,1 117 372 0 0,0-126-387 0 0,1 0-1 0 0,-1 0 0 0 0,1 0 1 0 0,-1 0-1 0 0,1 0 0 0 0,0 0 1 0 0,-1 0-1 0 0,1 0 0 0 0,0 0 1 0 0,0 0-1 0 0,0 0 0 0 0,0-1 1 0 0,-1 1-1 0 0,1 0 0 0 0,0-1 1 0 0,0 1-1 0 0,0 0 0 0 0,1-1 1 0 0,-1 0-1 0 0,0 1 0 0 0,0-1 1 0 0,0 1-1 0 0,0-1 0 0 0,0 0 1 0 0,0 0-1 0 0,1 0 0 0 0,-1 0 1 0 0,0 0-1 0 0,0 0 0 0 0,0 0 1 0 0,0 0-1 0 0,1 0 0 0 0,0-1 1 0 0,48-3-149 0 0,-42 3 160 0 0,2 0-21 0 0,1 0-1 0 0,-1-1 0 0 0,0 0 1 0 0,0 0-1 0 0,1-1 0 0 0,-1-1 1 0 0,-1 0-1 0 0,1 0 0 0 0,-1-1 1 0 0,0 0-1 0 0,0 0 0 0 0,0-1 0 0 0,0-1 1 0 0,11-10-1 0 0,2-3-38 0 0,-19 19 46 0 0,-1-1-1 0 0,0 1 1 0 0,0 0-1 0 0,0-1 1 0 0,0 0-1 0 0,0 1 1 0 0,0-1-1 0 0,0 0 1 0 0,-1 0-1 0 0,1 0 1 0 0,-1 0-1 0 0,1 0 0 0 0,-1 0 1 0 0,0-1-1 0 0,0 1 1 0 0,0 0-1 0 0,0-1 1 0 0,0 1-1 0 0,-1-1 1 0 0,1 1-1 0 0,-1-1 1 0 0,1 1-1 0 0,-1-3 1 0 0,0 2-1 0 0,1 0 0 0 0,-1 0 0 0 0,1 0 0 0 0,-1 0 1 0 0,1 0-1 0 0,0 0 0 0 0,1 1 0 0 0,-1-1 0 0 0,0 0 1 0 0,1 1-1 0 0,-1-1 0 0 0,4-3 0 0 0,-4 4 2 0 0,0 1 0 0 0,1 0-1 0 0,-1-1 1 0 0,0 0 0 0 0,0 1 0 0 0,0-1 0 0 0,0 0 0 0 0,-1 1-1 0 0,1-1 1 0 0,0 0 0 0 0,-1 0 0 0 0,1 1 0 0 0,-1-1-1 0 0,0 0 1 0 0,1 0 0 0 0,-1 0 0 0 0,0 0 0 0 0,0 0-1 0 0,0 0 1 0 0,0 0 0 0 0,-1 1 0 0 0,1-1 0 0 0,0 0-1 0 0,-1 0 1 0 0,-1-3 0 0 0,-7-10-23 0 0,7 12 22 0 0,0 1 0 0 0,0 0 0 0 0,1-1 0 0 0,-1 0 0 0 0,1 1 0 0 0,0-1 0 0 0,0 0 0 0 0,0 0 0 0 0,0 1 0 0 0,0-1 0 0 0,1 0 0 0 0,-1 0 0 0 0,1-6 0 0 0,1-13 10 0 0,0 15-17 0 0,0 0 0 0 0,0 0 0 0 0,-1-1 0 0 0,0 1 0 0 0,-1 0 0 0 0,1 0 0 0 0,-1 0 0 0 0,-1 0 0 0 0,-3-12 0 0 0,-5 9-17 0 0,9 9 21 0 0,0 0 0 0 0,-1 0 0 0 0,1 0 0 0 0,0 0 0 0 0,0 0 0 0 0,0 0 0 0 0,0 0 0 0 0,1-1 0 0 0,-1 1 0 0 0,0 0 0 0 0,0 0 0 0 0,1-1-1 0 0,-1 1 1 0 0,1-1 0 0 0,-1 1 0 0 0,1 0 0 0 0,-1-1 0 0 0,1 1 0 0 0,0-1 0 0 0,0 1 0 0 0,0-2 0 0 0,5-2-47 0 0,15 4 53 0 0,-20 1 4 0 0,1 0 0 0 0,-1 0 1 0 0,1 0-1 0 0,-1 0 0 0 0,0 1 1 0 0,1-1-1 0 0,-1 0 1 0 0,0 0-1 0 0,1 1 0 0 0,-1-1 1 0 0,0 0-1 0 0,1 0 1 0 0,-1 1-1 0 0,0-1 0 0 0,0 0 1 0 0,1 1-1 0 0,-1-1 1 0 0,0 0-1 0 0,0 1 0 0 0,1-1 1 0 0,-1 1-1 0 0,0-1 0 0 0,0 0 1 0 0,0 1-1 0 0,0-1 1 0 0,0 1-1 0 0,0-1 0 0 0,0 0 1 0 0,0 2-1 0 0,3 5 51 0 0,28 46 283 0 0,-21-38-227 0 0,0 1 0 0 0,-1 0 0 0 0,-1 0-1 0 0,0 1 1 0 0,-1 0 0 0 0,-1 1 0 0 0,-1-1 0 0 0,0 1-1 0 0,-1 0 1 0 0,-1 1 0 0 0,1 21 0 0 0,-4 320 1356 0 0,-20-369-2614 0 0,80-24-3749 0 0,20-8 1735 0 0,11-18-1054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7:22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47 480 0 0,'-19'0'740'0'0,"-1"1"0"0"0,1 1-1 0 0,-1 0 1 0 0,1 1 0 0 0,0 1 0 0 0,0 1-1 0 0,0 1 1 0 0,1 1 0 0 0,0 0 0 0 0,-27 15-1 0 0,36-17-617 0 0,1 0 0 0 0,0 1-1 0 0,0-1 1 0 0,0 1 0 0 0,1 1-1 0 0,0 0 1 0 0,-11 13-1 0 0,15-17-79 0 0,1 1 0 0 0,0 0 0 0 0,0-1 0 0 0,0 1 0 0 0,0 0 0 0 0,1 0 0 0 0,0 0 0 0 0,0 0 0 0 0,0 0 0 0 0,0 1 0 0 0,1-1 0 0 0,-1 0 0 0 0,1 0 0 0 0,0 0 0 0 0,0 1 0 0 0,1-1 0 0 0,-1 0 0 0 0,1 0 0 0 0,0 0 0 0 0,2 8-1 0 0,17 32 213 0 0,-15-25-144 0 0,-5-16-105 0 0,0 0 1 0 0,0-1-1 0 0,1 1 0 0 0,-1-1 0 0 0,1 1 1 0 0,-1-1-1 0 0,1 1 0 0 0,0-1 1 0 0,0 1-1 0 0,0-1 0 0 0,1 0 1 0 0,-1 0-1 0 0,0 1 0 0 0,1-1 1 0 0,0 0-1 0 0,-1 0 0 0 0,1 0 1 0 0,0-1-1 0 0,0 1 0 0 0,0 0 0 0 0,0-1 1 0 0,0 1-1 0 0,0-1 0 0 0,1 0 1 0 0,-1 1-1 0 0,5 0 0 0 0,209 87 316 0 0,-213-88-339 0 0,0-1 1 0 0,0 1 0 0 0,0-1-1 0 0,0 1 1 0 0,0-1 0 0 0,0 0-1 0 0,0 0 1 0 0,0 0 0 0 0,0-1-1 0 0,0 1 1 0 0,0-1 0 0 0,0 1 0 0 0,0-1-1 0 0,0 0 1 0 0,0 0 0 0 0,0-1-1 0 0,-1 1 1 0 0,1-1 0 0 0,0 1-1 0 0,-1-1 1 0 0,1 0 0 0 0,-1 0-1 0 0,0 0 1 0 0,1 0 0 0 0,-1 0 0 0 0,0 0-1 0 0,0-1 1 0 0,0 1 0 0 0,-1-1-1 0 0,1 1 1 0 0,-1-1 0 0 0,1 0-1 0 0,-1 1 1 0 0,0-1 0 0 0,0 0 0 0 0,1-4-1 0 0,-23-42-75 0 0,-2-15 40 0 0,10 25 6 0 0,-36-73 0 0 0,34 86 44 0 0,-33-43 0 0 0,44 64-13 0 0,1 1 0 0 0,-1-1-1 0 0,0 1 1 0 0,0 0 0 0 0,0 1-1 0 0,0-1 1 0 0,-1 1 0 0 0,0 0 0 0 0,1 0-1 0 0,-1 0 1 0 0,0 0 0 0 0,-1 1-1 0 0,1 0 1 0 0,0 0 0 0 0,-10-1-1 0 0,14 2-8 0 0,1 1 0 0 0,-1 0-1 0 0,0-1 1 0 0,0 1 0 0 0,0 0-1 0 0,1 0 1 0 0,-1 0 0 0 0,0 0-1 0 0,0 0 1 0 0,0 0 0 0 0,0 0-1 0 0,1 0 1 0 0,-1 0 0 0 0,0 0 0 0 0,0 0-1 0 0,0 1 1 0 0,1-1 0 0 0,-1 0-1 0 0,0 1 1 0 0,0-1 0 0 0,1 0-1 0 0,-1 1 1 0 0,0-1 0 0 0,1 1-1 0 0,-1-1 1 0 0,0 1 0 0 0,1-1-1 0 0,-1 1 1 0 0,1 0 0 0 0,-1-1-1 0 0,1 1 1 0 0,-2 1 0 0 0,10 22-1580 0 0,-1-7 137 0 0,-5-8 363 0 0,-1 0 1 0 0,0 1-1 0 0,0 0 1 0 0,-1 11-1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7:22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73 2241 0 0,'-14'13'1111'0'0,"3"-4"-266"0"0,1 1 0 0 0,0 0 0 0 0,-16 21 0 0 0,24-27-769 0 0,0 0-1 0 0,-1-1 0 0 0,2 1 1 0 0,-1 0-1 0 0,0 0 0 0 0,1 0 1 0 0,0 0-1 0 0,0 0 0 0 0,0 0 1 0 0,0 0-1 0 0,1 0 0 0 0,-1 1 1 0 0,1-1-1 0 0,0 0 0 0 0,1 0 1 0 0,-1 0-1 0 0,1 1 0 0 0,1 3 1 0 0,3 13 1 0 0,0-5 41 0 0,-1 2 0 0 0,0-1 0 0 0,-1 0 0 0 0,1 25 0 0 0,-4-33-37 0 0,1 0 1 0 0,0 0 0 0 0,0 0-1 0 0,1 0 1 0 0,0 0-1 0 0,1-1 1 0 0,-1 1 0 0 0,2-1-1 0 0,-1 0 1 0 0,6 8-1 0 0,-7-13-49 0 0,0 0 0 0 0,0 1-1 0 0,0-2 1 0 0,0 1-1 0 0,0 0 1 0 0,1 0 0 0 0,-1-1-1 0 0,1 0 1 0 0,0 1-1 0 0,0-1 1 0 0,0 0 0 0 0,0 0-1 0 0,0-1 1 0 0,0 1-1 0 0,1-1 1 0 0,-1 1 0 0 0,0-1-1 0 0,1 0 1 0 0,-1 0-1 0 0,1 0 1 0 0,0-1 0 0 0,-1 0-1 0 0,1 1 1 0 0,-1-1-1 0 0,1 0 1 0 0,0-1 0 0 0,-1 1-1 0 0,5-1 1 0 0,-3-1-16 0 0,-1 1 0 0 0,0 0 0 0 0,0-1 0 0 0,0 0 0 0 0,0 0 1 0 0,0 0-1 0 0,0-1 0 0 0,-1 1 0 0 0,1-1 0 0 0,-1 0 0 0 0,0 0 0 0 0,0 0 0 0 0,0 0 1 0 0,0 0-1 0 0,0-1 0 0 0,-1 0 0 0 0,1 1 0 0 0,-1-1 0 0 0,0 0 0 0 0,0 0 0 0 0,-1 0 0 0 0,1 0 1 0 0,1-6-1 0 0,-15-41-67 0 0,5 28 22 0 0,-9-34-49 0 0,7 21 42 0 0,-16-41-1 0 0,20 64 29 0 0,-1 1 0 0 0,0 1 0 0 0,-1-1 0 0 0,0 1 1 0 0,-1 0-1 0 0,0 1 0 0 0,-11-12 0 0 0,7 9-1 0 0,3 3 8 0 0,-1 1 1 0 0,0 0-1 0 0,0 0 0 0 0,0 1 1 0 0,-20-11-1 0 0,30 19-21 0 0,-1-1-1 0 0,0 1 1 0 0,0-1-1 0 0,0 1 1 0 0,0-1 0 0 0,0 1-1 0 0,0-1 1 0 0,0 1-1 0 0,0 0 1 0 0,0 0 0 0 0,0-1-1 0 0,0 1 1 0 0,0 0-1 0 0,0 0 1 0 0,0 0 0 0 0,0 0-1 0 0,0 0 1 0 0,0 0-1 0 0,0 1 1 0 0,0-1 0 0 0,0 0-1 0 0,0 0 1 0 0,0 1 0 0 0,0-1-1 0 0,0 1 1 0 0,0-1-1 0 0,-1 1 1 0 0,2 0-61 0 0,-1 0 1 0 0,1 1-1 0 0,-1-1 0 0 0,1 0 0 0 0,0 0 1 0 0,-1 0-1 0 0,1 1 0 0 0,0-1 1 0 0,0 0-1 0 0,0 0 0 0 0,0 1 1 0 0,0-1-1 0 0,0 0 0 0 0,0 0 0 0 0,1 1 1 0 0,-1-1-1 0 0,0 0 0 0 0,1 0 1 0 0,-1 0-1 0 0,1 1 0 0 0,-1-1 0 0 0,1 0 1 0 0,-1 0-1 0 0,2 2 0 0 0,23 27-3385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7:23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32 5442 0 0,'-57'5'2407'0'0,"16"-1"-662"0"0,-61 12 0 0 0,102-16-1733 0 0,0 0-1 0 0,0 0 1 0 0,0 0 0 0 0,1 0 0 0 0,-1 0 0 0 0,0 0 0 0 0,0 0 0 0 0,1 0 0 0 0,-1 0 0 0 0,0-1 0 0 0,0 1 0 0 0,1 0 0 0 0,-1 0 0 0 0,0 0 0 0 0,0 0 0 0 0,0 0 0 0 0,0-1 0 0 0,1 1 0 0 0,-1 0 0 0 0,0 0 0 0 0,0 0 0 0 0,0-1 0 0 0,0 1 0 0 0,0 0 0 0 0,1 0 0 0 0,-1 0 0 0 0,0-1 0 0 0,0 1 0 0 0,0 0 0 0 0,0 0 0 0 0,0-1 0 0 0,0 1 0 0 0,0 0 0 0 0,0 0 0 0 0,0-1 0 0 0,0 1 0 0 0,0 0 0 0 0,0 0 0 0 0,0-1 0 0 0,0 1 0 0 0,0 0 0 0 0,0 0 0 0 0,0 0 0 0 0,0-1 0 0 0,-1 1 0 0 0,1 0 0 0 0,0 0 0 0 0,0-1 0 0 0,0 1 0 0 0,0 0 0 0 0,0 0 0 0 0,-1 0 0 0 0,1 0 0 0 0,0-1 0 0 0,0 1 0 0 0,0 0 0 0 0,-1 0 0 0 0,1 0 0 0 0,0 0 0 0 0,0 0 0 0 0,0-1 0 0 0,-1 1 0 0 0,1 0 0 0 0,0 0 0 0 0,0 0 0 0 0,-1 0 0 0 0,1 0 0 0 0,0 0 0 0 0,82-13 137 0 0,138-4 1 0 0,88 18-1024 0 0,-125 2-339 0 0,-171-3 1174 0 0,3 1-1124 0 0,0-1 0 0 0,0-1 0 0 0,1 0 0 0 0,-1-1 0 0 0,17-5 1 0 0,-27-2-1143 0 0,-5 9 2208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7:23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0 480 0 0,'0'6'4562'0'0,"-30"0"-2961"0"0,30 13 240 0 0,-30 39-80 0 0,0-1-881 0 0,30 7-560 0 0,0 13-160 0 0,30 11 80 0 0,30-5-160 0 0,-30-1 81 0 0,61-12-402 0 0,-1-19-1359 0 0,1-26-3923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7:24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395 157 1281 0 0,'25'-9'2952'0'0,"-25"9"-2878"0"0,1 0 0 0 0,-1-1-1 0 0,1 1 1 0 0,-1 0 0 0 0,1 0-1 0 0,-1 0 1 0 0,0-1-1 0 0,1 1 1 0 0,-1 0 0 0 0,1-1-1 0 0,-1 1 1 0 0,0 0-1 0 0,1-1 1 0 0,-1 1 0 0 0,0 0-1 0 0,1-1 1 0 0,-1 1 0 0 0,0-1-1 0 0,1 1 1 0 0,-1-1-1 0 0,0 1 1 0 0,0 0 0 0 0,0-1-1 0 0,0 1 1 0 0,1-1-1 0 0,-1 1 1 0 0,0-1 0 0 0,0 1-1 0 0,0-1 1 0 0,0 1 0 0 0,0-1-1 0 0,0 1 1 0 0,0-1-1 0 0,0 1 1 0 0,0-1 0 0 0,-1 1-1 0 0,1-1 1 0 0,0 1-1 0 0,0-1 1 0 0,0 1 0 0 0,0-1-1 0 0,-1 1 1 0 0,1-1 0 0 0,0 1-1 0 0,-1-1 1 0 0,1 1-1 0 0,0 0 1 0 0,-1-1 0 0 0,1 1-1 0 0,0 0 1 0 0,-1-1-1 0 0,1 1 1 0 0,0 0 0 0 0,-1-1-1 0 0,1 1 1 0 0,-1 0 0 0 0,1 0-1 0 0,-1 0 1 0 0,1-1-1 0 0,-1 1 1 0 0,-55-42 713 0 0,30 24-582 0 0,22 15-184 0 0,0 0-1 0 0,0 0 1 0 0,0 1 0 0 0,-1-1-1 0 0,1 1 1 0 0,-1 0-1 0 0,1 0 1 0 0,-1 0 0 0 0,0 1-1 0 0,0-1 1 0 0,0 1-1 0 0,0 0 1 0 0,-5 0 0 0 0,-4 1 1 0 0,-1 0 0 0 0,1 0 0 0 0,0 2 0 0 0,0-1 0 0 0,0 2 0 0 0,0 0 0 0 0,0 1 0 0 0,-22 9 1 0 0,27-10-10 0 0,1 1 0 0 0,0 0 1 0 0,0 0-1 0 0,1 1 1 0 0,-1 0-1 0 0,1 0 0 0 0,0 1 1 0 0,0-1-1 0 0,1 2 1 0 0,0-1-1 0 0,0 1 0 0 0,0 0 1 0 0,1 0-1 0 0,0 1 1 0 0,-5 10-1 0 0,9-16-8 0 0,0 0-1 0 0,0 1 1 0 0,0-1-1 0 0,1 1 1 0 0,-1 0 0 0 0,1-1-1 0 0,-1 1 1 0 0,1-1-1 0 0,0 1 1 0 0,0 0-1 0 0,0-1 1 0 0,0 1 0 0 0,1 0-1 0 0,-1-1 1 0 0,1 1-1 0 0,-1-1 1 0 0,1 1 0 0 0,0-1-1 0 0,0 1 1 0 0,0-1-1 0 0,0 1 1 0 0,1-1-1 0 0,-1 0 1 0 0,1 0 0 0 0,-1 0-1 0 0,1 0 1 0 0,0 0-1 0 0,-1 0 1 0 0,1 0-1 0 0,0 0 1 0 0,1-1 0 0 0,-1 1-1 0 0,0-1 1 0 0,0 1-1 0 0,5 1 1 0 0,7 4 1 0 0,1-1 1 0 0,0 0-1 0 0,0-1 0 0 0,25 5 1 0 0,-25-6 23 0 0,174 28 18 0 0,-153-29-44 0 0,1 2 1 0 0,-2 1-1 0 0,1 2 1 0 0,-1 1 0 0 0,0 2-1 0 0,64 29 1 0 0,-95-38-5 0 0,0 1 1 0 0,0-1 0 0 0,0 0-1 0 0,-1 1 1 0 0,1 0-1 0 0,-1 0 1 0 0,0 0-1 0 0,0 0 1 0 0,0 1-1 0 0,0-1 1 0 0,3 7 0 0 0,-5-8 0 0 0,0 0 0 0 0,0 1 0 0 0,0-1 0 0 0,-1 0-1 0 0,1 1 1 0 0,-1-1 0 0 0,1 1 0 0 0,-1-1 0 0 0,0 1 0 0 0,0-1 0 0 0,0 1 0 0 0,0-1 0 0 0,0 1 0 0 0,-1-1 0 0 0,1 1 0 0 0,-2 2 0 0 0,0 1 2 0 0,-2 0 0 0 0,1 1 0 0 0,-1-2 0 0 0,0 1 0 0 0,0 0 0 0 0,0-1-1 0 0,-1 0 1 0 0,0 0 0 0 0,0 0 0 0 0,0 0 0 0 0,-1-1 0 0 0,1 0 0 0 0,-1 0 0 0 0,-9 4 0 0 0,-1 0 9 0 0,0-1-1 0 0,-1-1 1 0 0,0 0 0 0 0,0-1 0 0 0,-1-1 0 0 0,-24 3 0 0 0,28-5 7 0 0,0 0 0 0 0,-1-2 0 0 0,1 0 0 0 0,-1 0 0 0 0,1-1-1 0 0,-1-1 1 0 0,1 0 0 0 0,-24-8 0 0 0,37 10-22 0 0,0 0 5 0 0,0 0-1 0 0,0-1 1 0 0,-1 1 0 0 0,1 0 0 0 0,0 0-1 0 0,0-1 1 0 0,0 1 0 0 0,0-1-1 0 0,0 1 1 0 0,0-1 0 0 0,0 0-1 0 0,0 1 1 0 0,0-1 0 0 0,0 0 0 0 0,0 0-1 0 0,0 0 1 0 0,0 1 0 0 0,1-1-1 0 0,-1 0 1 0 0,0 0 0 0 0,1 0-1 0 0,-1 0 1 0 0,0 0 0 0 0,1 0-1 0 0,-1-1 1 0 0,1 1 0 0 0,0 0 0 0 0,-1 0-1 0 0,1 0 1 0 0,0 0 0 0 0,0-1-1 0 0,0 1 1 0 0,0 0 0 0 0,0 0-1 0 0,0 0 1 0 0,0-1 0 0 0,0 1-1 0 0,0 0 1 0 0,0 0 0 0 0,1 0 0 0 0,-1 0-1 0 0,1 0 1 0 0,-1-1 0 0 0,0 1-1 0 0,1 0 1 0 0,0 0 0 0 0,-1 0-1 0 0,2-1 1 0 0,16-21-2 0 0,-12 15 0 0 0,0 0 0 0 0,0 0 0 0 0,-1-1 0 0 0,0 1 0 0 0,4-11 0 0 0,27-68 0 0 0,-19 55-7 0 0,-12 24 3 0 0,0 0 0 0 0,0 0-1 0 0,-1-1 1 0 0,-1 1 0 0 0,1-1 0 0 0,-1 0 0 0 0,-1 0-1 0 0,0 0 1 0 0,0-1 0 0 0,1-16 0 0 0,-3 16 4 0 0,1 2 3 0 0,-1-1 0 0 0,1 0-1 0 0,-2 1 1 0 0,1-1-1 0 0,-1 0 1 0 0,0 1 0 0 0,-1-1-1 0 0,0 1 1 0 0,-1-1 0 0 0,0 1-1 0 0,0 0 1 0 0,0 0-1 0 0,-1 0 1 0 0,-5-7 0 0 0,-47-58-70 0 0,42 54 24 0 0,-2 18-101 0 0,16 1 107 0 0,-1 0 0 0 0,1 0 0 0 0,0 0 0 0 0,-1 1-1 0 0,1-1 1 0 0,0 0 0 0 0,-1 0 0 0 0,1 1 0 0 0,0-1-1 0 0,0 0 1 0 0,-1 1 0 0 0,1-1 0 0 0,0 0 0 0 0,0 1-1 0 0,-1-1 1 0 0,1 1 0 0 0,0-1 0 0 0,0 0 0 0 0,0 1-1 0 0,0-1 1 0 0,0 1 0 0 0,0-1 0 0 0,-1 0 0 0 0,1 1-1 0 0,0-1 1 0 0,0 1 0 0 0,0-1 0 0 0,0 1 0 0 0,1-1-1 0 0,-1 0 1 0 0,0 1 0 0 0,0-1 0 0 0,0 1 0 0 0,0-1-1 0 0,0 0 1 0 0,0 1 0 0 0,1-1 0 0 0,-1 1 0 0 0,0-1-1 0 0,0 0 1 0 0,1 1 0 0 0,-1-1 0 0 0,0 0 0 0 0,0 1-1 0 0,1-1 1 0 0,-1 0 0 0 0,0 0 0 0 0,1 1 0 0 0,-1-1-1 0 0,0 0 1 0 0,1 0 0 0 0,90 37-6486 0 0,-36-17 4282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7:25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0 1201 0 0,'-31'9'1564'0'0,"10"-3"-579"0"0,1 0-1 0 0,-1 1 0 0 0,1 1 0 0 0,1 1 0 0 0,-29 17 1 0 0,17-10-721 0 0,-25 18-79 0 0,53-33-168 0 0,1 1 0 0 0,0 0 0 0 0,0 0 0 0 0,0 0-1 0 0,0 0 1 0 0,0 0 0 0 0,0 1 0 0 0,1-1 0 0 0,-1 0 0 0 0,1 1 0 0 0,0 0 0 0 0,-1-1-1 0 0,1 1 1 0 0,0-1 0 0 0,1 1 0 0 0,-1 0 0 0 0,0 0 0 0 0,1 0 0 0 0,-1 3 0 0 0,1-3 16 0 0,0 3 8 0 0,-1-1-1 0 0,1 1 0 0 0,0-1 1 0 0,0 1-1 0 0,0-1 0 0 0,1 0 1 0 0,0 1-1 0 0,0-1 0 0 0,0 1 1 0 0,1-1-1 0 0,-1 0 0 0 0,1 0 1 0 0,1 0-1 0 0,-1 0 0 0 0,1 0 1 0 0,0-1-1 0 0,0 1 0 0 0,0-1 1 0 0,8 8-1 0 0,3 1-12 0 0,2-1 0 0 0,0-1 1 0 0,0 0-1 0 0,1-2 0 0 0,0 0 0 0 0,1 0 0 0 0,0-2 0 0 0,20 6 0 0 0,-20-8-6 0 0,0-2-1 0 0,1 0 0 0 0,0 0 0 0 0,0-2 1 0 0,36-2-1 0 0,-46 0-10 0 0,0 0 1 0 0,1 0 0 0 0,-1-1-1 0 0,0 0 1 0 0,0-1-1 0 0,0 0 1 0 0,0-1 0 0 0,-1 0-1 0 0,1 0 1 0 0,-1-1 0 0 0,12-8-1 0 0,-19 13-9 0 0,-1-1 0 0 0,0 1 0 0 0,1-1 0 0 0,-1 1 0 0 0,0-1-1 0 0,1 1 1 0 0,-1-1 0 0 0,0 1 0 0 0,0-1 0 0 0,0 1 0 0 0,1-1 0 0 0,-1 1-1 0 0,0-1 1 0 0,0 1 0 0 0,0-1 0 0 0,0 1 0 0 0,0-1 0 0 0,0 1-1 0 0,0-1 1 0 0,0 1 0 0 0,0-1 0 0 0,0 0 0 0 0,0 1 0 0 0,0-1 0 0 0,0 1-1 0 0,-1-1 1 0 0,1 1 0 0 0,0-1 0 0 0,0 1 0 0 0,-1-1 0 0 0,1 1 0 0 0,0-1-1 0 0,-1 1 1 0 0,1 0 0 0 0,-1-1 0 0 0,-10-20 29 0 0,-2 0 0 0 0,0 1 0 0 0,-23-26 0 0 0,-1-1 5 0 0,24 29-25 0 0,0 1 0 0 0,-1 1 1 0 0,-24-24-1 0 0,28 33-105 0 0,0-1 0 0 0,0 2 0 0 0,-1-1 0 0 0,0 2 0 0 0,0-1 0 0 0,0 1 0 0 0,-18-5 0 0 0,10 2-1392 0 0,38 6-1550 0 0,12 5-779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7:25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7 1441 0 0,'-90'-6'4562'0'0,"-25"12"-961"0"0,55-6-1600 0 0,60 5-1280 0 0,0 3 159 0 0,0-2-640 0 0,30-6-160 0 0,0 0 0 0 0,30 5 0 0 0,-5-5-80 0 0,5 0-80 0 0,0 0-320 0 0,1 0-160 0 0,-1 8-81 0 0,31 4-639 0 0,-1 7-1761 0 0,-29 6-1922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7:25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58 160 0 0,'-60'-13'2801'0'0,"30"1"-239"0"0,-25-1-482 0 0,25 7-559 0 0,30 0-480 0 0,0-1 79 0 0,30 7-880 0 0,-5 0-80 0 0,65 7-240 0 0,61 13-320 0 0,60-3-3282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7:27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303 255 2721 0 0,'-16'9'1558'0'0,"0"0"0"0"0,-1-1 0 0 0,0-1 0 0 0,-33 10 0 0 0,23-7-1134 0 0,26-9-408 0 0,1 0 0 0 0,-1-1 0 0 0,0 1 0 0 0,1 0 0 0 0,-1 0 0 0 0,0 0 0 0 0,1-1 0 0 0,-1 1 0 0 0,1 0 0 0 0,0 0 0 0 0,-1 0 0 0 0,1 0 0 0 0,0 0 0 0 0,-1 0 1 0 0,1 0-1 0 0,0 0 0 0 0,0 0 0 0 0,0 0 0 0 0,0 0 0 0 0,0 2 0 0 0,0-2 1038 0 0,0-36 867 0 0,-2 22-1912 0 0,0 1 1 0 0,-1 0-1 0 0,-1 0 1 0 0,0 0-1 0 0,0 1 1 0 0,-1-1-1 0 0,-12-20 1 0 0,-3-7-20 0 0,3-6-24 0 0,14 33 31 0 0,-1 1-1 0 0,-1 0 1 0 0,0 0 0 0 0,0 0 0 0 0,-11-15 0 0 0,16 26 7 0 0,-1 0-1 0 0,1 0 1 0 0,-1 0 0 0 0,1-1 0 0 0,0 1 0 0 0,-1 0-1 0 0,1 0 1 0 0,0-1 0 0 0,-1 1 0 0 0,1 0-1 0 0,0-1 1 0 0,-1 1 0 0 0,1 0 0 0 0,0-1 0 0 0,0 1-1 0 0,-1 0 1 0 0,1-1 0 0 0,0 1 0 0 0,0-1 0 0 0,0 1-1 0 0,-1-1 1 0 0,1 1 0 0 0,0 0 0 0 0,0-1-1 0 0,0 1 1 0 0,0-1 0 0 0,0 1 0 0 0,0-1 0 0 0,0 1-1 0 0,0-1 1 0 0,0 1 0 0 0,0 0 0 0 0,0-1 0 0 0,1 1-1 0 0,-1-1 1 0 0,0 1 0 0 0,0-1 0 0 0,0 1-1 0 0,0 0 1 0 0,1-1 0 0 0,-1 1 0 0 0,0 0 0 0 0,0-1-1 0 0,1 1 1 0 0,-1-1 0 0 0,0 1 0 0 0,1 0 0 0 0,-1 0-1 0 0,0-1 1 0 0,1 1 0 0 0,-1 0 0 0 0,0 0-1 0 0,1-1 1 0 0,-1 1 0 0 0,1 0 0 0 0,-1 0 0 0 0,1 0-1 0 0,0-1 1 0 0,17 1 93 0 0,-17 1-99 0 0,-1-1-1 0 0,1 1 1 0 0,-1-1-1 0 0,1 1 1 0 0,-1-1 0 0 0,1 1-1 0 0,-1 0 1 0 0,0-1 0 0 0,1 1-1 0 0,-1 0 1 0 0,0-1-1 0 0,1 1 1 0 0,-1 0 0 0 0,0 0-1 0 0,0-1 1 0 0,0 1 0 0 0,0 0-1 0 0,1 0 1 0 0,-1-1-1 0 0,0 1 1 0 0,-1 0 0 0 0,1 0-1 0 0,0-1 1 0 0,0 1-1 0 0,0 0 1 0 0,0 0 0 0 0,-1 0-1 0 0,1 2 8 0 0,1 0 0 0 0,-1 0-1 0 0,0 0 1 0 0,1 0 0 0 0,0 0-1 0 0,0 0 1 0 0,0-1 0 0 0,0 1-1 0 0,0 0 1 0 0,0-1 0 0 0,1 1-1 0 0,1 2 1 0 0,9 20 81 0 0,-9-13-43 0 0,-1 1 1 0 0,-1-1-1 0 0,0 1 1 0 0,-2 24-1 0 0,0-6 47 0 0,1-28-80 0 0,0 0 1 0 0,0 1-1 0 0,-1-1 1 0 0,0 1-1 0 0,1-1 0 0 0,-1 0 1 0 0,0 0-1 0 0,-1 0 1 0 0,1 1-1 0 0,-1-1 0 0 0,1 0 1 0 0,-4 3-1 0 0,3-3-2 0 0,0 0 0 0 0,1 0 0 0 0,-1 0 0 0 0,1 0 1 0 0,0 0-1 0 0,-1 0 0 0 0,1 0 0 0 0,0 1 0 0 0,1-1 0 0 0,-1 0 0 0 0,1 1 0 0 0,-1 4 0 0 0,1-4 3 0 0,0 0 0 0 0,-1 1 0 0 0,0-1 0 0 0,1 0 0 0 0,-2 0 0 0 0,1 1 0 0 0,0-1 0 0 0,-1 0 0 0 0,0 0 0 0 0,-3 6 0 0 0,3-7-6 0 0,0 1 0 0 0,0-1 0 0 0,0 1-1 0 0,1 0 1 0 0,-1 0 0 0 0,1 0-1 0 0,0 0 1 0 0,0 0 0 0 0,1 0 0 0 0,-1 7-1 0 0,1-8 5 0 0,0 0-1 0 0,-1 0 0 0 0,1 0 0 0 0,-1 0 1 0 0,1 0-1 0 0,-1 0 0 0 0,0 0 0 0 0,0 0 1 0 0,-1 0-1 0 0,1 0 0 0 0,-1-1 0 0 0,1 1 1 0 0,-3 2-1 0 0,2-2 14 0 0,0 0 0 0 0,1 0 1 0 0,-1-1-1 0 0,1 1 0 0 0,-1 0 0 0 0,1 0 1 0 0,0 0-1 0 0,0 1 0 0 0,1-1 0 0 0,-1 0 0 0 0,0 0 1 0 0,1 0-1 0 0,0 4 0 0 0,0-4-21 0 0,1-1-1 0 0,0 1 1 0 0,0-1-1 0 0,-1 0 0 0 0,2 1 1 0 0,-1-1-1 0 0,0 0 1 0 0,0 0-1 0 0,1 0 1 0 0,-1 0-1 0 0,1 0 1 0 0,-1 0-1 0 0,1 0 1 0 0,0 0-1 0 0,0-1 0 0 0,0 1 1 0 0,0-1-1 0 0,0 1 1 0 0,0-1-1 0 0,1 0 1 0 0,-1 0-1 0 0,0 0 1 0 0,0 0-1 0 0,1 0 0 0 0,-1 0 1 0 0,1-1-1 0 0,4 1 1 0 0,14 4-19 0 0,0-1 1 0 0,29 2 0 0 0,-43-5 16 0 0,35 1 28 0 0,0-2 0 0 0,80-9-1 0 0,-112 7-31 0 0,-1 0 1 0 0,1 0-1 0 0,-1 0 0 0 0,1-2 0 0 0,-1 1 0 0 0,0-1 0 0 0,0 0 0 0 0,-1-1 0 0 0,1 0 1 0 0,-1 0-1 0 0,0-1 0 0 0,9-8 0 0 0,-13 10 2 0 0,-1 1-1 0 0,0-1 1 0 0,0 0 0 0 0,0 0 0 0 0,-1 0 0 0 0,1 0-1 0 0,-1 0 1 0 0,0-1 0 0 0,0 1 0 0 0,0-1 0 0 0,-1 0-1 0 0,0 1 1 0 0,0-1 0 0 0,0 0 0 0 0,0 0 0 0 0,-1 1-1 0 0,1-1 1 0 0,-1 0 0 0 0,-1 0 0 0 0,1 0 0 0 0,-1 0-1 0 0,0 1 1 0 0,0-1 0 0 0,0 0 0 0 0,-3-7 0 0 0,-6-10-10 0 0,7 18 12 0 0,1 1-1 0 0,1-1 1 0 0,-1 0 0 0 0,0 0-1 0 0,1 0 1 0 0,0-1-1 0 0,0 1 1 0 0,0 0-1 0 0,0-8 1 0 0,1 10-2 0 0,0 0 0 0 0,0 0-1 0 0,0 0 1 0 0,0 0 0 0 0,-1 0 0 0 0,1 0 0 0 0,-1 0 0 0 0,1 0 0 0 0,-1 0 0 0 0,0 0-1 0 0,1 0 1 0 0,-1 1 0 0 0,0-1 0 0 0,0 0 0 0 0,0 1 0 0 0,-1-1 0 0 0,1 1 0 0 0,-2-3-1 0 0,1 2-4 0 0,1 0-1 0 0,-1 0 0 0 0,1 0 0 0 0,-1 0 0 0 0,1 0 1 0 0,0 0-1 0 0,0 0 0 0 0,0-1 0 0 0,0 1 0 0 0,0-1 1 0 0,0 1-1 0 0,1 0 0 0 0,-1-1 0 0 0,1 1 0 0 0,-1-1 1 0 0,1 0-1 0 0,0 1 0 0 0,1-4 0 0 0,-2 37-179 0 0,7 128 309 0 0,27 26 243 0 0,-16-95-274 0 0,-15-23-102 0 0,1 4-178 0 0,-2-67 113 0 0,-1-1-1 0 0,1 1 1 0 0,0-1-1 0 0,0 0 1 0 0,0 1-1 0 0,1-1 1 0 0,-1 0 0 0 0,1 0-1 0 0,0 0 1 0 0,0 0-1 0 0,0 0 1 0 0,0 0 0 0 0,0 0-1 0 0,0-1 1 0 0,6 5-1 0 0,-7-6 2 0 0,1 0 0 0 0,-1 0 0 0 0,0 0 0 0 0,1-1 0 0 0,-1 1 0 0 0,0 0 0 0 0,1-1 0 0 0,-1 1 0 0 0,1-1 0 0 0,-1 0 0 0 0,1 1 0 0 0,-1-1 0 0 0,1 0 0 0 0,-1 0 0 0 0,1 0 0 0 0,-1 0-1 0 0,1 0 1 0 0,-1 0 0 0 0,1-1 0 0 0,-1 1 0 0 0,1 0 0 0 0,-1-1 0 0 0,1 1 0 0 0,-1-1 0 0 0,0 0 0 0 0,1 1 0 0 0,-1-1 0 0 0,0 0 0 0 0,1 0 0 0 0,-1 0 0 0 0,0 0 0 0 0,0 0 0 0 0,0 0 0 0 0,0 0 0 0 0,0 0 0 0 0,0 0 0 0 0,1-2 0 0 0,4-6-692 0 0,0 1 0 0 0,-1-1 0 0 0,-1 0 1 0 0,6-13-1 0 0,-8 18 360 0 0,28-74-6369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7:28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456 61 320 0 0,'25'0'2041'0'0,"-19"-2"2125"0"0,-12-2-3690 0 0,0 2-276 0 0,-1 0-1 0 0,1 0 1 0 0,0 1-1 0 0,-1 0 0 0 0,1 0 1 0 0,0 1-1 0 0,-12 0 1 0 0,-41-4 632 0 0,7-2-428 0 0,1 3-1 0 0,-1 2 1 0 0,-60 6-1 0 0,108-5-381 0 0,-1 0 1 0 0,0 1-1 0 0,0 0 0 0 0,1 0 1 0 0,-1 1-1 0 0,0-1 0 0 0,1 1 1 0 0,0 0-1 0 0,-1 0 0 0 0,1 0 1 0 0,0 1-1 0 0,0-1 0 0 0,0 1 1 0 0,0 0-1 0 0,1 0 0 0 0,-6 6 1 0 0,7-7-15 0 0,1 1-1 0 0,-1 0 1 0 0,0 0 0 0 0,1 0 0 0 0,-1 1 0 0 0,1-1 0 0 0,0 0 0 0 0,0 1-1 0 0,1-1 1 0 0,-1 0 0 0 0,1 1 0 0 0,-1-1 0 0 0,1 1 0 0 0,0-1 0 0 0,0 0-1 0 0,0 1 1 0 0,1-1 0 0 0,0 1 0 0 0,-1-1 0 0 0,1 0 0 0 0,0 1-1 0 0,3 5 1 0 0,-1-4-6 0 0,1 0-1 0 0,-1 0 0 0 0,1-1 1 0 0,0 1-1 0 0,1-1 0 0 0,-1 0 1 0 0,1 0-1 0 0,0 0 0 0 0,0 0 1 0 0,0-1-1 0 0,0 0 0 0 0,0 0 1 0 0,1-1-1 0 0,9 4 0 0 0,-8-3-7 0 0,65 27 48 0 0,83 22-1 0 0,-100-36-41 0 0,-2 3-1 0 0,0 2 0 0 0,62 33 0 0 0,-113-53 1 0 0,0 0 0 0 0,0 0 0 0 0,0 0-1 0 0,0 1 1 0 0,-1-1 0 0 0,1 0 0 0 0,0 1 0 0 0,0 0 0 0 0,-1-1 0 0 0,1 1 0 0 0,-1 0 0 0 0,0 0 0 0 0,1 0 0 0 0,-1 0 0 0 0,2 4 0 0 0,-3-5 1 0 0,0 0 0 0 0,0 0 0 0 0,0 0 0 0 0,0 0 0 0 0,0 0 0 0 0,0 1 0 0 0,0-1 0 0 0,0 0 0 0 0,-1 0 0 0 0,1 0 0 0 0,0 0 0 0 0,-1 0 0 0 0,1 0 0 0 0,-1 0 0 0 0,1 0 0 0 0,-1 0 0 0 0,1 0 0 0 0,-1 0 0 0 0,0 0 0 0 0,1 0 0 0 0,-1 0 0 0 0,0 0 0 0 0,-1 0 0 0 0,-3 3 2 0 0,-1-1 1 0 0,1 1-1 0 0,-1-1 0 0 0,1-1 1 0 0,-1 1-1 0 0,0-1 0 0 0,0 0 1 0 0,0 0-1 0 0,0-1 0 0 0,-1 0 1 0 0,1 0-1 0 0,-7 0 0 0 0,-19-1-9 0 0,-1-1-1 0 0,1-1 0 0 0,0-2 1 0 0,0-1-1 0 0,0-2 0 0 0,1-1 1 0 0,0-1-1 0 0,0-2 0 0 0,-50-25 1 0 0,78 34 20 0 0,-1-1 1 0 0,1 1 0 0 0,0-1-1 0 0,1 0 1 0 0,-1 0 0 0 0,0 1-1 0 0,1-2 1 0 0,0 1 0 0 0,-3-5-1 0 0,9 1-4 0 0,1 0 0 0 0,0 1 0 0 0,0 0 0 0 0,1 0 0 0 0,0 0 0 0 0,0 1 0 0 0,12-9 0 0 0,22-14-10 0 0,2 2 0 0 0,59-27 0 0 0,-78 41 0 0 0,-21 12-1 0 0,0-1-1 0 0,-1 1 0 0 0,1-1 0 0 0,0 1 0 0 0,-1-1 0 0 0,1 0 0 0 0,-1 0 1 0 0,1 0-1 0 0,-1 0 0 0 0,1 0 0 0 0,-1 0 0 0 0,0 0 0 0 0,0-1 0 0 0,1 1 1 0 0,-1 0-1 0 0,0-1 0 0 0,0 1 0 0 0,0-1 0 0 0,-1 1 0 0 0,1-1 0 0 0,0 1 1 0 0,0-1-1 0 0,-1 0 0 0 0,1 1 0 0 0,-1-1 0 0 0,1 0 0 0 0,-1 1 0 0 0,0-1 0 0 0,0 0 1 0 0,0 0-1 0 0,0 0 0 0 0,0 1 0 0 0,0-1 0 0 0,0 0 0 0 0,-1 1 0 0 0,1-1 1 0 0,-1 0-1 0 0,1 0 0 0 0,-1 1 0 0 0,1-1 0 0 0,-1 1 0 0 0,-2-4 0 0 0,1 1 2 0 0,0 0 0 0 0,-1 0 0 0 0,1 0 0 0 0,-1 0 0 0 0,0 0 0 0 0,-1 0 0 0 0,1 1 0 0 0,-1-1 0 0 0,1 1 0 0 0,-1 0 0 0 0,-6-4 0 0 0,-51-24 9 0 0,50 26-4 0 0,-117-41 13 0 0,115 42-36 0 0,12 3 17 0 0,-1 0 1 0 0,1 1-1 0 0,0-1 1 0 0,-1 0-1 0 0,1 1 1 0 0,0 0-1 0 0,-1-1 0 0 0,1 1 1 0 0,-1 0-1 0 0,1 0 1 0 0,0-1-1 0 0,-1 1 1 0 0,1 0-1 0 0,-1 1 1 0 0,1-1-1 0 0,-3 1 1 0 0,-10 2-125 0 0,74 9-3396 0 0,34 3-646 0 0,-62-11 3251 0 0,83 9-1805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7:28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39 1601 0 0,'-28'-9'1375'0'0,"1"2"0"0"0,-2 0 1 0 0,1 2-1 0 0,-1 1 0 0 0,-44 0 0 0 0,51 2-1129 0 0,13 2-163 0 0,0 0 1 0 0,1 0-1 0 0,-1 1 1 0 0,1 0-1 0 0,-1 0 0 0 0,1 1 1 0 0,-1 0-1 0 0,1 1 1 0 0,0 0-1 0 0,0 0 1 0 0,0 1-1 0 0,0 0 0 0 0,1 0 1 0 0,0 0-1 0 0,-10 8 1 0 0,13-8-74 0 0,0-1 0 0 0,0 1 0 0 0,1 0 0 0 0,-1 0 0 0 0,1 0 0 0 0,0 1 0 0 0,0-1 1 0 0,1 1-1 0 0,-1-1 0 0 0,1 1 0 0 0,0 0 0 0 0,0 0 0 0 0,0 0 0 0 0,1 0 0 0 0,0 0 0 0 0,0 1 1 0 0,0-1-1 0 0,1 0 0 0 0,0 0 0 0 0,0 1 0 0 0,0-1 0 0 0,0 0 0 0 0,1 0 0 0 0,1 8 0 0 0,2 1 15 0 0,1 0-1 0 0,1 0 1 0 0,-1-1 0 0 0,2 1-1 0 0,0-1 1 0 0,1-1-1 0 0,0 1 1 0 0,14 15-1 0 0,-5-9 8 0 0,1-1 0 0 0,1 0 0 0 0,0-2 0 0 0,30 20 0 0 0,-6-10 2 0 0,1-1-1 0 0,1-3 0 0 0,1-2 0 0 0,60 19 0 0 0,129 24 91 0 0,-208-58-110 0 0,1-1 1 0 0,-1-1 0 0 0,1-1 0 0 0,0-2-1 0 0,-1 0 1 0 0,45-8 0 0 0,-67 8-16 0 0,-1-1-1 0 0,1 0 1 0 0,-1 0 0 0 0,1-1 0 0 0,-1 0-1 0 0,1 1 1 0 0,-1-1 0 0 0,0 0-1 0 0,0-1 1 0 0,0 1 0 0 0,0-1-1 0 0,-1 0 1 0 0,1 0 0 0 0,-1 0-1 0 0,5-6 1 0 0,-6 6-1 0 0,-1 0-1 0 0,1 1 1 0 0,-1-1-1 0 0,0-1 0 0 0,1 1 1 0 0,-2 0-1 0 0,1 0 1 0 0,0 0-1 0 0,-1-1 1 0 0,1 1-1 0 0,-1 0 1 0 0,0 0-1 0 0,0-1 1 0 0,0 1-1 0 0,-1 0 0 0 0,1-1 1 0 0,-2-3-1 0 0,-2-5-3 0 0,-1-1 0 0 0,0 1 0 0 0,-1 1 0 0 0,0-1 0 0 0,-1 1 0 0 0,0 0 0 0 0,-1 0 0 0 0,0 1 0 0 0,0 0 0 0 0,-12-9 0 0 0,-35-32-448 0 0,-3 3 1 0 0,-2 2-1 0 0,-109-63 0 0 0,44 38-3334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7:30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477 19 400 0 0,'1'-1'243'0'0,"-1"1"-1"0"0,0-1 0 0 0,0 0 1 0 0,0 0-1 0 0,0 0 1 0 0,0 0-1 0 0,-1 0 1 0 0,1 0-1 0 0,0 0 0 0 0,0 1 1 0 0,-1-1-1 0 0,1 0 1 0 0,0 0-1 0 0,-1 0 1 0 0,1 1-1 0 0,-1-1 1 0 0,1 0-1 0 0,-1 0 0 0 0,1 1 1 0 0,-1-1-1 0 0,1 0 1 0 0,-2 0-1 0 0,-14 2 1664 0 0,12 1-1799 0 0,1-1 0 0 0,0 1 0 0 0,0 0 0 0 0,0 0-1 0 0,0 1 1 0 0,0-1 0 0 0,1 1 0 0 0,-1-1 0 0 0,-2 4 0 0 0,4-3-75 0 0,-1 0 0 0 0,1-1 1 0 0,0 1-1 0 0,0 0 0 0 0,1 0 1 0 0,-1 0-1 0 0,0 0 0 0 0,1 0 0 0 0,0 0 1 0 0,0 0-1 0 0,0 0 0 0 0,0 0 1 0 0,0 1-1 0 0,0-1 0 0 0,1 0 0 0 0,0 0 1 0 0,-1 0-1 0 0,1-1 0 0 0,2 6 1 0 0,1 1 0 0 0,0-1 1 0 0,0 1-1 0 0,1-1 1 0 0,10 14-1 0 0,3 1 27 0 0,-3-6-15 0 0,-1 2 0 0 0,-1 0 0 0 0,13 23 1 0 0,0 7 30 0 0,-15-29-25 0 0,0 1 1 0 0,-1 0-1 0 0,-1 1 1 0 0,9 33-1 0 0,-8 18 82 0 0,0-32-76 0 0,-6-27-34 0 0,0 1 1 0 0,-1 0-1 0 0,-1 0 1 0 0,1 19-1 0 0,-2-7 24 0 0,3 0 0 0 0,0 0 0 0 0,1-1 0 0 0,16 46 0 0 0,-1-2 105 0 0,-13-36-98 0 0,-4-21-32 0 0,0 0-1 0 0,1 0 0 0 0,0 0 0 0 0,10 21 0 0 0,-5-19 2 0 0,-1 0 0 0 0,0 1 0 0 0,-2-1 0 0 0,1 1 0 0 0,-2 1 0 0 0,0-1 0 0 0,-1 1 0 0 0,-1 0 0 0 0,0 0 0 0 0,0 25 0 0 0,-4-24-5 0 0,0-13-8 0 0,0 1 0 0 0,0-1-1 0 0,1 0 1 0 0,0 1-1 0 0,0-1 1 0 0,1 1 0 0 0,-1-1-1 0 0,1 0 1 0 0,0 0-1 0 0,1 1 1 0 0,2 5 0 0 0,167 129 163 0 0,-171-139-174 0 0,1-1 1 0 0,0 1-1 0 0,-1 0 1 0 0,1 0-1 0 0,-1 0 0 0 0,1 0 1 0 0,-1 0-1 0 0,1 0 0 0 0,-1 0 1 0 0,0 0-1 0 0,0 0 1 0 0,1 0-1 0 0,-1 0 0 0 0,0 0 1 0 0,0 0-1 0 0,0 0 0 0 0,0 0 1 0 0,0 0-1 0 0,0 0 1 0 0,0 0-1 0 0,0 0 0 0 0,-1 0 1 0 0,1 1-1 0 0,-1-1 2 0 0,1 0-1 0 0,0 0 1 0 0,0-1-1 0 0,-1 1 1 0 0,1 0-1 0 0,0 0 1 0 0,0-1-1 0 0,0 1 1 0 0,0 0-1 0 0,0 0 1 0 0,0-1-1 0 0,0 1 1 0 0,0 0-1 0 0,1 0 1 0 0,-1-1-1 0 0,0 1 1 0 0,0 0-1 0 0,0 0 1 0 0,1-1-1 0 0,-1 1 1 0 0,0 0-1 0 0,1-1 1 0 0,-1 1-1 0 0,1-1 1 0 0,-1 1 0 0 0,1 0-1 0 0,-1-1 1 0 0,2 1-1 0 0,48 20 80 0 0,-38-13-32 0 0,11 3-20 0 0,-19-9-19 0 0,1 0 0 0 0,0-1 0 0 0,0 0-1 0 0,0 0 1 0 0,0 0 0 0 0,0 0 0 0 0,0-1 0 0 0,0 0 0 0 0,0 0 0 0 0,6-1-1 0 0,18-1 46 0 0,1 2-1 0 0,0 1 0 0 0,0 1 0 0 0,37 7 0 0 0,-17-2-12 0 0,154 19 70 0 0,-107-10 1 0 0,1-5 1 0 0,0-4-1 0 0,159-10 1 0 0,-190-2-78 0 0,-15 2 23 0 0,0-2-1 0 0,-1-2 1 0 0,59-17 0 0 0,-59 11 38 0 0,78-9-1 0 0,17-2 101 0 0,-37 2-89 0 0,344-43 200 0 0,-375 58-262 0 0,272-11-90 0 0,-318 17 40 0 0,1-1 1 0 0,-1-1-1 0 0,0-2 1 0 0,0-1-1 0 0,48-16 1 0 0,-78 22 6 0 0,0 0 0 0 0,-1-1-1 0 0,1 0 1 0 0,-1 1 0 0 0,0-1 0 0 0,1 0-1 0 0,-1 0 1 0 0,1 0 0 0 0,-1 1 0 0 0,0-1 0 0 0,0-1-1 0 0,0 1 1 0 0,1 0 0 0 0,-1 0 0 0 0,0 0-1 0 0,0-1 1 0 0,-1 1 0 0 0,1 0 0 0 0,0-1 0 0 0,0 1-1 0 0,-1-1 1 0 0,1 1 0 0 0,-1-1 0 0 0,1 1-1 0 0,-1-1 1 0 0,1 1 0 0 0,-1-1 0 0 0,0 0 0 0 0,0 1-1 0 0,0-1 1 0 0,0 1 0 0 0,0-1 0 0 0,0 0-1 0 0,-1 1 1 0 0,1-1 0 0 0,0 1 0 0 0,-1-1 0 0 0,1 1-1 0 0,-1-1 1 0 0,1 1 0 0 0,-1-1 0 0 0,0 1 0 0 0,0-1-1 0 0,-1-1 1 0 0,1 2-2 0 0,-1-1-4 0 0,-1-1 1 0 0,1 0-1 0 0,-1-1 0 0 0,1 1 0 0 0,0 0 0 0 0,1-1 0 0 0,-1 1 0 0 0,1-1 0 0 0,-1 1 0 0 0,1-1 0 0 0,0 0 0 0 0,0 1 0 0 0,0-1 0 0 0,1 0 0 0 0,0 0 0 0 0,-1-7 0 0 0,1 8-2 0 0,-1 0-1 0 0,0 0 1 0 0,0-1-1 0 0,0 1 1 0 0,0 0 0 0 0,-1 0-1 0 0,1 0 1 0 0,-1 0-1 0 0,0 0 1 0 0,1 0-1 0 0,-1 0 1 0 0,-1 1-1 0 0,1-1 1 0 0,0 1-1 0 0,-1 0 1 0 0,1-1-1 0 0,-4-1 1 0 0,-57-39-78 0 0,39 28 44 0 0,-152-114-53 0 0,163 120 80 0 0,0 2 1 0 0,0-1-1 0 0,-1 2 1 0 0,1 0-1 0 0,-22-6 1 0 0,24 8 2 0 0,-1 0 0 0 0,1 0 1 0 0,-1-2-1 0 0,1 1 0 0 0,-13-10 0 0 0,7 4 20 0 0,0 0 0 0 0,-1 1 0 0 0,0 0-1 0 0,-22-7 1 0 0,-31-14-5 0 0,-79-51-85 0 0,-86-21 93 0 0,119 48-60 0 0,84 37 4 0 0,-69-25 0 0 0,68 32 58 0 0,16 6 47 0 0,0 0-1 0 0,-27-15 1 0 0,7 7 113 0 0,0 2 1 0 0,0 1-1 0 0,-1 2 1 0 0,-68-5-1 0 0,-15-4-225 0 0,-4-8 263 0 0,108 22-207 0 0,1-1-1 0 0,-26-9 0 0 0,1 1-7 0 0,-9-4 23 0 0,-50-22 1 0 0,52 18 1 0 0,-26-12 24 0 0,49 20-32 0 0,-2 0 0 0 0,1 2 0 0 0,-38-8 0 0 0,-76-15 118 0 0,-96-24 84 0 0,74 15-96 0 0,51 20-32 0 0,75 17-71 0 0,-22-7 83 0 0,0 4 1 0 0,-1 2-1 0 0,0 2 1 0 0,-1 4 0 0 0,-60 6-1 0 0,109-4-88 0 0,-263 46 294 0 0,210-24-213 0 0,57-22-401 0 0,0 1 0 0 0,0 1-1 0 0,1-1 1 0 0,-1 1 0 0 0,-11 9 0 0 0,16-11 52 0 0,1 0 1 0 0,-1 0-1 0 0,1 0 0 0 0,0 0 0 0 0,-1 0 1 0 0,1 1-1 0 0,0-1 0 0 0,1 1 1 0 0,-1 0-1 0 0,0-1 0 0 0,1 1 1 0 0,0 0-1 0 0,-1 0 0 0 0,1 0 1 0 0,0 0-1 0 0,1 0 0 0 0,-1 0 1 0 0,0 0-1 0 0,0 4 0 0 0,1 37-3787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27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435 132 1201 0 0,'1'1'202'0'0,"0"0"1"0"0,0-1 0 0 0,0 1 0 0 0,0 0 0 0 0,0-1 0 0 0,0 1 0 0 0,0-1 0 0 0,1 1 0 0 0,-1-1 0 0 0,0 0 0 0 0,0 1 0 0 0,0-1 0 0 0,1 0 0 0 0,-1 0 0 0 0,0 0 0 0 0,1 0 0 0 0,-1 0 0 0 0,0 0 0 0 0,3-1-1 0 0,30 0 1115 0 0,-22-1-1067 0 0,1-1 1 0 0,-1 0-1 0 0,0-1 0 0 0,0 0 0 0 0,0 0 0 0 0,-1-1 0 0 0,21-13 0 0 0,-32 18-242 0 0,1 0 0 0 0,-1 0 1 0 0,0 0-1 0 0,1-1 0 0 0,-1 1 0 0 0,0 0 0 0 0,1 0 0 0 0,-1 0 0 0 0,0-1 0 0 0,1 1 0 0 0,-1 0 1 0 0,0-1-1 0 0,1 1 0 0 0,-1 0 0 0 0,0-1 0 0 0,0 1 0 0 0,0 0 0 0 0,1-1 0 0 0,-1 1 0 0 0,0 0 1 0 0,0-1-1 0 0,0 1 0 0 0,0-1 0 0 0,1 1 0 0 0,-1 0 0 0 0,0-1 0 0 0,0 1 0 0 0,0-1 0 0 0,0 1 1 0 0,0 0-1 0 0,0-1 0 0 0,0 1 0 0 0,0-1 0 0 0,0 1 0 0 0,-1 0 0 0 0,1-1 0 0 0,0 1 0 0 0,0-1 1 0 0,0 1-1 0 0,0 0 0 0 0,0-1 0 0 0,-1 1 0 0 0,1 0 0 0 0,0-1 0 0 0,0 1 0 0 0,-1 0 0 0 0,1-1 0 0 0,0 1 1 0 0,-1 0-1 0 0,1-1 0 0 0,0 1 0 0 0,-1 0 0 0 0,1 0 0 0 0,0 0 0 0 0,-1-1 0 0 0,1 1 0 0 0,0 0 1 0 0,-1 0-1 0 0,1 0 0 0 0,-1 0 0 0 0,-28-10 444 0 0,-58-14 422 0 0,49 12-337 0 0,-74-14 0 0 0,87 24-259 0 0,0 1 1 0 0,0 0-1 0 0,0 2 1 0 0,-41 7 0 0 0,56-7-231 0 0,0 2 1 0 0,0 0 0 0 0,0 0-1 0 0,0 1 1 0 0,0 0 0 0 0,-10 6 0 0 0,16-8-52 0 0,1 0 1 0 0,-1 1-1 0 0,1-1 1 0 0,0 1-1 0 0,0 0 1 0 0,0 0-1 0 0,0 0 1 0 0,0 0-1 0 0,1 1 1 0 0,-1-1-1 0 0,1 1 1 0 0,0-1-1 0 0,0 1 1 0 0,0 0-1 0 0,-2 7 1 0 0,3-7 20 0 0,1 0-1 0 0,-1 1 1 0 0,1-1-1 0 0,0 1 1 0 0,0-1 0 0 0,1 0-1 0 0,-1 1 1 0 0,1-1-1 0 0,0 1 1 0 0,0-1-1 0 0,0 0 1 0 0,1 0 0 0 0,2 7-1 0 0,3 9 71 0 0,-2-5-48 0 0,-5-11-56 0 0,1 0-1 0 0,-1 0 1 0 0,1 0-1 0 0,1 0 1 0 0,-1 0 0 0 0,0 0-1 0 0,1-1 1 0 0,0 1-1 0 0,0-1 1 0 0,0 1-1 0 0,0-1 1 0 0,0 1-1 0 0,1-1 1 0 0,0 0 0 0 0,-1 0-1 0 0,1-1 1 0 0,0 1-1 0 0,0 0 1 0 0,1-1-1 0 0,-1 0 1 0 0,1 0-1 0 0,-1 0 1 0 0,1 0 0 0 0,-1 0-1 0 0,6 1 1 0 0,12 1-207 0 0,1 0 1 0 0,-1-1 0 0 0,1-1-1 0 0,40-2 1 0 0,-9 1-40 0 0,-33 0 197 0 0,20 1-65 0 0,0-1 1 0 0,46-5-1 0 0,-69 3 131 0 0,0 1 0 0 0,0 1 0 0 0,0 0 0 0 0,0 1 0 0 0,0 1 0 0 0,16 6-1 0 0,-17-6 8 0 0,-15-3 1 0 0,1 0 1 0 0,-1 1 0 0 0,1-1-1 0 0,-1 0 1 0 0,0 1 0 0 0,0-1-1 0 0,1 0 1 0 0,-1 1 0 0 0,0 0-1 0 0,0-1 1 0 0,1 1 0 0 0,-1 0-1 0 0,0 0 1 0 0,0-1 0 0 0,0 1-1 0 0,0 0 1 0 0,0 0 0 0 0,0 0 0 0 0,1 3-1 0 0,-2-4 12 0 0,0 1-1 0 0,0 0 1 0 0,0 0-1 0 0,0 0 1 0 0,0 0 0 0 0,0 0-1 0 0,0 0 1 0 0,0 0-1 0 0,0-1 1 0 0,0 1-1 0 0,-1 0 1 0 0,1 0 0 0 0,0 0-1 0 0,-1 0 1 0 0,1-1-1 0 0,-1 1 1 0 0,1 0-1 0 0,-1 0 1 0 0,1-1 0 0 0,-1 1-1 0 0,1 0 1 0 0,-2 0-1 0 0,-4 4 133 0 0,0 1-1 0 0,0-2 1 0 0,0 1-1 0 0,-1-1 1 0 0,0 0-1 0 0,-8 4 1 0 0,-27 9 671 0 0,-1-1 0 0 0,-1-2 1 0 0,0-2-1 0 0,-85 11 1 0 0,-137 16 42 0 0,261-38-1116 0 0,-1 0 0 0 0,1 0 0 0 0,-1-1 1 0 0,0 0-1 0 0,1 0 0 0 0,-1 0 1 0 0,1 0-1 0 0,-1-1 0 0 0,-7-2 0 0 0,12 3 165 0 0,0 0 0 0 0,1-1 0 0 0,-1 1 0 0 0,1 0 0 0 0,0-1 0 0 0,-1 1 0 0 0,1 0 0 0 0,-1-1 0 0 0,1 1 0 0 0,-1 0-1 0 0,1-1 1 0 0,0 1 0 0 0,-1-1 0 0 0,1 1 0 0 0,0-1 0 0 0,-1 1 0 0 0,1-1 0 0 0,0 1 0 0 0,0-1 0 0 0,-1 1 0 0 0,1-1-1 0 0,0 1 1 0 0,0-1 0 0 0,0 1 0 0 0,0-1 0 0 0,0 1 0 0 0,0-1 0 0 0,0 0 0 0 0,0 1 0 0 0,0-1 0 0 0,0 1 0 0 0,0-1-1 0 0,1-2-192 0 0,0 0 0 0 0,1 0 0 0 0,-1 1 0 0 0,1-1 0 0 0,-1 1 0 0 0,1-1 0 0 0,0 1-1 0 0,0 0 1 0 0,0 0 0 0 0,3-3 0 0 0,45-38-4792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28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63 4002 0 0,'-51'6'3009'0'0,"34"-6"-2668"0"0,1 2 0 0 0,0 0-1 0 0,0 0 1 0 0,0 2 0 0 0,0 0-1 0 0,0 1 1 0 0,1 0 0 0 0,0 2-1 0 0,-27 14 1 0 0,38-19-301 0 0,-1 1 1 0 0,0 0-1 0 0,1 0 0 0 0,0 1 1 0 0,-1-1-1 0 0,2 1 0 0 0,-1 0 1 0 0,0 0-1 0 0,-3 6 0 0 0,6-9-35 0 0,1 1-1 0 0,-1 0 1 0 0,1-1-1 0 0,0 1 1 0 0,0 0-1 0 0,0 0 1 0 0,0-1-1 0 0,0 1 1 0 0,0 0-1 0 0,0-1 1 0 0,0 1-1 0 0,1 0 1 0 0,-1-1-1 0 0,1 1 1 0 0,-1 0-1 0 0,1-1 1 0 0,-1 1-1 0 0,1-1 1 0 0,0 1-1 0 0,0-1 1 0 0,0 1-1 0 0,0-1 1 0 0,0 1-1 0 0,0-1 1 0 0,0 0-1 0 0,1 0 1 0 0,-1 0-1 0 0,0 0 1 0 0,1 0-1 0 0,-1 0 1 0 0,3 2-1 0 0,17 12-42 0 0,1-1 0 0 0,0-1 0 0 0,1-1 0 0 0,0 0-1 0 0,1-2 1 0 0,0-1 0 0 0,1-1 0 0 0,0-1 0 0 0,0-1 0 0 0,1-1 0 0 0,-1-1 0 0 0,1-1 0 0 0,0-2-1 0 0,0-1 1 0 0,0 0 0 0 0,0-2 0 0 0,0-1 0 0 0,-1-1 0 0 0,1-2 0 0 0,45-15 0 0 0,-55 15 15 0 0,-14 6 29 0 0,0 0 0 0 0,0-1 0 0 0,0 1 0 0 0,1-1 0 0 0,-1 0 0 0 0,0 0 0 0 0,0 0 0 0 0,0 0 0 0 0,0 0 0 0 0,0 0 0 0 0,0 0 0 0 0,-1-1 0 0 0,1 1 0 0 0,0-1 0 0 0,-1 1 0 0 0,1-1 0 0 0,-1 0 1 0 0,1 0-1 0 0,-1 0 0 0 0,0 1 0 0 0,0-1 0 0 0,0 0 0 0 0,0-1 0 0 0,0 1 0 0 0,0 0 0 0 0,0 0 0 0 0,-1 0 0 0 0,1 0 0 0 0,-1-1 0 0 0,0 1 0 0 0,0 0 0 0 0,1 0 0 0 0,-1-1 0 0 0,-1 1 0 0 0,1 0 0 0 0,-1-5 0 0 0,1 3 47 0 0,-1 0 0 0 0,1 0 0 0 0,-1 0 0 0 0,0 0 0 0 0,0 0 0 0 0,0 0 0 0 0,-1 0 0 0 0,1 0 0 0 0,-1 0 0 0 0,0 0 0 0 0,0 1 0 0 0,-1-1 0 0 0,1 1 0 0 0,-1 0 0 0 0,1 0 0 0 0,-5-5 0 0 0,-7-4 270 0 0,0 1-1 0 0,-26-17 1 0 0,18 14-45 0 0,-1 0-126 0 0,-1 0 0 0 0,-47-17-1 0 0,48 21-312 0 0,4 2-153 0 0,16 6 118 0 0,0 0 1 0 0,1 1 0 0 0,-2-1-1 0 0,1 1 1 0 0,0 0-1 0 0,0 0 1 0 0,0 0-1 0 0,0 1 1 0 0,-1-1 0 0 0,1 1-1 0 0,0 0 1 0 0,-6 0-1 0 0,9 0 80 0 0,-1 0 0 0 0,1 0 0 0 0,0 0 0 0 0,-1 0-1 0 0,1 0 1 0 0,0 0 0 0 0,0 1 0 0 0,-1-1 0 0 0,1 0 0 0 0,0 0 0 0 0,0 0-1 0 0,-1 1 1 0 0,1-1 0 0 0,0 0 0 0 0,0 0 0 0 0,-1 1 0 0 0,1-1 0 0 0,0 0-1 0 0,0 0 1 0 0,0 1 0 0 0,0-1 0 0 0,0 0 0 0 0,-1 1 0 0 0,1-1-1 0 0,0 0 1 0 0,0 1 0 0 0,0-1 0 0 0,0 0 0 0 0,0 1 0 0 0,0-1 0 0 0,0 0-1 0 0,0 1 1 0 0,0-1 0 0 0,0 0 0 0 0,0 1 0 0 0,0-1 0 0 0,0 0 0 0 0,0 0-1 0 0,1 1 1 0 0,-1 2-974 0 0,0 8-2004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28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1 1601 0 0,'-30'19'4002'0'0,"-30"14"-801"0"0,5 5-1600 0 0,-5 0-1281 0 0,30-1-240 0 0,0 1 0 0 0,-1 1-80 0 0,31-14-240 0 0,0-12-480 0 0,-30-7-1201 0 0,60-12-3682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29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6 2801 0 0,'-30'-6'2722'0'0,"0"6"2240"0"0,60 14-4882 0 0,0-3-1041 0 0,31 3-1920 0 0,-1-1-560 0 0,1-1 559 0 0</inkml:trace>
  <inkml:trace contextRef="#ctx0" brushRef="#br0" timeOffset="1">688 242 4642 0 0,'-60'0'4562'0'0,"30"6"-2481"0"0,0-6-1761 0 0,60 6-800 0 0,0 2-3842 0 0,0-8 1201 0 0,0-8 399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23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31 618 3201 0 0,'-5'10'5133'0'0,"-12"-9"-3484"0"0,14-1-1174 0 0,-2 0 339 0 0,5 0-814 0 0,0 0 0 0 0,0 0 0 0 0,0 0 1 0 0,0-1-1 0 0,0 1 0 0 0,0 0 0 0 0,-1 0 0 0 0,1 0 1 0 0,0 0-1 0 0,0-1 0 0 0,0 1 0 0 0,0 0 1 0 0,0 0-1 0 0,0 0 0 0 0,0 0 0 0 0,0-1 0 0 0,0 1 1 0 0,0 0-1 0 0,0 0 0 0 0,0 0 0 0 0,0-1 0 0 0,0 1 1 0 0,0 0-1 0 0,0 0 0 0 0,0 0 0 0 0,0 0 0 0 0,0-1 1 0 0,0 1-1 0 0,1 0 0 0 0,-1 0 0 0 0,0 0 0 0 0,0 0 1 0 0,0-1-1 0 0,0 1 0 0 0,0 0 0 0 0,0 0 1 0 0,0 0-1 0 0,1 0 0 0 0,-1 0 0 0 0,0 0 0 0 0,0 0 1 0 0,0-1-1 0 0,0 1 0 0 0,1 0 0 0 0,-1 0 0 0 0,0 0 1 0 0,0 0-1 0 0,0 0 0 0 0,0 0 0 0 0,1 0 0 0 0,-1 0 1 0 0,0 0-1 0 0,0 0 0 0 0,0 0 0 0 0,1 0 0 0 0,-1 0 1 0 0,0 0-1 0 0,0 0 0 0 0,0 0 0 0 0,0 0 1 0 0,1 0-1 0 0,-1 0 0 0 0,0 0 0 0 0,17-4 30 0 0,-1 0 0 0 0,0-2 0 0 0,0 0 1 0 0,-1 0-1 0 0,25-16 0 0 0,79-58 874 0 0,-51 32-455 0 0,13-8 151 0 0,99-90 1 0 0,-137 108-582 0 0,-11 10 14 0 0,-1-1 1 0 0,39-48 0 0 0,-64 70-37 0 0,0 1 1 0 0,0 0 0 0 0,1 0 0 0 0,0 1-1 0 0,0 0 1 0 0,0 0 0 0 0,1 0-1 0 0,-1 1 1 0 0,1 1 0 0 0,0-1-1 0 0,15-4 1 0 0,-7 3 56 0 0,-11 3 0 0 0,-5 3-108 0 0,0 12 168 0 0,-1 0-1 0 0,-1 0 0 0 0,1-1 0 0 0,-2 1 1 0 0,0 0-1 0 0,0-1 0 0 0,-6 13 0 0 0,0-1 49 0 0,-13 38 178 0 0,-32 58 0 0 0,5-13-167 0 0,-91 188 214 0 0,119-247-394 0 0,-13 36-626 0 0,30-51-414 0 0,5-33 987 0 0,-1 1 0 0 0,0-1 0 0 0,0 1 0 0 0,0-1 0 0 0,0 1 0 0 0,1 0 0 0 0,-1-1 0 0 0,0 1 0 0 0,1-1 0 0 0,-1 1 0 0 0,0-1 0 0 0,1 0 0 0 0,-1 1 0 0 0,0-1 0 0 0,1 1 0 0 0,-1-1 0 0 0,1 0 0 0 0,-1 1 0 0 0,1-1 0 0 0,-1 0 0 0 0,1 1 0 0 0,-1-1 0 0 0,1 0 0 0 0,-1 0 0 0 0,1 1 0 0 0,0-1 0 0 0,-1 0 0 0 0,2 0 0 0 0,1-1-237 0 0,1 1 0 0 0,-1-1 0 0 0,1 0 0 0 0,-1 0 0 0 0,1-1 0 0 0,-1 1-1 0 0,0-1 1 0 0,0 0 0 0 0,0 0 0 0 0,0 0 0 0 0,0 0 0 0 0,0 0 0 0 0,0-1 0 0 0,3-3 0 0 0,49-45-5173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24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478 207 160 0 0,'-8'1'1172'0'0,"5"-1"-860"0"0,0 0 1 0 0,1 1-1 0 0,-1-1 0 0 0,0 0 1 0 0,0 1-1 0 0,1-1 1 0 0,-1 1-1 0 0,0 0 1 0 0,1 0-1 0 0,-1 0 0 0 0,1 0 1 0 0,-1 1-1 0 0,1-1 1 0 0,-1 1-1 0 0,1-1 1 0 0,-2 3-1 0 0,-1-3 755 0 0,-130 5 1645 0 0,122-4-2586 0 0,-1 0 1 0 0,0 0-1 0 0,1 2 0 0 0,0 0 0 0 0,0 0 0 0 0,0 1 1 0 0,-21 11-1 0 0,-61 47 514 0 0,81-56-580 0 0,12-7-48 0 0,-1 1-1 0 0,1 0 1 0 0,-1 0 0 0 0,1 0-1 0 0,-1 1 1 0 0,1-1 0 0 0,0 0 0 0 0,-1 1-1 0 0,1 0 1 0 0,0-1 0 0 0,0 1-1 0 0,0 0 1 0 0,0 0 0 0 0,1 0-1 0 0,-1 1 1 0 0,1-1 0 0 0,-1 0-1 0 0,1 0 1 0 0,-1 1 0 0 0,1-1-1 0 0,0 1 1 0 0,0-1 0 0 0,1 1-1 0 0,-1 0 1 0 0,0-1 0 0 0,1 1-1 0 0,-1 4 1 0 0,1 2 0 0 0,0 0 0 0 0,0 0 0 0 0,1 0 0 0 0,0 0 0 0 0,1-1 0 0 0,0 1 0 0 0,3 9 0 0 0,-2-13-3 0 0,0 0 1 0 0,0 1-1 0 0,0-1 1 0 0,1-1-1 0 0,0 1 1 0 0,0 0-1 0 0,0-1 1 0 0,0 0-1 0 0,1 0 1 0 0,8 5-1 0 0,0 0-19 0 0,0-1 0 0 0,1 0-1 0 0,1-1 1 0 0,-1-1 0 0 0,1 0 0 0 0,0-1 0 0 0,0-1-1 0 0,1 0 1 0 0,0-1 0 0 0,-1-1 0 0 0,1 0-1 0 0,28-1 1 0 0,-23-2-57 0 0,0 0 1 0 0,0-2-1 0 0,0 0 0 0 0,-1-1 0 0 0,1-1 1 0 0,-1-1-1 0 0,-1-1 0 0 0,33-15 0 0 0,-44 17 27 0 0,0 0-1 0 0,-1-1 0 0 0,0 1 0 0 0,0-2 0 0 0,0 1 0 0 0,-1-1 0 0 0,0 1 0 0 0,0-2 0 0 0,-1 1 0 0 0,0-1 0 0 0,0 1 0 0 0,-1-1 0 0 0,6-14 0 0 0,-2 0-86 0 0,-1 0 1 0 0,0 0-1 0 0,5-44 0 0 0,-11 55 111 0 0,0 0 0 0 0,-1 1 0 0 0,-1-1 1 0 0,1 0-1 0 0,-2 0 0 0 0,1 1 0 0 0,-2-1 0 0 0,1 1 0 0 0,-1-1 1 0 0,-1 1-1 0 0,0 0 0 0 0,-1 0 0 0 0,1 1 0 0 0,-2-1 0 0 0,-11-15 1 0 0,9 12 40 0 0,0 0 0 0 0,-1 1 0 0 0,0 0 0 0 0,-20-19 0 0 0,23 26-23 0 0,-1 0 0 0 0,1 1 0 0 0,-1-1 0 0 0,-1 1 0 0 0,1 1-1 0 0,-1-1 1 0 0,1 1 0 0 0,-1 1 0 0 0,0-1 0 0 0,-8 0 0 0 0,7 1-85 0 0,1 1 1 0 0,-1 0-1 0 0,1 0 0 0 0,-1 1 0 0 0,-10 1 0 0 0,16-1-40 0 0,0 0-1 0 0,1 1 0 0 0,-1-1 0 0 0,0 1 0 0 0,0 0 0 0 0,0-1 0 0 0,0 1 0 0 0,1 1 0 0 0,-1-1 0 0 0,1 0 1 0 0,-1 1-1 0 0,1-1 0 0 0,-1 1 0 0 0,1 0 0 0 0,0 0 0 0 0,-1 0 0 0 0,1 0 0 0 0,0 0 0 0 0,-2 4 1 0 0,3-4-218 0 0,0 0 1 0 0,0 1 0 0 0,1-1 0 0 0,-1 1 0 0 0,1-1-1 0 0,-1 1 1 0 0,1 0 0 0 0,0-1 0 0 0,0 6 0 0 0,0-8 300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24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422 144 2001 0 0,'-9'0'1206'0'0,"-49"2"3158"0"0,47-2-4065 0 0,0 2 0 0 0,0-1 0 0 0,0 2-1 0 0,0-1 1 0 0,-18 8 0 0 0,-18 8 98 0 0,17-7-87 0 0,1 2 0 0 0,-44 24 0 0 0,66-32-255 0 0,0-1 1 0 0,0 2 0 0 0,0-1-1 0 0,0 1 1 0 0,1 0 0 0 0,0 0-1 0 0,0 1 1 0 0,1 0-1 0 0,-1 0 1 0 0,2 0 0 0 0,-1 1-1 0 0,1-1 1 0 0,0 1 0 0 0,-3 8-1 0 0,6-12-39 0 0,0 0 0 0 0,1 0 0 0 0,-1 0 0 0 0,1 1 0 0 0,0-1 0 0 0,0 0 0 0 0,0 0 0 0 0,0 0-1 0 0,1 0 1 0 0,-1 0 0 0 0,1 0 0 0 0,0 0 0 0 0,0 0 0 0 0,1 0 0 0 0,-1 0 0 0 0,1-1 0 0 0,0 1 0 0 0,0 0 0 0 0,3 4-1 0 0,5 5 45 0 0,1 0 0 0 0,0-1-1 0 0,17 16 1 0 0,-17-18 10 0 0,1 1-41 0 0,1-1-1 0 0,0 0 1 0 0,1-1 0 0 0,-1 0-1 0 0,2-1 1 0 0,-1-1-1 0 0,1 0 1 0 0,17 5 0 0 0,10 0-70 0 0,67 11 0 0 0,-75-16 25 0 0,1-1-75 0 0,0-1 0 0 0,0-2-1 0 0,63-1 1 0 0,-78-4 33 0 0,0 0 1 0 0,0-2-1 0 0,-1 0 0 0 0,1-1 0 0 0,-1-1 1 0 0,0 0-1 0 0,28-16 0 0 0,-36 16 57 0 0,-1 0 0 0 0,-1-1 0 0 0,1 0 0 0 0,-1-1 0 0 0,0 0 0 0 0,-1 0 0 0 0,0-1 0 0 0,0 0 0 0 0,-1-1 0 0 0,0 1 0 0 0,-1-2-1 0 0,0 1 1 0 0,0 0 0 0 0,-1-1 0 0 0,-1 0 0 0 0,1 0 0 0 0,-2-1 0 0 0,0 1 0 0 0,0-1 0 0 0,-1 0 0 0 0,-1 0 0 0 0,0 1 0 0 0,0-1 0 0 0,-2-15 0 0 0,-2 12 11 0 0,-2 0 0 0 0,1 0 0 0 0,-2 1 1 0 0,0 0-1 0 0,-1 0 0 0 0,0 0 1 0 0,-1 1-1 0 0,0 0 0 0 0,-11-12 0 0 0,4 6-22 0 0,-1 1-1 0 0,0 0 0 0 0,-2 2 1 0 0,0 0-1 0 0,-22-16 0 0 0,23 22-187 0 0,0 1 0 0 0,-1 1 0 0 0,0 0 0 0 0,-1 1 0 0 0,0 1 0 0 0,0 1 0 0 0,0 1 0 0 0,0 0-1 0 0,-1 1 1 0 0,1 2 0 0 0,-1 0 0 0 0,1 1 0 0 0,-1 0 0 0 0,-34 7 0 0 0,-15 10-3242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11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1830 127 2081 0 0,'-118'-3'5165'0'0,"-11"0"-4087"0"0,104 1-883 0 0,0-1 0 0 0,-1-1 0 0 0,-37-12 0 0 0,27 6-82 0 0,-1 2 1 0 0,-53-6-1 0 0,-110 1 221 0 0,146 9-310 0 0,1 3 1 0 0,-1 2-1 0 0,1 3 1 0 0,-1 2-1 0 0,-70 17 1 0 0,87-11-38 0 0,0 2 0 0 0,-64 36 0 0 0,0 0-2 0 0,87-42 27 0 0,1 0-1 0 0,0 1 1 0 0,0 1-1 0 0,-12 12 1 0 0,13-11 6 0 0,-1-1 0 0 0,0 0-1 0 0,0 0 1 0 0,-29 14 0 0 0,36-20-19 0 0,0-1 0 0 0,1 1 0 0 0,0-1 0 0 0,0 1 1 0 0,0 1-1 0 0,0-1 0 0 0,0 1 0 0 0,-7 10 0 0 0,-25 23-4 0 0,33-34 10 0 0,0 0 1 0 0,0 1-1 0 0,1-1 1 0 0,-1 1-1 0 0,1-1 1 0 0,0 1-1 0 0,0 0 1 0 0,-2 6-1 0 0,-22 31 12 0 0,21-34-16 0 0,0 0-1 0 0,1 0 0 0 0,0 1 1 0 0,0-1-1 0 0,1 1 0 0 0,0 1 1 0 0,0-1-1 0 0,1 0 1 0 0,-2 11-1 0 0,-14 34 10 0 0,13-39-13 0 0,3-9 2 0 0,0 0 0 0 0,0 0 0 0 0,1 1 0 0 0,0-1 0 0 0,0 1 0 0 0,1 0 0 0 0,0-1-1 0 0,0 1 1 0 0,0 14 0 0 0,1-18-1 0 0,0 0 0 0 0,1-1 0 0 0,-1 1 0 0 0,1 0 1 0 0,-1 0-1 0 0,1 0 0 0 0,0 0 0 0 0,0-1 0 0 0,0 1 0 0 0,0 0 0 0 0,0-1 0 0 0,1 1 0 0 0,-1-1 0 0 0,1 1 0 0 0,2 1 0 0 0,4 9-20 0 0,-2-3 17 0 0,-4-5 9 0 0,0-1 0 0 0,0 0 0 0 0,1 1 0 0 0,-1-1 0 0 0,1 0 0 0 0,0-1 0 0 0,0 1 0 0 0,0 0 0 0 0,1-1 0 0 0,0 0 0 0 0,-1 0 0 0 0,1 0 0 0 0,0 0 0 0 0,0 0 0 0 0,1-1 0 0 0,-1 0 0 0 0,6 2 0 0 0,73 39-25 0 0,105 47-38 0 0,38 10 59 0 0,-167-77-13 0 0,-6-2-24 0 0,1-2 0 0 0,0-2 0 0 0,68 12 1 0 0,-97-26 37 0 0,-17-2 6 0 0,0 0-1 0 0,0 0 1 0 0,0 1-1 0 0,0 0 1 0 0,0 0-1 0 0,-1 1 1 0 0,1 0-1 0 0,-1 0 1 0 0,14 8-1 0 0,-10-5-8 0 0,0 0 1 0 0,0-1-1 0 0,0-1 0 0 0,1 0 0 0 0,0-1 1 0 0,19 4-1 0 0,10 2-52 0 0,46 12-21 0 0,167 15 1 0 0,-203-30 62 0 0,46 4 11 0 0,82 12 16 0 0,-102-13-22 0 0,100-1 0 0 0,-49-3 7 0 0,-81-2-6 0 0,36 4 26 0 0,0-4 0 0 0,1-3 0 0 0,-1-3 0 0 0,90-17 0 0 0,178-64 153 0 0,-29 5 27 0 0,-114 23-148 0 0,-114 28-10 0 0,-69 20-51 0 0,45-9-209 0 0,-62 14 235 0 0,0 0-1 0 0,-1 0 1 0 0,1-1-1 0 0,-1 0 1 0 0,0 0 0 0 0,0-1-1 0 0,-1 1 1 0 0,1-2-1 0 0,-1 1 1 0 0,0-1 0 0 0,-1 0-1 0 0,1 0 1 0 0,-1 0 0 0 0,0-1-1 0 0,5-9 1 0 0,4-7 33 0 0,-1 0 0 0 0,-1 0 1 0 0,12-37-1 0 0,-21 54-37 0 0,-1 0 0 0 0,0 1 0 0 0,-1-1 0 0 0,0 0 0 0 0,0 0 0 0 0,0 0 0 0 0,0 0 0 0 0,-1 0 0 0 0,0 0 0 0 0,0 0 0 0 0,-1 0 0 0 0,0 0 0 0 0,0 0 0 0 0,-3-12 0 0 0,-2 8 19 0 0,0-1 0 0 0,0 1 0 0 0,-1 0 0 0 0,0 0 0 0 0,-16-16 0 0 0,-2-15 73 0 0,23 36-90 0 0,-1-1 0 0 0,0 1 0 0 0,0 0 0 0 0,0 0 0 0 0,0 0 0 0 0,-1 1 0 0 0,0-1 0 0 0,-6-5 0 0 0,-2 0 57 0 0,1 0 1 0 0,0-1-1 0 0,0 0 0 0 0,2 0 1 0 0,-1-1-1 0 0,-12-22 1 0 0,20 29-82 0 0,0-1 1 0 0,-1 1-1 0 0,0-1 1 0 0,0 1-1 0 0,-1 0 1 0 0,1 0-1 0 0,-1 1 1 0 0,0-1-1 0 0,0 1 1 0 0,0 0-1 0 0,-10-8 1 0 0,-1 0 30 0 0,-2-1 20 0 0,-1 1-1 0 0,0 1 1 0 0,0 1 0 0 0,-38-15 0 0 0,32 15-54 0 0,1-1-1 0 0,1 0 1 0 0,-24-18 0 0 0,32 20 39 0 0,0 0 0 0 0,-1 1 0 0 0,0 1 0 0 0,-21-7 0 0 0,-15-8-16 0 0,30 12-20 0 0,0 0-1 0 0,-1 2 0 0 0,-33-9 0 0 0,-12-3 76 0 0,-119-32 108 0 0,152 44-135 0 0,6 1-6 0 0,-46-16 1 0 0,44 13-42 0 0,-1 0 0 0 0,0 2 1 0 0,-38-6-1 0 0,20 5 66 0 0,-10-1-50 0 0,-71-3 0 0 0,47 6 56 0 0,-304-19 323 0 0,286 21-278 0 0,0 4 1 0 0,1 5-1 0 0,-164 27 1 0 0,93 4-149 0 0,-202 68 0 0 0,361-99-2 0 0,-80 30-298 0 0,88-33 275 0 0,-1 1 0 0 0,1 0 0 0 0,0 1 0 0 0,0-1 1 0 0,0 1-1 0 0,0 0 0 0 0,0 0 0 0 0,0 0 1 0 0,1 0-1 0 0,-1 1 0 0 0,1-1 0 0 0,0 1 1 0 0,0 0-1 0 0,1 0 0 0 0,-5 8 0 0 0,7-9 2 0 0,-1-1 1 0 0,1 1-1 0 0,0 0 0 0 0,1-1 0 0 0,-1 1 0 0 0,0-1 0 0 0,1 1 0 0 0,-1 0 0 0 0,1-1 0 0 0,0 1 1 0 0,0-1-1 0 0,0 1 0 0 0,0-1 0 0 0,0 0 0 0 0,1 1 0 0 0,-1-1 0 0 0,1 0 0 0 0,0 0 1 0 0,-1 0-1 0 0,1 0 0 0 0,0 0 0 0 0,3 2 0 0 0,5 5-243 0 0,1 0 1 0 0,0-1 0 0 0,18 12-1 0 0,82 35-1936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47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72 1921 0 0,'0'-1'122'0'0,"0"0"0"0"0,0 1 0 0 0,0-1 0 0 0,1 0 0 0 0,-1 0-1 0 0,0 0 1 0 0,0 1 0 0 0,1-1 0 0 0,-1 0 0 0 0,0 0 0 0 0,1 1 0 0 0,-1-1 0 0 0,0 0 0 0 0,1 1 0 0 0,-1-1 0 0 0,1 0 0 0 0,-1 1 0 0 0,1-1 0 0 0,0 1 0 0 0,-1-1 0 0 0,1 1-1 0 0,0-1 1 0 0,-1 1 0 0 0,1-1 0 0 0,0 1 0 0 0,-1 0 0 0 0,2-1 0 0 0,0 0-4 0 0,-1 1 0 0 0,0-1-1 0 0,0 1 1 0 0,0-1 0 0 0,0 1 0 0 0,-1-1 0 0 0,1 0-1 0 0,0 0 1 0 0,0 1 0 0 0,0-1 0 0 0,0 0-1 0 0,-1 0 1 0 0,1 0 0 0 0,0 0 0 0 0,-1 0 0 0 0,1 0-1 0 0,-1 0 1 0 0,1 0 0 0 0,-1 0 0 0 0,0 0-1 0 0,1 0 1 0 0,-1 0 0 0 0,0-1 0 0 0,0 1 0 0 0,1 0-1 0 0,-1 0 1 0 0,0 0 0 0 0,-1-2 0 0 0,1 2-74 0 0,0 0 1 0 0,0 1-1 0 0,0-1 1 0 0,-1 0-1 0 0,1 0 0 0 0,0 0 1 0 0,-1 0-1 0 0,1 1 1 0 0,-1-1-1 0 0,1 0 1 0 0,-1 0-1 0 0,1 1 1 0 0,-1-1-1 0 0,0 0 1 0 0,1 1-1 0 0,-1-1 0 0 0,0 1 1 0 0,1-1-1 0 0,-1 1 1 0 0,0-1-1 0 0,0 1 1 0 0,0-1-1 0 0,1 1 1 0 0,-1 0-1 0 0,0-1 1 0 0,0 1-1 0 0,0 0 0 0 0,0 0 1 0 0,0 0-1 0 0,0 0 1 0 0,0 0-1 0 0,-1 0 1 0 0,-1-1 115 0 0,-27-6 734 0 0,25 7-801 0 0,0 0-26 0 0,-18 2 92 0 0,18 3 165 0 0,13 2 140 0 0,247 55-597 0 0,-134-36 519 0 0,-72-18 169 0 0,-42-4 219 0 0,-23-3-422 0 0,-152 9 668 0 0,0-1 135 0 0,-38-9-195 0 0,198 0-949 0 0,-25 0 102 0 0,32 0-119 0 0,0 0 0 0 0,1 0 0 0 0,-1 0 0 0 0,0 0 0 0 0,0 0 0 0 0,0 0 0 0 0,1 0 0 0 0,-1 0 0 0 0,0 0 0 0 0,0 0 0 0 0,0 0 0 0 0,0 1 0 0 0,1-1-1 0 0,-1 0 1 0 0,0 1 0 0 0,0-1 0 0 0,1 1 0 0 0,-1-1 0 0 0,0 0 0 0 0,1 1 0 0 0,-1 0 0 0 0,1-1 0 0 0,-1 1 0 0 0,0 0 0 0 0,16 8-1674 0 0,70 17-2309 0 0,56 15-2080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25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64 330 1841 0 0,'-5'0'2748'0'0,"-45"7"2387"0"0,49-7-5018 0 0,1 0 0 0 0,0 0 0 0 0,-1 0-1 0 0,1 0 1 0 0,0 0 0 0 0,-1 0 0 0 0,1 0 0 0 0,0 0-1 0 0,-1 0 1 0 0,1 0 0 0 0,0 0 0 0 0,0 0-1 0 0,-1-1 1 0 0,1 1 0 0 0,0 0 0 0 0,-1 0-1 0 0,1 0 1 0 0,0-1 0 0 0,0 1 0 0 0,0 0-1 0 0,-1 0 1 0 0,1-1 0 0 0,0 1 0 0 0,0 0-1 0 0,0 0 1 0 0,-1-1 0 0 0,1 1 0 0 0,0 0-1 0 0,0-1 1 0 0,0 1 0 0 0,0 0 0 0 0,0 0-1 0 0,0-1 1 0 0,0 1 0 0 0,0 0 0 0 0,0-1-1 0 0,0 1 1 0 0,3-19 1564 0 0,17-23-1733 0 0,-15 32 483 0 0,-3 3-381 0 0,0 0 0 0 0,-1 0 1 0 0,0-1-1 0 0,0 1 0 0 0,0-1 1 0 0,-1 1-1 0 0,-1-1 0 0 0,0-9 1 0 0,0-6 69 0 0,1-137 547 0 0,-5 160-613 0 0,-9 6-36 0 0,17 4 8 0 0,8 19 36 0 0,-6 15 59 0 0,-1-1-1 0 0,-3 1 0 0 0,-4 51 0 0 0,1 0 66 0 0,1-47-154 0 0,0-18-74 0 0,1 0 1 0 0,7 47-1 0 0,-3-54-287 0 0,1 1 0 0 0,1-1 0 0 0,1 0 0 0 0,0-1 0 0 0,14 26 0 0 0,-21-47 192 0 0,1 0 1 0 0,-1-1-1 0 0,0 1 0 0 0,0 0 1 0 0,1 0-1 0 0,-1 0 0 0 0,1-1 1 0 0,-1 1-1 0 0,1 0 1 0 0,-1-1-1 0 0,1 1 0 0 0,-1 0 1 0 0,1-1-1 0 0,-1 1 1 0 0,1-1-1 0 0,0 1 0 0 0,0-1 1 0 0,-1 1-1 0 0,1-1 0 0 0,0 1 1 0 0,0-1-1 0 0,-1 0 1 0 0,1 1-1 0 0,0-1 0 0 0,0 0 1 0 0,0 0-1 0 0,-1 0 1 0 0,1 0-1 0 0,0 0 0 0 0,0 0 1 0 0,0 0-1 0 0,0 0 0 0 0,-1 0 1 0 0,1 0-1 0 0,0 0 1 0 0,0 0-1 0 0,0 0 0 0 0,0-1 1 0 0,-1 1-1 0 0,1 0 1 0 0,0-1-1 0 0,0 1 0 0 0,-1 0 1 0 0,1-1-1 0 0,0 1 0 0 0,-1-1 1 0 0,1 1-1 0 0,0-1 1 0 0,0 0-1 0 0,-1 0 85 0 0,26-20-5604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26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39 960 0 0,'-11'1'635'0'0,"0"0"-1"0"0,0 1 0 0 0,1 0 1 0 0,-1 1-1 0 0,1 1 0 0 0,0-1 0 0 0,-1 2 1 0 0,2-1-1 0 0,-16 10 0 0 0,-7 3 187 0 0,23-13-702 0 0,0 0 0 0 0,1 0 0 0 0,-1 1 0 0 0,1 0 1 0 0,0 0-1 0 0,1 1 0 0 0,-1 0 0 0 0,1 1 0 0 0,0-1 0 0 0,1 1 1 0 0,0 1-1 0 0,0-1 0 0 0,0 1 0 0 0,-6 12 0 0 0,-18 45 228 0 0,29-63-316 0 0,1 0 0 0 0,-1 0 0 0 0,1 1 1 0 0,-1-1-1 0 0,1 0 0 0 0,0 0 0 0 0,0 1 0 0 0,0-1 0 0 0,0 0 0 0 0,1 0 1 0 0,-1 0-1 0 0,0 1 0 0 0,1-1 0 0 0,0 0 0 0 0,-1 0 0 0 0,1 0 0 0 0,0 0 1 0 0,0 0-1 0 0,0 0 0 0 0,1 0 0 0 0,-1 0 0 0 0,0 0 0 0 0,1-1 0 0 0,-1 1 1 0 0,1 0-1 0 0,-1-1 0 0 0,1 1 0 0 0,0-1 0 0 0,2 2 0 0 0,5 4 233 0 0,0 0 0 0 0,1-1 0 0 0,0 0 0 0 0,20 8 0 0 0,-11-7-119 0 0,0-2-1 0 0,0 0 1 0 0,0-2-1 0 0,1 0 0 0 0,-1-1 1 0 0,1 0-1 0 0,-1-2 0 0 0,1 0 1 0 0,0-2-1 0 0,-1 0 1 0 0,0-1-1 0 0,1-1 0 0 0,-1-1 1 0 0,-1 0-1 0 0,1-2 0 0 0,26-12 1 0 0,-43 18-124 0 0,1 0 0 0 0,-1-1 0 0 0,0 1 1 0 0,0-1-1 0 0,1 1 0 0 0,-1-1 0 0 0,0 0 0 0 0,-1 0 0 0 0,1 0 1 0 0,0 0-1 0 0,0 0 0 0 0,-1 0 0 0 0,1-1 0 0 0,-1 1 0 0 0,0-1 1 0 0,0 1-1 0 0,0-1 0 0 0,0 1 0 0 0,0-1 0 0 0,0 1 0 0 0,-1-1 1 0 0,1 0-1 0 0,-1 1 0 0 0,0-1 0 0 0,0 0 0 0 0,0-3 1 0 0,4-21 126 0 0,0 8-58 0 0,-1 5-3 0 0,0-1-1 0 0,1-29 0 0 0,-4 39-76 0 0,0 0-1 0 0,-1 0 0 0 0,0 0 1 0 0,1 0-1 0 0,-1 0 1 0 0,-1 1-1 0 0,1-1 0 0 0,-1 0 1 0 0,0 1-1 0 0,0-1 0 0 0,0 1 1 0 0,-1-1-1 0 0,-4-5 0 0 0,-1 1-6 0 0,-1 2-1 0 0,0-1 0 0 0,0 1 0 0 0,0 1 0 0 0,-1 0 0 0 0,0 0 0 0 0,0 0 0 0 0,-1 2 1 0 0,0-1-1 0 0,-17-4 0 0 0,16 5-495 0 0,-1 1-1 0 0,1 0 1 0 0,-1 0 0 0 0,1 2 0 0 0,-1-1 0 0 0,0 2-1 0 0,1-1 1 0 0,-21 3 0 0 0,32-1 327 0 0,1 0 1 0 0,-1-1-1 0 0,0 1 1 0 0,0-1-1 0 0,0 1 0 0 0,1 0 1 0 0,-1 0-1 0 0,0-1 1 0 0,1 1-1 0 0,-1 0 0 0 0,1 0 1 0 0,-1 0-1 0 0,1 0 1 0 0,-1 0-1 0 0,1 0 0 0 0,-1 0 1 0 0,1 0-1 0 0,0 0 1 0 0,0 0-1 0 0,-1 0 0 0 0,1 0 1 0 0,0 0-1 0 0,0 0 1 0 0,0 0-1 0 0,0 0 0 0 0,0 0 1 0 0,1 0-1 0 0,-1 0 1 0 0,0 0-1 0 0,0 0 0 0 0,1 0 1 0 0,-1 0-1 0 0,0 0 0 0 0,1 0 1 0 0,-1 0-1 0 0,1 0 1 0 0,-1 0-1 0 0,1-1 0 0 0,0 1 1 0 0,0 1-1 0 0,19 16-2235 0 0,-15 1 320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27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388 19 2081 0 0,'-29'-11'3690'0'0,"23"10"-2685"0"0,-4-2-584 0 0,-1 2-1 0 0,0 0 1 0 0,0 0 0 0 0,0 1-1 0 0,1 0 1 0 0,-1 1-1 0 0,-16 3 1 0 0,-77 23 990 0 0,98-24-1340 0 0,0 1 0 0 0,0 0 0 0 0,0 1 0 0 0,1 0 0 0 0,-1-1 0 0 0,1 1 0 0 0,1 1 0 0 0,-1-1 0 0 0,1 1 0 0 0,0 0 0 0 0,-4 7 0 0 0,-18 21 24 0 0,20-26-57 0 0,-1 0 0 0 0,1 1-1 0 0,0-1 1 0 0,1 1 0 0 0,0 1-1 0 0,1-1 1 0 0,0 1 0 0 0,-4 13 0 0 0,6-19-20 0 0,1 1-1 0 0,1-1 1 0 0,-1 0 0 0 0,0 0 0 0 0,1 1 0 0 0,0-1 0 0 0,0 0 0 0 0,0 1 0 0 0,1-1 0 0 0,0 0 0 0 0,-1 0-1 0 0,1 1 1 0 0,1-1 0 0 0,-1 0 0 0 0,1 0 0 0 0,-1 0 0 0 0,1 0 0 0 0,0 0 0 0 0,0-1 0 0 0,1 1 0 0 0,-1-1-1 0 0,1 1 1 0 0,0-1 0 0 0,3 3 0 0 0,9 6 26 0 0,-1-1 0 0 0,2-1 0 0 0,-1 0 0 0 0,2-1 0 0 0,-1-1 0 0 0,1-1 1 0 0,0 0-1 0 0,21 5 0 0 0,-9-4 10 0 0,1-2 0 0 0,-1 0 0 0 0,1-2 0 0 0,43 0 0 0 0,-63-5 7 0 0,0 0-1 0 0,0 0 1 0 0,0-1-1 0 0,-1 0 1 0 0,1 0 0 0 0,14-7-1 0 0,-19 7-38 0 0,-1 1-1 0 0,0-1 0 0 0,0 0 1 0 0,1-1-1 0 0,-2 1 0 0 0,1-1 1 0 0,0 0-1 0 0,0 0 0 0 0,-1 0 1 0 0,0 0-1 0 0,1-1 0 0 0,-1 1 1 0 0,0-1-1 0 0,-1 0 0 0 0,1 0 1 0 0,2-6-1 0 0,-3 4-7 0 0,-1 1-1 0 0,0-1 0 0 0,0 0 1 0 0,-1 1-1 0 0,1-1 1 0 0,-1 0-1 0 0,-1 1 0 0 0,1-1 1 0 0,-1 0-1 0 0,-1-7 1 0 0,-19-54 40 0 0,15 49-42 0 0,4 9-22 0 0,-1 1 0 0 0,-1 0 0 0 0,1 0 0 0 0,-1 0 0 0 0,-1 1 0 0 0,1-1 0 0 0,-1 1 0 0 0,-1 0 0 0 0,1 0 0 0 0,-1 1 0 0 0,0-1 0 0 0,-1 1 0 0 0,0 1 0 0 0,0-1 0 0 0,0 1 0 0 0,0 1 0 0 0,-1-1 0 0 0,1 1 0 0 0,-16-6 0 0 0,14 8-415 0 0,1 0 0 0 0,-1 0-1 0 0,0 0 1 0 0,0 1 0 0 0,0 1-1 0 0,0-1 1 0 0,-14 3 0 0 0,20-2 6 0 0,2 0 217 0 0,0 0 1 0 0,-1 0-1 0 0,1 0 0 0 0,-1 0 0 0 0,1 0 0 0 0,-1 0 0 0 0,1 0 1 0 0,0 1-1 0 0,-1-1 0 0 0,1 0 0 0 0,-1 1 0 0 0,1 0 0 0 0,0-1 1 0 0,0 1-1 0 0,-1 0 0 0 0,1-1 0 0 0,0 1 0 0 0,0 0 0 0 0,-1 1 0 0 0,7 1-2279 0 0,20 9-13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27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18 5603 0 0,'-15'-5'887'0'0,"9"3"-495"0"0,0-1 0 0 0,-1 1 0 0 0,1 1 0 0 0,0-1 0 0 0,-1 1 0 0 0,1 0 0 0 0,-1 0 0 0 0,-12 1 0 0 0,18 0-382 0 0,1 0 1 0 0,0 0-1 0 0,0 0 0 0 0,-1 0 0 0 0,1 1 1 0 0,0-1-1 0 0,0 0 0 0 0,-1 0 1 0 0,1 0-1 0 0,0 0 0 0 0,0 0 1 0 0,0 0-1 0 0,-1 1 0 0 0,1-1 1 0 0,0 0-1 0 0,0 0 0 0 0,0 0 0 0 0,-1 1 1 0 0,1-1-1 0 0,0 0 0 0 0,0 0 1 0 0,0 0-1 0 0,0 1 0 0 0,0-1 1 0 0,0 0-1 0 0,0 0 0 0 0,-1 1 1 0 0,1-1-1 0 0,0 0 0 0 0,0 1 0 0 0,0-1 1 0 0,0 0-1 0 0,0 0 0 0 0,0 1 1 0 0,0-1-1 0 0,0 0 0 0 0,0 0 1 0 0,0 1-1 0 0,0-1 0 0 0,1 0 1 0 0,-1 0-1 0 0,0 1 0 0 0,0-1 0 0 0,0 0 1 0 0,0 0-1 0 0,0 1 0 0 0,0-1 1 0 0,1 0-1 0 0,-1 0 0 0 0,0 0 1 0 0,0 1-1 0 0,0-1 0 0 0,1 0 1 0 0,-1 0-1 0 0,0 0 0 0 0,0 0 0 0 0,0 1 1 0 0,1-1-1 0 0,-1 0 0 0 0,0 0 1 0 0,0 0-1 0 0,1 0 0 0 0,-1 0 1 0 0,0 0-1 0 0,1 0 0 0 0,7 5 22 0 0,0 0 1 0 0,0 0-1 0 0,-1 1 0 0 0,1 0 0 0 0,-1 0 0 0 0,-1 1 0 0 0,7 8 1 0 0,47 41 149 0 0,8-9 57 0 0,93 48-1 0 0,-18-12-208 0 0,-138-77-103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28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31 204 2081 0 0,'0'6'4322'0'0,"-30"-12"-1121"0"0,30 1-1680 0 0,0-3-801 0 0,30-4-399 0 0,0-7-161 0 0,61-25-881 0 0,120-71-4001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28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32 166 880 0 0,'-1'-15'2426'0'0,"1"12"-2061"0"0,-1-1-1 0 0,1 1 0 0 0,0-1 1 0 0,0 1-1 0 0,0 0 1 0 0,0-1-1 0 0,1 1 1 0 0,-1-1-1 0 0,1 1 0 0 0,0 0 1 0 0,0-1-1 0 0,2-5 1 0 0,1 4-156 0 0,-1-1 0 0 0,0 0 0 0 0,0 0 0 0 0,0 0 0 0 0,-1 0 0 0 0,0 0 0 0 0,0 0 0 0 0,-1-1 0 0 0,0 1 0 0 0,0 0 0 0 0,0-1-1 0 0,-1 1 1 0 0,0-1 0 0 0,0-7 0 0 0,0 14-200 0 0,-1 1-1 0 0,1-1 0 0 0,0 0 0 0 0,0 0 0 0 0,0 0 0 0 0,0 0 0 0 0,0 0 0 0 0,0 0 0 0 0,0 0 0 0 0,0 0 1 0 0,0 0-1 0 0,0 0 0 0 0,0 0 0 0 0,0 0 0 0 0,0 0 0 0 0,0 0 0 0 0,-1 0 0 0 0,1 0 0 0 0,0 0 0 0 0,0 0 0 0 0,0 0 1 0 0,0 0-1 0 0,0 0 0 0 0,0 0 0 0 0,0 0 0 0 0,0 0 0 0 0,0 0 0 0 0,0 0 0 0 0,0 0 0 0 0,-1 0 0 0 0,1 0 1 0 0,0 0-1 0 0,0 0 0 0 0,0 0 0 0 0,0 0 0 0 0,0 0 0 0 0,0 0 0 0 0,0 0 0 0 0,0 0 0 0 0,0 0 0 0 0,0 0 1 0 0,0 0-1 0 0,0 0 0 0 0,0-1 0 0 0,0 1 0 0 0,0 0 0 0 0,0 0 0 0 0,-1 0 0 0 0,1 0 0 0 0,0 0 0 0 0,0 0 0 0 0,0 0 1 0 0,0 0-1 0 0,0 0 0 0 0,0 0 0 0 0,0 0 0 0 0,0 0 0 0 0,0-1 0 0 0,0 1 0 0 0,0 0 0 0 0,-7 12 110 0 0,-8 32-63 0 0,5 65 119 0 0,0-44-53 0 0,4-30 5 0 0,-3 66 0 0 0,8-65-80 0 0,0-23-62 0 0,1 0-1 0 0,0-1 1 0 0,1 1-1 0 0,0 0 1 0 0,4 15-1 0 0,-3-20-108 0 0,1 0 1 0 0,0 0-1 0 0,0-1 1 0 0,0 0-1 0 0,1 1 1 0 0,6 9-1 0 0,-9-16 47 0 0,0 0-1 0 0,0 0 1 0 0,0 0 0 0 0,0 0-1 0 0,1 0 1 0 0,-1 0 0 0 0,0 0-1 0 0,0 0 1 0 0,1 0-1 0 0,-1-1 1 0 0,0 1 0 0 0,1 0-1 0 0,-1-1 1 0 0,0 1 0 0 0,1-1-1 0 0,-1 0 1 0 0,1 1-1 0 0,-1-1 1 0 0,1 0 0 0 0,-1 0-1 0 0,1 0 1 0 0,-1 0 0 0 0,1 0-1 0 0,-1 0 1 0 0,1-1-1 0 0,-1 1 1 0 0,1 0 0 0 0,-1-1-1 0 0,1 1 1 0 0,-1-1 0 0 0,0 1-1 0 0,1-1 1 0 0,-1 0-1 0 0,0 1 1 0 0,1-1 0 0 0,-1 0-1 0 0,0 0 1 0 0,0 0 0 0 0,0 0-1 0 0,0 0 1 0 0,0 0-1 0 0,2-3 1 0 0,27-35-2737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29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182 110 4402 0 0,'-27'14'1553'0'0,"-6"4"1119"0"0,-53 37 0 0 0,83-52-2652 0 0,-1 0 1 0 0,1 0-1 0 0,1 1 1 0 0,-1-1 0 0 0,0 1-1 0 0,1-1 1 0 0,-1 1-1 0 0,1 0 1 0 0,0 0 0 0 0,1 0-1 0 0,-1 0 1 0 0,1 0-1 0 0,-1 0 1 0 0,1 1 0 0 0,1-1-1 0 0,-1 0 1 0 0,0 1 0 0 0,1-1-1 0 0,0 0 1 0 0,0 1-1 0 0,2 8 1 0 0,-2-10 37 0 0,0 0-1 0 0,1 0 1 0 0,-1 0-1 0 0,1 0 1 0 0,0 0-1 0 0,0 0 1 0 0,0 0-1 0 0,1-1 1 0 0,-1 1-1 0 0,1 0 1 0 0,-1-1-1 0 0,1 1 1 0 0,0-1-1 0 0,0 1 1 0 0,0-1-1 0 0,0 0 0 0 0,1 0 1 0 0,-1 0-1 0 0,0 0 1 0 0,1 0-1 0 0,-1 0 1 0 0,1-1-1 0 0,0 0 1 0 0,0 1-1 0 0,0-1 1 0 0,-1 0-1 0 0,1 0 1 0 0,6 1-1 0 0,2-2 67 0 0,-1 0-1 0 0,1-1 0 0 0,-1 0 1 0 0,0-1-1 0 0,0 0 0 0 0,1-1 1 0 0,17-7-1 0 0,-8 4-122 0 0,-17 4-5 0 0,1 0 1 0 0,-1 0 0 0 0,0 0 0 0 0,0-1-1 0 0,0 1 1 0 0,0-1 0 0 0,0 1-1 0 0,-1-1 1 0 0,1 0 0 0 0,-1 0 0 0 0,0 0-1 0 0,1 0 1 0 0,-1-1 0 0 0,-1 1 0 0 0,1-1-1 0 0,0 1 1 0 0,-1-1 0 0 0,0 1 0 0 0,0-1-1 0 0,1-5 1 0 0,2-7-237 0 0,-2 0 1 0 0,1 0-1 0 0,-1-31 0 0 0,-2-85-4188 0 0,0 131 4213 0 0,0-1 1 0 0,0 1 0 0 0,0 0 0 0 0,0-1-1 0 0,0 1 1 0 0,0 0 0 0 0,0-1 0 0 0,0 1-1 0 0,1 0 1 0 0,-1-1 0 0 0,1 1 0 0 0,-1 0-1 0 0,1-1 1 0 0,-1 1 0 0 0,2-2 0 0 0,23-12-4028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29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0 4082 0 0,'-121'64'5122'0'0,"67"-1"-3681"0"0,54 0-1521 0 0,0 7 0 0 0,54 1 320 0 0,6-16 240 0 0,1-16-240 0 0,29-12-240 0 0,-29-27 0 0 0,29-14-80 0 0,-60-24 0 0 0,1-25-160 0 0,-31-1-320 0 0,0-7-401 0 0,-61 8-399 0 0,31 7-1121 0 0,-61 10-2642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30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56 1121 0 0,'-27'-1'3540'0'0,"-21"0"4057"0"0,41 4-5029 0 0,24 2-2414 0 0,-11-3-116 0 0,-1-1 1 0 0,1 0-1 0 0,0-1 0 0 0,0 0 1 0 0,0 0-1 0 0,0 0 0 0 0,0 0 1 0 0,0-1-1 0 0,6-2 0 0 0,28-2 46 0 0,346 3 357 0 0,52-3-175 0 0,-416 4-383 0 0,1 1-348 0 0,0-2 0 0 0,0 0-1 0 0,0-1 1 0 0,-1-2 0 0 0,24-7 0 0 0,-46 12 274 0 0,1 0-1 0 0,-1-1 1 0 0,0 1-1 0 0,1 0 1 0 0,-1-1-1 0 0,1 1 1 0 0,-1 0-1 0 0,0-1 1 0 0,1 1-1 0 0,-1-1 1 0 0,0 1 0 0 0,1-1-1 0 0,-1 1 1 0 0,0-1-1 0 0,0 1 1 0 0,0-1-1 0 0,1 1 1 0 0,-1-1-1 0 0,0 1 1 0 0,0-1-1 0 0,0 1 1 0 0,0-1 0 0 0,0 1-1 0 0,0-1 1 0 0,0 1-1 0 0,0-1 1 0 0,0 0-1 0 0,0 1 1 0 0,0-1-1 0 0,0 1 1 0 0,-1-2-1 0 0,1-2-3926 0 0,0-1 1357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30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88 146 800 0 0,'-3'-30'4691'0'0,"-13"0"-1818"0"0,10 22-2486 0 0,4 4-163 0 0,1 1 0 0 0,0-1 0 0 0,0 0-1 0 0,0 0 1 0 0,0 0 0 0 0,0-1 0 0 0,1 1 0 0 0,0 0 0 0 0,0 0 0 0 0,0 0 0 0 0,0 0 0 0 0,2-6 0 0 0,-1-9 586 0 0,-1 28-669 0 0,1 13 58 0 0,-1 1 0 0 0,-1-1 0 0 0,-1 0 1 0 0,-1 0-1 0 0,-1 0 0 0 0,0 0 0 0 0,-13 33 1 0 0,9-37-136 0 0,5-13-55 0 0,0 0-1 0 0,1 1 1 0 0,0-1-1 0 0,-1 1 1 0 0,2 0-1 0 0,-1-1 1 0 0,1 1-1 0 0,0 0 0 0 0,0 0 1 0 0,0 0-1 0 0,1 0 1 0 0,0 0-1 0 0,0 0 1 0 0,1 0-1 0 0,1 6 1 0 0,9 14-10 0 0,-9-22-85 0 0,0 0-1 0 0,0 0 0 0 0,-1 0 1 0 0,1 0-1 0 0,-1 1 0 0 0,0-1 1 0 0,0 1-1 0 0,0-1 0 0 0,0 8 1 0 0,4-12-1449 0 0,3-6 759 0 0,0 1 0 0 0,-1-1 0 0 0,0-1 0 0 0,0 1 0 0 0,0-1 0 0 0,-1-1 0 0 0,1 1 0 0 0,-2-1-1 0 0,1 0 1 0 0,6-15 0 0 0,-7 2-2052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30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259 153 160 0 0,'-10'6'2308'0'0,"-22"2"-541"0"0,0 1 1 0 0,0 2-1 0 0,2 1 1 0 0,-1 2-1 0 0,-33 20 1 0 0,61-33-1686 0 0,1 0 1 0 0,0 1-1 0 0,0-1 1 0 0,-1 1-1 0 0,1 0 1 0 0,0 0-1 0 0,1 0 1 0 0,-1 0-1 0 0,0 0 1 0 0,-2 3-1 0 0,4-4-63 0 0,0 0 0 0 0,-1 0 0 0 0,1 0-1 0 0,0 0 1 0 0,-1-1 0 0 0,1 1 0 0 0,0 0 0 0 0,0 0-1 0 0,0 0 1 0 0,0 0 0 0 0,0 0 0 0 0,0 0 0 0 0,0 0-1 0 0,0 0 1 0 0,0-1 0 0 0,1 1 0 0 0,-1 0 0 0 0,0 0-1 0 0,0 0 1 0 0,1 0 0 0 0,0 1 0 0 0,1 0 0 0 0,0 1 1 0 0,1 0-1 0 0,0-1 1 0 0,0 1-1 0 0,-1-1 1 0 0,1 0-1 0 0,0 0 0 0 0,1 0 1 0 0,-1 0-1 0 0,0-1 1 0 0,1 1-1 0 0,6 1 1 0 0,6 2 18 0 0,1-1 0 0 0,0-1 0 0 0,0 0 0 0 0,0-1 0 0 0,0-1-1 0 0,0-1 1 0 0,0 0 0 0 0,0-2 0 0 0,0 0 0 0 0,0 0 0 0 0,0-2 0 0 0,20-6 0 0 0,-34 10-38 0 0,-1-1 0 0 0,0 1 0 0 0,0-1 0 0 0,0 0 0 0 0,0 1 0 0 0,1-1 0 0 0,-1 0 0 0 0,0 0 0 0 0,-1-1 0 0 0,1 1 0 0 0,0 0 0 0 0,0-1 0 0 0,0 1 0 0 0,-1-1 0 0 0,1 1 0 0 0,-1-1 0 0 0,1 0 0 0 0,-1 0 0 0 0,0 1 0 0 0,1-1 0 0 0,-1 0 0 0 0,0 0 0 0 0,0-1 0 0 0,-1 1 0 0 0,1 0 0 0 0,0 0 0 0 0,-1 0 0 0 0,1 0 0 0 0,-1-1 0 0 0,0 1 0 0 0,0 0 0 0 0,0 0 0 0 0,0-1 0 0 0,0 1 0 0 0,0 0 0 0 0,0 0 0 0 0,-1-1 0 0 0,1 1 0 0 0,-1 0 0 0 0,0 0 0 0 0,1 0 0 0 0,-1 0 0 0 0,0 0 0 0 0,0 0 0 0 0,-1 0 0 0 0,1 0 0 0 0,0 0 0 0 0,-3-3 0 0 0,-18-20-1493 0 0,1-2-1 0 0,-24-40 1 0 0,17 24-2497 0 0,28 43 3912 0 0,-1 0 1 0 0,1-1-1 0 0,0 1 1 0 0,-1 0-1 0 0,1 0 1 0 0,0-1-1 0 0,0 1 1 0 0,-1 0-1 0 0,1-1 1 0 0,0 1-1 0 0,0 0 1 0 0,0-1-1 0 0,0 1 1 0 0,-1-1-1 0 0,1 1 1 0 0,0 0-1 0 0,0-1 1 0 0,0 1-1 0 0,0-1 1 0 0,0 1-1 0 0,0 0 1 0 0,0-1-1 0 0,0 1 1 0 0,0-1-1 0 0,0 1 1 0 0,0 0-1 0 0,0-1 1 0 0,0 1-1 0 0,1-1 1 0 0,-1 1-1 0 0,0 0 1 0 0,0-1-1 0 0,0 1 1 0 0,0 0-1 0 0,1-1 1 0 0,-1 1-1 0 0,0 0 1 0 0,0-1-1 0 0,1 1 1 0 0,-1 0-1 0 0,1-1 1 0 0,24-6-2618 0 0</inkml:trace>
  <inkml:trace contextRef="#ctx0" brushRef="#br0" timeOffset="1">531 1 80 0 0,'-32'1'2780'0'0,"0"1"0"0"0,-43 9 0 0 0,53-7-2092 0 0,1 1-1 0 0,0 1 1 0 0,0 1-1 0 0,0 1 1 0 0,1 1-1 0 0,-37 21 1 0 0,55-28-661 0 0,0-1 0 0 0,0 1 0 0 0,0-1 0 0 0,0 1 0 0 0,1-1 0 0 0,-1 1 0 0 0,1 0 0 0 0,-1 0 0 0 0,1 0 0 0 0,-1 0 1 0 0,1 0-1 0 0,0 0 0 0 0,0 0 0 0 0,0 1 0 0 0,0-1 0 0 0,1 0 0 0 0,-1 1 0 0 0,0-1 0 0 0,1 0 0 0 0,0 1 0 0 0,-1-1 0 0 0,1 0 0 0 0,0 1 0 0 0,0-1 0 0 0,1 1 1 0 0,-1-1-1 0 0,0 0 0 0 0,1 1 0 0 0,0-1 0 0 0,-1 0 0 0 0,1 1 0 0 0,0-1 0 0 0,0 0 0 0 0,0 0 0 0 0,0 0 0 0 0,3 3 0 0 0,2 5 9 0 0,1 0 0 0 0,0-1 0 0 0,1 0 1 0 0,0-1-1 0 0,1 1 0 0 0,16 11 0 0 0,-12-11-20 0 0,0-1 1 0 0,1 0 0 0 0,0-1 0 0 0,0-1 0 0 0,1 0 0 0 0,-1-1-1 0 0,1 0 1 0 0,0-2 0 0 0,1 0 0 0 0,-1 0 0 0 0,1-1-1 0 0,-1-1 1 0 0,1-1 0 0 0,-1 0 0 0 0,1-1 0 0 0,-1-1 0 0 0,1 0-1 0 0,-1-1 1 0 0,0 0 0 0 0,0-2 0 0 0,0 0 0 0 0,15-7-1 0 0,-24 8-90 0 0,-1-1 0 0 0,-1 0 0 0 0,1 0 0 0 0,-1 0-1 0 0,0 0 1 0 0,0 0 0 0 0,0-1 0 0 0,-1 0-1 0 0,0 0 1 0 0,0 0 0 0 0,0 0 0 0 0,-1 0-1 0 0,0-1 1 0 0,0 1 0 0 0,-1-1 0 0 0,1 1-1 0 0,-1-1 1 0 0,-1 0 0 0 0,0 1 0 0 0,0-1-1 0 0,0 0 1 0 0,-2-12 0 0 0,0 12-307 0 0,0 0 0 0 0,-1 0 0 0 0,0 1 0 0 0,0-1-1 0 0,-1 1 1 0 0,1 0 0 0 0,-1 0 0 0 0,-1 0 0 0 0,1 0 0 0 0,-1 1 0 0 0,0-1 0 0 0,0 1-1 0 0,-8-5 1 0 0,-42-17-4568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32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0 240 0 0,'-30'12'7924'0'0,"-30"-5"159"0"0,90-7-8083 0 0,0 0-80 0 0,0 0 80 0 0,0 6 160 0 0,31 0-79 0 0,23-6 79 0 0,67 8 0 0 0,-30-8-160 0 0,-31-8-881 0 0,-29 2-1680 0 0,-1 6-1441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32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6 560 0 0,'-30'6'6883'0'0,"-30"0"-2561"0"0,29-6-2321 0 0,62 0-1120 0 0,-1 0-481 0 0,0-6-80 0 0,0 6-80 0 0,61-6 0 0 0,120 1 160 0 0,55 5-79 0 0,-55 11-81 0 0,-90 3-1121 0 0,30-3-3281 0 0,0-3-3681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32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1 268 80 0 0,'1'-1'217'0'0,"-1"0"0"0"0,1 0 0 0 0,0 0 0 0 0,0 0 0 0 0,0 0 0 0 0,0 1-1 0 0,0-1 1 0 0,0 0 0 0 0,0 1 0 0 0,0-1 0 0 0,0 0 0 0 0,0 1 0 0 0,1 0 0 0 0,-1-1 0 0 0,0 1 0 0 0,0 0 0 0 0,0-1 0 0 0,2 1 0 0 0,1-1 490 0 0,6-6 343 0 0,-1-1 1 0 0,0 0 0 0 0,14-17-1 0 0,-8 9-477 0 0,-1 1-213 0 0,0-1-1 0 0,19-30 0 0 0,-29 40-320 0 0,-1 0 0 0 0,1-1 0 0 0,-1 1 0 0 0,0-1 0 0 0,0 0 0 0 0,-1 0 0 0 0,0-1 1 0 0,0 1-1 0 0,-1 0 0 0 0,1-11 0 0 0,-2 17-37 0 0,0 0 1 0 0,0 0-1 0 0,0 0 1 0 0,0 0-1 0 0,0 0 1 0 0,0 0-1 0 0,0 0 1 0 0,0 0-1 0 0,0 0 1 0 0,1 1-1 0 0,-1-1 1 0 0,0 0-1 0 0,1 0 1 0 0,-1 0-1 0 0,0 0 1 0 0,1 0-1 0 0,-1 1 1 0 0,1-1-1 0 0,0 0 1 0 0,-1 0-1 0 0,1 1 1 0 0,-1-1-1 0 0,1 1 1 0 0,0-1-1 0 0,0 0 1 0 0,-1 1-1 0 0,1-1 1 0 0,0 1-1 0 0,0-1 1 0 0,0 1-1 0 0,0 0 1 0 0,-1-1-1 0 0,1 1 1 0 0,0 0-1 0 0,0 0 1 0 0,1-1-1 0 0,4 0-1 0 0,-6 1 1 0 0,0 0-1 0 0,0 0 0 0 0,0 0 1 0 0,0 0-1 0 0,0 0 1 0 0,-1 1-1 0 0,1-1 0 0 0,0 0 1 0 0,0 0-1 0 0,0 0 1 0 0,0 0-1 0 0,0 1 1 0 0,0-1-1 0 0,0 0 0 0 0,0 0 1 0 0,0 0-1 0 0,0 0 1 0 0,0 1-1 0 0,0-1 0 0 0,0 0 1 0 0,0 0-1 0 0,0 0 1 0 0,0 1-1 0 0,0-1 0 0 0,0 0 1 0 0,0 0-1 0 0,0 0 1 0 0,0 0-1 0 0,0 1 0 0 0,0-1 1 0 0,0 0-1 0 0,1 0 1 0 0,-1 0-1 0 0,0 0 1 0 0,0 0-1 0 0,0 1 0 0 0,0-1 1 0 0,0 0-1 0 0,0 0 1 0 0,1 0-1 0 0,-1 0 0 0 0,0 0 1 0 0,0 0-1 0 0,0 0 1 0 0,0 1-1 0 0,0-1 0 0 0,1 0 1 0 0,-1 0-1 0 0,0 0 1 0 0,0 0-1 0 0,0 0 0 0 0,1 0 1 0 0,-1 0-1 0 0,0 0 1 0 0,0 0-1 0 0,0 0 1 0 0,0 0-1 0 0,1 0 0 0 0,-1 0 1 0 0,0 0-1 0 0,0 0 1 0 0,0 0-1 0 0,1 0 0 0 0,-1 0 1 0 0,0-1-1 0 0,0 1 1 0 0,0 0-1 0 0,0 0 0 0 0,1 0 1 0 0,-2 9 86 0 0,1 419 3367 0 0,0-422-3438 0 0,0 0 1 0 0,0-1-1 0 0,1 1 0 0 0,0-1 1 0 0,0 1-1 0 0,0 0 1 0 0,0-1-1 0 0,1 0 0 0 0,2 7 1 0 0,-2-10-102 0 0,0 1-1 0 0,0 0 1 0 0,0-1 0 0 0,0 0-1 0 0,0 1 1 0 0,1-1 0 0 0,-1 0 0 0 0,0 0-1 0 0,1 0 1 0 0,0 0 0 0 0,0-1-1 0 0,-1 1 1 0 0,1-1 0 0 0,0 0 0 0 0,0 1-1 0 0,0-1 1 0 0,0 0 0 0 0,7 0 0 0 0,40 3-2691 0 0,-15-14-1227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33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64 320 0 0,'-4'0'543'0'0,"-13"-1"1065"0"0,0 2 0 0 0,0 0 0 0 0,-24 4 0 0 0,34-3-1169 0 0,0 1 0 0 0,0-1 0 0 0,0 1 0 0 0,1 0 1 0 0,-1 1-1 0 0,1 0 0 0 0,0 0 0 0 0,0 0 0 0 0,0 1 0 0 0,-8 7 1 0 0,11-8-257 0 0,-1 0 0 0 0,1 0 0 0 0,0 1 0 0 0,0-1 0 0 0,1 1 0 0 0,-1-1 0 0 0,1 1 1 0 0,0 0-1 0 0,0 0 0 0 0,1 0 0 0 0,-1 0 0 0 0,1 0 0 0 0,-1 7 0 0 0,2-9-156 0 0,0 0 0 0 0,0-1-1 0 0,-1 1 1 0 0,2 0-1 0 0,-1-1 1 0 0,0 1-1 0 0,1 0 1 0 0,-1 0 0 0 0,1-1-1 0 0,0 1 1 0 0,-1-1-1 0 0,1 1 1 0 0,1-1 0 0 0,-1 1-1 0 0,0-1 1 0 0,1 0-1 0 0,-1 1 1 0 0,1-1 0 0 0,-1 0-1 0 0,1 0 1 0 0,0 0-1 0 0,0 0 1 0 0,0 0-1 0 0,0-1 1 0 0,1 1 0 0 0,-1-1-1 0 0,0 1 1 0 0,4 1-1 0 0,10 4 75 0 0,-2-1-37 0 0,0 0 0 0 0,0-1 1 0 0,1 0-1 0 0,-1-1 0 0 0,1 0 0 0 0,0-2 0 0 0,19 2 0 0 0,-24-3-61 0 0,70 0-79 0 0,-75-1 71 0 0,0-1-1 0 0,1 0 1 0 0,-1 1 0 0 0,0-2 0 0 0,0 1-1 0 0,0 0 1 0 0,0-1 0 0 0,0 0 0 0 0,0 0-1 0 0,0-1 1 0 0,0 1 0 0 0,-1-1 0 0 0,7-5-1 0 0,-10 7 6 0 0,0 0 0 0 0,-1 1-1 0 0,1-1 1 0 0,-1 0-1 0 0,1 0 1 0 0,-1 1 0 0 0,1-1-1 0 0,-1 0 1 0 0,1 0-1 0 0,-1 0 1 0 0,0 0 0 0 0,1 0-1 0 0,-1 0 1 0 0,0 0 0 0 0,0 0-1 0 0,0 1 1 0 0,1-1-1 0 0,-1 0 1 0 0,0 0 0 0 0,0 0-1 0 0,-1 0 1 0 0,1 0 0 0 0,0 0-1 0 0,0 0 1 0 0,0 0-1 0 0,-1 0 1 0 0,1 0 0 0 0,0 0-1 0 0,-1 0 1 0 0,1 1-1 0 0,-1-1 1 0 0,0-1 0 0 0,-22-22-57 0 0,18 20 33 0 0,-16-17-86 0 0,13 13 1 0 0,0 0-1 0 0,-1 0 1 0 0,-15-11 0 0 0,-9-3-202 0 0,2 3-767 0 0,-41-36-1 0 0,52 32-276 0 0,19 22 1271 0 0,1 1 0 0 0,0-1-1 0 0,0 0 1 0 0,-1 1 0 0 0,1-1-1 0 0,0 1 1 0 0,0-1 0 0 0,0 0-1 0 0,0 1 1 0 0,-1-1 0 0 0,1 0-1 0 0,0 1 1 0 0,0-1 0 0 0,0 0-1 0 0,0 1 1 0 0,1-1 0 0 0,-1 1-1 0 0,0-1 1 0 0,0 0 0 0 0,0 1-1 0 0,0-1 1 0 0,1 0 0 0 0,-1 0 0 0 0,3-1-273 0 0,-1 0 1 0 0,1 1-1 0 0,-1-1 1 0 0,1 1 0 0 0,-1 0-1 0 0,1 0 1 0 0,0 0 0 0 0,0 0-1 0 0,-1 0 1 0 0,1 1 0 0 0,0-1-1 0 0,0 1 1 0 0,0-1 0 0 0,5 1-1 0 0,22-1-2457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33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28 1521 0 0,'0'-1'169'0'0,"0"0"0"0"0,0 1-1 0 0,0-1 1 0 0,-1 0 0 0 0,1 1 0 0 0,0-1 0 0 0,0 1 0 0 0,-1-1 0 0 0,1 0 0 0 0,0 1 0 0 0,-1-1 0 0 0,1 1 0 0 0,-1-1-1 0 0,1 1 1 0 0,-1-1 0 0 0,1 1 0 0 0,-1 0 0 0 0,1-1 0 0 0,-1 1 0 0 0,1-1 0 0 0,-1 1 0 0 0,0 0 0 0 0,1 0 0 0 0,-1-1 0 0 0,1 1-1 0 0,-1 0 1 0 0,0 0 0 0 0,1 0 0 0 0,-2-1 0 0 0,-30-1 2279 0 0,-37 10-439 0 0,50-4-1495 0 0,0 1-1 0 0,0 0 1 0 0,0 1-1 0 0,1 2 1 0 0,-34 17-1 0 0,49-23-458 0 0,0 0 0 0 0,0 1 0 0 0,0 0 0 0 0,1 0 0 0 0,-1 0 0 0 0,1 0 0 0 0,-1 0-1 0 0,1 0 1 0 0,0 0 0 0 0,0 1 0 0 0,0 0 0 0 0,1-1 0 0 0,-1 1 0 0 0,1 0 0 0 0,0-1-1 0 0,0 1 1 0 0,0 0 0 0 0,1 0 0 0 0,-1 0 0 0 0,1 0 0 0 0,0 0 0 0 0,1 7 0 0 0,-1-5-25 0 0,1 0 1 0 0,0 0-1 0 0,0 0 1 0 0,1 0-1 0 0,-1 0 1 0 0,1 0 0 0 0,1 0-1 0 0,-1-1 1 0 0,1 1-1 0 0,0-1 1 0 0,0 0 0 0 0,1 0-1 0 0,-1 0 1 0 0,5 5-1 0 0,3-1 3 0 0,-1 0-1 0 0,1-1 0 0 0,0 0 1 0 0,1-1-1 0 0,-1 0 0 0 0,2-1 1 0 0,-1 0-1 0 0,1-1 0 0 0,-1 0 1 0 0,1-1-1 0 0,21 3 1 0 0,-12-3-85 0 0,0-2 0 0 0,0-1 1 0 0,1 0-1 0 0,-1-2 0 0 0,0 0 1 0 0,34-7-1 0 0,-54 7 47 0 0,0 1 0 0 0,1 0 0 0 0,-1-1 0 0 0,0 1 0 0 0,0-1 0 0 0,1 0 0 0 0,-1 0 0 0 0,0 0 0 0 0,0 0 0 0 0,0 0 0 0 0,0 0 0 0 0,0-1 1 0 0,0 1-1 0 0,-1-1 0 0 0,1 1 0 0 0,0-1 0 0 0,-1 1 0 0 0,3-4 0 0 0,-3 3 1 0 0,-1 0 0 0 0,1 0-1 0 0,-1 0 1 0 0,1 0 0 0 0,-1 1 0 0 0,0-1 0 0 0,0 0 0 0 0,0 0 0 0 0,0 0-1 0 0,0 0 1 0 0,0 0 0 0 0,0 0 0 0 0,-1 0 0 0 0,1 0 0 0 0,-1 0 0 0 0,1 0 0 0 0,-3-3-1 0 0,-4-9-94 0 0,-2 0-1 0 0,0 0 0 0 0,0 1 0 0 0,-19-20 0 0 0,17 21-59 0 0,-2-4-440 0 0,-1 1 0 0 0,0 0 1 0 0,-2 2-1 0 0,1-1 0 0 0,-2 2 0 0 0,0 0 0 0 0,0 1 1 0 0,-31-14-1 0 0,-42-6-4897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18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1200 4402 0 0,'0'-2'213'0'0,"-1"-1"1"0"0,1 1-1 0 0,0 0 1 0 0,0 0-1 0 0,-1 0 1 0 0,1-1-1 0 0,-1 1 0 0 0,0 0 1 0 0,1 0-1 0 0,-1 0 1 0 0,0 0-1 0 0,0 0 0 0 0,-1 0 1 0 0,1 0-1 0 0,0 1 1 0 0,0-1-1 0 0,-1 0 1 0 0,1 1-1 0 0,-1-1 0 0 0,0 1 1 0 0,0-1-1 0 0,1 1 1 0 0,-1 0-1 0 0,0 0 1 0 0,0-1-1 0 0,0 1 0 0 0,0 1 1 0 0,0-1-1 0 0,0 0 1 0 0,0 0-1 0 0,-3 0 1 0 0,-3-2 119 0 0,6 0 1488 0 0,12 0-283 0 0,21 1 543 0 0,-25 1-1638 0 0,3-1-331 0 0,-1-1 1 0 0,0-1-1 0 0,-1 1 1 0 0,1-1-1 0 0,-1-1 1 0 0,12-8-1 0 0,-10 6-81 0 0,-1-1 1 0 0,1 0-1 0 0,-2 0 1 0 0,1-1-1 0 0,-1 0 1 0 0,0 0-1 0 0,-1-1 1 0 0,10-20-1 0 0,-3 6 6 0 0,-4 10-25 0 0,-1-1 1 0 0,-1 0-1 0 0,0-1 0 0 0,-2 1 0 0 0,1-1 0 0 0,4-29 1 0 0,-8 33-13 0 0,-2-1 1 0 0,1 1 0 0 0,-2 0 0 0 0,1 0-1 0 0,-2 0 1 0 0,1-1 0 0 0,-2 1-1 0 0,0 0 1 0 0,0 1 0 0 0,-8-19 0 0 0,-1-5-43 0 0,1 1 1 0 0,2-1 0 0 0,-7-56 0 0 0,-2-8-35 0 0,9 63 35 0 0,5 20 15 0 0,0 0-1 0 0,1 0 1 0 0,-2-32 0 0 0,4 23 15 0 0,1 17 20 0 0,-1 0 0 0 0,1 0 0 0 0,1 0 0 0 0,-1 0 1 0 0,1 0-1 0 0,4-14 0 0 0,-3 13-9 0 0,1 1 0 0 0,0 0 0 0 0,0 0 0 0 0,1 0 0 0 0,0 0 0 0 0,0 1 0 0 0,0-1 0 0 0,1 1 0 0 0,1 0 0 0 0,-1 0 0 0 0,1 1 0 0 0,0 0 0 0 0,0 0 0 0 0,1 0 0 0 0,11-7 0 0 0,-4 6-46 0 0,0 0 1 0 0,1 0-1 0 0,0 1 0 0 0,0 1 0 0 0,1 0 1 0 0,15-2-1 0 0,45 3-174 0 0,-38 12 71 0 0,-31-6 131 0 0,1 2 18 0 0,0-1 1 0 0,-1 1-1 0 0,1 0 1 0 0,-1 1-1 0 0,0 0 0 0 0,0 0 1 0 0,0 0-1 0 0,-1 1 0 0 0,0 0 1 0 0,0 0-1 0 0,8 12 0 0 0,1 3 48 0 0,-1 1-1 0 0,12 25 1 0 0,-21-39-40 0 0,-1 0 0 0 0,0 0 0 0 0,-1 0 0 0 0,0 0 0 0 0,0 1 1 0 0,-1-1-1 0 0,0 1 0 0 0,0-1 0 0 0,-1 1 0 0 0,0 0 0 0 0,0 0 0 0 0,-1 0 0 0 0,0 0 0 0 0,-1 0 1 0 0,0-1-1 0 0,-1 1 0 0 0,1 0 0 0 0,-2-1 0 0 0,1 1 0 0 0,-1-1 0 0 0,0 1 0 0 0,-7 10 1 0 0,-3 8 115 0 0,-1 0 1 0 0,-1-1-1 0 0,-1 0 1 0 0,-21 23-1 0 0,27-38-58 0 0,0 0 0 0 0,-1 0 0 0 0,0-1 0 0 0,-1-1 0 0 0,0 0-1 0 0,-1-1 1 0 0,0 0 0 0 0,0 0 0 0 0,0-2 0 0 0,-15 6 0 0 0,12-7-23 0 0,-1-2 0 0 0,1 1 0 0 0,-1-2 0 0 0,1 0 0 0 0,-1-1 0 0 0,0-1 1 0 0,1-1-1 0 0,-1 0 0 0 0,0-1 0 0 0,1 0 0 0 0,0-2 0 0 0,-23-7 0 0 0,35 10-35 0 0,0-1 0 0 0,0 0 0 0 0,0 0-1 0 0,0 0 1 0 0,0 0 0 0 0,1-1 0 0 0,-1 1 0 0 0,1-1 0 0 0,0 0-1 0 0,-1 0 1 0 0,1 0 0 0 0,0 0 0 0 0,1-1 0 0 0,-4-4 0 0 0,1 1-33 0 0,4 6 24 0 0,1 0 0 0 0,0 1-1 0 0,-1-1 1 0 0,1 0-1 0 0,0 0 1 0 0,0 0-1 0 0,-1 0 1 0 0,1 1-1 0 0,0-1 1 0 0,0 0 0 0 0,0 0-1 0 0,0 0 1 0 0,0 0-1 0 0,0 0 1 0 0,1 1-1 0 0,-1-1 1 0 0,0 0-1 0 0,0 0 1 0 0,1 0 0 0 0,-1 0-1 0 0,0 1 1 0 0,1-1-1 0 0,-1 0 1 0 0,0 0-1 0 0,1 1 1 0 0,-1-1-1 0 0,1 0 1 0 0,0 1-1 0 0,-1-1 1 0 0,1 1 0 0 0,-1-1-1 0 0,1 0 1 0 0,0 1-1 0 0,0 0 1 0 0,-1-1-1 0 0,1 1 1 0 0,0-1-1 0 0,0 1 1 0 0,-1 0 0 0 0,1-1-1 0 0,1 1 1 0 0,5-5-19 0 0,2-6 7 0 0,-8 9 13 0 0,0 1-1 0 0,0 0 0 0 0,1-1 0 0 0,-1 1 0 0 0,0 0 1 0 0,0 0-1 0 0,0 0 0 0 0,1 0 0 0 0,-1 0 0 0 0,1 0 1 0 0,-1 0-1 0 0,1 0 0 0 0,-1 1 0 0 0,1-1 0 0 0,-1 1 1 0 0,4-2-1 0 0,20-5-54 0 0,-15 3 37 0 0,1 0-1 0 0,0 1 1 0 0,0 0 0 0 0,0 1-1 0 0,0 0 1 0 0,1 1 0 0 0,-1 0-1 0 0,1 0 1 0 0,-1 2-1 0 0,0-1 1 0 0,1 1 0 0 0,10 3-1 0 0,-3 4 38 0 0,0 0-1 0 0,-1 1 1 0 0,0 1-1 0 0,0 0 1 0 0,-1 1-1 0 0,29 26 1 0 0,-25-20 25 0 0,-13-12-12 0 0,0 1 0 0 0,0 0 0 0 0,0 0 0 0 0,-1 1 1 0 0,-1 0-1 0 0,1 0 0 0 0,-1 1 0 0 0,0 0 0 0 0,0 0 0 0 0,-1 0 1 0 0,-1 1-1 0 0,1 0 0 0 0,-1-1 0 0 0,0 2 0 0 0,-1-1 0 0 0,3 14 1 0 0,4 10 138 0 0,-7-23-93 0 0,0 0 0 0 0,0 0 0 0 0,-1 0 0 0 0,0 0 1 0 0,0 18-1 0 0,-2-22-86 0 0,0 0 0 0 0,0 0 0 0 0,1 0 1 0 0,0 0-1 0 0,0 0 0 0 0,0 0 0 0 0,1 0 0 0 0,0 0 0 0 0,0-1 0 0 0,0 1 1 0 0,1-1-1 0 0,0 1 0 0 0,0-1 0 0 0,0 0 0 0 0,1 0 0 0 0,-1-1 0 0 0,1 1 1 0 0,0-1-1 0 0,1 1 0 0 0,-1-1 0 0 0,1-1 0 0 0,0 1 0 0 0,0-1 1 0 0,0 1-1 0 0,0-1 0 0 0,0-1 0 0 0,1 1 0 0 0,-1-1 0 0 0,1 0 0 0 0,0 0 1 0 0,0-1-1 0 0,0 1 0 0 0,6-1 0 0 0,28 4-1373 0 0,45 0 0 0 0,-35-5-3034 0 0,92-12 0 0 0,-16-17-4309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19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32 1361 0 0,'-11'-3'1234'0'0,"-14"-4"1602"0"0,1 1 0 0 0,-1 2 0 0 0,-41-3 1 0 0,25 3 378 0 0,30 3-1462 0 0,28 5-1626 0 0,138 12 729 0 0,-100-12-765 0 0,44 5-314 0 0,56 5-2101 0 0,-57 1-5707 0 0,-97-15 7922 0 0,-1 0-1 0 0,0 0 1 0 0,1 0-1 0 0,-1 0 1 0 0,0 0-1 0 0,1 0 1 0 0,-1 0-1 0 0,0 0 1 0 0,1 0-1 0 0,-1 0 1 0 0,0 0-1 0 0,1 0 0 0 0,-1 0 1 0 0,0 0-1 0 0,0 1 1 0 0,1-1-1 0 0,-1 0 1 0 0,0 0-1 0 0,1 0 1 0 0,-1 0-1 0 0,0 0 1 0 0,1 1-1 0 0,-1-1 1 0 0,0 0-1 0 0,0 0 1 0 0,0 1-1 0 0,1-1 1 0 0,-1 0-1 0 0,0 0 1 0 0,0 1-1 0 0,0-1 1 0 0,1 0-1 0 0,-1 1 0 0 0,0-1 1 0 0,0 0-1 0 0,0 1 1 0 0,0 0-1 0 0,0 6-3211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19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24 3762 0 0,'-15'0'1584'0'0,"-11"1"2939"0"0,-49-7 1 0 0,77 5-4336 0 0,0 0 0 0 0,-1 1-1 0 0,1-1 1 0 0,0 0-1 0 0,0 0 1 0 0,-1 1 0 0 0,1-1-1 0 0,0 1 1 0 0,0 0 0 0 0,0-1-1 0 0,0 1 1 0 0,0 0 0 0 0,0 0-1 0 0,2 1 1 0 0,69-7 504 0 0,-41 2-271 0 0,45 1 0 0 0,203 32-869 0 0,-186-14-3804 0 0,-2 3-5335 0 0,-87-17 5852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35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1139 24 1841 0 0,'-18'-6'2360'0'0,"0"1"0"0"0,-1 0 0 0 0,-29-3-1 0 0,6 12-1127 0 0,21-1-590 0 0,1 0 0 0 0,0-1-1 0 0,-29 0 1 0 0,-23 1-434 0 0,-11 5-27 0 0,33-4-126 0 0,0 2 0 0 0,1 2-1 0 0,-75 22 1 0 0,73-14 91 0 0,-93 16 0 0 0,63-15-64 0 0,73-15-99 0 0,1 0 0 0 0,0 1 0 0 0,0 0 0 0 0,0 1-1 0 0,0-1 1 0 0,1 1 0 0 0,-1 1 0 0 0,1-1 0 0 0,0 1 0 0 0,0 0 0 0 0,1 0 0 0 0,0 1 0 0 0,0 0 0 0 0,0 0 0 0 0,0 0 0 0 0,1 0 0 0 0,-4 9 0 0 0,5-7-1 0 0,1-2 53 0 0,-1 1 1 0 0,1-1 0 0 0,-1 0-1 0 0,0 0 1 0 0,-1 0-1 0 0,1-1 1 0 0,-8 9 0 0 0,7-8 0 0 0,0 0 1 0 0,0 0 0 0 0,1 0-1 0 0,0 0 1 0 0,0 1-1 0 0,1-1 1 0 0,-1 1 0 0 0,1 0-1 0 0,1-1 1 0 0,0 1 0 0 0,-2 12-1 0 0,2 12 12 0 0,3 44-1 0 0,-1-22 59 0 0,1-17-1 0 0,2 0 1 0 0,13 61-1 0 0,-4-31-34 0 0,7 22 9 0 0,-6-6 0 0 0,-2-52-57 0 0,2-2 0 0 0,1 0-1 0 0,2-1 1 0 0,0 0 0 0 0,2-1 0 0 0,23 24 0 0 0,-13-19 4 0 0,2-2 1 0 0,2-1-1 0 0,0-1 1 0 0,1-2-1 0 0,2-2 1 0 0,58 30-1 0 0,-25-22-11 0 0,1-2 0 0 0,130 33 0 0 0,-159-53-50 0 0,1-2 0 0 0,0-1 0 0 0,0-2 0 0 0,1-3 0 0 0,80-6 0 0 0,-49-4-31 0 0,-1-3-1 0 0,109-32 1 0 0,-182 44 64 0 0,31-9-35 0 0,-1-1-1 0 0,47-23 0 0 0,-70 30 37 0 0,-1-1 1 0 0,1 1-1 0 0,-1-1 0 0 0,0 0 0 0 0,0-1 1 0 0,-1 0-1 0 0,1 1 0 0 0,-1-2 0 0 0,0 1 0 0 0,0-1 1 0 0,-1 0-1 0 0,0 0 0 0 0,0 0 0 0 0,0 0 0 0 0,-1-1 1 0 0,1 1-1 0 0,2-12 0 0 0,-3 1-23 0 0,-1-1-1 0 0,-1 1 1 0 0,0-1 0 0 0,-1 0-1 0 0,-2 0 1 0 0,1 1 0 0 0,-2-1 0 0 0,0 1-1 0 0,-1 0 1 0 0,-1 0 0 0 0,-1 0-1 0 0,0 0 1 0 0,-1 1 0 0 0,-1 0-1 0 0,-18-28 1 0 0,-10-10-35 0 0,-3 1 0 0 0,-78-82 0 0 0,39 48-1 0 0,29 30-43 0 0,-2 2 0 0 0,-2 3 0 0 0,-118-90 0 0 0,129 115 53 0 0,-1 2-1 0 0,-1 2 1 0 0,-1 2-1 0 0,-1 2 1 0 0,0 1-1 0 0,-89-19 1 0 0,118 35-49 0 0,0 0 1 0 0,1 1-1 0 0,-1 0 1 0 0,-20 3 0 0 0,31-1-41 0 0,0 0 1 0 0,0 0 0 0 0,0 0 0 0 0,1 1-1 0 0,-1-1 1 0 0,0 1 0 0 0,1 1-1 0 0,0-1 1 0 0,-1 1 0 0 0,1 0 0 0 0,-6 4-1 0 0,10-6 25 0 0,0 1-1 0 0,0-1 1 0 0,0 0-1 0 0,0 0 1 0 0,0 1-1 0 0,0-1 1 0 0,0 1-1 0 0,0-1 1 0 0,0 1-1 0 0,1-1 1 0 0,-1 1 0 0 0,1-1-1 0 0,-1 1 1 0 0,1-1-1 0 0,-1 1 1 0 0,1 0-1 0 0,0-1 1 0 0,0 1-1 0 0,0 0 1 0 0,0-1-1 0 0,0 1 1 0 0,1 2-1 0 0,12 37-2519 0 0,-3-15 553 0 0,-8-12 12 0 0,-1 2 1 0 0,1 27-1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37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1 375 1281 0 0,'2'0'242'0'0,"-1"0"1"0"0,0 0 0 0 0,0 0 0 0 0,0 0 0 0 0,0 0 0 0 0,0 0 0 0 0,0 0 0 0 0,0-1-1 0 0,1 1 1 0 0,-1-1 0 0 0,0 1 0 0 0,0 0 0 0 0,0-1 0 0 0,0 0 0 0 0,0 1 0 0 0,-1-1-1 0 0,1 0 1 0 0,0 1 0 0 0,0-1 0 0 0,0 0 0 0 0,0 0 0 0 0,-1 0 0 0 0,1 1 0 0 0,0-1-1 0 0,-1 0 1 0 0,1 0 0 0 0,0-2 0 0 0,-1 2-74 0 0,-1 0 1 0 0,1 0-1 0 0,-1 0 0 0 0,0 1 0 0 0,1-1 1 0 0,-1 0-1 0 0,0 0 0 0 0,1 0 0 0 0,-1 0 1 0 0,0 1-1 0 0,0-1 0 0 0,1 0 0 0 0,-1 1 1 0 0,0-1-1 0 0,0 1 0 0 0,0-1 0 0 0,0 1 1 0 0,0-1-1 0 0,0 1 0 0 0,0 0 0 0 0,0-1 1 0 0,0 1-1 0 0,0 0 0 0 0,-2 0 0 0 0,3 0-105 0 0,0 0-1 0 0,0 0 0 0 0,-1-1 1 0 0,1 1-1 0 0,0 0 0 0 0,-1 0 0 0 0,1 0 1 0 0,0 0-1 0 0,0 0 0 0 0,-1-1 1 0 0,1 1-1 0 0,0 0 0 0 0,0 0 1 0 0,-1 0-1 0 0,1-1 0 0 0,0 1 1 0 0,0 0-1 0 0,0 0 0 0 0,-1-1 0 0 0,1 1 1 0 0,0 0-1 0 0,0 0 0 0 0,0-1 1 0 0,0 1-1 0 0,0 0 0 0 0,0-1 1 0 0,0 1-1 0 0,-1 0 0 0 0,1 0 1 0 0,0-1-1 0 0,0 1 0 0 0,0 0 1 0 0,0-1-1 0 0,0 1 0 0 0,0 0 0 0 0,1-1 1 0 0,-1 1-1 0 0,0 0 0 0 0,0-1 1 0 0,0 1-1 0 0,0 0 0 0 0,0 0 1 0 0,0-1-1 0 0,0 1 0 0 0,1 0 1 0 0,-1 0-1 0 0,0-1 0 0 0,0 1 0 0 0,0 0 1 0 0,1 0-1 0 0,-1-1 0 0 0,0 1 1 0 0,0 0-1 0 0,1 0 0 0 0,-1 0 1 0 0,0-1-1 0 0,0 1 0 0 0,1 0 1 0 0,-1 0-1 0 0,0 0 0 0 0,1 0 0 0 0,-1 0 1 0 0,6-3 2 0 0,0 1 1 0 0,0-1-1 0 0,-1 0 1 0 0,1 0-1 0 0,-1-1 1 0 0,0 0-1 0 0,0 0 1 0 0,0 0-1 0 0,0 0 1 0 0,-1-1-1 0 0,4-5 1 0 0,53-71 35 0 0,-17 21-28 0 0,-18 33-53 0 0,0 1 0 0 0,41-31 0 0 0,-41 35-18 0 0,-24 18-10 0 0,2 0-20 0 0,26 5-5 0 0,-27 0 28 0 0,1 0 1 0 0,0-1-1 0 0,0 1 1 0 0,0 1 0 0 0,-1-1-1 0 0,1 0 1 0 0,-1 1-1 0 0,1 0 1 0 0,-1 0 0 0 0,0 0-1 0 0,1 0 1 0 0,-1 1-1 0 0,0-1 1 0 0,0 1 0 0 0,-1-1-1 0 0,1 1 1 0 0,2 4 0 0 0,8 5 10 0 0,18 15-2 0 0,-6-5 17 0 0,0 1-1 0 0,33 42 1 0 0,-51-57-45 0 0,-1 1 0 0 0,0 0 0 0 0,0 0 0 0 0,-1 1-1 0 0,0 0 1 0 0,-1 0 0 0 0,0 0 0 0 0,-1 0 0 0 0,0 1 0 0 0,0-1 0 0 0,-1 1 0 0 0,-1 0 0 0 0,1 12 0 0 0,0 5 35 0 0,0-1 0 0 0,13 52 1 0 0,-9-47 3 0 0,-1-7-30 0 0,-5-20 0 0 0,1 0 0 0 0,-1-1-1 0 0,1 1 1 0 0,0-1 0 0 0,0 1 0 0 0,1-1-1 0 0,-1 0 1 0 0,1 0 0 0 0,0 0 0 0 0,0 1-1 0 0,1-2 1 0 0,-1 1 0 0 0,6 6 0 0 0,-8-10 9 0 0,0 0 0 0 0,0-1 0 0 0,0 1 0 0 0,0 0 0 0 0,-1 0-1 0 0,1 0 1 0 0,1 0 0 0 0,-1-1 0 0 0,0 1 0 0 0,0 0 0 0 0,0 0 0 0 0,0 0 0 0 0,0 0 0 0 0,0-1 0 0 0,0 1 0 0 0,0 0 0 0 0,0 0 0 0 0,0 0 0 0 0,0 0 0 0 0,0 0 0 0 0,0-1 0 0 0,0 1 0 0 0,1 0 0 0 0,-1 0 0 0 0,0 0 0 0 0,0 0 0 0 0,0 0 0 0 0,0 0 0 0 0,0 0 0 0 0,1 0 0 0 0,-1-1 0 0 0,0 1-1 0 0,0 0 1 0 0,0 0 0 0 0,0 0 0 0 0,0 0 0 0 0,1 0 0 0 0,-1 0 0 0 0,0 0 0 0 0,0 0 0 0 0,0 0 0 0 0,0 0 0 0 0,1 0 0 0 0,-1 0 0 0 0,0 0 0 0 0,0 0 0 0 0,0 0 0 0 0,0 0 0 0 0,1 0 0 0 0,-1 0 0 0 0,0 0 0 0 0,0 1 0 0 0,0-1 0 0 0,0 0 0 0 0,0 0 0 0 0,1 0 0 0 0,-1 0 0 0 0,0 0-1 0 0,-6-21 10 0 0,-14-12 104 0 0,16 27-83 0 0,-1 0 0 0 0,1-1-1 0 0,1 0 1 0 0,-1 0 0 0 0,1 0-1 0 0,1 0 1 0 0,-1 0 0 0 0,1-1-1 0 0,0 1 1 0 0,1-1 0 0 0,0 1-1 0 0,0-1 1 0 0,0-9 0 0 0,1-217 428 0 0,0 231-458 0 0,0 0-1 0 0,0 1 0 0 0,1-1 0 0 0,-1 1 1 0 0,1-1-1 0 0,-1 0 0 0 0,1 1 0 0 0,0 0 1 0 0,0-1-1 0 0,0 1 0 0 0,0-1 1 0 0,0 1-1 0 0,1 0 0 0 0,-1 0 0 0 0,1 0 1 0 0,-1 0-1 0 0,1 0 0 0 0,0 0 0 0 0,0 0 1 0 0,0 0-1 0 0,0 1 0 0 0,0-1 1 0 0,0 1-1 0 0,0-1 0 0 0,0 1 0 0 0,1 0 1 0 0,-1 0-1 0 0,0 0 0 0 0,1 0 0 0 0,-1 0 1 0 0,1 1-1 0 0,0-1 0 0 0,-1 1 1 0 0,1-1-1 0 0,-1 1 0 0 0,1 0 0 0 0,0 0 1 0 0,4 1-1 0 0,6 0-25 0 0,-1 0 1 0 0,0 1 0 0 0,1 0-1 0 0,-1 1 1 0 0,0 1-1 0 0,0-1 1 0 0,18 11-1 0 0,-5-2-6 0 0,-1 2 0 0 0,-1 1-1 0 0,-1 1 1 0 0,0 1 0 0 0,-1 1-1 0 0,-1 1 1 0 0,0 1 0 0 0,-2 0-1 0 0,18 26 1 0 0,-28-37 42 0 0,0 0 1 0 0,-1 1-1 0 0,0 1 0 0 0,-1-1 1 0 0,0 1-1 0 0,-1 0 0 0 0,0 0 1 0 0,0 1-1 0 0,3 16 0 0 0,-5-22-5 0 0,-1-1 0 0 0,1 1 0 0 0,1 0-1 0 0,-1-1 1 0 0,1 1 0 0 0,5 5 0 0 0,-6-8-8 0 0,0 1 0 0 0,-1-1 0 0 0,1 0-1 0 0,-1 1 1 0 0,1 0 0 0 0,-1-1 0 0 0,-1 1 0 0 0,1 0 0 0 0,0 0 0 0 0,-1 0 0 0 0,0 0 0 0 0,2 7 0 0 0,-3-10 9 0 0,0-1 1 0 0,0 0-1 0 0,0 0 1 0 0,0 0 0 0 0,0 0-1 0 0,0 0 1 0 0,0 0 0 0 0,0 1-1 0 0,0-1 1 0 0,0 0 0 0 0,0 0-1 0 0,0 0 1 0 0,0 0 0 0 0,0 0-1 0 0,0 0 1 0 0,-1 0-1 0 0,1 1 1 0 0,0-1 0 0 0,0 0-1 0 0,0 0 1 0 0,0 0 0 0 0,0 0-1 0 0,0 0 1 0 0,0 0 0 0 0,0 0-1 0 0,0 0 1 0 0,0 1 0 0 0,0-1-1 0 0,-1 0 1 0 0,1 0-1 0 0,0 0 1 0 0,0 0 0 0 0,0 0-1 0 0,0 0 1 0 0,0 0 0 0 0,0 0-1 0 0,0 0 1 0 0,-1 0 0 0 0,1 0-1 0 0,0 0 1 0 0,0 0 0 0 0,0 0-1 0 0,0 0 1 0 0,0 0-1 0 0,0 0 1 0 0,-1 0 0 0 0,1 0-1 0 0,0 0 1 0 0,0 0 0 0 0,0 0-1 0 0,0 0 1 0 0,0 0 0 0 0,0 0-1 0 0,0 0 1 0 0,-1 0 0 0 0,1 0-1 0 0,0-1 1 0 0,0 1-1 0 0,0 0 1 0 0,0 0 0 0 0,0 0-1 0 0,0 0 1 0 0,0 0 0 0 0,0 0-1 0 0,-9-5 43 0 0,0 1-1 0 0,0-1 1 0 0,1-1 0 0 0,-1 1-1 0 0,1-1 1 0 0,1-1-1 0 0,-1 0 1 0 0,1 0-1 0 0,1 0 1 0 0,-1-1 0 0 0,1 0-1 0 0,0 0 1 0 0,1-1-1 0 0,-7-13 1 0 0,3 2-23 0 0,0 0 1 0 0,1 0-1 0 0,2 0 1 0 0,-9-42-1 0 0,14 55-29 0 0,1 1 0 0 0,-1-1 1 0 0,1 1-1 0 0,0-1 0 0 0,1 1 0 0 0,-1-1 0 0 0,1 1 0 0 0,1-1 0 0 0,-1 1 0 0 0,1-1 0 0 0,0 1 0 0 0,1 0 0 0 0,-1 0 1 0 0,1 0-1 0 0,1 0 0 0 0,-1 1 0 0 0,1-1 0 0 0,0 1 0 0 0,0 0 0 0 0,0 0 0 0 0,10-8 0 0 0,-3 5 4 0 0,0 0-1 0 0,1 0 1 0 0,0 2-1 0 0,0-1 1 0 0,0 1-1 0 0,1 1 1 0 0,0 1-1 0 0,0 0 1 0 0,0 0-1 0 0,1 1 1 0 0,19-2-1 0 0,-6 3-3 0 0,0 1 1 0 0,-1 1-1 0 0,1 2 0 0 0,49 8 0 0 0,-70-9 3 0 0,-1 1 0 0 0,0-1 1 0 0,0 1-1 0 0,1 0 0 0 0,-1 1 0 0 0,-1-1 1 0 0,1 1-1 0 0,0 0 0 0 0,0 0 0 0 0,-1 0 1 0 0,0 1-1 0 0,0 0 0 0 0,0-1 0 0 0,0 2 1 0 0,6 7-1 0 0,10 10 1 0 0,1-1 8 0 0,-1-2 11 0 0,0 2-1 0 0,18 24 1 0 0,-33-38-13 0 0,0 0 1 0 0,-1 0-1 0 0,0 0 1 0 0,0 1-1 0 0,-1-1 1 0 0,0 1-1 0 0,0 0 1 0 0,0 0-1 0 0,-1 0 0 0 0,-1 0 1 0 0,1 1-1 0 0,0 10 1 0 0,-4 11-2 0 0,1-20-3 0 0,0 0 0 0 0,1 0 0 0 0,0 0 1 0 0,1 0-1 0 0,0 0 0 0 0,0-1 0 0 0,5 16 0 0 0,4-12-61 0 0,-8-12 4 0 0,-1 0 0 0 0,0 0 0 0 0,0 0 0 0 0,0 1 1 0 0,0-1-1 0 0,0 0 0 0 0,0 0 0 0 0,0 1 0 0 0,-1-1 0 0 0,1 0 0 0 0,0 1 1 0 0,-1-1-1 0 0,1 0 0 0 0,-1 1 0 0 0,1-1 0 0 0,-1 1 0 0 0,0-1 1 0 0,1 1-1 0 0,-1 1 0 0 0,0-2-4 0 0,0-1 0 0 0,0 1 0 0 0,0-1 0 0 0,0 1 0 0 0,0-1 0 0 0,0 1 0 0 0,0-1-1 0 0,0 1 1 0 0,0-1 0 0 0,1 1 0 0 0,-1-1 0 0 0,0 1 0 0 0,0-1 0 0 0,1 0 0 0 0,-1 1 0 0 0,0-1 0 0 0,1 1 0 0 0,-1-1 0 0 0,0 1 0 0 0,1-1 0 0 0,-1 0 0 0 0,0 1 0 0 0,1-1 0 0 0,-1 0-1 0 0,1 0 1 0 0,-1 1 0 0 0,1-1 0 0 0,-1 0 0 0 0,1 0 0 0 0,-1 0 0 0 0,1 1 0 0 0,0-1 0 0 0,11 3-854 0 0,0-1 0 0 0,0 0 0 0 0,1-1 0 0 0,-1 0 0 0 0,0-1-1 0 0,1-1 1 0 0,12-1 0 0 0,35-4-4659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37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0 80 0 0,'-327'43'14874'0'0,"322"-42"-11900"0"0,10-1-2747 0 0,201 1 1307 0 0,91 10-3255 0 0,-288-11 439 0 0,0 0 1 0 0,1 0-1 0 0,-1 1 0 0 0,0 1 0 0 0,0-1 0 0 0,1 2 1 0 0,-2-1-1 0 0,1 1 0 0 0,0 0 0 0 0,15 9 0 0 0,-19-1-1225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38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64 1361 0 0,'-61'-6'6082'0'0,"1"-2"-1439"0"0,0 3-2402 0 0,60-1 0 0 0,0 0-2001 0 0,30 6-80 0 0,0-8 0 0 0,0 3 0 0 0,0-1 0 0 0,31-2 80 0 0,-1 8-80 0 0,0-6-80 0 0,31 12-560 0 0,-31 8-1761 0 0,61 16-4482 0 0,-36-3 160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39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156 657 1201 0 0,'-2'-8'522'0'0,"1"0"0"0"0,-1-1 0 0 0,0 1 0 0 0,0 0 1 0 0,-1 0-1 0 0,-1 0 0 0 0,1 0 0 0 0,-1 1 0 0 0,0 0 0 0 0,-1-1 1 0 0,-5-5-1 0 0,-9-18 868 0 0,-4-5-8 0 0,-9-21 585 0 0,2-35 20 0 0,27 81-1857 0 0,1 0 0 0 0,0-1-1 0 0,0 1 1 0 0,2-1 0 0 0,-1 0 0 0 0,1 1-1 0 0,1-1 1 0 0,0 1 0 0 0,1-1 0 0 0,4-13-1 0 0,-1 11 20 0 0,0-1-1 0 0,1 2 0 0 0,1-1 0 0 0,0 1 1 0 0,1 0-1 0 0,0 1 0 0 0,1-1 0 0 0,21-20 0 0 0,-18 22-134 0 0,-9 6-2 0 0,1 1 0 0 0,0 0 0 0 0,-1 1 0 0 0,2-1 0 0 0,-1 1 0 0 0,0 0 0 0 0,1 0 0 0 0,-1 0 0 0 0,1 0 1 0 0,0 1-1 0 0,0 0 0 0 0,0 0 0 0 0,0 0 0 0 0,0 0 0 0 0,1 1 0 0 0,-1 0 0 0 0,0 0 0 0 0,1 1 0 0 0,-1-1 0 0 0,11 2 0 0 0,-4-2-12 0 0,0 0 0 0 0,1 2 0 0 0,-1-1 0 0 0,0 1 0 0 0,0 1 0 0 0,0 0 0 0 0,0 1 0 0 0,0 0 0 0 0,-1 1 0 0 0,1 0 0 0 0,-1 1 0 0 0,0 0 0 0 0,0 1 0 0 0,15 11 0 0 0,-5-4-1 0 0,-4-3 5 0 0,-1 1 0 0 0,0 0 0 0 0,19 19 0 0 0,-32-28 8 0 0,0 1-1 0 0,-1 0 1 0 0,1-1 0 0 0,0 1-1 0 0,-1 1 1 0 0,0-1-1 0 0,0 0 1 0 0,0 0 0 0 0,0 1-1 0 0,0-1 1 0 0,-1 1-1 0 0,1 0 1 0 0,-1-1 0 0 0,0 1-1 0 0,0 0 1 0 0,-1 0-1 0 0,1 0 1 0 0,-1-1 0 0 0,0 1-1 0 0,0 0 1 0 0,0 0-1 0 0,0 0 1 0 0,-2 7 0 0 0,-6 7 61 0 0,-2 0 0 0 0,0-1 1 0 0,0 0-1 0 0,-2-1 1 0 0,0 0-1 0 0,-1 0 0 0 0,-28 25 1 0 0,36-37-36 0 0,0 0 0 0 0,0-1 0 0 0,-1 1 0 0 0,0-1 0 0 0,1-1 0 0 0,-1 1 0 0 0,0-1 0 0 0,0 0 0 0 0,-1 0 0 0 0,1-1 0 0 0,0 0 0 0 0,-1 0 0 0 0,1 0 0 0 0,0-1 0 0 0,-1 0 0 0 0,1 0 0 0 0,-11-3 0 0 0,-10 0 174 0 0,1-3 0 0 0,-44-13 0 0 0,20-3-30 0 0,48 21-175 0 0,0 0 0 0 0,0 0 0 0 0,0 0 0 0 0,0 0 1 0 0,0-1-1 0 0,0 1 0 0 0,1-1 0 0 0,-1 1 1 0 0,1-1-1 0 0,-1 1 0 0 0,1-1 0 0 0,-1 0 1 0 0,1 0-1 0 0,0 0 0 0 0,0 1 0 0 0,0-1 1 0 0,0 0-1 0 0,0-1 0 0 0,0 1 0 0 0,0-2 1 0 0,4-2-8 0 0,0 1 0 0 0,1-1 0 0 0,-1 1 0 0 0,1 0 0 0 0,0 0 0 0 0,0 0 0 0 0,1 1 0 0 0,0 0 0 0 0,-1-1 0 0 0,8-3 0 0 0,-2 1-41 0 0,1 0 1 0 0,1 1-1 0 0,0 0 1 0 0,0 0-1 0 0,0 1 1 0 0,19-4-1 0 0,-22 7 25 0 0,0 1 0 0 0,0 1-1 0 0,0 0 1 0 0,-1 0-1 0 0,1 1 1 0 0,0 0 0 0 0,0 0-1 0 0,-1 1 1 0 0,1 0-1 0 0,-1 1 1 0 0,17 6-1 0 0,35 22 35 0 0,-1 2 0 0 0,-2 2 0 0 0,95 79 0 0 0,-109-81 97 0 0,-38-29-185 0 0,-1 0-1 0 0,0 0 1 0 0,1 1 0 0 0,-2-1-1 0 0,1 1 1 0 0,5 9 0 0 0,-8-11-5 0 0,1-1 0 0 0,-1 0 0 0 0,1 1 0 0 0,-1-1 0 0 0,1 0 0 0 0,0 0 0 0 0,0 0 0 0 0,0 0 0 0 0,0 0 0 0 0,1 0 0 0 0,-1-1 0 0 0,3 2 0 0 0,5-38-2033 0 0,6 16-16 0 0,-10 12 876 0 0,0 0 0 0 0,0 0 0 0 0,1 0 0 0 0,12-10 0 0 0,31-13-2126 0 0,-14 2 666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40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2 880 0 0,'-30'-1'3865'0'0,"8"0"-2070"0"0,0 2 0 0 0,0 0 0 0 0,-28 5 0 0 0,45-5-114 0 0,5 0-1563 0 0,0 0 1 0 0,1-1-1 0 0,-1 1 0 0 0,0 0 0 0 0,0-1 1 0 0,0 1-1 0 0,0 0 0 0 0,0 0 0 0 0,0-1 0 0 0,0 1 1 0 0,0 0-1 0 0,0 0 0 0 0,0-1 0 0 0,0 1 0 0 0,0 0 1 0 0,-1 0-1 0 0,1-1 0 0 0,0 1 0 0 0,0 0 1 0 0,-1-1-1 0 0,1 1 0 0 0,-1-1 0 0 0,1 1 0 0 0,0 0 1 0 0,-1-1-1 0 0,1 1 0 0 0,-1-1 0 0 0,0 1 0 0 0,-19 3 136 0 0,15-3 159 0 0,10-1-186 0 0,15 0 0 0 0,-15 0 93 0 0,0 0-226 0 0,317 18-816 0 0,-293-15 590 0 0,80 4-257 0 0,139 16-650 0 0,-187-11-5097 0 0,-56-11 2054 0 0,-10-2 721 0 0,-20-4 733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40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12 2081 0 0,'0'-5'2241'0'0,"-30"-1"-160"0"0,30 12-320 0 0,-30 19 160 0 0,30 19-161 0 0,0 19-479 0 0,0-17-241 0 0,0 10-959 0 0,30 2 79 0 0,-30 5 320 0 0,30 1-80 0 0,0-7-160 0 0,31-24-320 0 0,-31-21-1120 0 0,-6-18-2242 0 0,37-38-3921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58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47 560 0 0,'42'-12'1258'0'0,"-8"1"578"0"0,50-8 0 0 0,-75 17-1472 0 0,0 1 0 0 0,0 0 1 0 0,1 1-1 0 0,-1 0 1 0 0,0 0-1 0 0,0 1 0 0 0,0 0 1 0 0,0 1-1 0 0,0 0 0 0 0,16 6 1 0 0,-15-5-235 0 0,-7-3-116 0 0,0 1-1 0 0,0 0 1 0 0,-1 0-1 0 0,1 0 1 0 0,0 0-1 0 0,-1 0 1 0 0,1 1-1 0 0,0-1 1 0 0,-1 1-1 0 0,0 0 1 0 0,1-1 0 0 0,-1 1-1 0 0,0 0 1 0 0,3 3-1 0 0,3 9-10 0 0,0 1-1 0 0,0-1 1 0 0,-1 2 0 0 0,7 22-1 0 0,0-1-1 0 0,-9-27-10 0 0,-1-1 50 0 0,0 0-1 0 0,-1 0 1 0 0,0 0 0 0 0,0 0 0 0 0,0 0 0 0 0,-1 1 0 0 0,-1-1 0 0 0,0 1 0 0 0,0 11 0 0 0,-1-19-22 0 0,0 0 1 0 0,-1 1-1 0 0,1-1 1 0 0,-1 0 0 0 0,0 0-1 0 0,0 0 1 0 0,0 0-1 0 0,0 0 1 0 0,0 0-1 0 0,0 0 1 0 0,0 0 0 0 0,-1 0-1 0 0,1 0 1 0 0,0-1-1 0 0,-1 1 1 0 0,0-1-1 0 0,1 1 1 0 0,-1-1-1 0 0,0 1 1 0 0,0-1 0 0 0,0 0-1 0 0,0 0 1 0 0,0 0-1 0 0,-2 1 1 0 0,-65 21 313 0 0,31-12-101 0 0,21-4-52 0 0,0-1 1 0 0,-1-1 0 0 0,0-1-1 0 0,0 0 1 0 0,0-2 0 0 0,0 0-1 0 0,-1 0 1 0 0,-27-3 0 0 0,39 0-154 0 0,0 1-1 0 0,1-1 1 0 0,-1-1 0 0 0,0 1-1 0 0,0-1 1 0 0,1-1 0 0 0,-1 1 0 0 0,1-1-1 0 0,-1 0 1 0 0,1-1 0 0 0,0 1 0 0 0,0-1-1 0 0,1 0 1 0 0,-1-1 0 0 0,1 0-1 0 0,0 1 1 0 0,0-1 0 0 0,1-1 0 0 0,-1 1-1 0 0,1-1 1 0 0,0 0 0 0 0,1 0-1 0 0,-1 0 1 0 0,-3-10 0 0 0,5 9-33 0 0,1 0 0 0 0,0 1-1 0 0,0-1 1 0 0,0 0 0 0 0,1 0 0 0 0,0 0 0 0 0,1-7 0 0 0,-1-4-12 0 0,1 17 18 0 0,-1 0 0 0 0,1 0 0 0 0,-1 0-1 0 0,1 0 1 0 0,-1 0 0 0 0,1 1 0 0 0,0-1-1 0 0,-1 0 1 0 0,1 1 0 0 0,0-1 0 0 0,0 0 0 0 0,0 1-1 0 0,-1-1 1 0 0,1 1 0 0 0,0-1 0 0 0,0 1 0 0 0,0-1-1 0 0,0 1 1 0 0,0 0 0 0 0,0 0 0 0 0,0-1-1 0 0,0 1 1 0 0,0 0 0 0 0,0 0 0 0 0,0 0 0 0 0,0 0-1 0 0,0 0 1 0 0,1 0 0 0 0,3-1-7 0 0,38-5-25 0 0,-30 10 5 0 0,-3 2 19 0 0,11 2 31 0 0,-1 1 0 0 0,1 0-1 0 0,-1 2 1 0 0,-1 1 0 0 0,35 26 0 0 0,-9-5 80 0 0,62 45 137 0 0,-101-73-206 0 0,1 1 0 0 0,1-1-1 0 0,-1 0 1 0 0,1-1 0 0 0,-1 0 0 0 0,1 0-1 0 0,11 4 1 0 0,-13-7-56 0 0,0 0 1 0 0,0-1-1 0 0,0 0 1 0 0,0 0-1 0 0,0 0 0 0 0,0-1 1 0 0,9-1-1 0 0,-13 1 5 0 0,16-1-315 0 0,-9 1-12 0 0,1 1 0 0 0,0-2 0 0 0,-1 1 0 0 0,1-2 0 0 0,-1 1 0 0 0,1-1 0 0 0,-1 0 0 0 0,0-1-1 0 0,0 0 1 0 0,-1-1 0 0 0,1 0 0 0 0,-1 0 0 0 0,11-10 0 0 0,-4-1-1854 0 0,-1 0-1 0 0,18-29 0 0 0,-32 44 2179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54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12 480 0 0,'-5'-1'556'0'0,"4"1"-414"0"0,0 0-1 0 0,-1 0 0 0 0,1 0 1 0 0,0 0-1 0 0,-1 0 0 0 0,1 0 1 0 0,0-1-1 0 0,-1 1 0 0 0,1-1 1 0 0,0 1-1 0 0,-1-1 0 0 0,1 1 1 0 0,0-1-1 0 0,0 0 0 0 0,0 1 1 0 0,0-1-1 0 0,0 0 0 0 0,-2-2 1 0 0,-2 2 1218 0 0,-45 1 1935 0 0,45 0-2948 0 0,5 1-280 0 0,0 3-67 0 0,0 9-1590 0 0,0-5-2956 0 0,0-3 2771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56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152 178 1281 0 0,'0'-1'211'0'0,"0"1"0"0"0,0-1 0 0 0,1 0 0 0 0,-1 0 0 0 0,0 0 0 0 0,0 0 1 0 0,0 1-1 0 0,0-1 0 0 0,0 0 0 0 0,0 0 0 0 0,-1 0 0 0 0,1 0 0 0 0,0 1 1 0 0,0-1-1 0 0,-1 0 0 0 0,1 0 0 0 0,0 0 0 0 0,-1 1 0 0 0,1-1 0 0 0,0 0 1 0 0,-1 1-1 0 0,1-1 0 0 0,-1 0 0 0 0,0 1 0 0 0,1-1 0 0 0,-1 0 0 0 0,1 1 1 0 0,-1-1-1 0 0,0 1 0 0 0,0 0 0 0 0,1-1 0 0 0,-1 1 0 0 0,-1-1 0 0 0,-9 0 242 0 0,9 1-774 0 0,-3 0 988 0 0,4-1-655 0 0,1 1 0 0 0,-1-1 0 0 0,1 0 1 0 0,-1 1-1 0 0,1-1 0 0 0,-1 1 0 0 0,0-1 0 0 0,1 0 1 0 0,-1 1-1 0 0,0 0 0 0 0,1-1 0 0 0,-1 1 1 0 0,0-1-1 0 0,0 1 0 0 0,1 0 0 0 0,-1-1 1 0 0,0 1-1 0 0,0 0 0 0 0,1 0 0 0 0,-1 0 0 0 0,0-1 1 0 0,0 1-1 0 0,0 0 0 0 0,0 0 0 0 0,-1 1 1 0 0,-14-5 175 0 0,5 1-88 0 0,-18-6 29 0 0,28 8-116 0 0,0 1 0 0 0,0-1 1 0 0,1 1-1 0 0,-1-1 0 0 0,0 1 0 0 0,0-1 1 0 0,0 1-1 0 0,0-1 0 0 0,1 0 1 0 0,-1 1-1 0 0,0-1 0 0 0,1 0 0 0 0,-1 0 1 0 0,1 0-1 0 0,-1 0 0 0 0,1 1 0 0 0,-1-1 1 0 0,1 0-1 0 0,-1 0 0 0 0,1 0 1 0 0,0 0-1 0 0,-1 0 0 0 0,1 0 0 0 0,0-2 1 0 0,0 2 0 0 0,0 0 0 0 0,0 0 1 0 0,0 0-1 0 0,-1 0 1 0 0,1 0-1 0 0,0 0 0 0 0,-1-1 1 0 0,1 1-1 0 0,0 0 1 0 0,-1 0-1 0 0,1 0 0 0 0,-1 0 1 0 0,0 0-1 0 0,1 0 0 0 0,-1 1 1 0 0,0-1-1 0 0,1 0 1 0 0,-1 0-1 0 0,0 0 0 0 0,0 1 1 0 0,0-1-1 0 0,0 0 0 0 0,-2 0 1 0 0,2 0-7 0 0,0 1 1 0 0,0-1-1 0 0,0 0 0 0 0,0 0 1 0 0,0 0-1 0 0,0 1 1 0 0,0-1-1 0 0,1 0 1 0 0,-1 0-1 0 0,0 0 0 0 0,0 0 1 0 0,1 0-1 0 0,-1 0 1 0 0,1-1-1 0 0,-1 1 0 0 0,1 0 1 0 0,-1 0-1 0 0,1 0 1 0 0,0-1-1 0 0,-1 1 0 0 0,1 0 1 0 0,0 0-1 0 0,0-3 1 0 0,0 2 3 0 0,-1 0 0 0 0,1-1 0 0 0,0 1 1 0 0,1 0-1 0 0,-1-1 0 0 0,0 1 0 0 0,1 0 0 0 0,-1 0 1 0 0,1 0-1 0 0,0-1 0 0 0,-1 1 0 0 0,1 0 1 0 0,0 0-1 0 0,1 0 0 0 0,-1 0 0 0 0,0 0 0 0 0,0 1 1 0 0,3-4-1 0 0,-1 3-11 0 0,0 1-1 0 0,0-1 1 0 0,1 0-1 0 0,-1 1 1 0 0,0 0 0 0 0,1 0-1 0 0,-1 0 1 0 0,1 0 0 0 0,-1 0-1 0 0,1 1 1 0 0,5-1 0 0 0,5 2-14 0 0,0-1 0 0 0,0 2 0 0 0,-1 0 0 0 0,1 0 1 0 0,-1 1-1 0 0,1 1 0 0 0,-1 1 0 0 0,0-1 0 0 0,0 2 0 0 0,13 8 1 0 0,1 0-8 0 0,0 2 0 0 0,45 35 1 0 0,-68-47 29 0 0,1 0 0 0 0,-1 1 1 0 0,0-1-1 0 0,-1 1 1 0 0,1 0-1 0 0,-1-1 0 0 0,0 2 1 0 0,0-1-1 0 0,-1 0 0 0 0,1 0 1 0 0,-1 1-1 0 0,0 0 1 0 0,-1-1-1 0 0,1 1 0 0 0,-1 0 1 0 0,0 0-1 0 0,-1 0 1 0 0,0-1-1 0 0,1 1 0 0 0,-2 0 1 0 0,0 10-1 0 0,0 4-12 0 0,1-19 7 0 0,0 0 0 0 0,0 0 0 0 0,0 0 0 0 0,-1 0 0 0 0,1 0 0 0 0,0 0 0 0 0,-1 0 0 0 0,1 0 0 0 0,-1 0 0 0 0,1 0 0 0 0,-1-1-1 0 0,1 1 1 0 0,-1 0 0 0 0,0 0 0 0 0,1-1 0 0 0,-1 1 0 0 0,0 0 0 0 0,0-1 0 0 0,1 1 0 0 0,-1 0 0 0 0,0-1 0 0 0,0 0 0 0 0,0 1 0 0 0,0-1-1 0 0,0 1 1 0 0,0-1 0 0 0,0 0 0 0 0,0 0 0 0 0,0 1 0 0 0,0-1 0 0 0,1 0 0 0 0,-3 0 0 0 0,-29 0 299 0 0,32 0-294 0 0,-1 0 0 0 0,1-1-1 0 0,0 1 1 0 0,0 0 0 0 0,-1 0-1 0 0,1 0 1 0 0,0 0 0 0 0,0 0-1 0 0,-1 0 1 0 0,1 0 0 0 0,0 0-1 0 0,0-1 1 0 0,-1 1 0 0 0,1 0-1 0 0,0 0 1 0 0,0 0 0 0 0,0 0-1 0 0,0-1 1 0 0,-1 1 0 0 0,1 0-1 0 0,0 0 1 0 0,0-1 0 0 0,0 1-1 0 0,0 0 1 0 0,0 0 0 0 0,0-1-1 0 0,-1 1 1 0 0,1 0 0 0 0,0 0-1 0 0,0-1 1 0 0,0 1 0 0 0,0 0-1 0 0,0 0 1 0 0,0-1 0 0 0,0 1-1 0 0,0 0 1 0 0,0 0 0 0 0,0-1-1 0 0,0 1 1 0 0,0 0 0 0 0,-4-11 234 0 0,2 9-231 0 0,0 1 0 0 0,0 0 1 0 0,0-1-1 0 0,0 1 0 0 0,1-1 1 0 0,-1 1-1 0 0,0-1 0 0 0,1 0 1 0 0,-1 0-1 0 0,1 0 0 0 0,0 0 1 0 0,0 0-1 0 0,0 0 0 0 0,0 0 1 0 0,0 0-1 0 0,0-1 0 0 0,0 1 1 0 0,1 0-1 0 0,-1 0 0 0 0,1-1 1 0 0,0 1-1 0 0,-1-1 0 0 0,1 1 1 0 0,0 0-1 0 0,1-1 0 0 0,-1 1 1 0 0,0 0-1 0 0,1-1 0 0 0,-1 1 1 0 0,1 0-1 0 0,-1 0 0 0 0,1-1 1 0 0,0 1-1 0 0,2-3 0 0 0,3-6-6 0 0,-3 5-7 0 0,0 1-1 0 0,0 0 1 0 0,0 0 0 0 0,0 0-1 0 0,1 0 1 0 0,0 0-1 0 0,0 1 1 0 0,0-1 0 0 0,0 1-1 0 0,1 0 1 0 0,0 1 0 0 0,0-1-1 0 0,0 1 1 0 0,0 0 0 0 0,0 0-1 0 0,1 1 1 0 0,7-4-1 0 0,12 1-52 0 0,-1 2 0 0 0,1 0-1 0 0,42 1 1 0 0,-57 4 31 0 0,-1-1-1 0 0,0 1 1 0 0,0 1 0 0 0,0-1-1 0 0,0 2 1 0 0,0-1 0 0 0,0 1 0 0 0,-1 1-1 0 0,0-1 1 0 0,0 1 0 0 0,0 1-1 0 0,12 10 1 0 0,-9-7 10 0 0,-2 1 0 0 0,1 0 0 0 0,-1 0 0 0 0,-1 1-1 0 0,0 0 1 0 0,-1 1 0 0 0,7 13 0 0 0,-12-21 23 0 0,0 0-1 0 0,-1 0 0 0 0,1 0 1 0 0,-1 0-1 0 0,0 1 0 0 0,-1-1 1 0 0,1 0-1 0 0,-1 1 1 0 0,0-1-1 0 0,0 7 0 0 0,-1 1 90 0 0,1-11-87 0 0,0 0 0 0 0,-1 0 0 0 0,0-1 0 0 0,1 1-1 0 0,-1 0 1 0 0,1 0 0 0 0,-1-1 0 0 0,0 1 0 0 0,1-1 0 0 0,-1 1 0 0 0,0 0 0 0 0,0-1 0 0 0,0 1 0 0 0,1-1 0 0 0,-1 0 0 0 0,0 1 0 0 0,0-1 0 0 0,0 0 0 0 0,0 1 0 0 0,0-1 0 0 0,0 0 0 0 0,0 0 0 0 0,0 0 0 0 0,0 0 0 0 0,1 0 0 0 0,-1 0 0 0 0,0 0 0 0 0,0 0 0 0 0,0 0 0 0 0,0-1 0 0 0,0 1 0 0 0,0 0 0 0 0,0 0 0 0 0,0-1 0 0 0,-1 0 0 0 0,2 0 80 0 0,0 1-88 0 0,1-1-1 0 0,-1 1 1 0 0,0-1 0 0 0,0 1 0 0 0,0-1-1 0 0,0 1 1 0 0,0-1 0 0 0,0 1-1 0 0,0-1 1 0 0,0 1 0 0 0,0-1 0 0 0,0 1-1 0 0,0-1 1 0 0,0 1 0 0 0,0-1 0 0 0,0 1-1 0 0,0 0 1 0 0,-1-1 0 0 0,1 1 0 0 0,0-1-1 0 0,0 1 1 0 0,-1-1 0 0 0,1 1-1 0 0,0 0 1 0 0,0-1 0 0 0,-1 1 0 0 0,1-1-1 0 0,-1 1 1 0 0,1 0 0 0 0,-1-1 0 0 0,-1-1 12 0 0,0 0 1 0 0,0 0-1 0 0,0-1 1 0 0,0 1-1 0 0,1-1 1 0 0,-1 1-1 0 0,1-1 1 0 0,0 0-1 0 0,-1 1 1 0 0,1-1 0 0 0,0 0-1 0 0,1 0 1 0 0,-1 0-1 0 0,0 0 1 0 0,1 0-1 0 0,0 0 1 0 0,0 0-1 0 0,0 0 1 0 0,0 0-1 0 0,0 0 1 0 0,1-4-1 0 0,-1 3-2 0 0,-1-22 109 0 0,0 18-90 0 0,1-1 1 0 0,-1 1-1 0 0,2 0 1 0 0,-1 0-1 0 0,1-1 1 0 0,0 1-1 0 0,3-9 1 0 0,-3 13-37 0 0,1 1-1 0 0,-1-1 1 0 0,1 1-1 0 0,0 0 1 0 0,0-1-1 0 0,0 1 1 0 0,1 0-1 0 0,-1 0 1 0 0,1 0-1 0 0,-1 0 1 0 0,1 1-1 0 0,0-1 1 0 0,0 1 0 0 0,0 0-1 0 0,7-4 1 0 0,-7 5 6 0 0,0 1 0 0 0,0-1 0 0 0,1 1 1 0 0,-1 0-1 0 0,0 0 0 0 0,0 0 0 0 0,1 0 1 0 0,-1 1-1 0 0,0-1 0 0 0,0 1 0 0 0,0 0 1 0 0,0 0-1 0 0,0 0 0 0 0,0 0 0 0 0,0 1 0 0 0,0-1 1 0 0,0 1-1 0 0,0-1 0 0 0,-1 1 0 0 0,1 0 1 0 0,-1 0-1 0 0,1 0 0 0 0,-1 1 0 0 0,4 4 1 0 0,29 25 139 0 0,46 46 113 0 0,-73-68-225 0 0,0 0-1 0 0,0 0 1 0 0,-1 1-1 0 0,-1-1 1 0 0,0 2-1 0 0,0-1 1 0 0,5 16-1 0 0,-1-1-273 0 0,-7-21 100 0 0,-1 0 0 0 0,0 1 0 0 0,0-1 0 0 0,0 1 0 0 0,-1-1 0 0 0,0 1 0 0 0,0 0 0 0 0,0 7 0 0 0,-1-11 4 0 0,0 1 0 0 0,0 0 0 0 0,0-1 0 0 0,0 1-1 0 0,0 0 1 0 0,0 0 0 0 0,1-1 0 0 0,-1 1 0 0 0,1-1 0 0 0,0 1 0 0 0,0 0 0 0 0,0-1 0 0 0,2 3 0 0 0,8-6-1917 0 0,5-18-1307 0 0,9-5-1281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57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1201 0 0,'0'-1'253'0'0,"0"1"0"0"0,1-1 0 0 0,-1 1 1 0 0,0-1-1 0 0,1 1 0 0 0,-1-1 0 0 0,1 1 1 0 0,-1-1-1 0 0,1 1 0 0 0,-1 0 0 0 0,1-1 1 0 0,-1 1-1 0 0,1 0 0 0 0,0-1 0 0 0,-1 1 1 0 0,1 0-1 0 0,-1 0 0 0 0,1-1 0 0 0,0 1 0 0 0,-1 0 1 0 0,1 0-1 0 0,0 0 0 0 0,-1 0 0 0 0,1 0 1 0 0,-1 0-1 0 0,1 0 0 0 0,0 0 0 0 0,0 0 1 0 0,38 2 989 0 0,31 10-1747 0 0,-44-10 504 0 0,-5-2 66 0 0,-37 0 55 0 0,0 10 373 0 0,10-5-418 0 0,0 1 0 0 0,0 0 0 0 0,0 1 0 0 0,1-1 0 0 0,0 1 0 0 0,0 0 0 0 0,1 1 0 0 0,-1-1 0 0 0,2 1 0 0 0,-1-1 0 0 0,1 1 0 0 0,0 0 0 0 0,1 1 0 0 0,0-1 0 0 0,0 0 0 0 0,1 1 0 0 0,0-1 0 0 0,0 1 0 0 0,1 8 0 0 0,3 1-17 0 0,1 1 0 0 0,0-1 0 0 0,1 0 1 0 0,1-1-1 0 0,1 1 0 0 0,14 25 0 0 0,-18-37-107 0 0,1 0 0 0 0,-1-1 0 0 0,1 1 1 0 0,0-1-1 0 0,0 1 0 0 0,1-1 0 0 0,0-1 0 0 0,0 1 1 0 0,0-1-1 0 0,0 0 0 0 0,0 0 0 0 0,1 0 0 0 0,12 5 1 0 0,-14-7-183 0 0,0 0 0 0 0,1-1 0 0 0,-1 0 0 0 0,1 0 0 0 0,0 0 1 0 0,-1 0-1 0 0,1-1 0 0 0,0 1 0 0 0,-1-1 0 0 0,1-1 0 0 0,0 1 1 0 0,0 0-1 0 0,-1-1 0 0 0,1 0 0 0 0,-1 0 0 0 0,1-1 0 0 0,-1 1 0 0 0,1-1 1 0 0,-1 0-1 0 0,4-3 0 0 0,5-4-1824 0 0,0-1-1 0 0,22-21 1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59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1 880 0 0,'-6'5'1000'0'0,"-1"-1"-1"0"0,1 1 0 0 0,-1-1 0 0 0,0 0 1 0 0,0-1-1 0 0,-10 4 0 0 0,5-4-442 0 0,1 0 1 0 0,0-1-1 0 0,-1 0 0 0 0,1-1 0 0 0,-21 0 0 0 0,27-1 684 0 0,4 1 264 0 0,7 3-1169 0 0,165 54 571 0 0,-91-43-3288 0 0,112 8 0 0 0,-162-22-1730 0 0,-25-1 2046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00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20 4802 0 0,'-85'6'4722'0'0,"25"-12"-2961"0"0,29-7 160 0 0,62 13-1441 0 0,-1 0-80 0 0,0-6 1 0 0,30 6-81 0 0,55 13-80 0 0,96 5-1441 0 0,61 28-2560 0 0,-97-10-2562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01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28 560 0 0,'0'0'2241'0'0,"-5"-2"-400"0"0,1 1-1627 0 0,3 1-117 0 0,0 0 1 0 0,0 0-1 0 0,0 0 1 0 0,0 0 0 0 0,0 0-1 0 0,0-1 1 0 0,1 1-1 0 0,-1 0 1 0 0,0-1-1 0 0,0 1 1 0 0,0-1 0 0 0,0 1-1 0 0,1-1 1 0 0,-1 1-1 0 0,0-1 1 0 0,0 1 0 0 0,1-1-1 0 0,-1 0 1 0 0,0 1-1 0 0,1-1 1 0 0,-1 0 0 0 0,1 0-1 0 0,-1 0 1 0 0,1 1-1 0 0,-1-1 1 0 0,1 0-1 0 0,0 0 1 0 0,-1 0 0 0 0,1 0-1 0 0,0 0 1 0 0,0 0-1 0 0,0 0 1 0 0,0 0 0 0 0,-1 1-1 0 0,1-1 1 0 0,1 0-1 0 0,-1-1 1 0 0,-5 2 49 0 0,-2 0-107 0 0,-42 0 493 0 0,49 1-466 0 0,0 4-80 0 0,0-4-107 0 0,0 0-35 0 0,1-1 120 0 0,-1 1 0 0 0,0-1 0 0 0,0 1 0 0 0,1-1 0 0 0,-1 1 0 0 0,0-1 0 0 0,1 1 0 0 0,-1-1 0 0 0,0 1 0 0 0,1-1 0 0 0,-1 0 0 0 0,1 1 0 0 0,-1-1 0 0 0,0 0 0 0 0,1 1 0 0 0,-1-1 0 0 0,1 0 0 0 0,-1 1 0 0 0,1-1 0 0 0,-1 0 0 0 0,1 0 0 0 0,0 0 0 0 0,-1 0 0 0 0,1 0 0 0 0,-1 1 0 0 0,1-1 0 0 0,-1 0 0 0 0,1 0 0 0 0,-1 0 0 0 0,1 0 0 0 0,0-1 0 0 0,0 1-55 0 0,-1 0-1 0 0,1 0 0 0 0,0 0 0 0 0,-1 0 1 0 0,1 0-1 0 0,-1 0 0 0 0,1 0 0 0 0,-1 0 1 0 0,1 0-1 0 0,-1 0 0 0 0,1 1 0 0 0,0-1 1 0 0,-1 0-1 0 0,1 0 0 0 0,-1 0 0 0 0,1 1 1 0 0,-1-1-1 0 0,1 0 0 0 0,-1 1 1 0 0,0-1-1 0 0,1 0 0 0 0,-1 1 0 0 0,1-1 1 0 0,-1 1-1 0 0,0-1 0 0 0,1 0 0 0 0,-1 1 1 0 0,0-1-1 0 0,1 1 0 0 0,-1-1 0 0 0,0 1 1 0 0,1 0-1 0 0,4 1-2310 0 0,20-2 253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02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61 345 1601 0 0,'-3'10'5041'0'0,"-11"-6"-3414"0"0,14-4-1615 0 0,-1 0 1 0 0,1 0 0 0 0,-1 0-1 0 0,1 0 1 0 0,0 0 0 0 0,-1 0-1 0 0,1 0 1 0 0,-1 0 0 0 0,1 0-1 0 0,-1 0 1 0 0,1 0 0 0 0,-1 0-1 0 0,1 1 1 0 0,-1-1 0 0 0,1 0 0 0 0,0 0-1 0 0,-1 0 1 0 0,1 1 0 0 0,-1-1-1 0 0,1 0 1 0 0,0 0 0 0 0,-1 1-1 0 0,1-1 1 0 0,0 0 0 0 0,-1 1-1 0 0,1-1 1 0 0,0 1 0 0 0,0-1-1 0 0,-1 0 1 0 0,1 1 0 0 0,0-1 0 0 0,0 1-1 0 0,0-1 1 0 0,0 0 0 0 0,-1 1-1 0 0,1-1 1 0 0,0 1 0 0 0,0 1 13 0 0,-5-4 161 0 0,-15-3 53 0 0,15 4-13 0 0,5-2-170 0 0,0 1 0 0 0,0-1 0 0 0,0 1 0 0 0,0-1 0 0 0,0 1 0 0 0,1 0 0 0 0,-1-1 0 0 0,1 1 0 0 0,0-1 0 0 0,0 1 0 0 0,0 0 0 0 0,0-1 0 0 0,0 1 0 0 0,0 0 0 0 0,1 0 0 0 0,-1 0 0 0 0,1 0 0 0 0,2-3 0 0 0,14-19 114 0 0,4-8 230 0 0,2 1 0 0 0,36-37 0 0 0,5-7 157 0 0,-54 61-481 0 0,-8 9-74 0 0,1 0 0 0 0,-1-1 1 0 0,1 1-1 0 0,1 0 0 0 0,-1 1 1 0 0,1-1-1 0 0,0 1 0 0 0,0 0 1 0 0,0 0-1 0 0,0 0 0 0 0,1 1 0 0 0,-1 0 1 0 0,1 0-1 0 0,0 0 0 0 0,0 1 1 0 0,7-3-1 0 0,-11 5-31 0 0,-1 0 0 0 0,1 0 1 0 0,0 0-1 0 0,-1 0 0 0 0,1 0 0 0 0,0 0 0 0 0,-1 0 0 0 0,1 0 0 0 0,0 1 1 0 0,-1-1-1 0 0,1 1 0 0 0,0-1 0 0 0,-1 1 0 0 0,1 0 0 0 0,-1 0 0 0 0,1-1 1 0 0,-1 1-1 0 0,1 0 0 0 0,-1 0 0 0 0,2 2 0 0 0,0 1-6 0 0,0-1 0 0 0,0 0-1 0 0,0 1 1 0 0,-1 0 0 0 0,0 0 0 0 0,0 0-1 0 0,4 8 1 0 0,-3-1 8 0 0,1 0 0 0 0,-1 1 1 0 0,-1-1-1 0 0,0 1 0 0 0,0 20 0 0 0,-2-24 32 0 0,-1 0 0 0 0,-1 1 0 0 0,1-1 0 0 0,-2 0-1 0 0,1 1 1 0 0,-1-1 0 0 0,0 0 0 0 0,-5 8 0 0 0,-41 68-378 0 0,11-19-16 0 0,31-47 395 0 0,1-1 0 0 0,1 1 0 0 0,0 0-1 0 0,1 0 1 0 0,2 0 0 0 0,-1 1 0 0 0,2-1 0 0 0,1 1-1 0 0,2 26 1 0 0,-2-3-355 0 0,0-41 307 0 0,0 0 1 0 0,0 1-1 0 0,1-1 0 0 0,-1 0 0 0 0,0 0 0 0 0,0 0 0 0 0,1 0 1 0 0,-1 1-1 0 0,0-1 0 0 0,1 0 0 0 0,-1 0 0 0 0,1 0 1 0 0,-1 0-1 0 0,1 0 0 0 0,0 0 0 0 0,-1 0 0 0 0,1 0 0 0 0,0 0 1 0 0,0-1-1 0 0,0 1 0 0 0,0 0 0 0 0,0 0 0 0 0,0-1 0 0 0,0 1 1 0 0,0-1-1 0 0,0 1 0 0 0,0 0 0 0 0,0-1 0 0 0,2 1 1 0 0,32 2-794 0 0,-30-3 624 0 0,0 0-66 0 0,0 0 0 0 0,0 0 0 0 0,0-1 0 0 0,0 0 0 0 0,-1 0 0 0 0,1 0 0 0 0,0-1-1 0 0,0 1 1 0 0,6-5 0 0 0,-6 3-349 0 0,-1 0 0 0 0,0 0 0 0 0,0-1 0 0 0,0 0 0 0 0,0 0 0 0 0,-1 0 0 0 0,4-4 0 0 0,-7 7 556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02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327 197 560 0 0,'-18'1'1245'0'0,"1"1"0"0"0,-1 0 0 0 0,1 1 0 0 0,-24 7-1 0 0,10 0-539 0 0,-1 2-1 0 0,-56 30 0 0 0,84-40-673 0 0,0 0-1 0 0,0 0 0 0 0,0 1 0 0 0,0 0 0 0 0,0 0 1 0 0,0 0-1 0 0,1 0 0 0 0,0 0 0 0 0,-1 1 1 0 0,1-1-1 0 0,1 1 0 0 0,-1 0 0 0 0,0 0 0 0 0,1 0 1 0 0,0 0-1 0 0,0 0 0 0 0,0 1 0 0 0,0-1 0 0 0,1 1 1 0 0,0-1-1 0 0,0 1 0 0 0,0-1 0 0 0,0 1 0 0 0,1 0 1 0 0,0 0-1 0 0,0-1 0 0 0,1 7 0 0 0,0-1 17 0 0,2-1-1 0 0,-1 0 0 0 0,1 0 0 0 0,1-1 1 0 0,0 1-1 0 0,0-1 0 0 0,1 0 1 0 0,-1 0-1 0 0,2 0 0 0 0,-1 0 1 0 0,1-1-1 0 0,0 0 0 0 0,9 8 0 0 0,-4-6-21 0 0,0 1-1 0 0,0-2 0 0 0,1 0 0 0 0,0 0 0 0 0,0-1 0 0 0,1 0 0 0 0,0-1 0 0 0,22 7 0 0 0,-25-10-10 0 0,-1-1-1 0 0,1 0 0 0 0,-1 0 0 0 0,1-1 0 0 0,0-1 0 0 0,-1 1 0 0 0,1-1 0 0 0,0-1 0 0 0,0 0 0 0 0,-1 0 1 0 0,1-1-1 0 0,-1-1 0 0 0,1 1 0 0 0,17-9 0 0 0,-17 7 14 0 0,0-1-1 0 0,-1 0 1 0 0,1-1 0 0 0,-1 0-1 0 0,0-1 1 0 0,-1 1 0 0 0,0-2-1 0 0,0 1 1 0 0,0-1 0 0 0,-1 0-1 0 0,0-1 1 0 0,-1 0 0 0 0,0 0-1 0 0,0 0 1 0 0,-1-1 0 0 0,5-11-1 0 0,-6 5 17 0 0,-1 0 0 0 0,-1 0 0 0 0,0 0-1 0 0,-1-1 1 0 0,-1 1 0 0 0,0-1-1 0 0,-1 1 1 0 0,-1 0 0 0 0,-1-1-1 0 0,0 1 1 0 0,-1 0 0 0 0,0 1-1 0 0,-2-1 1 0 0,0 1 0 0 0,0 0-1 0 0,-2 0 1 0 0,0 1 0 0 0,0 0 0 0 0,-1 0-1 0 0,-1 1 1 0 0,0 0 0 0 0,-1 1-1 0 0,-1 0 1 0 0,0 0 0 0 0,0 2-1 0 0,-1-1 1 0 0,0 2 0 0 0,-1 0-1 0 0,-19-10 1 0 0,31 17-84 0 0,0 1 0 0 0,0 0 0 0 0,0 0 0 0 0,-1 0 0 0 0,1 0 0 0 0,0 1 0 0 0,0-1 0 0 0,0 1-1 0 0,-1-1 1 0 0,1 1 0 0 0,0 0 0 0 0,0 0 0 0 0,-1-1 0 0 0,1 2 0 0 0,0-1 0 0 0,-1 0 0 0 0,1 0 0 0 0,0 1 0 0 0,0-1 0 0 0,-1 1 0 0 0,1 0 0 0 0,0 0 0 0 0,-3 1 0 0 0,5-1-5 0 0,-1-1 0 0 0,1 1 1 0 0,0-1-1 0 0,-1 1 1 0 0,1-1-1 0 0,0 1 1 0 0,0-1-1 0 0,0 1 1 0 0,-1 0-1 0 0,1-1 1 0 0,0 1-1 0 0,0-1 1 0 0,0 1-1 0 0,0 0 1 0 0,0-1-1 0 0,0 1 1 0 0,0-1-1 0 0,0 1 1 0 0,0-1-1 0 0,1 1 0 0 0,-1 0 1 0 0,0-1-1 0 0,0 1 1 0 0,0-1-1 0 0,1 1 1 0 0,-1 0-1 0 0,21 20-1180 0 0,-8-15 517 0 0,-1 1 1 0 0,1-2 0 0 0,0 1-1 0 0,1-2 1 0 0,-1 0 0 0 0,1-1-1 0 0,0 0 1 0 0,-1-1 0 0 0,19 1-1 0 0,29-2-905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03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390 20 1681 0 0,'0'-1'131'0'0,"0"0"0"0"0,-1 0 0 0 0,0 0 0 0 0,1-1 0 0 0,-1 1 0 0 0,0 0 0 0 0,0 0 0 0 0,1 0 0 0 0,-1 0 0 0 0,0 0 0 0 0,0 1 0 0 0,0-1 0 0 0,0 0 0 0 0,0 0 0 0 0,0 1 0 0 0,-1-1 0 0 0,1 0 0 0 0,0 1 0 0 0,0-1 0 0 0,0 1 0 0 0,-1-1 0 0 0,1 1 0 0 0,0 0 0 0 0,0 0 0 0 0,-1 0 0 0 0,1-1 0 0 0,0 1 0 0 0,-1 0 0 0 0,1 0 0 0 0,-2 1 0 0 0,-54 1 2424 0 0,36 3-2211 0 0,-1 0-1 0 0,1 2 1 0 0,1 0-1 0 0,-1 1 1 0 0,1 1-1 0 0,1 1 1 0 0,0 1-1 0 0,0 0 1 0 0,1 2-1 0 0,1 0 1 0 0,-27 25-1 0 0,40-33-331 0 0,0 0 0 0 0,0 1 0 0 0,0-1 0 0 0,1 1 0 0 0,0-1 0 0 0,0 1 0 0 0,0 0-1 0 0,1 0 1 0 0,0 1 0 0 0,0-1 0 0 0,1 0 0 0 0,-1 1 0 0 0,1-1 0 0 0,1 1 0 0 0,-1-1 0 0 0,1 1 0 0 0,0-1 0 0 0,1 1 0 0 0,0-1 0 0 0,0 1 0 0 0,0-1-1 0 0,0 0 1 0 0,1 1 0 0 0,0-1 0 0 0,4 7 0 0 0,-1-2-19 0 0,0 0-1 0 0,1 0 1 0 0,0-1-1 0 0,0 0 1 0 0,1 0 0 0 0,0-1-1 0 0,1 1 1 0 0,0-2-1 0 0,1 1 1 0 0,0-1-1 0 0,0-1 1 0 0,16 11-1 0 0,-13-12 10 0 0,0-1-1 0 0,1 0 1 0 0,-1-1-1 0 0,1 0 0 0 0,0-1 1 0 0,0-1-1 0 0,1 0 1 0 0,-1 0-1 0 0,0-1 0 0 0,1-1 1 0 0,-1-1-1 0 0,0 0 1 0 0,1 0-1 0 0,-1-1 1 0 0,0-1-1 0 0,0 0 0 0 0,0-1 1 0 0,13-6-1 0 0,-18 6 33 0 0,-1 0 1 0 0,0 0-1 0 0,0 0 0 0 0,-1-1 0 0 0,0 0 0 0 0,7-7 1 0 0,-6 6 19 0 0,-7 5-46 0 0,1 1-1 0 0,0-1 1 0 0,-1 0 0 0 0,1 1 0 0 0,-1-1 0 0 0,1 0 0 0 0,-1 1 0 0 0,1-1 0 0 0,-1 0 0 0 0,0 0 0 0 0,1 1 0 0 0,-1-1 0 0 0,0 0 0 0 0,1 0 0 0 0,-1 0 0 0 0,0 0 0 0 0,0 1 0 0 0,0-1-1 0 0,0 0 1 0 0,0 0 0 0 0,0 0 0 0 0,0 0 0 0 0,0 0 0 0 0,0 1 0 0 0,-1-1 0 0 0,1 0 0 0 0,0 0 0 0 0,0 0 0 0 0,-1 1 0 0 0,1-1 0 0 0,0 0 0 0 0,-1 0 0 0 0,0 0 0 0 0,-18-20 170 0 0,15 17-160 0 0,-4-5-172 0 0,0 1-1 0 0,-1-1 0 0 0,0 1 0 0 0,-12-8 1 0 0,-15-3-3461 0 0,32 17 2463 0 0,8 3-3312 0 0,21 0 1929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03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33 4082 0 0,'-86'6'5259'0'0,"54"-6"-4167"0"0,-56-6 0 0 0,28 6 976 0 0,55 0-721 0 0,10 0-1253 0 0,84 5 81 0 0,137 25 0 0 0,-74-8-99 0 0,-86-13-189 0 0,-14-2 274 0 0,58 1-1 0 0,-89-8-809 0 0,1-2 0 0 0,-1 0 1 0 0,24-5-1 0 0,-25-1-873 0 0,-19-1-481 0 0,-31-12-1811 0 0,9 9 2749 0 0,-40-41-3204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03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31 800 0 0,'0'-5'2722'0'0,"-30"-9"-241"0"0,30 8-560 0 0,-31 1-481 0 0,31 10-479 0 0,0 9-321 0 0,0 36 160 0 0,0 27 161 0 0,0 11-961 0 0,31 8 80 0 0,-1 25 240 0 0,0-19-80 0 0,30-33-240 0 0,-29-30-960 0 0,53-26-1201 0 0,7-32-3762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04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1 280 320 0 0,'1'0'374'0'0,"1"1"0"0"0,-1-1 0 0 0,1 1 0 0 0,-1-1 0 0 0,1 0 0 0 0,-1 1 0 0 0,1-1 0 0 0,0 0 1 0 0,-1 0-1 0 0,1 0 0 0 0,-1-1 0 0 0,1 1 0 0 0,-1 0 0 0 0,1 0 0 0 0,-1-1 0 0 0,3 0 0 0 0,-4-1 87 0 0,1 1 1 0 0,0-1-1 0 0,-1 0 1 0 0,1 1-1 0 0,-1-1 1 0 0,0 0 0 0 0,1 0-1 0 0,-1 1 1 0 0,0-1-1 0 0,0 0 1 0 0,0 0-1 0 0,-1 1 1 0 0,1-4-1 0 0,-1-20-1369 0 0,2 8 1055 0 0,1 0 0 0 0,0 1 1 0 0,8-27-1 0 0,-6 26-1 0 0,0 0 0 0 0,-1 0 1 0 0,1-30-1 0 0,-4 46-139 0 0,0-1-1 0 0,-1 1 1 0 0,1 0 0 0 0,0 0-1 0 0,0 0 1 0 0,0 0 0 0 0,0-1-1 0 0,0 1 1 0 0,0 0 0 0 0,0 0 0 0 0,0 0-1 0 0,0-1 1 0 0,1 1 0 0 0,-1 0-1 0 0,0 0 1 0 0,1 0 0 0 0,-1 0-1 0 0,1 0 1 0 0,-1 0 0 0 0,1 0-1 0 0,0 0 1 0 0,-1 0 0 0 0,1 0-1 0 0,0 0 1 0 0,0 0 0 0 0,0 0-1 0 0,0 0 1 0 0,0 1 0 0 0,0-1-1 0 0,0 0 1 0 0,0 1 0 0 0,0-1-1 0 0,0 1 1 0 0,0-1 0 0 0,0 1-1 0 0,0-1 1 0 0,0 1 0 0 0,0 0-1 0 0,0 0 1 0 0,1-1 0 0 0,0 1-1 0 0,-1 1 1 0 0,-1-1 0 0 0,1 1-1 0 0,0 0 1 0 0,-1-1 0 0 0,0 1-1 0 0,1 0 1 0 0,-1-1 0 0 0,1 1-1 0 0,-1 0 1 0 0,0 0 0 0 0,0-1-1 0 0,1 1 1 0 0,-1 0 0 0 0,0 0-1 0 0,0-1 1 0 0,0 1 0 0 0,0 0-1 0 0,0 0 1 0 0,0 0 0 0 0,0 0-1 0 0,0-1 1 0 0,0 1 0 0 0,0 0-1 0 0,0 0 1 0 0,-1-1 0 0 0,1 1-1 0 0,0 0 1 0 0,0 0 0 0 0,-1-1-1 0 0,1 1 1 0 0,-1 0 0 0 0,1 0-1 0 0,-1-1 1 0 0,1 1 0 0 0,-2 0-1 0 0,-1 3 13 0 0,0 0-1 0 0,0 1 0 0 0,0-1 1 0 0,1 0-1 0 0,0 1 0 0 0,-1 0 1 0 0,1-1-1 0 0,1 1 0 0 0,-1 0 1 0 0,1 0-1 0 0,0 0 0 0 0,0 0 1 0 0,0 0-1 0 0,1 0 0 0 0,0 0 1 0 0,0 1-1 0 0,1 4 0 0 0,-4 33 146 0 0,-6 14 55 0 0,4-36-138 0 0,2 1 1 0 0,0 0-1 0 0,1 0 0 0 0,2 0 1 0 0,2 33-1 0 0,0-37-149 0 0,1 0-1 0 0,0 0 1 0 0,2 0-1 0 0,0 0 1 0 0,0-1 0 0 0,2 0-1 0 0,13 25 1 0 0,-18-40-65 0 0,-2-1 98 0 0,0-1 0 0 0,0 0 1 0 0,1 1-1 0 0,-1-1 0 0 0,0 0 0 0 0,1 1 0 0 0,-1-1 0 0 0,0 0 1 0 0,0 1-1 0 0,1-1 0 0 0,-1 0 0 0 0,1 0 0 0 0,-1 0 0 0 0,0 1 0 0 0,1-1 1 0 0,-1 0-1 0 0,0 0 0 0 0,1 0 0 0 0,-1 0 0 0 0,1 1 0 0 0,-1-1 1 0 0,0 0-1 0 0,1 0 0 0 0,-1 0 0 0 0,1 0 0 0 0,-1 0 0 0 0,1 0 0 0 0,-1 0 1 0 0,0 0-1 0 0,1-1 0 0 0,-1 1 0 0 0,1 0 0 0 0,-1 0 0 0 0,0 0 1 0 0,1-1-1 0 0,10-2-265 0 0,0 0-1 0 0,0-1 1 0 0,-1 0 0 0 0,1-1 0 0 0,-1 0 0 0 0,0-1 0 0 0,-1 0 0 0 0,1-1-1 0 0,8-8 1 0 0,43-55-3248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04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0 320 0 0,'0'1'114'0'0,"0"0"-1"0"0,0 0 1 0 0,0 0-1 0 0,1 0 1 0 0,-1 0 0 0 0,0 0-1 0 0,0 0 1 0 0,0 0-1 0 0,1-1 1 0 0,-1 1-1 0 0,0 0 1 0 0,1 0 0 0 0,-1 0-1 0 0,1 0 1 0 0,-1-1-1 0 0,1 1 1 0 0,-1 0-1 0 0,1 0 1 0 0,0-1-1 0 0,-1 1 1 0 0,1 0 0 0 0,0-1-1 0 0,-1 1 1 0 0,1-1-1 0 0,0 1 1 0 0,0-1-1 0 0,0 1 1 0 0,1-1 0 0 0,-1 1-12 0 0,0-1 1 0 0,0 1-1 0 0,0-1 1 0 0,0 1 0 0 0,-1-1-1 0 0,1 1 1 0 0,0-1 0 0 0,0 1-1 0 0,0 0 1 0 0,-1-1-1 0 0,1 1 1 0 0,0 0 0 0 0,-1 0-1 0 0,1 0 1 0 0,-1 0 0 0 0,1-1-1 0 0,-1 1 1 0 0,1 0-1 0 0,-1 0 1 0 0,1 0 0 0 0,-1 0-1 0 0,0 0 1 0 0,0 0 0 0 0,0 0-1 0 0,1 0 1 0 0,-1 0-1 0 0,0 0 1 0 0,0 2 0 0 0,0 1 127 0 0,-5 51 2048 0 0,4-52-2231 0 0,0 0 0 0 0,0 0 0 0 0,0 0 0 0 0,0 0 1 0 0,-1 0-1 0 0,1 0 0 0 0,-1-1 0 0 0,0 1 0 0 0,0 0 0 0 0,0-1 0 0 0,0 0 0 0 0,-1 1 0 0 0,1-1 0 0 0,-6 4 0 0 0,-16 5 141 0 0,21-10-163 0 0,0 0 0 0 0,0 0 0 0 0,-1 1 0 0 0,1-1 1 0 0,0 1-1 0 0,0-1 0 0 0,1 1 0 0 0,-1 0 0 0 0,0 0 0 0 0,0 0 1 0 0,1 0-1 0 0,-1 1 0 0 0,1-1 0 0 0,0 1 0 0 0,0-1 0 0 0,0 1 1 0 0,-3 6-1 0 0,-4 83 829 0 0,7-86-782 0 0,0 1 0 0 0,0-1 0 0 0,1 0 1 0 0,0 1-1 0 0,0-1 0 0 0,0 1 1 0 0,1 0-1 0 0,1 6 0 0 0,0-9-17 0 0,0 0 1 0 0,0 0-1 0 0,0 0 0 0 0,1 0 0 0 0,0-1 0 0 0,0 1 1 0 0,0 0-1 0 0,0-1 0 0 0,1 0 0 0 0,-1 1 1 0 0,1-1-1 0 0,0 0 0 0 0,0 0 0 0 0,0-1 0 0 0,5 5 1 0 0,-4-4 21 0 0,0-1 1 0 0,1 1 0 0 0,-1-1-1 0 0,1 0 1 0 0,-1 0 0 0 0,1 0-1 0 0,0-1 1 0 0,-1 1 0 0 0,1-1-1 0 0,0 0 1 0 0,0-1 0 0 0,0 1 0 0 0,6-1-1 0 0,63-7 710 0 0,-69 6-714 0 0,11-1 88 0 0,1-1 1 0 0,-1-1-1 0 0,0-1 0 0 0,0 0 1 0 0,20-10-1 0 0,-31 13-137 0 0,-1 0-1 0 0,0 0 1 0 0,0-1 0 0 0,0 0 0 0 0,-1 0-1 0 0,1 0 1 0 0,-1 0 0 0 0,1 0-1 0 0,-1-1 1 0 0,0 1 0 0 0,0-1 0 0 0,-1 0-1 0 0,1 0 1 0 0,-1 0 0 0 0,0 0-1 0 0,0 0 1 0 0,0-1 0 0 0,0 1 0 0 0,-1-1-1 0 0,0 1 1 0 0,0-1 0 0 0,0 1-1 0 0,0-1 1 0 0,-1-6 0 0 0,0-6-33 0 0,-1 0 1 0 0,-1 0 0 0 0,0 1-1 0 0,-1-1 1 0 0,-1 1 0 0 0,-1 0-1 0 0,-8-21 1 0 0,11 32-120 0 0,-1 0-1 0 0,0 1 1 0 0,1-1-1 0 0,-2 1 1 0 0,1 0-1 0 0,0 0 1 0 0,-1 0-1 0 0,0 0 1 0 0,0 0-1 0 0,0 1 1 0 0,0-1-1 0 0,0 1 1 0 0,-1 0-1 0 0,0 1 1 0 0,1-1-1 0 0,-1 1 1 0 0,0 0-1 0 0,0 0 1 0 0,-10-2-1 0 0,-18-8-1783 0 0,31 11 1732 0 0,-16-10-3108 0 0,19 10 2910 0 0,0 0 1 0 0,0-1 0 0 0,0 1 0 0 0,0 0-1 0 0,0 0 1 0 0,1 0 0 0 0,-1 1-1 0 0,0-1 1 0 0,1 0 0 0 0,-1 0-1 0 0,0 1 1 0 0,1-1 0 0 0,2 0-1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05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1 800 0 0,'-5'0'473'0'0,"-1"0"0"0"0,1 0 0 0 0,0 0-1 0 0,-1 0 1 0 0,1 1 0 0 0,0 0-1 0 0,0 0 1 0 0,-1 1 0 0 0,1-1 0 0 0,0 1-1 0 0,0 0 1 0 0,1 0 0 0 0,-1 1-1 0 0,0-1 1 0 0,-8 7 0 0 0,-21 19 86 0 0,25-23-449 0 0,1 1-1 0 0,0 1 1 0 0,0-1-1 0 0,-10 13 1 0 0,10-9 19 0 0,0 1-1 0 0,1 0 1 0 0,1 0 0 0 0,0 1-1 0 0,0 0 1 0 0,1 0 0 0 0,1 0-1 0 0,0 1 1 0 0,-4 20 0 0 0,7-26-67 0 0,0 1-1 0 0,0-1 1 0 0,1 0 0 0 0,0 1-1 0 0,0-1 1 0 0,1 0 0 0 0,0 1 0 0 0,0-1-1 0 0,1 0 1 0 0,0 0 0 0 0,0 0-1 0 0,0 0 1 0 0,1 0 0 0 0,0 0 0 0 0,1-1-1 0 0,0 0 1 0 0,-1 1 0 0 0,2-1-1 0 0,7 8 1 0 0,10 8 152 0 0,1-2-1 0 0,1 0 0 0 0,48 30 1 0 0,-54-39-131 0 0,1-1 1 0 0,-1-1-1 0 0,1 0 0 0 0,1-1 1 0 0,0-2-1 0 0,0 0 0 0 0,21 3 1 0 0,-21-7-77 0 0,0-1-1 0 0,1-1 1 0 0,-1-1 0 0 0,1-1-1 0 0,-1 0 1 0 0,0-2 0 0 0,0 0-1 0 0,0-2 1 0 0,-1 0 0 0 0,1-1-1 0 0,20-11 1 0 0,-34 15-71 0 0,-1-1 0 0 0,1-1 0 0 0,-1 1 0 0 0,0-1 0 0 0,-1 0 0 0 0,1 0 0 0 0,-1 0 0 0 0,0-1 0 0 0,0 1 0 0 0,-1-1 0 0 0,1 0 0 0 0,-1 0 0 0 0,-1 0-1 0 0,4-9 1 0 0,-6 13-29 0 0,1-1 0 0 0,0 1-1 0 0,-1 0 1 0 0,1 0 0 0 0,-1-1-1 0 0,0 1 1 0 0,0 0-1 0 0,0-1 1 0 0,0 1 0 0 0,0 0-1 0 0,0-1 1 0 0,-1 1 0 0 0,1 0-1 0 0,-1 0 1 0 0,0-4-1 0 0,-25-32-3040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21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1 2161 0 0,'-10'4'774'0'0,"0"1"-1"0"0,0 0 1 0 0,1 0-1 0 0,0 1 1 0 0,-16 13-1 0 0,14-9-693 0 0,0 1 1 0 0,1 0-1 0 0,0 1 0 0 0,1 0 0 0 0,1 0 0 0 0,0 1 0 0 0,0 0 0 0 0,1 0 0 0 0,1 1 0 0 0,-9 27 1 0 0,10-25-32 0 0,3-8-4 0 0,0 1 1 0 0,0-1-1 0 0,-1-1 1 0 0,0 1-1 0 0,-1 0 1 0 0,0-1-1 0 0,-6 10 1 0 0,-7 7 211 0 0,2 1-1 0 0,-20 42 1 0 0,31-57-201 0 0,0-1 0 0 0,1 0 0 0 0,0 1-1 0 0,1 0 1 0 0,0-1 0 0 0,0 1 0 0 0,1 0 0 0 0,1 0 0 0 0,-1 0 0 0 0,2 0 0 0 0,1 14 0 0 0,3 4 71 0 0,2 6 119 0 0,-1 0 1 0 0,1 54 0 0 0,-8-34-4 0 0,3 79 473 0 0,-1-118-613 0 0,1 0 0 0 0,1 0 0 0 0,0 0 0 0 0,1 0 0 0 0,0 0 0 0 0,8 17 1 0 0,-10-28-154 0 0,0 0 0 0 0,0 0 0 0 0,0 0 0 0 0,0 0 0 0 0,1 0 0 0 0,-1 0 1 0 0,1-1-1 0 0,0 1 0 0 0,0-1 0 0 0,1 0 0 0 0,-1 0 0 0 0,1 0 0 0 0,-1-1 1 0 0,1 1-1 0 0,0-1 0 0 0,0 0 0 0 0,0 0 0 0 0,7 3 0 0 0,-7-5-181 0 0,0 1-1 0 0,1-1 0 0 0,-1-1 1 0 0,0 1-1 0 0,0 0 1 0 0,0-1-1 0 0,0 0 0 0 0,0 0 1 0 0,0 0-1 0 0,0 0 1 0 0,0-1-1 0 0,0 0 0 0 0,-1 0 1 0 0,1 0-1 0 0,-1 0 0 0 0,1 0 1 0 0,-1-1-1 0 0,0 1 1 0 0,0-1-1 0 0,0 0 0 0 0,4-5 1 0 0,54-67-5732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22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123 790 3201 0 0,'-10'-6'2895'0'0,"-91"-8"120"0"0,101 14-3002 0 0,-1 0 0 0 0,1 0 0 0 0,-1 0 0 0 0,1 0 0 0 0,-1 0 0 0 0,1 0 0 0 0,-1 0 0 0 0,1-1 0 0 0,-1 1 0 0 0,1 0 0 0 0,-1 0 0 0 0,1 0 0 0 0,0-1 0 0 0,-1 1 0 0 0,1 0 0 0 0,-1-1 0 0 0,1 1 0 0 0,0 0 0 0 0,-1-1 0 0 0,1 1 0 0 0,0 0 0 0 0,-1-1 0 0 0,1 1 0 0 0,0-1 0 0 0,0 1 0 0 0,0-1 0 0 0,-1 1 0 0 0,1-1 0 0 0,0 1 0 0 0,0 0 0 0 0,0-1 0 0 0,0 1 0 0 0,0-1 0 0 0,0 1 0 0 0,0-1 0 0 0,0 1 0 0 0,0-1 0 0 0,0 1 0 0 0,0-1 0 0 0,0 0 0 0 0,6-16 174 0 0,59-72 71 0 0,-47 67-170 0 0,-2 0 0 0 0,0-1 1 0 0,-1-1-1 0 0,-2 0 0 0 0,20-48 0 0 0,-26 56-99 0 0,-2-1 0 0 0,1 0 0 0 0,-2 0 0 0 0,-1-1 0 0 0,0 1 0 0 0,-1-1-1 0 0,-1 0 1 0 0,0 1 0 0 0,-1-1 0 0 0,-1 0 0 0 0,-5-22 0 0 0,-3 3 14 0 0,5 23 29 0 0,0 0-1 0 0,1 0 0 0 0,1 0 1 0 0,-1-17-1 0 0,3-69 356 0 0,3 99-406 0 0,0-1 0 0 0,1 1 0 0 0,-1 0 1 0 0,0 1-1 0 0,1-1 0 0 0,-1 0 0 0 0,0 1 1 0 0,1 0-1 0 0,-1-1 0 0 0,1 2 0 0 0,-1-1 0 0 0,0 0 1 0 0,4 1-1 0 0,3-1-12 0 0,2 1 10 0 0,0 0 0 0 0,1 1 0 0 0,-1 1 0 0 0,0 0 0 0 0,0 0 0 0 0,0 1-1 0 0,-1 0 1 0 0,1 1 0 0 0,-1 1 0 0 0,0 0 0 0 0,14 10 0 0 0,-15-10 11 0 0,13 7-4 0 0,-1 1 0 0 0,33 28 0 0 0,-50-38 21 0 0,0 1 1 0 0,0-1-1 0 0,0 1 0 0 0,0 0 1 0 0,-1 1-1 0 0,0-1 0 0 0,0 1 1 0 0,0 0-1 0 0,-1 0 0 0 0,0 0 1 0 0,0 0-1 0 0,-1 0 0 0 0,1 1 1 0 0,-1-1-1 0 0,-1 1 0 0 0,1 0 1 0 0,0 7-1 0 0,-2 1-3 0 0,0-1 0 0 0,-1 1 0 0 0,-1 0 0 0 0,-6 25 0 0 0,5-31-6 0 0,0-1 0 0 0,-1 0 0 0 0,0 0 0 0 0,0-1 0 0 0,-1 1 0 0 0,1-1 0 0 0,-2 0 0 0 0,1 0 0 0 0,-12 11 0 0 0,-1-2 45 0 0,-1 0 0 0 0,-1-1 0 0 0,0-1 0 0 0,-1-1 0 0 0,-1-1-1 0 0,1-1 1 0 0,-42 15 0 0 0,45-20-2 0 0,0 0-1 0 0,-1-1 0 0 0,0 0 1 0 0,0-2-1 0 0,0 0 0 0 0,0-2 1 0 0,-1 0-1 0 0,1-1 0 0 0,0 0 1 0 0,-30-6-1 0 0,26-3 95 0 0,23 9-139 0 0,-1 0 1 0 0,1 0-1 0 0,0 0 0 0 0,-1 0 0 0 0,1-1 1 0 0,0 1-1 0 0,-1 0 0 0 0,1 0 0 0 0,0 0 1 0 0,-1 0-1 0 0,1 0 0 0 0,-1 0 0 0 0,1-1 1 0 0,0 1-1 0 0,0 0 0 0 0,-1 0 0 0 0,1-1 1 0 0,0 1-1 0 0,-1 0 0 0 0,1 0 0 0 0,0-1 1 0 0,0 1-1 0 0,0 0 0 0 0,-1-1 0 0 0,1 1 1 0 0,0 0-1 0 0,0-1 0 0 0,0 1 0 0 0,0 0 1 0 0,-1-1-1 0 0,1 1 0 0 0,0 0 0 0 0,0-1 0 0 0,0 1 1 0 0,0 0-1 0 0,0-1 0 0 0,0 1 0 0 0,0-1 1 0 0,0 1-1 0 0,0 0 0 0 0,0-1 0 0 0,0 1 1 0 0,1 0-1 0 0,-1-1 0 0 0,0 1 0 0 0,0-1 1 0 0,0 1-1 0 0,0 0 0 0 0,0 0 0 0 0,1-1 1 0 0,-1 1-1 0 0,0 0 0 0 0,0-1 0 0 0,1 1 1 0 0,-1 0-1 0 0,0 0 0 0 0,0-1 0 0 0,1 1 1 0 0,-1 0-1 0 0,0 0 0 0 0,1-1 0 0 0,-1 1 1 0 0,0 0-1 0 0,1 0 0 0 0,-1 0 0 0 0,0 0 1 0 0,1 0-1 0 0,24-6-103 0 0,-11 6 102 0 0,0 0 0 0 0,-1 0 0 0 0,1 1 0 0 0,-1 1 0 0 0,1 0 1 0 0,-1 1-1 0 0,0 0 0 0 0,0 1 0 0 0,0 1 0 0 0,0 0 0 0 0,-1 0 0 0 0,21 13 0 0 0,-19-8 33 0 0,0-1 0 0 0,-1 2-1 0 0,0 0 1 0 0,0 0 0 0 0,-1 1 0 0 0,-1 0-1 0 0,0 1 1 0 0,-1 1 0 0 0,13 22 0 0 0,0 16-41 0 0,-18-40 23 0 0,-1-1 0 0 0,2 1 0 0 0,-1-1 0 0 0,10 13 0 0 0,-12-20-98 0 0,0-1-1 0 0,0 1 1 0 0,0-1 0 0 0,1 0 0 0 0,0 1 0 0 0,-1-2-1 0 0,1 1 1 0 0,0 0 0 0 0,0-1 0 0 0,1 0 0 0 0,-1 0-1 0 0,0 0 1 0 0,1 0 0 0 0,0-1 0 0 0,5 2 0 0 0,-1-2-386 0 0,-1-1 0 0 0,1 0 1 0 0,-1 0-1 0 0,1-1 1 0 0,-1 0-1 0 0,1-1 1 0 0,-1 1-1 0 0,1-2 1 0 0,-1 1-1 0 0,0-1 1 0 0,15-8-1 0 0,37-19-3728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23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320 175 3201 0 0,'-17'2'1073'0'0,"0"0"-137"0"0,-1-1 0 0 0,1 0 0 0 0,-26-3 0 0 0,39 2-880 0 0,0-1 0 0 0,0 1 0 0 0,0-1 0 0 0,0 0 0 0 0,0 0-1 0 0,1-1 1 0 0,-1 1 0 0 0,0-1 0 0 0,1 0 0 0 0,-1 1 0 0 0,1-2-1 0 0,0 1 1 0 0,-1 0 0 0 0,1-1 0 0 0,0 1 0 0 0,1-1 0 0 0,-1 0-1 0 0,0 0 1 0 0,1 0 0 0 0,-4-7 0 0 0,2 4-67 0 0,-17-42-77 0 0,20 45 85 0 0,0 0-1 0 0,1 0 1 0 0,-1 1 0 0 0,1-1-1 0 0,-1 0 1 0 0,1 0-1 0 0,0 0 1 0 0,0 1 0 0 0,1-1-1 0 0,-1 0 1 0 0,0 0-1 0 0,1 0 1 0 0,-1 1-1 0 0,1-1 1 0 0,0 0 0 0 0,0 1-1 0 0,3-6 1 0 0,-2 6-5 0 0,1 0 0 0 0,0-1 0 0 0,-1 1 0 0 0,1 0 1 0 0,0 0-1 0 0,0 1 0 0 0,1-1 0 0 0,-1 1 0 0 0,0-1 0 0 0,0 1 0 0 0,1 0 1 0 0,-1 0-1 0 0,1 1 0 0 0,-1-1 0 0 0,1 1 0 0 0,-1-1 0 0 0,1 1 0 0 0,-1 0 1 0 0,1 0-1 0 0,-1 1 0 0 0,1-1 0 0 0,-1 1 0 0 0,1 0 0 0 0,-1 0 1 0 0,6 2-1 0 0,-6-2 9 0 0,0-1 1 0 0,-1 1-1 0 0,1 0 1 0 0,0 0 0 0 0,-1 0-1 0 0,0 0 1 0 0,1 1-1 0 0,-1-1 1 0 0,0 0 0 0 0,1 1-1 0 0,-1 0 1 0 0,0 0-1 0 0,0-1 1 0 0,0 1 0 0 0,0 0-1 0 0,-1 1 1 0 0,1-1-1 0 0,-1 0 1 0 0,1 0 0 0 0,-1 1-1 0 0,0-1 1 0 0,0 1-1 0 0,0-1 1 0 0,0 1 0 0 0,0-1-1 0 0,0 1 1 0 0,-1 0-1 0 0,1-1 1 0 0,-1 1 0 0 0,0 0-1 0 0,0-1 1 0 0,0 1-1 0 0,0 0 1 0 0,0 0-1 0 0,-1 3 1 0 0,-3 5 26 0 0,0-1-1 0 0,-1 0 1 0 0,0 0-1 0 0,-1 0 1 0 0,0 0-1 0 0,0-1 1 0 0,-1 0 0 0 0,0-1-1 0 0,-1 1 1 0 0,1-1-1 0 0,-2-1 1 0 0,1 1-1 0 0,-1-1 1 0 0,-16 9 0 0 0,-9 3 230 0 0,24-13-137 0 0,0-1 1 0 0,0 1-1 0 0,0 0 0 0 0,0 1 0 0 0,1 0 1 0 0,-14 15-1 0 0,22-20-82 0 0,-2 1 34 0 0,1 0 1 0 0,-1 1-1 0 0,1-1 1 0 0,0 1-1 0 0,0 0 0 0 0,0-1 1 0 0,1 1-1 0 0,-1 0 1 0 0,-1 8-1 0 0,3-10-38 0 0,1 1-1 0 0,-1-1 1 0 0,1 1 0 0 0,0-1 0 0 0,0 1-1 0 0,0-1 1 0 0,0 0 0 0 0,0 1-1 0 0,0-1 1 0 0,1 0 0 0 0,-1 0-1 0 0,1 0 1 0 0,-1 0 0 0 0,1 0 0 0 0,0 0-1 0 0,0-1 1 0 0,0 1 0 0 0,0 0-1 0 0,2 1 1 0 0,10 7 31 0 0,0 0 0 0 0,1-1 0 0 0,0-1 0 0 0,1 0 0 0 0,0-1 0 0 0,0 0 0 0 0,0-1 0 0 0,1-1 0 0 0,0-1 0 0 0,31 4 0 0 0,-13-4-838 0 0,-1-2 0 0 0,1-1 0 0 0,0-2 0 0 0,64-9-1 0 0,-83 7 33 0 0,0 0 0 0 0,0-1-1 0 0,16-7 1 0 0,-19 5-284 0 0,-1-1 0 0 0,0 0 1 0 0,17-13-1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23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 1921 0 0,'-121'38'5923'0'0,"31"-19"-3442"0"0,60-19-1521 0 0,30-7 881 0 0,30 7-1441 0 0,0 7-320 0 0,30-7-80 0 0,1 6-80 0 0,-1 0-320 0 0,1 2-400 0 0,29-3-641 0 0,31 1-1360 0 0,-67 8-1201 0 0,-24-9 1201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23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1 800 0 0,'-30'13'5523'0'0,"-31"-13"-2322"0"0,31 0-1200 0 0,30-6-1440 0 0,30 6-81 0 0,0 0 0 0 0,31-7-80 0 0,-1 7-240 0 0,121 0-1360 0 0,85 13-2162 0 0,-115-7-2481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24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149 209 240 0 0,'-26'-3'4367'0'0,"21"4"-3986"0"0,-1-1 0 0 0,0 0 0 0 0,0-1 0 0 0,1 0 0 0 0,-1 0 0 0 0,0 0 0 0 0,1 0 0 0 0,-1-1 0 0 0,-8-3 0 0 0,14 3-365 0 0,-1 0 0 0 0,0-1 0 0 0,0 2 0 0 0,0-1 0 0 0,0 0 0 0 0,0 0 0 0 0,0 0 0 0 0,-1 0 1 0 0,1 1-1 0 0,-1-1 0 0 0,1 1 0 0 0,-4-3 0 0 0,-12-15 242 0 0,10 11-170 0 0,6 8-75 0 0,0-1 0 0 0,0 0 0 0 0,0 0 0 0 0,-1 0 0 0 0,1 0 0 0 0,0 0 0 0 0,1 0 0 0 0,-1 0 0 0 0,0-1 1 0 0,0 1-1 0 0,0 0 0 0 0,1 0 0 0 0,-1-1 0 0 0,1 1 0 0 0,-1-1 0 0 0,1 1 0 0 0,-1 0 0 0 0,1-1 0 0 0,0 1 1 0 0,0-1-1 0 0,-1 1 0 0 0,1 0 0 0 0,0-1 0 0 0,0 1 0 0 0,1-1 0 0 0,-1 1 0 0 0,0-1 0 0 0,0 1 0 0 0,1-1 1 0 0,0-1-1 0 0,1-1 19 0 0,1-1 31 0 0,0-1 0 0 0,0 1-1 0 0,1 0 1 0 0,-1-1 0 0 0,1 2 0 0 0,0-1 0 0 0,1 0 0 0 0,-1 1 0 0 0,1 0 0 0 0,0 0 0 0 0,5-4 0 0 0,7 1-20 0 0,1 1 0 0 0,-1 1 0 0 0,1 0 0 0 0,0 1 0 0 0,0 1 1 0 0,0 0-1 0 0,1 2 0 0 0,-1 0 0 0 0,0 1 0 0 0,1 1 0 0 0,-1 0 1 0 0,0 2-1 0 0,0 0 0 0 0,0 1 0 0 0,0 1 0 0 0,21 8 0 0 0,-28-8-19 0 0,0-1 1 0 0,-1 2-1 0 0,0-1 0 0 0,0 1 0 0 0,0 1 0 0 0,-1 0 0 0 0,0 0 0 0 0,-1 1 0 0 0,1 0 0 0 0,9 13 0 0 0,-16-18-22 0 0,1 1 0 0 0,0 0 0 0 0,-1 0 0 0 0,0 0 0 0 0,0 0 0 0 0,0 0 0 0 0,-1 1 0 0 0,1-1 0 0 0,-1 0 0 0 0,0 1 0 0 0,0-1 0 0 0,0 1 0 0 0,-1-1 0 0 0,0 1 0 0 0,0 0 0 0 0,0-1 0 0 0,0 1 0 0 0,-1-1 0 0 0,0 1 0 0 0,0-1 0 0 0,0 1 0 0 0,0-1 0 0 0,-1 1 0 0 0,1-1 0 0 0,-1 0 0 0 0,0 0-1 0 0,-4 5 1 0 0,-17 44 7 0 0,21-46-2 0 0,-1 0 1 0 0,1 0-1 0 0,-1 0 0 0 0,0-1 0 0 0,-1 1 0 0 0,0-1 0 0 0,0 0 0 0 0,0 0 0 0 0,-9 9 1 0 0,-7 3 4 0 0,-1 0 0 0 0,-1-2 0 0 0,-1 0 0 0 0,0-2 1 0 0,0-1-1 0 0,-1 0 0 0 0,-1-2 0 0 0,0-1 1 0 0,-1-1-1 0 0,0-1 0 0 0,-32 6 0 0 0,50-13 6 0 0,2 1-5 0 0,-1 0 0 0 0,0 0 0 0 0,0-1 0 0 0,0 0 0 0 0,0-1-1 0 0,0 1 1 0 0,0-1 0 0 0,0-1 0 0 0,-14-1 0 0 0,20 0-10 0 0,1 1 1 0 0,-1 0-1 0 0,0 0 1 0 0,1-1-1 0 0,-1 1 1 0 0,1 0-1 0 0,-1-1 1 0 0,1 1-1 0 0,0-1 1 0 0,-1 1-1 0 0,1 0 0 0 0,0-1 1 0 0,0 1-1 0 0,0-1 1 0 0,0 1-1 0 0,0-1 1 0 0,1 1-1 0 0,-1 0 1 0 0,0-1-1 0 0,0 1 1 0 0,1-1-1 0 0,-1 1 1 0 0,1 0-1 0 0,0-1 0 0 0,-1 1 1 0 0,2-2-1 0 0,2 0 1 0 0,0 0-1 0 0,0 0 0 0 0,1 0 0 0 0,-1 1 0 0 0,0-1 1 0 0,1 1-1 0 0,0 0 0 0 0,-1 1 0 0 0,1-1 0 0 0,0 1 0 0 0,0 0 1 0 0,0 0-1 0 0,0 0 0 0 0,8 1 0 0 0,-3 0 34 0 0,1 1 0 0 0,-1 0 0 0 0,1 1 0 0 0,-1 0 0 0 0,0 0 0 0 0,16 7-1 0 0,-5 0 145 0 0,-1 0-1 0 0,0 2 0 0 0,0 0 0 0 0,-1 1 0 0 0,28 24 1 0 0,-34-25-5 0 0,0 1 1 0 0,-2 0 0 0 0,20 27 0 0 0,-26-34-146 0 0,-2 1 0 0 0,1 1 0 0 0,-1-1 0 0 0,0 0 0 0 0,0 1 1 0 0,-1-1-1 0 0,0 1 0 0 0,0 0 0 0 0,0 0 0 0 0,-1 0 0 0 0,1 12 0 0 0,-2-18-34 0 0,0 1-1 0 0,0-1 1 0 0,0 1-1 0 0,0-1 1 0 0,0 0-1 0 0,0 1 0 0 0,1-1 1 0 0,-1 0-1 0 0,0 1 1 0 0,1-1-1 0 0,-1 0 1 0 0,1 1-1 0 0,0-1 1 0 0,-1 0-1 0 0,1 0 1 0 0,0 0-1 0 0,0 0 1 0 0,0 1-1 0 0,0-1 1 0 0,0 0-1 0 0,0-1 1 0 0,0 1-1 0 0,0 0 1 0 0,0 0-1 0 0,0 0 0 0 0,2 0 1 0 0,0 0-213 0 0,0 0 0 0 0,1 0 0 0 0,-1 0 0 0 0,0-1 0 0 0,1 1 0 0 0,-1-1 0 0 0,0 0 0 0 0,1 0 0 0 0,-1-1 0 0 0,6 0 0 0 0,4-2-604 0 0,-1 0 0 0 0,1 0 0 0 0,-1-2 1 0 0,0 0-1 0 0,12-6 0 0 0,11-18-2021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25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513 7 560 0 0,'-68'-2'4436'0'0,"34"1"-3627"0"0,1 1-1 0 0,-1 2 1 0 0,-48 8-1 0 0,56-6-610 0 0,1 1 0 0 0,0 1 0 0 0,0 2 0 0 0,-42 18 0 0 0,61-24-163 0 0,0 2 0 0 0,0-1 0 0 0,0 1 0 0 0,1 0 0 0 0,-1 0 0 0 0,1 0 1 0 0,0 1-1 0 0,0 0 0 0 0,0 0 0 0 0,1 0 0 0 0,0 0 0 0 0,0 1 0 0 0,0 0 0 0 0,1 0 1 0 0,-1 0-1 0 0,2 0 0 0 0,-1 0 0 0 0,1 1 0 0 0,0-1 0 0 0,0 1 0 0 0,0 0 1 0 0,1-1-1 0 0,0 1 0 0 0,0 12 0 0 0,1-14-6 0 0,1 1-1 0 0,-1-1 1 0 0,1 1-1 0 0,0-1 1 0 0,1 0-1 0 0,-1 1 1 0 0,1-1 0 0 0,0 0-1 0 0,0 0 1 0 0,1 0-1 0 0,-1 0 1 0 0,1-1 0 0 0,0 1-1 0 0,1-1 1 0 0,-1 0-1 0 0,1 0 1 0 0,-1 0-1 0 0,1 0 1 0 0,1 0 0 0 0,-1-1-1 0 0,0 0 1 0 0,1 0-1 0 0,0 0 1 0 0,-1 0 0 0 0,1-1-1 0 0,7 3 1 0 0,1-1-20 0 0,-1 0 1 0 0,1 0-1 0 0,0-1 1 0 0,1 0-1 0 0,-1-2 1 0 0,0 1-1 0 0,1-2 1 0 0,-1 0-1 0 0,26-3 1 0 0,-8-1-21 0 0,0-2 0 0 0,32-11-1 0 0,-50 13 5 0 0,0-1 0 0 0,-1 0-1 0 0,0-1 1 0 0,0 0-1 0 0,0-1 1 0 0,-1 0-1 0 0,15-13 1 0 0,-21 15-8 0 0,-1 0 1 0 0,0 0 0 0 0,-1-1 0 0 0,1 0-1 0 0,-1 1 1 0 0,0-1 0 0 0,0-1-1 0 0,-1 1 1 0 0,0 0 0 0 0,0-1 0 0 0,0 1-1 0 0,-1-1 1 0 0,0 1 0 0 0,0-1-1 0 0,-1 0 1 0 0,0 1 0 0 0,0-1 0 0 0,0 0-1 0 0,-1 1 1 0 0,0-1 0 0 0,0 1-1 0 0,-1-1 1 0 0,-2-7 0 0 0,3 9-135 0 0,-1-1-1 0 0,1 1 1 0 0,-1 0 0 0 0,0 0 0 0 0,-1 0-1 0 0,1 0 1 0 0,-1 0 0 0 0,0 0 0 0 0,0 1-1 0 0,-1 0 1 0 0,1-1 0 0 0,-1 1-1 0 0,0 0 1 0 0,0 1 0 0 0,0-1 0 0 0,-1 1-1 0 0,1-1 1 0 0,-1 1 0 0 0,0 1 0 0 0,0-1-1 0 0,0 1 1 0 0,0 0 0 0 0,0 0 0 0 0,0 0-1 0 0,-1 1 1 0 0,1 0 0 0 0,-6-1 0 0 0,1 3-2199 0 0,-16 4-133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25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375 1 1761 0 0,'-31'11'924'0'0,"1"2"0"0"0,1 1 1 0 0,0 2-1 0 0,1 0 0 0 0,0 2 0 0 0,-34 29 0 0 0,59-43-928 0 0,0-1-1 0 0,0 1 0 0 0,0 0 0 0 0,1 0 0 0 0,-1 0 0 0 0,1 0 0 0 0,0 1 0 0 0,0-1 1 0 0,1 1-1 0 0,-1-1 0 0 0,1 1 0 0 0,-1 6 0 0 0,-14 35 215 0 0,-14-2 167 0 0,19-31-151 0 0,1 1 1 0 0,1 1 0 0 0,-16 30 0 0 0,24-43-188 0 0,0 1-1 0 0,0 0 1 0 0,0 0-1 0 0,0 0 1 0 0,0 0-1 0 0,1 0 1 0 0,-1-1-1 0 0,1 1 1 0 0,-1 0-1 0 0,1 0 1 0 0,0 0-1 0 0,1 0 1 0 0,-1 0-1 0 0,0 0 1 0 0,1 0 0 0 0,0 0-1 0 0,0 0 1 0 0,-1 0-1 0 0,2 0 1 0 0,-1 0-1 0 0,0-1 1 0 0,1 1-1 0 0,-1 0 1 0 0,1-1-1 0 0,0 0 1 0 0,-1 1-1 0 0,1-1 1 0 0,3 2-1 0 0,8 6 59 0 0,1-1 0 0 0,0-1-1 0 0,0-1 1 0 0,1 0 0 0 0,0-1 0 0 0,0 0-1 0 0,0-1 1 0 0,1-1 0 0 0,0 0-1 0 0,0-1 1 0 0,17 0 0 0 0,-19-1-65 0 0,1-1 0 0 0,0-1 1 0 0,-1 0-1 0 0,1-1 0 0 0,-1 0 1 0 0,1-2-1 0 0,-1 1 0 0 0,0-2 0 0 0,0 0 1 0 0,0-1-1 0 0,0 0 0 0 0,-1-1 1 0 0,0 0-1 0 0,0-1 0 0 0,-1 0 1 0 0,0-2-1 0 0,0 1 0 0 0,18-17 0 0 0,-25 21-48 0 0,0-1-1 0 0,0 1 0 0 0,0-1 1 0 0,-1 1-1 0 0,1-1 0 0 0,-1-1 1 0 0,0 1-1 0 0,-1 0 0 0 0,1-1 1 0 0,-1 0-1 0 0,0 0 0 0 0,-1 0 1 0 0,1 0-1 0 0,-1 0 0 0 0,0-1 1 0 0,-1 1-1 0 0,0-1 0 0 0,0 1 1 0 0,0-1-1 0 0,-1 1 0 0 0,0-1 1 0 0,0 0-1 0 0,0 1 0 0 0,-1-1 1 0 0,0 1-1 0 0,0-1 0 0 0,-4-9 1 0 0,4 13-38 0 0,0 1 1 0 0,0-1-1 0 0,-1 0 1 0 0,1 1 0 0 0,-1-1-1 0 0,0 1 1 0 0,1-1-1 0 0,-1 1 1 0 0,0 0-1 0 0,-1 0 1 0 0,1 0 0 0 0,0 0-1 0 0,0 0 1 0 0,-1 0-1 0 0,1 1 1 0 0,-1-1 0 0 0,-4-1-1 0 0,-50-12-2126 0 0,42 13 1053 0 0,1 1-2293 0 0,0 5 2392 0 0,7-1 220 0 0,-23 9-1593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26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2721 0 0,'-30'14'4002'0'0,"0"-8"-1761"0"0,0-1-1280 0 0,30 9-641 0 0,30 11-160 0 0,0 19 240 0 0,31 0 160 0 0,-1-5-320 0 0,-30-7-160 0 0,31-1 0 0 0,-31 2 0 0 0,0-14-160 0 0,-30-7-240 0 0,30 1-400 0 0,-30-19-1761 0 0,-30-1 800 0 0,0 1-1921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26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61 293 3201 0 0,'0'13'3682'0'0,"-30"-13"-961"0"0,30 6-880 0 0,-30-12-640 0 0,60 6-481 0 0,0-8 0 0 0,0-3 1 0 0,0-8-161 0 0,85-26-320 0 0,36-32-2081 0 0,-30-13-3121 0 0,0 34-2641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27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87 241 800 0 0,'-1'-2'401'0'0,"0"0"0"0"0,0 0-1 0 0,0 0 1 0 0,0 0 0 0 0,-1 0-1 0 0,1 1 1 0 0,-1-1 0 0 0,1 1-1 0 0,-1-1 1 0 0,0 1 0 0 0,-1-2-1 0 0,-8-7 1742 0 0,8 7-1958 0 0,1 0-1 0 0,-1-1 0 0 0,1 1 1 0 0,-1 0-1 0 0,1-1 1 0 0,0 0-1 0 0,1 1 1 0 0,-1-1-1 0 0,1 0 0 0 0,-1 0 1 0 0,1 0-1 0 0,0 0 1 0 0,1 0-1 0 0,-1 0 0 0 0,1 0 1 0 0,0-1-1 0 0,0 1 1 0 0,0 0-1 0 0,1-6 1 0 0,-1-115 1350 0 0,5 124-1588 0 0,15 1 28 0 0,-20 0 25 0 0,0 0 0 0 0,1-1 0 0 0,-1 1 0 0 0,0 0 0 0 0,0 0 0 0 0,0 0 0 0 0,1 0 0 0 0,-1 0 0 0 0,0 0 0 0 0,0 0 0 0 0,0 1 0 0 0,1-1 0 0 0,-1 0 0 0 0,0 0 0 0 0,0 0 1 0 0,0 0-1 0 0,0 0 0 0 0,1 0 0 0 0,-1 0 0 0 0,0 0 0 0 0,0 0 0 0 0,0 0 0 0 0,0 1 0 0 0,1-1 0 0 0,-1 0 0 0 0,0 0 0 0 0,0 0 0 0 0,0 0 0 0 0,0 0 0 0 0,0 1 0 0 0,0-1 1 0 0,0 0-1 0 0,1 0 0 0 0,-1 0 0 0 0,0 1 0 0 0,0-1 0 0 0,0 0 0 0 0,0 0 0 0 0,0 0 0 0 0,0 1 0 0 0,0-1 0 0 0,0 0 0 0 0,0 0 0 0 0,0 0 0 0 0,0 1 0 0 0,0-1 0 0 0,0 0 1 0 0,0 0-1 0 0,0 0 0 0 0,0 0 0 0 0,0 1 0 0 0,-1-1 0 0 0,1 3 11 0 0,0 2 43 0 0,0 0 1 0 0,-1 1 0 0 0,0-1 0 0 0,0 0 0 0 0,0 0 0 0 0,0 1 0 0 0,-1-1-1 0 0,-4 9 1 0 0,-6 22 275 0 0,2 36 138 0 0,-1-32-320 0 0,8-29-123 0 0,0-1 1 0 0,0 1-1 0 0,1 1 1 0 0,0-1-1 0 0,1 11 1 0 0,0-15-117 0 0,0 0 0 0 0,1 0 1 0 0,0 0-1 0 0,0 0 1 0 0,1 0-1 0 0,0 0 0 0 0,0 0 1 0 0,1 0-1 0 0,-1 0 1 0 0,2 0-1 0 0,-1-1 0 0 0,1 1 1 0 0,0-1-1 0 0,7 11 1 0 0,-9-16-48 0 0,0 0-1 0 0,0 0 1 0 0,1 0 0 0 0,-1 0 0 0 0,0 0 0 0 0,1 0 0 0 0,-1 0 0 0 0,1-1 0 0 0,-1 1 0 0 0,1 0 0 0 0,-1-1-1 0 0,1 0 1 0 0,-1 1 0 0 0,1-1 0 0 0,0 0 0 0 0,-1 0 0 0 0,1 0 0 0 0,-1 0 0 0 0,1 0 0 0 0,0 0 0 0 0,-1 0-1 0 0,1 0 1 0 0,-1-1 0 0 0,1 1 0 0 0,-1-1 0 0 0,1 1 0 0 0,-1-1 0 0 0,1 0 0 0 0,-1 1 0 0 0,1-1 0 0 0,-1 0-1 0 0,0 0 1 0 0,3-2 0 0 0,-1 1-320 0 0,31-26-4264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2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19 640 0 0,'-24'15'2509'0'0,"20"-12"-1980"0"0,-1 0 1 0 0,0 0 0 0 0,0-1-1 0 0,0 1 1 0 0,0-1 0 0 0,-7 2-1 0 0,-6 1 73 0 0,1 0 150 0 0,-1 0 1 0 0,-29 14-1 0 0,44-18-686 0 0,0 1 0 0 0,0-1 0 0 0,1 0 0 0 0,-1 1 0 0 0,1 0 0 0 0,-1-1 0 0 0,1 1 0 0 0,-1 0 0 0 0,1 1 0 0 0,0-1 0 0 0,0 0 0 0 0,0 0 0 0 0,0 1 0 0 0,1-1 0 0 0,-1 1 0 0 0,1 0 0 0 0,-1 0 0 0 0,1-1 0 0 0,0 1 0 0 0,0 0 0 0 0,0 0 0 0 0,0 0 0 0 0,0 5 0 0 0,1-4 64 0 0,0 0 0 0 0,0 1 0 0 0,0-1 0 0 0,1 1 1 0 0,-1-1-1 0 0,1 0 0 0 0,0 1 0 0 0,0-1 1 0 0,1 0-1 0 0,-1 0 0 0 0,5 8 0 0 0,-1-7 30 0 0,0 1 0 0 0,0-1 0 0 0,0 0-1 0 0,1 0 1 0 0,0-1 0 0 0,0 1 0 0 0,9 3 0 0 0,-1 2 11 0 0,1-1 0 0 0,1-1 0 0 0,-1-1 0 0 0,20 7 0 0 0,-30-12-146 0 0,1-1-1 0 0,-1 1 1 0 0,0-1-1 0 0,0 0 1 0 0,1-1-1 0 0,-1 1 1 0 0,1-1-1 0 0,-1 0 1 0 0,0-1-1 0 0,1 1 1 0 0,-1-1-1 0 0,0 0 1 0 0,1 0-1 0 0,-1-1 1 0 0,0 1-1 0 0,0-1 0 0 0,0 0 1 0 0,6-4-1 0 0,-10 4-18 0 0,0 1 0 0 0,-1-1 0 0 0,1 1 0 0 0,0-1 0 0 0,-1 0 0 0 0,1 1 0 0 0,-1-1-1 0 0,1 0 1 0 0,-1 1 0 0 0,0-1 0 0 0,0 0 0 0 0,0 0 0 0 0,0 1 0 0 0,0-1-1 0 0,0 0 1 0 0,0 1 0 0 0,0-1 0 0 0,-1 0 0 0 0,1 0 0 0 0,-1 1 0 0 0,1-1 0 0 0,-1 0-1 0 0,0 1 1 0 0,-1-3 0 0 0,-6-11-21 0 0,-1 0 0 0 0,0 1 0 0 0,-1 0 0 0 0,0 1 1 0 0,-21-21-1 0 0,-3-4-163 0 0,32 36 154 0 0,-10-13-196 0 0,0 1 0 0 0,-1 0 1 0 0,-16-13-1 0 0,25 23-32 0 0,-1 1 0 0 0,0 0 1 0 0,0 0-1 0 0,0 1 0 0 0,0-1 0 0 0,0 1 0 0 0,0 0 0 0 0,-1 0 1 0 0,1 1-1 0 0,-1 0 0 0 0,1 0 0 0 0,-1 0 0 0 0,-10 0 1 0 0,16 1 181 0 0,1 0 0 0 0,-1 0 1 0 0,0 0-1 0 0,0 1 0 0 0,0-1 1 0 0,0 0-1 0 0,0 0 1 0 0,1 0-1 0 0,-1 0 0 0 0,0 0 1 0 0,0 0-1 0 0,0 0 0 0 0,0 0 1 0 0,0 1-1 0 0,0-1 0 0 0,0 0 1 0 0,1 0-1 0 0,-1 0 1 0 0,0 0-1 0 0,0 0 0 0 0,0 1 1 0 0,0-1-1 0 0,0 0 0 0 0,0 0 1 0 0,0 0-1 0 0,0 0 0 0 0,0 1 1 0 0,0-1-1 0 0,0 0 1 0 0,0 0-1 0 0,0 0 0 0 0,0 0 1 0 0,0 1-1 0 0,0-1 0 0 0,0 0 1 0 0,0 0-1 0 0,0 0 0 0 0,0 0 1 0 0,0 1-1 0 0,0-1 1 0 0,0 0-1 0 0,-1 0 0 0 0,1 0 1 0 0,0 0-1 0 0,0 0 0 0 0,0 0 1 0 0,0 1-1 0 0,0-1 0 0 0,0 0 1 0 0,0 0-1 0 0,-1 0 1 0 0,1 0-1 0 0,0 0 0 0 0,0 0 1 0 0,0 0-1 0 0,0 0 0 0 0,0 0 1 0 0,-1 1-1 0 0,26 4-2531 0 0,6-4 80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27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1 960 0 0,'-20'0'1003'0'0,"0"0"-1"0"0,0 2 0 0 0,-1 1 0 0 0,2 0 0 0 0,-1 1 0 0 0,-22 8 0 0 0,35-9-863 0 0,1-1 0 0 0,0 1 1 0 0,-1 0-1 0 0,2 0 0 0 0,-1 1 0 0 0,0-1 0 0 0,0 1 1 0 0,1 1-1 0 0,0-1 0 0 0,0 1 0 0 0,0 0 0 0 0,1 0 1 0 0,0 0-1 0 0,0 1 0 0 0,0-1 0 0 0,0 1 0 0 0,1 0 1 0 0,0 0-1 0 0,0 1 0 0 0,-3 12 0 0 0,4-12-67 0 0,1 0 0 0 0,1 0-1 0 0,-1 0 1 0 0,1 0-1 0 0,0 0 1 0 0,1 0 0 0 0,0 0-1 0 0,0 1 1 0 0,0-1 0 0 0,1-1-1 0 0,0 1 1 0 0,1 0 0 0 0,-1 0-1 0 0,1-1 1 0 0,0 1-1 0 0,1-1 1 0 0,0 0 0 0 0,0 0-1 0 0,5 5 1 0 0,1 2 82 0 0,1-1-1 0 0,0-1 1 0 0,1 0-1 0 0,0-1 1 0 0,1 0 0 0 0,28 16-1 0 0,115 49 619 0 0,-137-67-730 0 0,-9-3-41 0 0,1-1 0 0 0,0 0 0 0 0,0-1 1 0 0,0 0-1 0 0,0 0 0 0 0,1-1 0 0 0,-1-1 1 0 0,1 0-1 0 0,-1 0 0 0 0,19-3 0 0 0,-25 2-17 0 0,0 0 0 0 0,1-1-1 0 0,-1 0 1 0 0,0 0 0 0 0,0-1-1 0 0,0 0 1 0 0,0 0 0 0 0,0 0-1 0 0,0 0 1 0 0,0-1 0 0 0,0 1 0 0 0,-1-1-1 0 0,1 0 1 0 0,-1-1 0 0 0,0 1-1 0 0,0-1 1 0 0,4-5 0 0 0,-7 8 9 0 0,0-1-1 0 0,0 0 1 0 0,0 1 0 0 0,0-1 0 0 0,-1 0 0 0 0,1 1-1 0 0,-1-1 1 0 0,1 0 0 0 0,-1 0 0 0 0,0 0 0 0 0,1 0 0 0 0,-1 1-1 0 0,0-1 1 0 0,0 0 0 0 0,0 0 0 0 0,-1 0 0 0 0,1 0-1 0 0,0 1 1 0 0,-1-1 0 0 0,1 0 0 0 0,-1 0 0 0 0,0 0 0 0 0,1 1-1 0 0,-1-1 1 0 0,-2-3 0 0 0,-79-126-1249 0 0,53 88 564 0 0,18 25 139 0 0,-1 2-1 0 0,0 0 1 0 0,-17-16-1 0 0,9 15-1280 0 0,-41-28 0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29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2475 52 1040 0 0,'0'0'948'0'0,"5"0"-81"0"0,15 0-134 0 0,-15 0-92 0 0,0-1-54 0 0,15-4 39 0 0,-15 3 28 0 0,-11 2 1416 0 0,-13 0-1832 0 0,-102-5 2323 0 0,-90 10-400 0 0,206-5-2001 0 0,0 0-13 0 0,-2 0-126 0 0,-20 0 118 0 0,27 0-153 0 0,-1 0 1 0 0,0-1-1 0 0,1 1 0 0 0,-1 0 0 0 0,1 0 0 0 0,-1 0 0 0 0,0 1 0 0 0,1-1 1 0 0,-1 0-1 0 0,0 0 0 0 0,1 0 0 0 0,-1 0 0 0 0,1 1 0 0 0,-1-1 1 0 0,0 0-1 0 0,1 0 0 0 0,-1 1 0 0 0,1-1 0 0 0,-1 0 0 0 0,1 1 0 0 0,-1-1 1 0 0,1 1-1 0 0,-1-1 0 0 0,1 1 0 0 0,-1-1 0 0 0,0 2 0 0 0,1-1 495 0 0,5-1-367 0 0,-9-2 77 0 0,-1 0 51 0 0,6 0-8 0 0,57 0 12 0 0,-33 2-233 0 0,-20-2 55 0 0,-4 0-71 0 0,23 1 18 0 0,-19 1 532 0 0,-10 0-294 0 0,-354 16 1598 0 0,131-3-1613 0 0,71-10 355 0 0,-5 8-251 0 0,54-2-177 0 0,-194 11 328 0 0,-437 22 121 0 0,583-41-227 0 0,139-1-362 0 0,18 0-23 0 0,10 0-16 0 0,-6 0-53 0 0,-5 1-240 0 0,5 4 294 0 0,20 0 25 0 0,1-1-1 0 0,-1 0 0 0 0,1-2 1 0 0,-1-1-1 0 0,1-1 1 0 0,28-4-1 0 0,845-77 216 0 0,-408 67-326 0 0,-321 17 35 0 0,220-26 0 0 0,-207 1 24 0 0,352 5 0 0 0,-304 17-40 0 0,-72-8 191 0 0,74-2 85 0 0,-178 13-236 0 0,-1 1 0 0 0,73 17 0 0 0,-99-11-464 0 0,-27-10 446 0 0,-1 0 1 0 0,0 0-1 0 0,1 1 0 0 0,-1-1 0 0 0,1 0 0 0 0,-1 0 0 0 0,0 1 0 0 0,1-1 1 0 0,-1 0-1 0 0,0 1 0 0 0,1-1 0 0 0,-1 0 0 0 0,0 1 0 0 0,1-1 0 0 0,-1 0 1 0 0,0 1-1 0 0,0-1 0 0 0,0 1 0 0 0,1-1 0 0 0,-1 1 0 0 0,0-1 0 0 0,0 0 1 0 0,0 1-1 0 0,0-1 0 0 0,0 1 0 0 0,0-1 0 0 0,0 1 0 0 0,0-1 0 0 0,0 1 1 0 0,0-1-1 0 0,0 1 0 0 0,0-1 0 0 0,0 1 0 0 0,0-1 0 0 0,0 0 0 0 0,0 1 1 0 0,0-1-1 0 0,-1 1 0 0 0,1-1 0 0 0,0 1 0 0 0,0-1 0 0 0,-1 0 0 0 0,1 1 1 0 0,0-1-1 0 0,0 0 0 0 0,-1 1 0 0 0,1-1 0 0 0,-1 0 0 0 0,1 1 0 0 0,0-1 1 0 0,-1 0-1 0 0,1 0 0 0 0,0 1 0 0 0,-1-1 0 0 0,1 0 0 0 0,-1 0 0 0 0,1 0 1 0 0,-1 0-1 0 0,1 1 0 0 0,-1-1 0 0 0,1 0 0 0 0,-1 0 0 0 0,-59 18-4971 0 0,-45 1-3108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30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87 4242 0 0,'-7'1'685'0'0,"-1"0"-1"0"0,1-1 1 0 0,0 1 0 0 0,0-2 0 0 0,0 1-1 0 0,-1-1 1 0 0,1 0 0 0 0,-9-3 0 0 0,4 2-298 0 0,12 2-376 0 0,0 0 0 0 0,0 0 0 0 0,0 0 0 0 0,-1 0 1 0 0,1 0-1 0 0,0 0 0 0 0,0 0 0 0 0,0 0 0 0 0,0 0 1 0 0,-1 0-1 0 0,1 0 0 0 0,0 0 0 0 0,0 0 0 0 0,0 0 1 0 0,0 0-1 0 0,-1 0 0 0 0,1 0 0 0 0,0-1 0 0 0,0 1 0 0 0,0 0 1 0 0,0 0-1 0 0,0 0 0 0 0,-1 0 0 0 0,1 0 0 0 0,0 0 1 0 0,0 0-1 0 0,0 0 0 0 0,0-1 0 0 0,0 1 0 0 0,0 0 1 0 0,-1 0-1 0 0,1 0 0 0 0,0 0 0 0 0,0 0 0 0 0,0-1 1 0 0,0 1-1 0 0,0 0 0 0 0,0 0 0 0 0,0 0 0 0 0,0 0 1 0 0,0-1-1 0 0,0 1 0 0 0,0 0 0 0 0,0 0 0 0 0,0 0 0 0 0,0 0 1 0 0,0-1-1 0 0,0 1 0 0 0,0 0 0 0 0,0 0 0 0 0,9-7 258 0 0,7 1-135 0 0,27-16 235 0 0,24-10-68 0 0,-39 25-186 0 0,-10 6-19 0 0,-18 9-16 0 0,1 5-48 0 0,-1 0 0 0 0,-1 0 0 0 0,0 0 0 0 0,-1 0 0 0 0,-1 0 0 0 0,0 0 0 0 0,0 0 0 0 0,-1-1 0 0 0,-10 20 0 0 0,8-17-24 0 0,1 0 0 0 0,0 0 0 0 0,1 0 0 0 0,0 1 0 0 0,1-1 0 0 0,1 1 0 0 0,1 0 0 0 0,0 0 0 0 0,2 24 0 0 0,9-44-720 0 0,0-1-1 0 0,0 0 1 0 0,0-1 0 0 0,9-7-1 0 0,8-14-1808 0 0,2-14-840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30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44 880 0 0,'-261'74'10285'0'0,"258"-73"-10254"0"0,0-1 0 0 0,1 1-1 0 0,-1 0 1 0 0,0 0 0 0 0,1 0-1 0 0,0 0 1 0 0,-1 1 0 0 0,1-1-1 0 0,0 1 1 0 0,-1-1 0 0 0,1 1 0 0 0,0 0-1 0 0,-3 3 1 0 0,4-3-32 0 0,0 1 1 0 0,1-1-1 0 0,-1 0 1 0 0,0 0-1 0 0,1 0 0 0 0,0 1 1 0 0,-1-1-1 0 0,1 0 0 0 0,0 0 1 0 0,0 1-1 0 0,1 3 1 0 0,-1 8 124 0 0,0-12-103 0 0,0 0 1 0 0,0 0-1 0 0,1-1 1 0 0,-1 1-1 0 0,0 0 0 0 0,1 0 1 0 0,-1 0-1 0 0,1-1 1 0 0,0 1-1 0 0,-1 0 0 0 0,1-1 1 0 0,0 1-1 0 0,0 0 1 0 0,0-1-1 0 0,0 1 0 0 0,1-1 1 0 0,-1 0-1 0 0,0 1 1 0 0,3 1-1 0 0,4 6 71 0 0,-1-2-43 0 0,0-1-1 0 0,1 0 0 0 0,-1 0 0 0 0,1 0 1 0 0,0-1-1 0 0,0 0 0 0 0,1-1 1 0 0,-1 0-1 0 0,1 0 0 0 0,0-1 0 0 0,0 0 1 0 0,1-1-1 0 0,10 2 0 0 0,-7-1 70 0 0,1-1 0 0 0,0-1 0 0 0,-1 0-1 0 0,1 0 1 0 0,0-1 0 0 0,0-1 0 0 0,-1-1 0 0 0,1 0 0 0 0,13-4-1 0 0,-25 6-96 0 0,0-1-1 0 0,0 0 1 0 0,-1 0-1 0 0,1 0 0 0 0,0 0 1 0 0,-1 0-1 0 0,1 0 0 0 0,0 0 1 0 0,-1 0-1 0 0,0-1 0 0 0,1 1 1 0 0,-1-1-1 0 0,0 1 1 0 0,1-1-1 0 0,-1 1 0 0 0,0-1 1 0 0,0 0-1 0 0,-1 0 0 0 0,1 1 1 0 0,1-5-1 0 0,-1 1 8 0 0,0 0 1 0 0,0 0-1 0 0,0 0 1 0 0,-1 0-1 0 0,0-1 1 0 0,0 1-1 0 0,0 0 0 0 0,-2-6 1 0 0,1 1-40 0 0,-2 0 0 0 0,1 0 1 0 0,-1 0-1 0 0,-1 0 0 0 0,0 1 1 0 0,0-1-1 0 0,-1 1 0 0 0,-6-10 0 0 0,-1 4-237 0 0,-1 1-1 0 0,-26-23 0 0 0,33 31-259 0 0,-1 1-1 0 0,1 0 1 0 0,-1 0-1 0 0,0 1 1 0 0,0 0-1 0 0,-1 0 1 0 0,1 1-1 0 0,-15-5 1 0 0,17 8-3295 0 0,10 5 1883 0 0,20 1-507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31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19 1201 0 0,'-33'-7'1656'0'0,"1"2"1"0"0,-1 1 0 0 0,0 2 0 0 0,-48 2-1 0 0,72 1-1515 0 0,0 0-1 0 0,0 1 0 0 0,0 0 0 0 0,0 0 1 0 0,1 1-1 0 0,-1 0 0 0 0,1 1 1 0 0,0 0-1 0 0,-1 0 0 0 0,2 1 0 0 0,-1 0 1 0 0,1 0-1 0 0,-8 7 0 0 0,10-7-39 0 0,0 0 0 0 0,1 0-1 0 0,0 0 1 0 0,0 1-1 0 0,0 0 1 0 0,0 0 0 0 0,1 0-1 0 0,0 0 1 0 0,0 1-1 0 0,1-1 1 0 0,-1 1 0 0 0,1-1-1 0 0,1 1 1 0 0,0 0 0 0 0,0 0-1 0 0,0 0 1 0 0,0 8-1 0 0,2-12-20 0 0,-1 1-1 0 0,0 0 0 0 0,1-1 0 0 0,0 1 0 0 0,0-1 0 0 0,0 1 0 0 0,1-1 0 0 0,-1 1 0 0 0,1-1 1 0 0,-1 0-1 0 0,1 0 0 0 0,0 0 0 0 0,0 0 0 0 0,1 0 0 0 0,3 4 0 0 0,1 0 69 0 0,1-1-1 0 0,-1 1 1 0 0,1-2-1 0 0,0 1 1 0 0,17 7-1 0 0,-9-5 1 0 0,0-1 1 0 0,1-1-1 0 0,0-1 0 0 0,0 0 0 0 0,0-1 0 0 0,30 3 1 0 0,-29-7-148 0 0,1 0 0 0 0,-1-1 1 0 0,1-1-1 0 0,-1-1 0 0 0,0 0 1 0 0,0-1-1 0 0,0-1 0 0 0,-1-1 1 0 0,26-11-1 0 0,-41 16-24 0 0,0 0 0 0 0,0 0 1 0 0,1 0-1 0 0,-1-1 0 0 0,0 1 1 0 0,-1 0-1 0 0,1-1 0 0 0,0 1 1 0 0,0-1-1 0 0,-1 1 0 0 0,1-1 1 0 0,-1 0-1 0 0,1 0 0 0 0,-1 0 0 0 0,0 0 1 0 0,1 0-1 0 0,-1 0 0 0 0,1-4 1 0 0,-1 1-108 0 0,-1 0 1 0 0,0-1-1 0 0,0 1 1 0 0,0 0-1 0 0,0 0 1 0 0,-1 0-1 0 0,-2-9 1 0 0,-22-79-3206 0 0,-5 1-2721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32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33 4402 0 0,'-28'-7'1218'0'0,"0"1"1"0"0,0 1-1 0 0,0 1 0 0 0,-1 2 1 0 0,-36 1-1 0 0,60 1-898 0 0,0 0 160 0 0,3 0-359 0 0,1 1-70 0 0,0-1-1 0 0,0 0 1 0 0,0 0-1 0 0,0 0 1 0 0,0 0 0 0 0,0 0-1 0 0,0 0 1 0 0,0 0-1 0 0,0 0 1 0 0,0 0-1 0 0,0 0 1 0 0,0 0-1 0 0,0-1 1 0 0,0 1-1 0 0,1 0 1 0 0,-1-1 0 0 0,0 1-1 0 0,0-1 1 0 0,0 1-1 0 0,0-1 1 0 0,0 1-1 0 0,1-1 1 0 0,-3-2 2067 0 0,29 3-1011 0 0,-16 6-133 0 0,78 11 232 0 0,103 7-1 0 0,-34-6-882 0 0,-56-11-949 0 0,-87-4 300 0 0,-20-3-2344 0 0,-45-4-5350 0 0,49 4 7790 0 0,-79-6-5666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32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9 4962 0 0,'-39'2'2040'0'0,"11"1"-1165"0"0,1-1 1 0 0,-1-2-1 0 0,1-1 0 0 0,-31-4 1 0 0,53 4 124 0 0,10 1-293 0 0,86-8 1414 0 0,74 15-827 0 0,10-2-560 0 0,153 10 213 0 0,-227-4-6163 0 0,-106-18-1667 0 0,-46-5 3441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39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809 48 2081 0 0,'-1'-1'241'0'0,"1"1"0"0"0,0-1 0 0 0,0 0 0 0 0,0 1 0 0 0,0-1 0 0 0,-1 1 0 0 0,1-1 0 0 0,0 0 0 0 0,-1 1 0 0 0,1-1 0 0 0,0 1 0 0 0,-1-1 0 0 0,1 1 0 0 0,-1-1 0 0 0,1 1 0 0 0,-1-1 0 0 0,1 1 0 0 0,-1 0-1 0 0,1-1 1 0 0,-1 1 0 0 0,1 0 0 0 0,-2-1 0 0 0,-21-7 1863 0 0,-38 0-2624 0 0,34 5 997 0 0,-20-4-190 0 0,0 3-1 0 0,-68 2 0 0 0,112 2-277 0 0,-16 0 25 0 0,0 2 0 0 0,0 0 0 0 0,0 1 0 0 0,0 1 0 0 0,1 1 0 0 0,-1 0 0 0 0,1 2 0 0 0,-22 10 0 0 0,9-1-7 0 0,2 1-1 0 0,0 2 1 0 0,-43 35 0 0 0,66-48-18 0 0,0 0 0 0 0,1 0 0 0 0,0 0 1 0 0,0 1-1 0 0,0 0 0 0 0,1 0 0 0 0,0 0 0 0 0,-4 9 0 0 0,-4 7 2 0 0,-11 18 102 0 0,-14 20-146 0 0,36-60 33 0 0,0 0-1 0 0,1 0 1 0 0,-1 0-1 0 0,1 0 0 0 0,-1 0 1 0 0,1 0-1 0 0,0 0 1 0 0,0 1-1 0 0,-1-1 1 0 0,1 0-1 0 0,0 0 0 0 0,0 0 1 0 0,0 0-1 0 0,0 1 1 0 0,0-1-1 0 0,0 0 0 0 0,1 0 1 0 0,-1 0-1 0 0,0 1 1 0 0,1-1-1 0 0,-1 0 0 0 0,0 0 1 0 0,1 0-1 0 0,0 0 1 0 0,-1 0-1 0 0,1 0 0 0 0,-1 0 1 0 0,1 0-1 0 0,0 0 1 0 0,0 0-1 0 0,0 0 0 0 0,0-1 1 0 0,-1 1-1 0 0,1 0 1 0 0,0 0-1 0 0,0-1 1 0 0,0 1-1 0 0,1-1 0 0 0,-1 1 1 0 0,0-1-1 0 0,0 1 1 0 0,0-1-1 0 0,0 0 0 0 0,3 1 1 0 0,-4-1-3 0 0,1 0 1 0 0,-1 1-1 0 0,1-1 1 0 0,-1 0-1 0 0,1 1 1 0 0,-1-1-1 0 0,0 0 1 0 0,1 1-1 0 0,-1-1 1 0 0,1 1-1 0 0,-1-1 1 0 0,0 1-1 0 0,0-1 1 0 0,1 1-1 0 0,-1-1 1 0 0,0 1-1 0 0,0-1 0 0 0,1 1 1 0 0,-1-1-1 0 0,0 1 1 0 0,0-1-1 0 0,0 1 1 0 0,0-1-1 0 0,0 2 1 0 0,3 5 11 0 0,47 57 191 0 0,-47-60-207 0 0,1 0-1 0 0,0 1 0 0 0,0-1 1 0 0,0 0-1 0 0,0-1 0 0 0,1 1 0 0 0,-1-1 1 0 0,10 5-1 0 0,-10-5 4 0 0,0-1 0 0 0,0 0-1 0 0,0 1 1 0 0,0 0 0 0 0,-1 0 0 0 0,1 0 0 0 0,-1 1-1 0 0,0-1 1 0 0,0 1 0 0 0,0 0 0 0 0,3 4-1 0 0,3 14 33 0 0,-8-17-24 0 0,1-1 0 0 0,0 1 1 0 0,0-1-1 0 0,0 1 1 0 0,1-1-1 0 0,0 0 0 0 0,-1 0 1 0 0,7 6-1 0 0,31 55 63 0 0,-19-47-52 0 0,42 27 1 0 0,-17-13 33 0 0,-22-13-30 0 0,1-1-1 0 0,1-2 1 0 0,0 0 0 0 0,29 11-1 0 0,-21-10-4 0 0,1-2-1 0 0,0-2 0 0 0,1-1 1 0 0,0-1-1 0 0,60 8 0 0 0,36-7-5 0 0,-47-6-26 0 0,-1 4-1 0 0,0 3 0 0 0,98 29 1 0 0,-146-32 62 0 0,0-1 1 0 0,0-2 0 0 0,56 3-1 0 0,112-7-98 0 0,-131-3 10 0 0,-7-4 92 0 0,1-3 1 0 0,67-15 0 0 0,-39 5-35 0 0,-52 11 12 0 0,-6 1 14 0 0,-1-2-1 0 0,43-13 1 0 0,-66 15-2 0 0,0 0 1 0 0,0-1 0 0 0,-1 0 0 0 0,0-1 0 0 0,0 0 0 0 0,-1-1 0 0 0,0 0 0 0 0,0-1-1 0 0,13-15 1 0 0,-2 2-26 0 0,-7 7-13 0 0,-1 0 0 0 0,25-35 1 0 0,-25 29-1 0 0,21-38 0 0 0,-33 55 0 0 0,-1 1 0 0 0,1-1 0 0 0,-1 0 0 0 0,0 0 0 0 0,0 0 0 0 0,-1 1 0 0 0,1-1 0 0 0,-1 0 0 0 0,0 0 0 0 0,0 0 0 0 0,0 0 0 0 0,0 0 0 0 0,-1 0 0 0 0,-1-6 0 0 0,-3-2 9 0 0,-2 0 1 0 0,1 0 0 0 0,-1 1 0 0 0,-1 0 0 0 0,0 0-1 0 0,-14-14 1 0 0,0-2 15 0 0,7 10 36 0 0,0 1-1 0 0,0 1 1 0 0,-30-22 0 0 0,15 12-11 0 0,-14-6 3 0 0,-2 2 0 0 0,-1 1 0 0 0,-95-39 0 0 0,3 1 69 0 0,108 51-96 0 0,-1 2 1 0 0,-49-14-1 0 0,50 17-5 0 0,0 0-1 0 0,0-3 0 0 0,-29-15 0 0 0,36 16 14 0 0,-1 1 0 0 0,-1 1 0 0 0,0 1 0 0 0,0 2 0 0 0,-35-7 0 0 0,-132-9 23 0 0,158 20-11 0 0,-118-6 153 0 0,-168 12 0 0 0,283-2-170 0 0,-355 12 277 0 0,391-13-312 0 0,-12 0-27 0 0,1 1 0 0 0,-1 0-1 0 0,0 1 1 0 0,1 0-1 0 0,-1 1 1 0 0,-17 7-1 0 0,30-10 11 0 0,1 1 0 0 0,0-1-1 0 0,-1 0 1 0 0,1 0 0 0 0,0 0-1 0 0,0 1 1 0 0,0-1 0 0 0,-1 0-1 0 0,1 0 1 0 0,0 1 0 0 0,0-1-1 0 0,0 0 1 0 0,-1 0 0 0 0,1 1-1 0 0,0-1 1 0 0,0 0 0 0 0,0 1-1 0 0,0-1 1 0 0,0 0-1 0 0,0 1 1 0 0,0-1 0 0 0,0 0-1 0 0,0 1 1 0 0,0-1 0 0 0,0 0-1 0 0,0 1 1 0 0,0-1 0 0 0,0 0-1 0 0,0 1 1 0 0,0-1 0 0 0,0 0-1 0 0,0 0 1 0 0,0 1 0 0 0,0-1-1 0 0,1 0 1 0 0,-1 1 0 0 0,0-1-1 0 0,0 0 1 0 0,0 0 0 0 0,1 1-1 0 0,-1-1 1 0 0,0 0 0 0 0,0 0-1 0 0,0 1 1 0 0,1-1 0 0 0,-1 0-1 0 0,1 0 1 0 0,2 4-164 0 0,0-1 0 0 0,1 0 1 0 0,-1 0-1 0 0,1 0 0 0 0,0-1 0 0 0,0 1 1 0 0,0-1-1 0 0,7 3 0 0 0,19 7-1147 0 0,56 16 0 0 0,85 11-3761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34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422 279 2561 0 0,'-51'-33'2832'0'0,"34"21"-1383"0"0,-1 1-1 0 0,-22-12 0 0 0,-5 9-194 0 0,43 13-1235 0 0,1 0 0 0 0,0 0 0 0 0,0 0 0 0 0,0-1 0 0 0,1 1 0 0 0,-1 0 0 0 0,0 0 0 0 0,0-1 0 0 0,1 1 0 0 0,-1-1 0 0 0,0 1 0 0 0,1 0 0 0 0,0-1 0 0 0,-1 1 0 0 0,1-1 0 0 0,0 1 0 0 0,0-1 0 0 0,-1 1 0 0 0,1-1 0 0 0,1 1 0 0 0,-1-1 0 0 0,0 1 0 0 0,0-1 0 0 0,0 1 0 0 0,1-1 0 0 0,-1 1 0 0 0,1-1 0 0 0,-1 1 0 0 0,1 0 0 0 0,0-1 0 0 0,-1 1 0 0 0,3-3 0 0 0,112-58 981 0 0,-89 49-849 0 0,1 1-1 0 0,0 2 1 0 0,1 1-1 0 0,-1 1 1 0 0,2 1-1 0 0,38-4 1 0 0,-45 8-105 0 0,-1 1-1 0 0,29 1 1 0 0,-17 2-36 0 0,-30-1-9 0 0,0 0 0 0 0,1 0-1 0 0,-1 0 1 0 0,1 1 0 0 0,-1 0 0 0 0,1-1 0 0 0,-1 1 0 0 0,0 1 0 0 0,0-1 0 0 0,1 0 0 0 0,-1 1 0 0 0,0 0 0 0 0,0-1 0 0 0,0 1-1 0 0,-1 0 1 0 0,1 1 0 0 0,0-1 0 0 0,-1 0 0 0 0,1 1 0 0 0,-1-1 0 0 0,0 1 0 0 0,0 0 0 0 0,0 0 0 0 0,0 0 0 0 0,-1 0 0 0 0,1 0 0 0 0,-1 0-1 0 0,2 7 1 0 0,0-1 11 0 0,-1 1 0 0 0,0-1 0 0 0,-1 1 0 0 0,0-1 0 0 0,0 1-1 0 0,-1 0 1 0 0,-1 0 0 0 0,-2 17 0 0 0,0-14 18 0 0,0 1 0 0 0,-1-1 0 0 0,-1 0-1 0 0,0 0 1 0 0,-1 0 0 0 0,0-1 0 0 0,-11 15 0 0 0,-61 75 125 0 0,59-79-109 0 0,-2 3 26 0 0,-50 46 0 0 0,59-63-41 0 0,1 0-1 0 0,-1-1 0 0 0,-1 0 1 0 0,1 0-1 0 0,-1-2 0 0 0,-1 1 1 0 0,-13 3-1 0 0,8-5-5 0 0,0 0 0 0 0,0-2-1 0 0,0 0 1 0 0,0-1 0 0 0,0-1 0 0 0,-1-1-1 0 0,1 0 1 0 0,0-2 0 0 0,0 0 0 0 0,0-1-1 0 0,-29-9 1 0 0,36 9-7 0 0,0-1 0 0 0,1 0 0 0 0,0-1-1 0 0,0 0 1 0 0,0-1 0 0 0,1 0 0 0 0,0 0 0 0 0,0-1 0 0 0,0 0-1 0 0,1-1 1 0 0,0 0 0 0 0,1-1 0 0 0,0 0 0 0 0,0 0 0 0 0,1 0-1 0 0,0-1 1 0 0,0-1 0 0 0,1 1 0 0 0,-6-15 0 0 0,11 23-13 0 0,1 0 1 0 0,-1 0-1 0 0,0-1 0 0 0,1 1 1 0 0,0 0-1 0 0,0 0 1 0 0,-1-1-1 0 0,1 1 0 0 0,1 0 1 0 0,-1 0-1 0 0,0-1 1 0 0,0 1-1 0 0,1 0 0 0 0,-1 0 1 0 0,1-1-1 0 0,0 1 1 0 0,0 0-1 0 0,0 0 0 0 0,0 0 1 0 0,0 0-1 0 0,0 0 1 0 0,0 0-1 0 0,2-1 0 0 0,1-1-10 0 0,-1 1-1 0 0,1-1 1 0 0,-1 1-1 0 0,1 0 1 0 0,0 0-1 0 0,0 1 1 0 0,1-1-1 0 0,5-2 1 0 0,-8 4-5 0 0,-1 1 1 0 0,0 0-1 0 0,1-1 1 0 0,-1 1-1 0 0,1 0 1 0 0,-1 0-1 0 0,0 0 1 0 0,1 0-1 0 0,-1 0 1 0 0,1 0-1 0 0,-1 0 1 0 0,0 0-1 0 0,1 1 1 0 0,-1-1-1 0 0,1 0 1 0 0,-1 1-1 0 0,0 0 1 0 0,0-1 0 0 0,1 1-1 0 0,0 1 1 0 0,4 0-19 0 0,27 8 84 0 0,-1 1 0 0 0,0 2 0 0 0,0 1 0 0 0,50 31 0 0 0,214 177 945 0 0,-293-219-1048 0 0,0-1 1 0 0,1 1 0 0 0,0 0 0 0 0,-1-1 0 0 0,1 1 0 0 0,0-1 0 0 0,0 0 0 0 0,0-1-1 0 0,0 1 1 0 0,1-1 0 0 0,-1 1 0 0 0,0-1 0 0 0,1 0 0 0 0,-1-1 0 0 0,0 1 0 0 0,1-1 0 0 0,-1 0-1 0 0,1 0 1 0 0,-1-1 0 0 0,1 1 0 0 0,8-3 0 0 0,-6 0-283 0 0,-1 0 0 0 0,1-1 0 0 0,-1 0 0 0 0,1 0 0 0 0,-1 0 0 0 0,0-1 0 0 0,-1 0 0 0 0,1 0 0 0 0,-1 0 0 0 0,0-1 0 0 0,0 0 0 0 0,-1 0 0 0 0,0 0 0 0 0,4-7 0 0 0,47-83-5487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34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330 104 5843 0 0,'-22'4'822'0'0,"0"-1"0"0"0,0-1 0 0 0,0-1 0 0 0,-28-3 0 0 0,26 1-669 0 0,-1 1 0 0 0,1 1 0 0 0,-37 6 0 0 0,57-5-87 0 0,0-1 0 0 0,0 1 0 0 0,0 0 0 0 0,1 1 0 0 0,-1-1 1 0 0,0 0-1 0 0,1 1 0 0 0,0 0 0 0 0,-6 5 0 0 0,8-7-48 0 0,0 0-1 0 0,0 0 1 0 0,-1 0 0 0 0,1 0-1 0 0,0 1 1 0 0,0-1 0 0 0,0 0-1 0 0,0 1 1 0 0,0-1 0 0 0,1 0 0 0 0,-1 1-1 0 0,0-1 1 0 0,1 1 0 0 0,-1-1-1 0 0,1 1 1 0 0,-1 0 0 0 0,1-1-1 0 0,0 1 1 0 0,0 0 0 0 0,-1-1-1 0 0,1 1 1 0 0,0-1 0 0 0,1 1-1 0 0,-1 0 1 0 0,0-1 0 0 0,0 1-1 0 0,1 0 1 0 0,0 1 0 0 0,14 15 150 0 0,1-1 1 0 0,0-1-1 0 0,1-1 0 0 0,1 0 1 0 0,1-2-1 0 0,0 0 1 0 0,37 19-1 0 0,-45-26-51 0 0,0 0 0 0 0,0-2 0 0 0,0 1 0 0 0,1-1 0 0 0,0-1 1 0 0,0 0-1 0 0,0-1 0 0 0,0 0 0 0 0,0-1 0 0 0,0 0 0 0 0,1-1 0 0 0,-1 0 0 0 0,0-1 0 0 0,0 0 0 0 0,0-1 0 0 0,0 0 1 0 0,22-8-1 0 0,-32 9-96 0 0,0 0 0 0 0,0 1 0 0 0,-1-1 1 0 0,1 0-1 0 0,0 0 0 0 0,-1 0 0 0 0,1 0 1 0 0,-1 0-1 0 0,0 0 0 0 0,1-1 0 0 0,-1 1 1 0 0,0 0-1 0 0,1-1 0 0 0,-1 1 0 0 0,0-1 1 0 0,0 1-1 0 0,0-1 0 0 0,0 1 0 0 0,-1-1 1 0 0,1 0-1 0 0,0 0 0 0 0,-1 1 0 0 0,1-1 1 0 0,-1 0-1 0 0,0 0 0 0 0,1-3 0 0 0,-1-5 57 0 0,0-1-1 0 0,-1 1 0 0 0,0 0 1 0 0,-2-12-1 0 0,-4-11-3 0 0,-13-46 0 0 0,15 65-371 0 0,0 1-1 0 0,-1-1 1 0 0,0 1-1 0 0,-1 0 1 0 0,0 1-1 0 0,-15-20 1 0 0,15 25-493 0 0,-3-7 24 0 0,11 13 508 0 0,0 1 0 0 0,-1-1 1 0 0,1 1-1 0 0,0 0 0 0 0,0-1 0 0 0,-1 1 0 0 0,1 0 0 0 0,0 0 0 0 0,0-1 0 0 0,0 1 0 0 0,0 0 0 0 0,-1 0 0 0 0,1 0 0 0 0,0 0 0 0 0,0 0 1 0 0,0 0-1 0 0,0 1 0 0 0,-1-1 0 0 0,1 0 0 0 0,0 0 0 0 0,0 0 0 0 0,0 1 0 0 0,-1-1 0 0 0,2 1 0 0 0,23 4-3797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34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397 18 1761 0 0,'-10'-4'482'0'0,"0"1"0"0"0,0 0 1 0 0,0 1-1 0 0,0 0 0 0 0,0 0 1 0 0,0 1-1 0 0,0 0 0 0 0,-19 2 1 0 0,0 2 528 0 0,-45 9 0 0 0,-20 14 427 0 0,87-24-1364 0 0,1 1-1 0 0,0 0 1 0 0,-1 0-1 0 0,1 0 1 0 0,0 1-1 0 0,1-1 1 0 0,-1 1 0 0 0,1 1-1 0 0,-1-1 1 0 0,1 1-1 0 0,-7 9 1 0 0,10-9-38 0 0,0 0 1 0 0,0 0-1 0 0,0 1 1 0 0,1-1-1 0 0,-1 1 1 0 0,1-1-1 0 0,1 1 1 0 0,-1-1-1 0 0,1 1 1 0 0,0-1-1 0 0,0 1 1 0 0,2 9-1 0 0,-1 8 117 0 0,-1-14-97 0 0,0 0 0 0 0,1 1 0 0 0,0-1 0 0 0,1 0 1 0 0,0 0-1 0 0,0 0 0 0 0,1 0 0 0 0,0 0 0 0 0,1-1 0 0 0,-1 1 1 0 0,2-1-1 0 0,-1 0 0 0 0,7 8 0 0 0,-3-6 2 0 0,1 0 0 0 0,1 0 0 0 0,0-1 0 0 0,0 0 0 0 0,1-1-1 0 0,0 0 1 0 0,1-1 0 0 0,22 11 0 0 0,20 5 129 0 0,58 17 0 0 0,-103-38-134 0 0,-1 0 1 0 0,1 0-1 0 0,-1 0 1 0 0,1-1-1 0 0,0-1 1 0 0,-1 0 0 0 0,1 0-1 0 0,0 0 1 0 0,-1-1-1 0 0,1 0 1 0 0,0-1-1 0 0,-1 0 1 0 0,14-5 0 0 0,-19 6-27 0 0,1-1 0 0 0,-1 1 1 0 0,0-1-1 0 0,0 0 1 0 0,0 0-1 0 0,0 0 0 0 0,0-1 1 0 0,0 1-1 0 0,0-1 1 0 0,-1 1-1 0 0,1-1 0 0 0,-1 0 1 0 0,0 0-1 0 0,0 0 1 0 0,0 0-1 0 0,0-1 0 0 0,0 1 1 0 0,-1-1-1 0 0,1 1 0 0 0,-1-1 1 0 0,0 1-1 0 0,0-1 1 0 0,-1 1-1 0 0,1-1 0 0 0,-1 0 1 0 0,1 1-1 0 0,-1-1 1 0 0,0 0-1 0 0,-1 0 0 0 0,1 1 1 0 0,-1-1-1 0 0,-1-5 1 0 0,-5-26 23 0 0,-2 0 0 0 0,-1 1 0 0 0,-2 1 0 0 0,-17-34 0 0 0,24 56-137 0 0,-1 1-1 0 0,-1 0 0 0 0,0 0 0 0 0,0 1 0 0 0,-1 0 0 0 0,0 0 0 0 0,-11-9 0 0 0,14 14-63 0 0,0 0-1 0 0,-1 0 1 0 0,1 1 0 0 0,-1 0-1 0 0,0 0 1 0 0,0 0 0 0 0,0 1-1 0 0,0 0 1 0 0,-1 0 0 0 0,1 0-1 0 0,-1 1 1 0 0,1 0 0 0 0,-1 0-1 0 0,-6 1 1 0 0,10 0-114 0 0,1 0 1 0 0,-1 0-1 0 0,0 1 0 0 0,1-1 0 0 0,-1 1 1 0 0,1-1-1 0 0,-1 1 0 0 0,1 0 1 0 0,-1 0-1 0 0,1 0 0 0 0,-1 1 1 0 0,-1 1-1 0 0,-27 20-5539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41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810 96 1921 0 0,'-1'0'141'0'0,"1"-1"0"0"0,0 1 0 0 0,0-1 0 0 0,0 0 0 0 0,-1 1 0 0 0,1-1 0 0 0,0 1 0 0 0,0 0 0 0 0,-1-1 0 0 0,1 1 0 0 0,-1-1 0 0 0,1 1 0 0 0,0-1 0 0 0,-1 1 0 0 0,1 0 0 0 0,-1-1 0 0 0,1 1 0 0 0,-1 0 0 0 0,1-1 0 0 0,-1 1 0 0 0,1 0 0 0 0,-1 0 0 0 0,1 0 0 0 0,-1-1 0 0 0,1 1 0 0 0,-1 0 0 0 0,1 0 0 0 0,-1 0 0 0 0,1 0 0 0 0,-1 0 0 0 0,0 0 0 0 0,0 0 0 0 0,-5-2 435 0 0,15 1 64 0 0,-9 1-605 0 0,-19 0 237 0 0,-15 0 404 0 0,-258 8 1676 0 0,266-6-2318 0 0,0 1 1 0 0,-1 1-1 0 0,2 2 0 0 0,-1 0 1 0 0,1 2-1 0 0,-36 15 0 0 0,48-18-34 0 0,6-3 0 0 0,1 0 0 0 0,0 0 0 0 0,0 1 0 0 0,0 0 0 0 0,0 0 0 0 0,1 0 0 0 0,-1 1 0 0 0,1-1 0 0 0,-10 10 0 0 0,-7 26-1 0 0,19-33 10 0 0,-1 1 1 0 0,1-1 0 0 0,-1 0-1 0 0,-1 0 1 0 0,1 0-1 0 0,-1 0 1 0 0,0-1 0 0 0,0 0-1 0 0,0 0 1 0 0,-1 0 0 0 0,0 0-1 0 0,0-1 1 0 0,-6 4 0 0 0,10-7-3 0 0,-1 0 1 0 0,1 1-1 0 0,0-1 1 0 0,0 1-1 0 0,0-1 1 0 0,0 1-1 0 0,0 0 1 0 0,1 0-1 0 0,-1 0 1 0 0,1 0-1 0 0,-1 0 1 0 0,1 0-1 0 0,-1 0 1 0 0,1 1-1 0 0,0-1 1 0 0,0 0-1 0 0,0 1 1 0 0,1-1-1 0 0,-1 1 1 0 0,0-1-1 0 0,1 1 1 0 0,0-1-1 0 0,-1 1 1 0 0,1 0-1 0 0,0-1 0 0 0,0 1 1 0 0,1-1-1 0 0,-1 1 1 0 0,1 3-1 0 0,0 11 35 0 0,-1 173 132 0 0,0-187-156 0 0,-1 0 0 0 0,1 0 0 0 0,0 0 0 0 0,-1 0 1 0 0,0 0-1 0 0,1 0 0 0 0,-1 0 0 0 0,0 0 0 0 0,-1 0 0 0 0,1 0 1 0 0,0 0-1 0 0,-1-1 0 0 0,-2 4 0 0 0,2-3-9 0 0,0-1-1 0 0,0 1 1 0 0,1 0-1 0 0,-1 0 1 0 0,1 0-1 0 0,0 0 1 0 0,0 0-1 0 0,0 0 1 0 0,0 0-1 0 0,1 0 1 0 0,-1 0-1 0 0,1 0 1 0 0,-1 5-1 0 0,1 136 72 0 0,2-134-71 0 0,-1 0-1 0 0,1 0 1 0 0,1 0-1 0 0,0-1 1 0 0,0 1-1 0 0,1-1 1 0 0,0 1-1 0 0,1-1 1 0 0,0-1-1 0 0,11 16 1 0 0,-8-12 27 0 0,-1 1 1 0 0,0-1 0 0 0,9 24-1 0 0,-9-12 18 0 0,-7-20-44 0 0,1 1-1 0 0,0-1 1 0 0,1 0 0 0 0,-1 0 0 0 0,1 0 0 0 0,0 0-1 0 0,0 0 1 0 0,0-1 0 0 0,0 1 0 0 0,0 0-1 0 0,1-1 1 0 0,0 0 0 0 0,0 1 0 0 0,4 3 0 0 0,12 10 65 0 0,-1 1 1 0 0,1-1-1 0 0,1-1 1 0 0,1 0-1 0 0,33 18 1 0 0,142 55 35 0 0,4-8 0 0 0,354 91 1 0 0,-494-159 5 0 0,1-2 1 0 0,109 5-1 0 0,121-18-83 0 0,-25 0-47 0 0,-108 8-47 0 0,248-1 133 0 0,-334-10-14 0 0,277-3-38 0 0,-305 9 28 0 0,44-3-1 0 0,-73 0-40 0 0,0 0 0 0 0,1-1 0 0 0,-1 0 0 0 0,-1-1 0 0 0,1-1 0 0 0,0 0 0 0 0,15-9 0 0 0,-22 10-8 0 0,0 0 0 0 0,-1 0 0 0 0,0-1 0 0 0,0 0 0 0 0,0-1 0 0 0,0 0 0 0 0,8-10 0 0 0,-11 11-6 0 0,-1 1 1 0 0,-1-1-1 0 0,1 0 0 0 0,-1-1 0 0 0,0 1 1 0 0,0 0-1 0 0,0-1 0 0 0,-1 1 0 0 0,1-1 1 0 0,-1 1-1 0 0,-1-1 0 0 0,1 1 0 0 0,-1-10 0 0 0,0 0-7 0 0,0 0 0 0 0,-1 0-1 0 0,0 0 1 0 0,-1 0 0 0 0,-1 0-1 0 0,0 0 1 0 0,-1 1 0 0 0,-1-1-1 0 0,-12-24 1 0 0,-19-14 41 0 0,-13-24-3 0 0,46 71-24 0 0,-3-9-7 0 0,-1 0 0 0 0,-1 1 0 0 0,1 0 0 0 0,-2 1 0 0 0,0 0-1 0 0,-1 0 1 0 0,0 1 0 0 0,-1 0 0 0 0,0 0 0 0 0,-24-17 0 0 0,-1 6-6 0 0,11 7 7 0 0,1 0 0 0 0,-37-33 0 0 0,-6-10-24 0 0,-2 4-1 0 0,-3 2 1 0 0,-3 3 0 0 0,-149-73-1 0 0,7 26 269 0 0,128 59-171 0 0,-20-6-53 0 0,43 19-42 0 0,-106-58-1 0 0,101 43 99 0 0,-2 2 0 0 0,-145-52 1 0 0,192 81-86 0 0,0 0 1 0 0,-1 2 0 0 0,0 1 0 0 0,0 2 0 0 0,0 0-1 0 0,0 2 1 0 0,-1 0 0 0 0,1 2 0 0 0,-50 7 0 0 0,53-3-821 0 0,0 2 0 0 0,0 1-1 0 0,-37 15 1 0 0,1 3-3221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9:01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91 152 1601 0 0,'-30'-44'3761'0'0,"0"38"-2640"0"0,0 6-1361 0 0,30-19 0 0 0,0 0 160 0 0,30-6 160 0 0,30-2-480 0 0,-60 15-2002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39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26 287 320 0 0,'-5'7'9792'0'0,"-5"-8"-8093"0"0,0-5-2198 0 0,126 26 2153 0 0,186-2 1692 0 0,26 3-2167 0 0,-262-12-933 0 0,0 2 0 0 0,-1 4 0 0 0,68 24 0 0 0,-1 0 401 0 0,263 42 0 0 0,-355-74-567 0 0,199 18 378 0 0,-151-18-129 0 0,24-2-5 0 0,160-11 0 0 0,109-32-289 0 0,55-4-51 0 0,-31 29 297 0 0,-289 16-348 0 0,172 25 0 0 0,672 112 947 0 0,-748-116-515 0 0,2-9-1 0 0,258-16 1 0 0,-106-10 13 0 0,374-22 511 0 0,-238 1-451 0 0,191-17-89 0 0,323-21 185 0 0,-268 94-442 0 0,-321 1 43 0 0,1669-57-109 0 0,-1910 23 11 0 0,548-32 73 0 0,1674-104 656 0 0,-2350 142-745 0 0,880-30 195 0 0,99-4-192 0 0,1650-128 376 0 0,-887 87 89 0 0,-1650 74-471 0 0,373 12 22 0 0,-483-6-160 0 0,129 14-356 0 0,-140-12-472 0 0,-1 2 0 0 0,0 2 0 0 0,50 19 0 0 0,-72-25 376 0 0,1 1 1 0 0,-1 0 0 0 0,0 0-1 0 0,0 0 1 0 0,0 1-1 0 0,0-1 1 0 0,-1 1 0 0 0,1 1-1 0 0,-1-1 1 0 0,0 1 0 0 0,6 8-1 0 0,-10-10 81 0 0,0 0-1 0 0,-1-1 1 0 0,1 1-1 0 0,-1 0 1 0 0,0 0-1 0 0,0 0 1 0 0,0 0 0 0 0,0 0-1 0 0,0 0 1 0 0,-1 0-1 0 0,1 0 1 0 0,-1 0-1 0 0,0 0 1 0 0,0 0-1 0 0,0 0 1 0 0,0 0 0 0 0,-1-1-1 0 0,1 1 1 0 0,-3 3-1 0 0,4-6 383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41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623 145 2161 0 0,'-91'9'3870'0'0,"6"1"-3565"0"0,80-10 55 0 0,0-1-106 0 0,-100-17 813 0 0,100 18-934 0 0,0-1-26 0 0,-111-19 1107 0 0,26 8 707 0 0,-26 6 2588 0 0,176 0-1535 0 0,131-1-2547 0 0,-2 3-207 0 0,-65 4-58 0 0,0-6 1 0 0,163-28-1 0 0,-199 11 16 0 0,-63 15-417 0 0,1 2 0 0 0,31-4-1 0 0,-45 9-732 0 0,-1 1-1 0 0,0 0 1 0 0,1 0-1 0 0,17 4 1 0 0,-29-4 862 0 0,0 0 1 0 0,1 1 0 0 0,-1-1 0 0 0,0 0-1 0 0,1 0 1 0 0,-1 0 0 0 0,0 0 0 0 0,1 0-1 0 0,-1 1 1 0 0,0-1 0 0 0,0 0 0 0 0,1 0-1 0 0,-1 0 1 0 0,0 1 0 0 0,0-1 0 0 0,0 0-1 0 0,1 1 1 0 0,-1-1 0 0 0,0 0 0 0 0,0 0-1 0 0,0 1 1 0 0,0-1 0 0 0,1 0 0 0 0,-1 1-1 0 0,0-1 1 0 0,0 0 0 0 0,0 1 0 0 0,0-1-1 0 0,0 0 1 0 0,0 1 0 0 0,0-1 0 0 0,0 0-1 0 0,0 1 1 0 0,0-1 0 0 0,0 0 0 0 0,0 1 0 0 0,0-1-1 0 0,0 0 1 0 0,0 1 0 0 0,-1-1 0 0 0,1 0-1 0 0,0 1 1 0 0,-10 15-3064 0 0,-41 25-3483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41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297 45 2801 0 0,'-86'-31'5309'0'0,"79"25"-4011"0"0,17 2-844 0 0,12 1-391 0 0,54 5-13 0 0,-1 3 1 0 0,0 3 0 0 0,-1 3-1 0 0,74 22 1 0 0,-130-28-23 0 0,-3-1-4 0 0,-1 0-1 0 0,1 1 1 0 0,20 10-1 0 0,-31-13-3 0 0,-1 0-1 0 0,1 1 1 0 0,-1-1 0 0 0,0 0-1 0 0,0 1 1 0 0,0 0-1 0 0,0 0 1 0 0,0 0-1 0 0,-1 0 1 0 0,1 0-1 0 0,-1 0 1 0 0,0 1-1 0 0,0-1 1 0 0,0 1-1 0 0,0-1 1 0 0,-1 1-1 0 0,1 0 1 0 0,0 4 0 0 0,-1-2 33 0 0,-1 0 1 0 0,0-1 0 0 0,0 1 0 0 0,0 0-1 0 0,-1 0 1 0 0,1-1 0 0 0,-2 1 0 0 0,1-1 0 0 0,0 1-1 0 0,-1-1 1 0 0,0 1 0 0 0,0-1 0 0 0,-1 0-1 0 0,0 0 1 0 0,0 0 0 0 0,0 0 0 0 0,0 0-1 0 0,-1-1 1 0 0,1 0 0 0 0,-1 1 0 0 0,0-1 0 0 0,-1-1-1 0 0,1 1 1 0 0,-8 5 0 0 0,-5 2 167 0 0,1 0 1 0 0,-2-1-1 0 0,1 0 1 0 0,-1-2-1 0 0,-1 0 1 0 0,-21 6-1 0 0,-118 27-194 0 0,-243 31 0 0 0,347-66-1802 0 0,54-6 1696 0 0,-1 0 1 0 0,1 0-1 0 0,0 0 0 0 0,0 0 0 0 0,-1 1 0 0 0,1-1 0 0 0,0 0 0 0 0,0 0 0 0 0,-1 0 0 0 0,1 0 0 0 0,0 0 0 0 0,-1 0 0 0 0,1 0 0 0 0,0 0 1 0 0,0 0-1 0 0,-1 0 0 0 0,1 0 0 0 0,0 0 0 0 0,-1 0 0 0 0,1-1 0 0 0,0 1 0 0 0,0 0 0 0 0,-1 0 0 0 0,1 0 0 0 0,0 0 0 0 0,0 0 0 0 0,-1 0 1 0 0,1-1-1 0 0,0 1 0 0 0,0 0 0 0 0,0 0 0 0 0,-1 0 0 0 0,1-1 0 0 0,0 1 0 0 0,0 0 0 0 0,0 0 0 0 0,0-1 0 0 0,-1 1 0 0 0,1 0 0 0 0,0 0 0 0 0,0-1 1 0 0,0 1-1 0 0,0 0 0 0 0,0-1 0 0 0,0 1 0 0 0,0 0 0 0 0,0-1 0 0 0,0-10-6377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42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64 2081 0 0,'0'-1'145'0'0,"0"0"-1"0"0,0 0 1 0 0,0 0 0 0 0,-1 0-1 0 0,1 0 1 0 0,0 0 0 0 0,-1 0-1 0 0,1 0 1 0 0,0 0 0 0 0,-1 0 0 0 0,0 0-1 0 0,1 0 1 0 0,-1 0 0 0 0,1 0-1 0 0,-1 1 1 0 0,0-1 0 0 0,0 0-1 0 0,1 0 1 0 0,-1 1 0 0 0,0-1-1 0 0,0 1 1 0 0,-2-2 0 0 0,2 1-19 0 0,0 1 0 0 0,0-1 0 0 0,0 0-1 0 0,0 0 1 0 0,0 0 0 0 0,0 1 0 0 0,0-1 0 0 0,0 0 0 0 0,0-1 0 0 0,1 1 0 0 0,-1 0 0 0 0,0 0 0 0 0,0 0-1 0 0,1 0 1 0 0,-1-1 0 0 0,1 1 0 0 0,-1 0 0 0 0,1 0 0 0 0,0-1 0 0 0,-1 1 0 0 0,1 0 0 0 0,0-1 0 0 0,0-1 0 0 0,0 2-66 0 0,0 1 0 0 0,0-1 0 0 0,0 1 0 0 0,0-1 1 0 0,0 0-1 0 0,-1 1 0 0 0,1-1 0 0 0,0 1 1 0 0,0-1-1 0 0,0 0 0 0 0,-1 1 0 0 0,1-1 1 0 0,0 1-1 0 0,-1-1 0 0 0,1 1 0 0 0,0-1 1 0 0,-1 1-1 0 0,1-1 0 0 0,-1 1 0 0 0,1-1 1 0 0,-1 1-1 0 0,1 0 0 0 0,-1-1 0 0 0,1 1 0 0 0,-1 0 1 0 0,1 0-1 0 0,-1-1 0 0 0,0 1 0 0 0,1 0 1 0 0,-1 0-1 0 0,0-1 0 0 0,-27 2 1109 0 0,23 0-1054 0 0,0 0 0 0 0,0 0-1 0 0,0 1 1 0 0,0 0 0 0 0,0 0 0 0 0,1 0 0 0 0,-8 4 0 0 0,11-1-97 0 0,-1-1 0 0 0,1 1 0 0 0,0-1 1 0 0,0 1-1 0 0,0 0 0 0 0,1-1 0 0 0,0 1 1 0 0,0 0-1 0 0,0 0 0 0 0,0-1 0 0 0,2 6 0 0 0,-2 7 44 0 0,1-9-38 0 0,-1-1 0 0 0,1 0 0 0 0,0 0-1 0 0,1 0 1 0 0,-1 0 0 0 0,2-1 0 0 0,-1 1 0 0 0,1 0 0 0 0,-1-1 0 0 0,2 1 0 0 0,-1-1 0 0 0,1 0 0 0 0,0 0-1 0 0,0-1 1 0 0,1 1 0 0 0,-1-1 0 0 0,1 0 0 0 0,1 0 0 0 0,-1 0 0 0 0,1-1 0 0 0,8 6 0 0 0,-3-3-21 0 0,1-1 0 0 0,0 0 0 0 0,0-1 0 0 0,0 0 0 0 0,1-1 0 0 0,-1-1 1 0 0,1 1-1 0 0,0-2 0 0 0,0 0 0 0 0,26 0 0 0 0,-30-1-36 0 0,0-1-1 0 0,0 0 1 0 0,0-1 0 0 0,0 0-1 0 0,0 0 1 0 0,0-1 0 0 0,0 0-1 0 0,-1-1 1 0 0,1 0 0 0 0,-1 0-1 0 0,1-1 1 0 0,-1 0 0 0 0,0 0-1 0 0,-1-1 1 0 0,14-10 0 0 0,34-30-2595 0 0,6-16-2695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42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63 237 480 0 0,'-23'9'4160'0'0,"10"-7"1111"0"0,-7-2-4711 0 0,20 0-508 0 0,0 0-1 0 0,-1 0 1 0 0,1 0-1 0 0,0-1 1 0 0,-1 1-1 0 0,1 0 1 0 0,0 0-1 0 0,-1 0 1 0 0,1 0-1 0 0,0-1 1 0 0,-1 1-1 0 0,1 0 1 0 0,0 0-1 0 0,0-1 1 0 0,0 1-1 0 0,-1 0 1 0 0,1-1-1 0 0,0 1 1 0 0,0 0-1 0 0,0-1 1 0 0,-1 1-1 0 0,1 0 1 0 0,0-1-1 0 0,0 1 1 0 0,0 0-1 0 0,0-1 1 0 0,0 1-1 0 0,0 0 1 0 0,0-1-1 0 0,0 1 1 0 0,0 0-1 0 0,0-1 1 0 0,0 1-1 0 0,0-1 0 0 0,0 1 1 0 0,0 0-1 0 0,0-1 1 0 0,0 1-1 0 0,1-1 1 0 0,4-15 796 0 0,3 2-461 0 0,-1-1-1 0 0,-1 0 1 0 0,0 0-1 0 0,-1 0 0 0 0,3-18 1 0 0,3-4 176 0 0,-10 31-378 0 0,1-1 1 0 0,-1 0 0 0 0,0 0-1 0 0,-1 0 1 0 0,1 1-1 0 0,-2-12 1 0 0,1 1 409 0 0,0 16-435 0 0,5 1-93 0 0,29 3-1572 0 0,1 1 0 0 0,-1 2-1 0 0,1 1 1 0 0,49 18 0 0 0,-36-11-694 0 0,93 23-5177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43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574 59 480 0 0,'0'-24'4905'0'0,"0"16"488"0"0,-5 10-4686 0 0,-29-5 464 0 0,-47-8 0 0 0,-15-2 9 0 0,53 11-815 0 0,-1 2 1 0 0,1 3-1 0 0,0 0 1 0 0,-76 18-1 0 0,111-19-366 0 0,3-2-14 0 0,1 1 0 0 0,-1 0 0 0 0,0 1 0 0 0,0-1 1 0 0,1 1-1 0 0,-1 0 0 0 0,-6 3 0 0 0,10-4 7 0 0,-1 1 1 0 0,1-1-1 0 0,0 1 1 0 0,0-1-1 0 0,0 1 0 0 0,0 0 1 0 0,0 0-1 0 0,0-1 1 0 0,0 1-1 0 0,0 0 0 0 0,1 0 1 0 0,-1 0-1 0 0,1 0 1 0 0,0 0-1 0 0,-1 0 0 0 0,1-1 1 0 0,0 1-1 0 0,0 0 0 0 0,0 0 1 0 0,1 2-1 0 0,-1-3 3 0 0,0 0 0 0 0,0 0 0 0 0,0-1-1 0 0,0 1 1 0 0,0 0 0 0 0,0-1 0 0 0,0 1-1 0 0,0 0 1 0 0,0 0 0 0 0,1-1 0 0 0,-1 1-1 0 0,0 0 1 0 0,0-1 0 0 0,1 1 0 0 0,-1-1-1 0 0,1 1 1 0 0,-1 0 0 0 0,1-1 0 0 0,-1 1-1 0 0,0-1 1 0 0,1 1 0 0 0,0-1 0 0 0,-1 1-1 0 0,1-1 1 0 0,-1 0 0 0 0,1 1 0 0 0,1 0 0 0 0,19 10-31 0 0,0 0 1 0 0,1-2 0 0 0,0 0 0 0 0,43 10 0 0 0,106 14 211 0 0,-165-33-250 0 0,18 4 27 0 0,0-1-1 0 0,37-2 1 0 0,-56-1-134 0 0,1 0-1 0 0,-1 0 1 0 0,0-1-1 0 0,0 0 1 0 0,0 0-1 0 0,0-1 1 0 0,0 1-1 0 0,0-1 1 0 0,0 0-1 0 0,0 0 1 0 0,-1-1 0 0 0,1 1-1 0 0,-1-1 1 0 0,0 0-1 0 0,1 0 1 0 0,-1-1-1 0 0,5-5 1 0 0,-8 7-61 0 0,0-1 1 0 0,0 1 0 0 0,0 0-1 0 0,-1-1 1 0 0,1 1-1 0 0,0-1 1 0 0,-1 0-1 0 0,0 1 1 0 0,0-1 0 0 0,0 1-1 0 0,0-1 1 0 0,0 0-1 0 0,0 1 1 0 0,-1-1-1 0 0,1 1 1 0 0,-1-1 0 0 0,0 1-1 0 0,0-1 1 0 0,0 1-1 0 0,0 0 1 0 0,0-1-1 0 0,0 1 1 0 0,-1 0 0 0 0,1 0-1 0 0,-1 0 1 0 0,1 0-1 0 0,-3-3 1 0 0,-4-7-1256 0 0,3-19-1651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43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538 85 1201 0 0,'0'-3'408'0'0,"0"-1"1"0"0,0 1-1 0 0,-1 0 1 0 0,1 0-1 0 0,-1-1 1 0 0,1 1 0 0 0,-1 0-1 0 0,0 0 1 0 0,0 0-1 0 0,-1 0 1 0 0,-1-4-1 0 0,1 5-234 0 0,0-1 0 0 0,-1 1 0 0 0,1 0-1 0 0,-1 0 1 0 0,1 0 0 0 0,-1 0 0 0 0,0 0 0 0 0,1 0-1 0 0,-1 1 1 0 0,0-1 0 0 0,0 1 0 0 0,0 0-1 0 0,0 0 1 0 0,-1 0 0 0 0,1 0 0 0 0,-4 0-1 0 0,-24-4 621 0 0,0 0 0 0 0,-1 2 0 0 0,1 2-1 0 0,-1 1 1 0 0,0 1 0 0 0,1 1-1 0 0,-45 10 1 0 0,71-11-771 0 0,1 0-1 0 0,0 0 1 0 0,0 0 0 0 0,1 0-1 0 0,-1 1 1 0 0,0-1 0 0 0,0 1-1 0 0,1 0 1 0 0,-1 0-1 0 0,1 0 1 0 0,-1 1 0 0 0,1-1-1 0 0,-5 6 1 0 0,8-8-34 0 0,-1 1 1 0 0,1 0-1 0 0,0-1 0 0 0,-1 1 0 0 0,1 0 1 0 0,0-1-1 0 0,-1 1 0 0 0,1 0 1 0 0,0 0-1 0 0,0-1 0 0 0,0 1 0 0 0,0 0 1 0 0,0 0-1 0 0,0 0 0 0 0,0-1 1 0 0,0 1-1 0 0,0 0 0 0 0,0 0 0 0 0,0-1 1 0 0,0 1-1 0 0,1 0 0 0 0,-1 0 0 0 0,0-1 1 0 0,0 1-1 0 0,1 1 0 0 0,1 0-7 0 0,0 0-1 0 0,-1 0 0 0 0,1 0 0 0 0,0-1 1 0 0,0 1-1 0 0,0 0 0 0 0,0-1 0 0 0,0 1 1 0 0,1-1-1 0 0,-1 0 0 0 0,3 2 0 0 0,213 81-605 0 0,-23-11-1286 0 0,-194-72 1890 0 0,7 1-87 0 0,-1 1 1 0 0,0 0 0 0 0,0 1 0 0 0,0 0 0 0 0,0 0-1 0 0,0 0 1 0 0,-1 1 0 0 0,0 0 0 0 0,0 0 0 0 0,0 1 0 0 0,-1-1-1 0 0,5 8 1 0 0,-9-12 107 0 0,0 0-1 0 0,-1 0 1 0 0,0 0 0 0 0,1 1-1 0 0,-1-1 1 0 0,0 0-1 0 0,0 1 1 0 0,0-1 0 0 0,1 0-1 0 0,-1 0 1 0 0,-1 1 0 0 0,1-1-1 0 0,0 0 1 0 0,0 1-1 0 0,0-1 1 0 0,-1 0 0 0 0,1 0-1 0 0,0 1 1 0 0,-1-1 0 0 0,0 0-1 0 0,1 0 1 0 0,-1 0-1 0 0,1 0 1 0 0,-1 1 0 0 0,0-1-1 0 0,0 0 1 0 0,0 0-1 0 0,0-1 1 0 0,0 1 0 0 0,0 0-1 0 0,0 0 1 0 0,0 0 0 0 0,-1 0-1 0 0,-5 3 54 0 0,1 0 1 0 0,-1 0-1 0 0,0 0 0 0 0,0-1 1 0 0,-12 3-1 0 0,-21 5 214 0 0,-1-3-1 0 0,0-1 1 0 0,0-2-1 0 0,-52 0 1 0 0,-174-15-3127 0 0,202 4-609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9:06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479 1139 1121 0 0,'5'0'2601'0'0,"15"0"-587"0"0,-15 0 2175 0 0,0 0-4109 0 0,256 13 368 0 0,-161-6-336 0 0,217 11 115 0 0,-282-17-222 0 0,503 0 83 0 0,-484-1-105 0 0,0 3 0 0 0,0 2 1 0 0,101 22-1 0 0,-46-6-63 0 0,-90-18 65 0 0,-1 1-1 0 0,1 1 1 0 0,-1 0-1 0 0,-1 1 0 0 0,28 14 1 0 0,-21-9 64 0 0,0-1 0 0 0,0-1 0 0 0,1-1 0 0 0,0-2 0 0 0,1 0 0 0 0,32 3 0 0 0,8 2-72 0 0,-14 0-14 0 0,82 5 0 0 0,-74-10 31 0 0,24-3-2 0 0,-1-3 1 0 0,146-19 0 0 0,69-3 29 0 0,-172 24 94 0 0,184-5 8 0 0,198-19 182 0 0,-328 15-225 0 0,655-13 479 0 0,-253 7-160 0 0,-461 8-400 0 0,317 2 514 0 0,-223 5-307 0 0,-12-3-181 0 0,368 9-106 0 0,-352 20 193 0 0,-149-16-136 0 0,129 4 0 0 0,-107-11 47 0 0,117 21 0 0 0,-63-6 8 0 0,60 12-32 0 0,-132-19 12 0 0,83 24 0 0 0,-32-6-36 0 0,92 15 24 0 0,-149-37 0 0 0,0-2 0 0 0,97-4 0 0 0,-50 12 0 0 0,-96-13-34 0 0,0-1-1 0 0,-1-1 1 0 0,1 0 0 0 0,0-1 0 0 0,0-1-1 0 0,24-6 1 0 0,24 4 107 0 0,-18 2 1 0 0,22-3-53 0 0,-22 1-72 0 0,72-13 1 0 0,30-21-404 0 0,-95 23 438 0 0,-36 10 39 0 0,0 0 0 0 0,29-4 0 0 0,162-28 231 0 0,-69 16-254 0 0,-100 17 0 0 0,1-3 0 0 0,62-16 0 0 0,-22 5-39 0 0,-63 16 32 0 0,-1-2 0 0 0,0 0 0 0 0,21-8 0 0 0,-16 6 23 0 0,1 1-1 0 0,-1 1 0 0 0,41-1 1 0 0,-27 1-11 0 0,-10 3-3 0 0,64-12-17 0 0,29-6-212 0 0,-83 14 153 0 0,-29 5 53 0 0,0-1 1 0 0,0 0-1 0 0,0-1 0 0 0,0 0 0 0 0,0 0 0 0 0,0-1 1 0 0,16-7-1 0 0,22-11-188 0 0,-40 18 146 0 0,1 1 1 0 0,-1-1-1 0 0,0 0 0 0 0,0 0 1 0 0,0-1-1 0 0,0 0 0 0 0,0-1 1 0 0,-1 1-1 0 0,0-1 1 0 0,0 0-1 0 0,8-9 0 0 0,19-22-374 0 0,-7 9 301 0 0,-16-12-78 0 0,-1 29 204 0 0,-7 9 11 0 0,-1-1-1 0 0,1 1 1 0 0,-1-1-1 0 0,0 1 1 0 0,0-1-1 0 0,1 0 1 0 0,-1 1-1 0 0,0-1 1 0 0,0 0-1 0 0,-1 0 0 0 0,1 0 1 0 0,0 0-1 0 0,-1 0 1 0 0,1 0-1 0 0,-1 0 1 0 0,0 0-1 0 0,1 0 1 0 0,-1 0-1 0 0,0 0 1 0 0,-1-3-1 0 0,2-2 30 0 0,-1 5-27 0 0,1 0 1 0 0,-1-1-1 0 0,0 1 0 0 0,0 0 0 0 0,0 0 0 0 0,0 0 0 0 0,0-1 0 0 0,0 1 0 0 0,-1 0 1 0 0,1 0-1 0 0,-1 0 0 0 0,1 0 0 0 0,-1-1 0 0 0,0 1 0 0 0,-2-3 0 0 0,1 4 2 0 0,1-1 0 0 0,-1 1 0 0 0,0 0-1 0 0,0-1 1 0 0,1 1 0 0 0,-1-1 0 0 0,1 1 0 0 0,-1-1-1 0 0,1 0 1 0 0,-1 0 0 0 0,1 0 0 0 0,0 0-1 0 0,0 0 1 0 0,0 0 0 0 0,0 0 0 0 0,1 0-1 0 0,-1 0 1 0 0,0 0 0 0 0,1 0 0 0 0,0-1-1 0 0,-1 1 1 0 0,1 0 0 0 0,0 0 0 0 0,0-1-1 0 0,0 1 1 0 0,0 0 0 0 0,1-3 0 0 0,1-22 8 0 0,-1 20-6 0 0,0 0 0 0 0,-1 0-1 0 0,0 0 1 0 0,0 0-1 0 0,0 0 1 0 0,-1 0 0 0 0,0 0-1 0 0,0 0 1 0 0,-5-12 0 0 0,-2 6 6 0 0,6 10-23 0 0,0 0 0 0 0,0 0 1 0 0,0 0-1 0 0,1-1 0 0 0,-1 1 0 0 0,1 0 1 0 0,0-1-1 0 0,0 0 0 0 0,0 1 0 0 0,0-1 0 0 0,1 1 1 0 0,-1-1-1 0 0,1 0 0 0 0,0-3 0 0 0,0 5 5 0 0,0 0 0 0 0,0 0 0 0 0,-1-1 0 0 0,1 1 1 0 0,0 0-1 0 0,-1 0 0 0 0,0 0 0 0 0,1 1 0 0 0,-1-1 0 0 0,0 0 0 0 0,0 0 0 0 0,0 0 0 0 0,0 0 0 0 0,0 1 0 0 0,0-1 0 0 0,-1 1 0 0 0,1-1 0 0 0,-3-1 0 0 0,-13-20 6 0 0,10 12 5 0 0,-1 0-1 0 0,0 1 1 0 0,-1 0 0 0 0,-17-16 0 0 0,-22-25 112 0 0,46 43-109 0 0,-1 2-5 0 0,-22-11-4 0 0,-10-4 46 0 0,-63-26 0 0 0,75 37-58 0 0,-13-4 37 0 0,-71-17 0 0 0,34 12 5 0 0,-207-46-10 0 0,58 17 27 0 0,5-4-34 0 0,98 21-5 0 0,-11-5 28 0 0,-269-37 0 0 0,-113 42 111 0 0,-66 24 26 0 0,-176 29-38 0 0,713-19-123 0 0,-199 10 81 0 0,-187-32 14 0 0,268 9-80 0 0,-280 20-1 0 0,127 22-128 0 0,-120 5 365 0 0,-55-29-37 0 0,130 3-199 0 0,146-3 53 0 0,91-3-93 0 0,13-4-23 0 0,64-2 54 0 0,-69 8 0 0 0,-70 12 58 0 0,114-13-86 0 0,25-5 44 0 0,1-1 0 0 0,-65-10 0 0 0,7 0 11 0 0,6 5-78 0 0,-109 10-1 0 0,174-4 67 0 0,-1-2-1 0 0,-41-6 1 0 0,25 3-37 0 0,-9-1 74 0 0,1-1 0 0 0,-1-3 0 0 0,-97-30 0 0 0,141 35-103 0 0,-66-20-24 0 0,-92-18 0 0 0,122 30 49 0 0,-6-1-104 0 0,3 12 112 0 0,28 0 41 0 0,-32 7 101 0 0,40-5-111 0 0,-24 1 2 0 0,0-2 1 0 0,-63-9 0 0 0,41 3-42 0 0,-11 0 7 0 0,33 2 35 0 0,-64 2 0 0 0,-209 16-128 0 0,-368-3 201 0 0,580-10-140 0 0,-133 18-1 0 0,-100 25-46 0 0,152-13 147 0 0,25-8-142 0 0,106-18 61 0 0,-1 2-1 0 0,1 2 1 0 0,0 3 0 0 0,-47 17-1 0 0,46-10 5 0 0,-36 17 5 0 0,79-32 7 0 0,1 0-1 0 0,0 0 1 0 0,-1 0-1 0 0,2 1 1 0 0,-1 0-1 0 0,0 0 1 0 0,1 0-1 0 0,0 1 1 0 0,-7 11-1 0 0,11-17 0 0 0,1 1 0 0 0,-1 0 0 0 0,1 0 0 0 0,-1-1 0 0 0,1 1 0 0 0,-1 0 0 0 0,1 0 0 0 0,0 0-1 0 0,-1-1 1 0 0,1 1 0 0 0,0 0 0 0 0,0 0 0 0 0,0 0 0 0 0,0 0 0 0 0,0 0 0 0 0,0 0 0 0 0,0 0 0 0 0,0-1 0 0 0,0 1 0 0 0,0 0-1 0 0,0 0 1 0 0,1 0 0 0 0,-1 0 0 0 0,0 0 0 0 0,1-1 0 0 0,-1 1 0 0 0,0 0 0 0 0,1 0 0 0 0,-1-1 0 0 0,1 1 0 0 0,-1 0 0 0 0,1-1-1 0 0,-1 1 1 0 0,1 0 0 0 0,0-1 0 0 0,-1 1 0 0 0,2 0 0 0 0,44 20-108 0 0,-31-15 99 0 0,194 74-65 0 0,342 185-1 0 0,-472-218 82 0 0,148 95 38 0 0,39 35-2661 0 0,-200-136-2374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9:14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1495 45 1521 0 0,'-13'-1'744'0'0,"0"-1"0"0"0,0 2 1 0 0,0 0-1 0 0,-15 2 0 0 0,23-1-544 0 0,0-1-119 0 0,-15 0-1 0 0,15 0 13 0 0,0 0 40 0 0,-15 0-39 0 0,15 0-1 0 0,0 1 40 0 0,-11 1 13 0 0,0-1-1 0 0,0 0 0 0 0,0-1 1 0 0,0-1-1 0 0,0-1 0 0 0,-16-4 0 0 0,-42-1 279 0 0,-26-1-10 0 0,-166 2-14 0 0,257 7-399 0 0,-37-8 65 0 0,34 5-47 0 0,1 0 1 0 0,-1 0 0 0 0,1 1 0 0 0,-1 0-1 0 0,-19 2 1 0 0,-1-1 48 0 0,22-3-38 0 0,-40 0 7 0 0,-11 3-37 0 0,-29 8 13 0 0,47-9 54 0 0,40 1-65 0 0,-42 5-4 0 0,24-3 58 0 0,0 0-1 0 0,-1 1 1 0 0,-40 13 0 0 0,56-14-50 0 0,1 0-1 0 0,-1 1 1 0 0,1 0 0 0 0,0 0-1 0 0,0 1 1 0 0,0 0 0 0 0,0-1 0 0 0,0 2-1 0 0,1-1 1 0 0,0 0 0 0 0,0 1 0 0 0,0 0-1 0 0,0 0 1 0 0,1 0 0 0 0,0 0-1 0 0,-4 9 1 0 0,3 14 52 0 0,4-25-57 0 0,0 0 0 0 0,0 0 0 0 0,0 0 0 0 0,0 0 0 0 0,-1 0-1 0 0,1 0 1 0 0,-1 0 0 0 0,0 0 0 0 0,-2 5 0 0 0,-6 5-27 0 0,7-11 24 0 0,0 1-1 0 0,1-1 0 0 0,-1 0 0 0 0,1 1 1 0 0,-1-1-1 0 0,1 1 0 0 0,0-1 0 0 0,0 1 1 0 0,0 0-1 0 0,1-1 0 0 0,-1 1 0 0 0,0 0 1 0 0,1-1-1 0 0,0 6 0 0 0,0 166 243 0 0,-1-173-240 0 0,1 0 0 0 0,0 0 0 0 0,-1 0 0 0 0,1 0 0 0 0,-1 0 0 0 0,1 0 0 0 0,-1-1 0 0 0,1 1 0 0 0,-1 0 0 0 0,0 0 0 0 0,1-1 0 0 0,-1 1 0 0 0,0 0 0 0 0,0-1 0 0 0,1 1 0 0 0,-1-1 0 0 0,0 1 0 0 0,0-1 0 0 0,0 1 0 0 0,0-1 0 0 0,0 1 0 0 0,0-1 0 0 0,1 0 0 0 0,-1 0 0 0 0,-2 1 0 0 0,-2 1 0 0 0,4-1-1 0 0,0 0 0 0 0,1 0 0 0 0,-1 0 0 0 0,1 0 0 0 0,-1 0-1 0 0,1 1 1 0 0,0-1 0 0 0,-1 0 0 0 0,1 0 0 0 0,0 0 0 0 0,0 1 0 0 0,0-1 0 0 0,0 0-1 0 0,0 0 1 0 0,0 1 0 0 0,0-1 0 0 0,0 0 0 0 0,1 1 0 0 0,-1-1-1 0 0,1 0 0 0 0,-1 0 0 0 0,0 0 0 0 0,0 1 0 0 0,0-1 0 0 0,0 0 1 0 0,0 0-1 0 0,0 0 0 0 0,0 0 0 0 0,0 0 0 0 0,0 0 0 0 0,0 0 0 0 0,-1 0 0 0 0,1 0 1 0 0,0 0-1 0 0,-1 0 0 0 0,1 0 0 0 0,0 0 0 0 0,-1-1 0 0 0,1 1 0 0 0,-1 0 0 0 0,0 0 0 0 0,-1 1 1 0 0,1-1 2 0 0,-1 1 0 0 0,0-1-1 0 0,1 0 1 0 0,-1 1 0 0 0,1-1 0 0 0,-1 1 0 0 0,1 0 0 0 0,0-1 0 0 0,0 1 0 0 0,-1 0 0 0 0,1 0 0 0 0,1 0 0 0 0,-1 0 0 0 0,0 0 0 0 0,0 0 0 0 0,1 0 0 0 0,-1 0 0 0 0,1 0 0 0 0,-1 0 0 0 0,1 0 0 0 0,0 0 0 0 0,0 0 0 0 0,0 0 0 0 0,0 1 0 0 0,1 2-1 0 0,1 8 15 0 0,0 0 0 0 0,1 0 0 0 0,6 14 0 0 0,-4-9-19 0 0,65 186 164 0 0,-67-197-153 0 0,1 0 0 0 0,0 0 0 0 0,1-1 0 0 0,-1 0 0 0 0,1 1 0 0 0,0-2 0 0 0,1 1 0 0 0,7 6 0 0 0,18 22-4 0 0,60 101-16 0 0,-80-121-7 0 0,-5-6 23 0 0,0 0 0 0 0,0 0 0 0 0,0 0 0 0 0,-1 1 0 0 0,0-1 0 0 0,-1 1 0 0 0,0 0 0 0 0,0 1 0 0 0,-1-1 0 0 0,2 13 0 0 0,-5-22-2 0 0,0 1 0 0 0,0 0 1 0 0,0-1-1 0 0,0 1 0 0 0,0 0 0 0 0,0-1 0 0 0,0 1 0 0 0,0 0 0 0 0,1-1 0 0 0,-1 1 0 0 0,0 0 0 0 0,0-1 0 0 0,1 1 0 0 0,-1 0 0 0 0,0-1 0 0 0,0 1 0 0 0,1-1 0 0 0,-1 1 0 0 0,1 0 0 0 0,-1-1 0 0 0,1 1 0 0 0,-1-1 0 0 0,1 0 0 0 0,-1 1 0 0 0,1-1 0 0 0,-1 1 0 0 0,1-1 0 0 0,-1 0 0 0 0,1 1 0 0 0,0-1 1 0 0,-1 0-1 0 0,1 0 0 0 0,0 1 0 0 0,-1-1 0 0 0,1 0 0 0 0,1 0 0 0 0,-2 0-2 0 0,1 0 0 0 0,0 1 1 0 0,0-1-1 0 0,0 0 0 0 0,-1 0 1 0 0,1 1-1 0 0,0-1 0 0 0,-1 0 1 0 0,1 1-1 0 0,0-1 0 0 0,0 1 1 0 0,-1-1-1 0 0,1 1 0 0 0,-1-1 1 0 0,1 1-1 0 0,-1-1 0 0 0,1 1 1 0 0,-1-1-1 0 0,1 1 0 0 0,-1 0 1 0 0,1-1-1 0 0,-1 1 0 0 0,0 0 1 0 0,1 0-1 0 0,-1-1 0 0 0,0 1 0 0 0,0 0 1 0 0,1 0-1 0 0,-1-1 0 0 0,0 1 1 0 0,0 0-1 0 0,0 0 0 0 0,0 0 1 0 0,0-1-1 0 0,0 1 0 0 0,0 1 1 0 0,0 0-3 0 0,1 0 1 0 0,0-1 0 0 0,0 1 0 0 0,0-1-1 0 0,0 1 1 0 0,0-1 0 0 0,0 1-1 0 0,0-1 1 0 0,0 0 0 0 0,0 1-1 0 0,1-1 1 0 0,-1 0 0 0 0,1 0-1 0 0,-1 0 1 0 0,1 0 0 0 0,-1 0 0 0 0,1 0-1 0 0,-1-1 1 0 0,1 1 0 0 0,3 0-1 0 0,51 19-38 0 0,-41-16 37 0 0,33 8 24 0 0,0-3 0 0 0,64 4-1 0 0,2 0 2 0 0,117 18-21 0 0,282 0 0 0 0,-490-31 0 0 0,49 0 0 0 0,124-14 0 0 0,-184 11-13 0 0,1 0 0 0 0,-1-1 0 0 0,0-1 0 0 0,14-6 0 0 0,-1-1-2 0 0,-22 11 16 0 0,0-1-1 0 0,0 0 0 0 0,0 0 0 0 0,0 0 0 0 0,0 0 1 0 0,-1-1-1 0 0,1 1 0 0 0,-1-1 0 0 0,1 1 0 0 0,-1-1 0 0 0,0 0 1 0 0,0 0-1 0 0,3-6 0 0 0,17-22-16 0 0,63-41-51 0 0,1 0 1 0 0,-46 28 52 0 0,-22 33 8 0 0,-16 10 4 0 0,1 0-1 0 0,-1 0 1 0 0,0 0 0 0 0,0 0-1 0 0,0 0 1 0 0,0-1-1 0 0,0 1 1 0 0,0-1 0 0 0,0 1-1 0 0,-1-1 1 0 0,1 0 0 0 0,-1 0-1 0 0,1 0 1 0 0,-1 0-1 0 0,0 0 1 0 0,1 0 0 0 0,-1 0-1 0 0,0 0 1 0 0,0 0-1 0 0,-1-1 1 0 0,1 1 0 0 0,0 0-1 0 0,-1-1 1 0 0,1 1 0 0 0,-1 0-1 0 0,0-1 1 0 0,0 1-1 0 0,0 0 1 0 0,0-1 0 0 0,-1-4-1 0 0,1-4 3 0 0,0-1 0 0 0,-1 1 0 0 0,0-1 0 0 0,-1 1 0 0 0,0-1 0 0 0,-1 1 0 0 0,-4-11 0 0 0,4 15 0 0 0,-1 0 0 0 0,1 1 0 0 0,-1-1 0 0 0,-1 1 0 0 0,1 0 0 0 0,-1 0 0 0 0,0 1 0 0 0,0-1 0 0 0,-1 1 0 0 0,1 0 0 0 0,-1 0 0 0 0,-12-6 0 0 0,-9-3 6 0 0,0 2 0 0 0,0 0 0 0 0,-1 2 0 0 0,0 1 0 0 0,-32-5 0 0 0,-10-4 52 0 0,-133-44 137 0 0,63 17 21 0 0,-230-42 0 0 0,284 80-176 0 0,83 7-59 0 0,0 0 0 0 0,0 0 0 0 0,0 0 0 0 0,0 1 1 0 0,1-1-1 0 0,-1 1 0 0 0,0 0 0 0 0,0-1 0 0 0,0 1 0 0 0,0 0 1 0 0,1 1-1 0 0,-1-1 0 0 0,1 0 0 0 0,-1 1 0 0 0,-2 1 1 0 0,4-1-10 0 0,-1-1 0 0 0,1 1 0 0 0,0-1 0 0 0,0 1 0 0 0,0 0 0 0 0,0-1 0 0 0,0 1 0 0 0,0 0 0 0 0,1 0 0 0 0,-1-1 0 0 0,0 1 0 0 0,1 0 0 0 0,-1 0 0 0 0,1 0 0 0 0,0 0 0 0 0,0 0 0 0 0,0 3 0 0 0,1 2-164 0 0,0 0-1 0 0,0 0 1 0 0,1 0 0 0 0,0 0-1 0 0,0-1 1 0 0,1 1-1 0 0,0 0 1 0 0,0-1-1 0 0,0 0 1 0 0,6 8-1 0 0,71 83-4289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9:20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53 3842 0 0,'-61'-20'1681'0'0,"91"7"-1922"0"0,25-6-1679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44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0 320 2161 0 0,'7'-3'649'0'0,"-6"3"-539"0"0,1 0-1 0 0,-1-1 1 0 0,0 1 0 0 0,0 0-1 0 0,0-1 1 0 0,0 1 0 0 0,0-1-1 0 0,0 1 1 0 0,0-1-1 0 0,0 1 1 0 0,0-1 0 0 0,0 0-1 0 0,0 1 1 0 0,0-1 0 0 0,-1 0-1 0 0,1 0 1 0 0,0 0-1 0 0,0 1 1 0 0,-1-1 0 0 0,1 0-1 0 0,-1 0 1 0 0,1 0 0 0 0,-1 0-1 0 0,1 0 1 0 0,-1-1 0 0 0,1 1-1 0 0,-1 0 1 0 0,0-2-1 0 0,0 3-59 0 0,0-1-1 0 0,0 0 0 0 0,0 0 0 0 0,1 1 1 0 0,-1-1-1 0 0,0 0 0 0 0,0 0 0 0 0,0 0 0 0 0,1 1 1 0 0,-1-1-1 0 0,0 0 0 0 0,0 1 0 0 0,1-1 1 0 0,-1 0-1 0 0,1 0 0 0 0,-1 1 0 0 0,1-1 1 0 0,-1 1-1 0 0,1-1 0 0 0,-1 1 0 0 0,1-1 0 0 0,0 1 1 0 0,-1-1-1 0 0,1 1 0 0 0,0-1 0 0 0,-1 1 1 0 0,1 0-1 0 0,0-1 0 0 0,-1 1 0 0 0,1 0 1 0 0,1-1-1 0 0,-1 1-25 0 0,0 0 1 0 0,0 0-1 0 0,-1-1 1 0 0,1 1 0 0 0,0 0-1 0 0,0-1 1 0 0,-1 1-1 0 0,1-1 1 0 0,0 1-1 0 0,-1 0 1 0 0,1-1-1 0 0,0 0 1 0 0,-1 1 0 0 0,1-1-1 0 0,-1 1 1 0 0,1-1-1 0 0,-1 0 1 0 0,1 1-1 0 0,-1-1 1 0 0,1 0-1 0 0,-1 0 1 0 0,0 1 0 0 0,1-1-1 0 0,-1 0 1 0 0,0 0-1 0 0,0 1 1 0 0,0-1-1 0 0,1 0 1 0 0,-1 0-1 0 0,0 0 1 0 0,0-1-1 0 0,0 1-13 0 0,0-1-1 0 0,0 1 0 0 0,0 0 0 0 0,1 0 0 0 0,-1-1 0 0 0,0 1 0 0 0,1 0 0 0 0,-1 0 0 0 0,1 0 1 0 0,-1-1-1 0 0,1 1 0 0 0,0 0 0 0 0,0 0 0 0 0,-1 0 0 0 0,1 0 0 0 0,0 0 0 0 0,0 0 0 0 0,0 0 1 0 0,0 1-1 0 0,0-1 0 0 0,0 0 0 0 0,0 0 0 0 0,0 1 0 0 0,1-1 0 0 0,1 0 0 0 0,2-2 8 0 0,-5 3-18 0 0,1 0 1 0 0,-1-1-1 0 0,0 1 1 0 0,1 0-1 0 0,-1 0 0 0 0,0-1 1 0 0,1 1-1 0 0,-1 0 1 0 0,0-1-1 0 0,1 1 1 0 0,-1 0-1 0 0,0-1 1 0 0,0 1-1 0 0,1 0 1 0 0,-1-1-1 0 0,0 1 1 0 0,0-1-1 0 0,0 1 1 0 0,1 0-1 0 0,-1-1 1 0 0,0 1-1 0 0,0-1 1 0 0,0 1-1 0 0,0-1 1 0 0,0 1-1 0 0,0-1 0 0 0,0 1 1 0 0,0-1-1 0 0,4-7-13 0 0,4 5-8 0 0,-7 3 19 0 0,-1-1 1 0 0,1 1-1 0 0,0 0 1 0 0,0 0-1 0 0,-1 0 1 0 0,1 0 0 0 0,0-1-1 0 0,0 1 1 0 0,-1 0-1 0 0,1-1 1 0 0,0 1-1 0 0,-1-1 1 0 0,1 1-1 0 0,0-1 1 0 0,-1 1-1 0 0,1-1 1 0 0,-1 1-1 0 0,1-1 1 0 0,-1 0-1 0 0,1 1 1 0 0,-1-1-1 0 0,1 0 1 0 0,-1 1-1 0 0,0-1 1 0 0,1 0-1 0 0,-1 1 1 0 0,0-1-1 0 0,0 0 1 0 0,1 0-1 0 0,-1 0 1 0 0,1-2 1 0 0,0 1 0 0 0,1 0 0 0 0,-1 0 0 0 0,1 0 0 0 0,-1 0 0 0 0,1 0 0 0 0,0 1 0 0 0,0-1 0 0 0,-1 0 0 0 0,1 1 0 0 0,0-1 0 0 0,1 1 0 0 0,-1 0 0 0 0,0 0 0 0 0,0 0 0 0 0,0 0 0 0 0,1 0 0 0 0,3-1 0 0 0,10-7 13 0 0,-3-6 39 0 0,-12 13-50 0 0,1 0 1 0 0,-1 0 0 0 0,1 0-1 0 0,0 0 1 0 0,0 0-1 0 0,0 1 1 0 0,-1-1 0 0 0,1 0-1 0 0,1 1 1 0 0,2-2-1 0 0,50-41 158 0 0,-55 43-146 0 0,1 1 0 0 0,0-1-1 0 0,-1 1 1 0 0,1-1-1 0 0,-1 0 1 0 0,1 1 0 0 0,-1-1-1 0 0,0 0 1 0 0,1 1-1 0 0,-1-1 1 0 0,0 0 0 0 0,1 1-1 0 0,-1-1 1 0 0,0 0 0 0 0,0 0-1 0 0,1 1 1 0 0,-1-1-1 0 0,0 0 1 0 0,0 0 0 0 0,0 0-1 0 0,-2 16 568 0 0,2-15-572 0 0,0 1 0 0 0,-1-1 0 0 0,1 0 0 0 0,0 1 1 0 0,0-1-1 0 0,0 0 0 0 0,0 1 0 0 0,-1-1 0 0 0,1 0 0 0 0,0 0 0 0 0,0 1 0 0 0,-1-1 0 0 0,1 0 0 0 0,0 0 0 0 0,-1 1 0 0 0,1-1 0 0 0,0 0 0 0 0,-1 0 0 0 0,1 0 0 0 0,0 0 0 0 0,-1 1 0 0 0,1-1 0 0 0,0 0 0 0 0,-1 0 0 0 0,1 0 0 0 0,0 0 0 0 0,-1 0 0 0 0,1 0 0 0 0,0 0 0 0 0,-1 0 0 0 0,1 0 0 0 0,-1 0 0 0 0,1 0 0 0 0,0 0 0 0 0,-1 0 0 0 0,1 0 0 0 0,0-1 0 0 0,-1 1 0 0 0,0 0 0 0 0,1 0-12 0 0,-1-1 0 0 0,1 1 0 0 0,-1 0 0 0 0,1 0 0 0 0,-1 0 0 0 0,1 0 0 0 0,-1 0 0 0 0,1 0 0 0 0,-1 0 0 0 0,1 0 0 0 0,-1 0 0 0 0,1 0 0 0 0,-1 0 0 0 0,1 0 0 0 0,-1 0 0 0 0,1 0 1 0 0,-1 0-1 0 0,1 0 0 0 0,-1 1 0 0 0,1-1 0 0 0,-1 0 0 0 0,1 0 0 0 0,-1 1 0 0 0,1-1 0 0 0,-1 0 0 0 0,1 0 0 0 0,0 1 0 0 0,-1-1 0 0 0,1 1 0 0 0,-1-1 0 0 0,1 0 0 0 0,0 1 0 0 0,0-1 0 0 0,-1 1 0 0 0,1-1 0 0 0,0 1 0 0 0,0-1 0 0 0,-1 1 0 0 0,1-1 0 0 0,0 1 0 0 0,0-1 0 0 0,0 1 0 0 0,0-1 0 0 0,0 1 0 0 0,-5 3-50 0 0,-76 39-41 0 0,81-43 95 0 0,0 0 0 0 0,0 1 0 0 0,0-1 0 0 0,0 0 0 0 0,-1 0 0 0 0,1 0 0 0 0,0 0 0 0 0,0 0 0 0 0,0 0 0 0 0,0 0 0 0 0,0 1 0 0 0,-1-1 0 0 0,1 0 0 0 0,0 0 0 0 0,0 0-1 0 0,0 0 1 0 0,-1 0 0 0 0,1 0 0 0 0,0 0 0 0 0,0 0 0 0 0,0 0 0 0 0,0 0 0 0 0,-1 0 0 0 0,1 0 0 0 0,0 0 0 0 0,0 0 0 0 0,0 0 0 0 0,0 0 0 0 0,-1 0 0 0 0,1 0 0 0 0,0 0-1 0 0,0-1 1 0 0,0 1 0 0 0,0 0 0 0 0,-1 0 0 0 0,1 0 0 0 0,0 0 0 0 0,0 0 0 0 0,0 0 0 0 0,0 0 0 0 0,0-1 0 0 0,-1 1 0 0 0,1 0 0 0 0,0 0 0 0 0,0 0 0 0 0,0 0-1 0 0,0 0 1 0 0,0-1 0 0 0,0 1 0 0 0,0 0 0 0 0,0 0 0 0 0,0 0 0 0 0,0 0 0 0 0,0-1 0 0 0,0 1 0 0 0,0 0 0 0 0,0 0 0 0 0,0 0 0 0 0,0-1 0 0 0,0 1 0 0 0,0 0 0 0 0,0 0-1 0 0,7-10-59 0 0,3 5 95 0 0,0-1 0 0 0,0 0-1 0 0,-1-1 1 0 0,0 0-1 0 0,0 0 1 0 0,11-13-1 0 0,-12 12 44 0 0,0 0-1 0 0,1 1 1 0 0,0 0 0 0 0,0 0-1 0 0,12-6 1 0 0,-19 12-78 0 0,-1 0 0 0 0,1 0 0 0 0,0 0 1 0 0,-1 1-1 0 0,1-1 0 0 0,0 0 0 0 0,0 1 0 0 0,0 0 1 0 0,0-1-1 0 0,-1 1 0 0 0,1 0 0 0 0,0 0 0 0 0,3 0 1 0 0,-4 1-9 0 0,-1-1 0 0 0,1 1 1 0 0,0 0-1 0 0,-1 0 0 0 0,1-1 1 0 0,-1 1-1 0 0,1 0 0 0 0,-1 0 1 0 0,1 0-1 0 0,-1 0 0 0 0,0 0 1 0 0,0 0-1 0 0,1 0 0 0 0,-1 0 1 0 0,0 0-1 0 0,0 0 0 0 0,0 0 0 0 0,0 1 1 0 0,5 22-44 0 0,0-9 28 0 0,-1-4 23 0 0,-1 1 0 0 0,0 0 0 0 0,0 0 0 0 0,-1 0-1 0 0,-1 0 1 0 0,0 0 0 0 0,-1 0 0 0 0,0 1 0 0 0,-2 12-1 0 0,-9 13 10 0 0,8-29-20 0 0,0 0-1 0 0,1 0 1 0 0,0 0-1 0 0,0 1 1 0 0,0 15-1 0 0,-1 29 12 0 0,2-51 13 0 0,0 0 1 0 0,0 0-1 0 0,0 0 0 0 0,0-1 0 0 0,0 1 0 0 0,0 0 1 0 0,-1-1-1 0 0,1 1 0 0 0,-1-1 0 0 0,0 0 0 0 0,0 1 1 0 0,0-1-1 0 0,-2 2 0 0 0,3-8-39 0 0,0 0 0 0 0,0-1 0 0 0,0 1 0 0 0,0-1 0 0 0,1 1 0 0 0,0-1 0 0 0,0-4 0 0 0,1 0 34 0 0,0 0-1 0 0,1 0 1 0 0,0 0 0 0 0,0 0 0 0 0,1 0-1 0 0,0 1 1 0 0,0-1 0 0 0,1 1-1 0 0,0 0 1 0 0,11-15 0 0 0,5-13 42 0 0,-14 25-27 0 0,0 1 0 0 0,1 1 0 0 0,0-1 0 0 0,1 1 0 0 0,12-12 0 0 0,21-29 45 0 0,-39 48-75 0 0,1 0 0 0 0,-1 0 0 0 0,1 0 0 0 0,0 1 0 0 0,0-1 0 0 0,-1 1 0 0 0,1 0 0 0 0,0 0 0 0 0,0 0 0 0 0,0 0 0 0 0,0 0 0 0 0,0 1 0 0 0,0-1 0 0 0,1 1 0 0 0,-1 0 0 0 0,0 0 0 0 0,0 0 0 0 0,0 0 0 0 0,0 0 0 0 0,6 2-1 0 0,65 14-159 0 0,-63-11 155 0 0,0 0 0 0 0,0 1 1 0 0,0 0-1 0 0,0 0 1 0 0,-1 1-1 0 0,-1 1 0 0 0,1 0 1 0 0,-1 0-1 0 0,0 1 1 0 0,-1 0-1 0 0,0 0 0 0 0,8 13 1 0 0,-4-7 1 0 0,-5-6 11 0 0,0 0-1 0 0,0 0 1 0 0,0 1 0 0 0,-2 0 0 0 0,1 0-1 0 0,-1 1 1 0 0,6 17 0 0 0,-8-11 3 0 0,0 0 0 0 0,0 0 1 0 0,-2 0-1 0 0,-1 25 0 0 0,0 45-312 0 0,0-90 282 0 0,0-1-1 0 0,-1 1 1 0 0,0-1-1 0 0,1 1 1 0 0,-1-1-1 0 0,0 1 1 0 0,-1 0-1 0 0,1-1 0 0 0,-1 1 1 0 0,-3-5-1 0 0,3 4 31 0 0,0 0-1 0 0,0 0 1 0 0,0 0-1 0 0,1 0 1 0 0,-1 0-1 0 0,1 0 1 0 0,0 0-1 0 0,0-1 1 0 0,0 1-1 0 0,1 0 1 0 0,-1-6-1 0 0,0-11 42 0 0,-1 0 0 0 0,-1 0 0 0 0,-7-28-1 0 0,6 30-14 0 0,0 0 0 0 0,1-1 0 0 0,0-24 0 0 0,3 39-27 0 0,0 1-1 0 0,0 0 1 0 0,0-1-1 0 0,1 1 1 0 0,0 0 0 0 0,0 0-1 0 0,0-1 1 0 0,1 1-1 0 0,-1 0 1 0 0,1 0-1 0 0,0 0 1 0 0,0 1-1 0 0,0-1 1 0 0,0 0-1 0 0,6-5 1 0 0,-4 5-1 0 0,0 1 0 0 0,1-1-1 0 0,-1 1 1 0 0,1 0 0 0 0,0 0 0 0 0,0 0 0 0 0,0 1 0 0 0,0-1-1 0 0,1 1 1 0 0,-1 1 0 0 0,1-1 0 0 0,5 0 0 0 0,40-3-3 0 0,-42 5 2 0 0,-1 0 1 0 0,1 1 0 0 0,0 1 0 0 0,0-1-1 0 0,-1 2 1 0 0,1-1 0 0 0,-1 1-1 0 0,0 0 1 0 0,0 1 0 0 0,12 7 0 0 0,-1 1 27 0 0,-1 1 0 0 0,31 30 0 0 0,-38-33-8 0 0,0 0 19 0 0,-1 0 0 0 0,0 0 0 0 0,10 14 0 0 0,-17-20-4 0 0,0 1 0 0 0,0 0 0 0 0,-1 0 0 0 0,0 0 0 0 0,0 0 0 0 0,0 0 0 0 0,0 0 0 0 0,-1 0 0 0 0,0 1 0 0 0,0-1 0 0 0,0 1 0 0 0,-1 7 0 0 0,2 28 375 0 0,-1-31-313 0 0,0 0-1 0 0,0 1 1 0 0,-1-1-1 0 0,-1 1 1 0 0,0-1-1 0 0,0 1 1 0 0,-6 17-1 0 0,-13-3-18 0 0,3-11-147 0 0,17-13 60 0 0,0-1 0 0 0,0 0-1 0 0,0 0 1 0 0,0 0 0 0 0,0 0 0 0 0,-1 0 0 0 0,1 1 0 0 0,0-1 0 0 0,0 0 0 0 0,0 0 0 0 0,-1 0 0 0 0,1 0 0 0 0,0 0 0 0 0,0 0 0 0 0,0 0-1 0 0,-1 0 1 0 0,1 0 0 0 0,0 0 0 0 0,0 0 0 0 0,0 0 0 0 0,-1 0 0 0 0,1 0 0 0 0,0 0 0 0 0,0 0 0 0 0,0 0 0 0 0,-1 0 0 0 0,1 0 0 0 0,0 0-1 0 0,0 0 1 0 0,0 0 0 0 0,-1 0 0 0 0,1 0 0 0 0,0 0 0 0 0,0-1 0 0 0,0 1 0 0 0,0 0 0 0 0,-1 0 0 0 0,1 0 0 0 0,0 0 0 0 0,0 0 0 0 0,0-1-1 0 0,0 1 1 0 0,0 0 0 0 0,-1 0 0 0 0,1 0 0 0 0,0-1 0 0 0,4-2-380 0 0,-3 1 181 0 0,0 1 0 0 0,1 0 1 0 0,-1 0-1 0 0,0-1 0 0 0,0 1 1 0 0,0-1-1 0 0,1 1 0 0 0,-2-1 1 0 0,1 1-1 0 0,0-1 0 0 0,0 0 1 0 0,0 1-1 0 0,-1-1 0 0 0,1 0 1 0 0,-1 0-1 0 0,1 0 0 0 0,-1 1 0 0 0,0-4 1 0 0,0-33-4531 0 0,0 13 2095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44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75 121 1281 0 0,'-1'0'120'0'0,"0"0"1"0"0,0 0 0 0 0,0 0-1 0 0,0 0 1 0 0,-1 0 0 0 0,1 0-1 0 0,0 0 1 0 0,0 1-1 0 0,0-1 1 0 0,0 0 0 0 0,0 1-1 0 0,0-1 1 0 0,0 1 0 0 0,0-1-1 0 0,0 1 1 0 0,0-1 0 0 0,1 1-1 0 0,-1 0 1 0 0,0-1 0 0 0,0 1-1 0 0,0 0 1 0 0,1 0 0 0 0,-1 0-1 0 0,0-1 1 0 0,1 1 0 0 0,-1 0-1 0 0,1 0 1 0 0,-1 0 0 0 0,0 2-1 0 0,2-2-31 0 0,0 1-1 0 0,0-1 1 0 0,0 1-1 0 0,0-1 1 0 0,0 0-1 0 0,0 0 1 0 0,0 1-1 0 0,0-1 0 0 0,0 0 1 0 0,1 0-1 0 0,-1 0 1 0 0,1 0-1 0 0,-1 0 1 0 0,0 0-1 0 0,1-1 1 0 0,-1 1-1 0 0,1 0 1 0 0,0-1-1 0 0,1 1 1 0 0,28 11 195 0 0,1 0 0 0 0,38 7 0 0 0,-58-17-277 0 0,-1 1 0 0 0,0-2-1 0 0,0 0 1 0 0,1 0 0 0 0,-1-1 0 0 0,1 0 0 0 0,-1-1 0 0 0,1-1-1 0 0,14-3 1 0 0,-23 4 2 0 0,0 0 0 0 0,0-1 0 0 0,1 0 0 0 0,-1 0 0 0 0,0 0 0 0 0,0 0 0 0 0,-1 0 0 0 0,1-1 0 0 0,3-3 0 0 0,-4 4 8 0 0,-1-1 6 0 0,0 0 0 0 0,1 0-1 0 0,-1-1 1 0 0,-1 1 0 0 0,1-1 0 0 0,0 1 0 0 0,-1 0 0 0 0,0-1 0 0 0,0 1 0 0 0,0-1-1 0 0,0 1 1 0 0,0-1 0 0 0,-1 1 0 0 0,0-1 0 0 0,1 1 0 0 0,-1 0 0 0 0,-1-1-1 0 0,1 1 1 0 0,0 0 0 0 0,-4-6 0 0 0,-8-3 84 0 0,-1 2 0 0 0,0-1-1 0 0,-1 2 1 0 0,0 0 0 0 0,0 1-1 0 0,-1 0 1 0 0,0 1 0 0 0,0 1 0 0 0,-1 0-1 0 0,-28-5 1 0 0,38 10-84 0 0,0 0 1 0 0,0 0-1 0 0,0 1 0 0 0,0 0 0 0 0,0 0 1 0 0,0 0-1 0 0,0 1 0 0 0,0 0 1 0 0,1 1-1 0 0,-1-1 0 0 0,0 1 0 0 0,1 1 1 0 0,-1-1-1 0 0,1 1 0 0 0,0 0 0 0 0,0 1 1 0 0,0-1-1 0 0,0 1 0 0 0,-8 8 1 0 0,11-9-27 0 0,0 1 1 0 0,0-1 0 0 0,0 1 0 0 0,1 0-1 0 0,-1 0 1 0 0,1 0 0 0 0,0 0 0 0 0,0 0-1 0 0,1 1 1 0 0,-1-1 0 0 0,1 1 0 0 0,0-1-1 0 0,0 1 1 0 0,0-1 0 0 0,1 1 0 0 0,0-1-1 0 0,0 1 1 0 0,0 0 0 0 0,0-1-1 0 0,1 1 1 0 0,-1-1 0 0 0,1 1 0 0 0,0-1-1 0 0,1 1 1 0 0,-1-1 0 0 0,1 0 0 0 0,0 1-1 0 0,3 3 1 0 0,-1 0-67 0 0,1 0-1 0 0,0 0 1 0 0,1-1 0 0 0,0 0-1 0 0,0 0 1 0 0,1 0 0 0 0,0-1-1 0 0,0 0 1 0 0,0 0-1 0 0,1-1 1 0 0,0 0 0 0 0,0 0-1 0 0,12 5 1 0 0,3-1-595 0 0,0 0-1 0 0,1-2 1 0 0,32 6 0 0 0,-16-5-2978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45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92 1761 0 0,'0'-2'150'0'0,"0"1"1"0"0,0-1-1 0 0,0 1 1 0 0,1 0-1 0 0,-1-1 1 0 0,1 1-1 0 0,-1 0 1 0 0,1-1-1 0 0,-1 1 1 0 0,1 0-1 0 0,-1 0 1 0 0,1 0-1 0 0,0-1 1 0 0,0 1-1 0 0,0 0 1 0 0,0 0-1 0 0,0 0 1 0 0,0 0-1 0 0,0 0 0 0 0,1-1 1 0 0,-1 2-17 0 0,1-1 0 0 0,-1-1 0 0 0,0 1 0 0 0,0 0 0 0 0,0 0 1 0 0,0 0-1 0 0,0 0 0 0 0,0-1 0 0 0,0 1 0 0 0,0-1 0 0 0,0 1 0 0 0,-1 0 0 0 0,1-1 0 0 0,-1 1 0 0 0,1-1 0 0 0,-1 0 1 0 0,0 1-1 0 0,1-1 0 0 0,-1 1 0 0 0,0-3 0 0 0,0 2-67 0 0,1 1-1 0 0,-1 0 1 0 0,0 0 0 0 0,0 0-1 0 0,0 0 1 0 0,0-1 0 0 0,0 1-1 0 0,-1 0 1 0 0,1 0 0 0 0,0 0-1 0 0,0 0 1 0 0,-1 0 0 0 0,1 0-1 0 0,-1 0 1 0 0,1-1 0 0 0,-1 1-1 0 0,1 0 1 0 0,-1 0 0 0 0,0 1-1 0 0,1-1 1 0 0,-1 0 0 0 0,0 0-1 0 0,0 0 1 0 0,0 0 0 0 0,1 1-1 0 0,-1-1 1 0 0,0 0 0 0 0,0 1-1 0 0,0-1 1 0 0,-2 0 0 0 0,-4 0-10 0 0,-1 0 0 0 0,0 0 1 0 0,1 1-1 0 0,-1 0 0 0 0,-10 1 1 0 0,15 0-1 0 0,-45 1 321 0 0,0 2 0 0 0,-73 17 0 0 0,114-19-311 0 0,0 0 1 0 0,-1 1-1 0 0,1 0 1 0 0,-13 8-1 0 0,19-10-54 0 0,-1 0 1 0 0,0 0-1 0 0,1 1 0 0 0,-1-1 0 0 0,1 0 0 0 0,0 1 0 0 0,-1-1 0 0 0,1 1 1 0 0,0 0-1 0 0,0-1 0 0 0,0 1 0 0 0,0 0 0 0 0,0 0 0 0 0,1 0 0 0 0,-1-1 1 0 0,0 1-1 0 0,1 0 0 0 0,0 0 0 0 0,-1 0 0 0 0,1 0 0 0 0,0 3 0 0 0,0-4-14 0 0,0 0-1 0 0,0 0 1 0 0,0 0-1 0 0,0-1 0 0 0,0 1 1 0 0,0 0-1 0 0,0 0 1 0 0,0 0-1 0 0,1 0 0 0 0,-1 0 1 0 0,0 0-1 0 0,1-1 1 0 0,-1 1-1 0 0,0 0 0 0 0,1 0 1 0 0,-1-1-1 0 0,1 1 1 0 0,-1 0-1 0 0,1 0 0 0 0,0-1 1 0 0,-1 1-1 0 0,1-1 1 0 0,0 1-1 0 0,1 0 0 0 0,29 17-74 0 0,0-3-1 0 0,2-1 1 0 0,52 17-1 0 0,-69-26 23 0 0,12 4-195 0 0,-1-2 0 0 0,52 7-1 0 0,-57-11 109 0 0,0 0 0 0 0,0 2 0 0 0,-1 1 0 0 0,29 11-1 0 0,-36-9 133 0 0,-16-2 149 0 0,-32 2 396 0 0,-60-6 238 0 0,46-7-1221 0 0,1-3 0 0 0,-81-22 1 0 0,-5-1-2269 0 0,67 23 20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45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32 204 1841 0 0,'-2'-1'132'0'0,"0"0"0"0"0,0 0 1 0 0,0 0-1 0 0,0 0 0 0 0,0-1 1 0 0,1 1-1 0 0,-1-1 0 0 0,1 1 1 0 0,-1-1-1 0 0,1 1 0 0 0,-1-1 1 0 0,1 0-1 0 0,0 0 0 0 0,-1 0 1 0 0,1 0-1 0 0,0 0 0 0 0,1 0 0 0 0,-1 0 1 0 0,0 0-1 0 0,0 0 0 0 0,1 0 1 0 0,-1 0-1 0 0,1 0 0 0 0,0-1 1 0 0,0 1-1 0 0,0 0 0 0 0,0 0 1 0 0,0 0-1 0 0,0-1 0 0 0,1 1 1 0 0,-1 0-1 0 0,0 0 0 0 0,1 0 0 0 0,0 0 1 0 0,0 0-1 0 0,1-3 0 0 0,7-8 234 0 0,-7 11-317 0 0,-1 1 0 0 0,1-1-1 0 0,-1 0 1 0 0,1 0 0 0 0,-1 0 0 0 0,0 0 0 0 0,0 0 0 0 0,0 0 0 0 0,0 0-1 0 0,-1 0 1 0 0,1-1 0 0 0,0 1 0 0 0,-1 0 0 0 0,0 0 0 0 0,1-4 0 0 0,-1 4-28 0 0,1 0 1 0 0,-1 0 0 0 0,1 0-1 0 0,0 0 1 0 0,-1 0 0 0 0,1 0-1 0 0,0 0 1 0 0,0 0 0 0 0,0 0-1 0 0,1 1 1 0 0,-1-1 0 0 0,0 0-1 0 0,1 1 1 0 0,-1-1 0 0 0,1 1-1 0 0,-1 0 1 0 0,1-1 0 0 0,0 1 0 0 0,-1 0-1 0 0,1 0 1 0 0,0 0 0 0 0,0 0-1 0 0,0 0 1 0 0,3 0 0 0 0,15-12 116 0 0,-16 10-90 0 0,0-1 1 0 0,1 1 0 0 0,-1 0-1 0 0,1 0 1 0 0,0 0-1 0 0,-1 1 1 0 0,1 0-1 0 0,10-3 1 0 0,-5 1-6 0 0,-5 7 177 0 0,-5 12-169 0 0,0 3 38 0 0,-2 47 183 0 0,0-25-133 0 0,1 0 0 0 0,3 0-1 0 0,6 42 1 0 0,2-38-84 0 0,-6-27-65 0 0,0 0-1 0 0,-1 0 1 0 0,1 28 0 0 0,-4-17-57 0 0,-2 34-410 0 0,2-59 344 0 0,-1 1 1 0 0,0-1-1 0 0,0 1 0 0 0,-1-1 0 0 0,1 0 1 0 0,-1 1-1 0 0,1-1 0 0 0,-1 0 1 0 0,0 0-1 0 0,0 0 0 0 0,0-1 0 0 0,-1 1 1 0 0,1 0-1 0 0,-4 2 0 0 0,-25 17-2775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46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33 720 0 0,'0'-2'285'0'0,"0"1"-1"0"0,0 0 0 0 0,0 0 0 0 0,0 0 1 0 0,0-1-1 0 0,0 1 0 0 0,0 0 0 0 0,0 0 1 0 0,0 0-1 0 0,0-1 0 0 0,1 1 1 0 0,-1 0-1 0 0,1 0 0 0 0,-1 0 0 0 0,1 0 1 0 0,-1 0-1 0 0,1 0 0 0 0,0 0 0 0 0,-1 0 1 0 0,1 0-1 0 0,0 0 0 0 0,0 0 1 0 0,0 0-1 0 0,0 0 0 0 0,0 1 0 0 0,-1-1 1 0 0,3-1-1 0 0,0 2-170 0 0,1-1 0 0 0,0 1 0 0 0,-1-1 0 0 0,1 1 0 0 0,0 0 0 0 0,0 0 0 0 0,-1 1 0 0 0,5 0 0 0 0,2 0-82 0 0,953 56 3103 0 0,-471-30-391 0 0,-270-10-1647 0 0,-107-9-656 0 0,162 33-1 0 0,-218-37-418 0 0,-48-4-59 0 0,0 0 0 0 0,0 1 0 0 0,0 0 0 0 0,-1 1 0 0 0,18 4 0 0 0,-27-4-289 0 0,0-1 1 0 0,0 1 0 0 0,-1 0 0 0 0,1-1 0 0 0,0 1 0 0 0,-1 0 0 0 0,0-1-1 0 0,1 1 1 0 0,-1 0 0 0 0,0 0 0 0 0,0 0 0 0 0,0-1 0 0 0,0 1 0 0 0,0 0-1 0 0,0 0 1 0 0,0 0 0 0 0,-1-1 0 0 0,1 1 0 0 0,-1 0 0 0 0,1 0 0 0 0,-1-1-1 0 0,0 1 1 0 0,-1 1 0 0 0,-23 12-4544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51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0 127 720 0 0,'30'0'2401'0'0,"-30"8"961"0"0,0-16-2322 0 0,30-3-319 0 0,1-14-401 0 0,29-8-160 0 0,-30 8-80 0 0,31 0-160 0 0,-31 17 0 0 0,-30 118-160 0 0,-61 42 560 0 0,1-50-480 0 0,120-83-1841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51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14 320 0 0,'-5'0'1881'0'0,"-9"1"-1147"0"0,-1 0-1 0 0,1 1 1 0 0,0 0-1 0 0,1 1 1 0 0,-16 6-1 0 0,18-5-546 0 0,-1 0 0 0 0,1 0 0 0 0,0 2 0 0 0,0-1-1 0 0,0 1 1 0 0,1 1 0 0 0,0 0 0 0 0,0 0 0 0 0,1 1-1 0 0,-12 12 1 0 0,20-18-145 0 0,0 0 1 0 0,0 0-1 0 0,0 1 0 0 0,0-1 0 0 0,0 0 0 0 0,1 0 0 0 0,-1 1 0 0 0,1-1 0 0 0,-1 0 0 0 0,1 1 1 0 0,0-1-1 0 0,0 0 0 0 0,0 1 0 0 0,0-1 0 0 0,0 0 0 0 0,1 1 0 0 0,-1-1 0 0 0,1 0 0 0 0,0 1 1 0 0,-1-1-1 0 0,1 0 0 0 0,2 3 0 0 0,23 38 510 0 0,-20-37-533 0 0,1 0 0 0 0,-1-1-1 0 0,1 0 1 0 0,0 0 0 0 0,0 0 0 0 0,0-1 0 0 0,1 0-1 0 0,-1-1 1 0 0,1 0 0 0 0,0 0 0 0 0,0 0-1 0 0,14 2 1 0 0,7 0-108 0 0,58 3 0 0 0,-80-8 90 0 0,12 1-63 0 0,1-2 1 0 0,-1 0-1 0 0,1 0 1 0 0,21-6-1 0 0,-33 5 42 0 0,0 0 0 0 0,-1 0 0 0 0,0 0 0 0 0,1-1 0 0 0,-1 0 0 0 0,0-1 0 0 0,0 0 1 0 0,-1 0-1 0 0,1 0 0 0 0,-1-1 0 0 0,8-6 0 0 0,-13 10 22 0 0,-1 0 1 0 0,1 1-1 0 0,-1-1 1 0 0,0 0-1 0 0,1 1 1 0 0,-1-1 0 0 0,0 0-1 0 0,0 0 1 0 0,1 1-1 0 0,-1-1 1 0 0,0 0-1 0 0,0 0 1 0 0,0 1-1 0 0,0-1 1 0 0,0 0-1 0 0,0 0 1 0 0,0 0-1 0 0,0 1 1 0 0,0-1 0 0 0,0 0-1 0 0,-1 0 1 0 0,1 1-1 0 0,0-1 1 0 0,0 0-1 0 0,-1 1 1 0 0,1-1-1 0 0,-1 0 1 0 0,1 1-1 0 0,0-1 1 0 0,-2 0-1 0 0,-17-21 42 0 0,14 17-33 0 0,-13-14-329 0 0,-1 1-1 0 0,-1 1 1 0 0,-1 1-1 0 0,0 1 1 0 0,-1 0-1 0 0,-1 2 1 0 0,-39-18-1 0 0,32 16-1748 0 0,25 2-748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51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48 400 0 0,'-43'9'2295'0'0,"1"1"-1"0"0,-43 18 0 0 0,77-24-2167 0 0,0 2 0 0 0,1-1 0 0 0,0 1-1 0 0,0 0 1 0 0,0 0 0 0 0,1 1-1 0 0,-1 0 1 0 0,2 0 0 0 0,-1 1 0 0 0,1 0-1 0 0,0 0 1 0 0,1 0 0 0 0,-5 10-1 0 0,9-16-111 0 0,-1 0-1 0 0,1-1 1 0 0,-1 1-1 0 0,1 0 1 0 0,-1 0-1 0 0,1-1 1 0 0,0 1-1 0 0,0 0 1 0 0,0 0-1 0 0,0 0 1 0 0,0-1-1 0 0,1 1 1 0 0,-1 0-1 0 0,0 0 1 0 0,1-1-1 0 0,-1 1 1 0 0,1 0-1 0 0,0 0 1 0 0,0-1-1 0 0,-1 1 1 0 0,1-1-1 0 0,0 1 1 0 0,0-1-1 0 0,1 1 1 0 0,-1-1-1 0 0,0 0 1 0 0,0 1-1 0 0,1-1 1 0 0,-1 0-1 0 0,0 0 1 0 0,1 0-1 0 0,1 1 1 0 0,6 3 11 0 0,0 0-1 0 0,0 0 1 0 0,1-1 0 0 0,12 4-1 0 0,-14-5-18 0 0,8 3-18 0 0,1-1 0 0 0,0-1 0 0 0,0 0 0 0 0,0-1 0 0 0,0-1-1 0 0,0-1 1 0 0,1 0 0 0 0,-1-1 0 0 0,1-1 0 0 0,-1-1 0 0 0,30-7 0 0 0,-45 9 10 0 0,-1 0 1 0 0,1 0 0 0 0,-1 0 0 0 0,1-1 0 0 0,-1 1-1 0 0,0 0 1 0 0,1-1 0 0 0,-1 0 0 0 0,0 1 0 0 0,1-1-1 0 0,-1 0 1 0 0,0 1 0 0 0,0-1 0 0 0,1 0 0 0 0,-1 0-1 0 0,0 0 1 0 0,0 0 0 0 0,0 0 0 0 0,1-3 0 0 0,2-28 159 0 0,-4 18-88 0 0,-1 6-73 0 0,0 0 0 0 0,-1 0 0 0 0,1 1 0 0 0,-2-1 0 0 0,1 0 0 0 0,-1 0 0 0 0,0 1 0 0 0,0 0 0 0 0,-1 0 0 0 0,0 0 0 0 0,-1 0 0 0 0,1 0 0 0 0,-1 1 0 0 0,-7-7 0 0 0,-1-2-144 0 0,-1 2 0 0 0,-1-1 0 0 0,0 2 0 0 0,-25-16 0 0 0,34 23-7 0 0,0 1 0 0 0,0 0 0 0 0,-1 1 0 0 0,1-1 0 0 0,-1 1 0 0 0,1 1 0 0 0,-1-1-1 0 0,0 1 1 0 0,0 0 0 0 0,0 1 0 0 0,0-1 0 0 0,0 2 0 0 0,-1-1 0 0 0,1 1 0 0 0,0 0 0 0 0,0 0 0 0 0,0 1 0 0 0,-1 0-1 0 0,1 0 1 0 0,-7 3 0 0 0,-1-1-2168 0 0,35 2-427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52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1 320 0 0,'-25'0'2041'0'0,"20"0"-213"0"0,10 2-321 0 0,15 10-890 0 0,0 1 0 0 0,-1 1 0 0 0,-1 1 0 0 0,31 31-1 0 0,-4-4-232 0 0,-28-28-306 0 0,-10-7-68 0 0,0 0 0 0 0,1 0 0 0 0,0-1 0 0 0,0 0 0 0 0,1-1 0 0 0,-1 0-1 0 0,1 0 1 0 0,0 0 0 0 0,1-2 0 0 0,11 5 0 0 0,-16-7-237 0 0,-10-2-26 0 0,-55-17-3589 0 0,4 12 894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52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0 129 1601 0 0,'0'0'2161'0'0,"30"-8"-400"0"0,1 8-401 0 0,-1-5-319 0 0,0-9-401 0 0,30-5-480 0 0,1-6-1601 0 0,-1-6-1680 0 0,-30 4-81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53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27 560 0 0,'0'1'151'0'0,"1"0"-1"0"0,-1 0 0 0 0,1 0 1 0 0,0 0-1 0 0,0-1 1 0 0,-1 1-1 0 0,1 0 0 0 0,0 0 1 0 0,0 0-1 0 0,0-1 0 0 0,0 1 1 0 0,0 0-1 0 0,0-1 1 0 0,0 1-1 0 0,0-1 0 0 0,0 1 1 0 0,0-1-1 0 0,0 0 0 0 0,0 1 1 0 0,1-1-1 0 0,1 0 1 0 0,10 5 1342 0 0,8 3-1072 0 0,1 0-1 0 0,0-2 0 0 0,24 4 0 0 0,-41-9-326 0 0,0-1 39 0 0,20 0 134 0 0,-25-1-240 0 0,0 1 1 0 0,0-1 0 0 0,0 1-1 0 0,0-1 1 0 0,0 1 0 0 0,0-1-1 0 0,0 0 1 0 0,0 1-1 0 0,0-1 1 0 0,0 1 0 0 0,0-1-1 0 0,0 1 1 0 0,0 0 0 0 0,-1-1-1 0 0,1 1 1 0 0,0-1 0 0 0,0 1-1 0 0,-1-1 1 0 0,1 1-1 0 0,0-1 1 0 0,0 1 0 0 0,-1 0-1 0 0,1-1 1 0 0,0 1 0 0 0,-1-1-1 0 0,1 1 1 0 0,-1-1-1 0 0,-1 1 40 0 0,1 0-49 0 0,0 0 0 0 0,-1 0 0 0 0,1 0-1 0 0,0 0 1 0 0,0-1 0 0 0,0 1 0 0 0,0 0 0 0 0,0 0-1 0 0,0-1 1 0 0,0 1 0 0 0,0-1 0 0 0,0 1-1 0 0,0-1 1 0 0,0 1 0 0 0,0-1 0 0 0,0 0 0 0 0,1 0-1 0 0,-1 1 1 0 0,0-1 0 0 0,0 0 0 0 0,1 0-1 0 0,-1 0 1 0 0,0-1 0 0 0,-1 1 9 0 0,1-1 0 0 0,0 0 0 0 0,0 1 0 0 0,-1-1 0 0 0,1 1-1 0 0,-1-1 1 0 0,1 1 0 0 0,-1 0 0 0 0,0-1 0 0 0,0 1 0 0 0,1 0 0 0 0,-1 0 0 0 0,0 0 0 0 0,0 1-1 0 0,-3-2 1 0 0,-42-16 224 0 0,37 14-145 0 0,6 2-92 0 0,0 1 1 0 0,0 0-1 0 0,0 0 0 0 0,0 0 0 0 0,-1 0 0 0 0,1 0 1 0 0,0 1-1 0 0,0 0 0 0 0,-1 0 0 0 0,1 0 1 0 0,0 0-1 0 0,0 1 0 0 0,-1 0 0 0 0,1 0 0 0 0,0 0 1 0 0,0 0-1 0 0,0 0 0 0 0,0 1 0 0 0,0 0 1 0 0,1 0-1 0 0,-1 0 0 0 0,0 0 0 0 0,1 1 1 0 0,-1-1-1 0 0,1 1 0 0 0,0 0 0 0 0,0 0 0 0 0,0 0 1 0 0,-5 7-1 0 0,-2 30 53 0 0,0-16-27 0 0,8-20-39 0 0,-1 1 1 0 0,1-1-1 0 0,1 1 1 0 0,-1 0-1 0 0,1 0 1 0 0,-1 0-1 0 0,1 0 1 0 0,0 7-1 0 0,1-11-7 0 0,0 0 1 0 0,0 0-1 0 0,0 0 1 0 0,0-1-1 0 0,0 1 1 0 0,0 0-1 0 0,0 0 1 0 0,1 0-1 0 0,-1 0 1 0 0,0 0-1 0 0,1-1 1 0 0,-1 1-1 0 0,0 0 1 0 0,1 0-1 0 0,-1-1 1 0 0,1 1-1 0 0,-1 0 1 0 0,1 0-1 0 0,0-1 1 0 0,-1 1-1 0 0,1-1 1 0 0,1 2-1 0 0,24 6-80 0 0,-6-7 72 0 0,-10-2-39 0 0,6-2 27 0 0,41-6-44 0 0,-49 11 59 0 0,-6-3 4 0 0,1 1 0 0 0,0 0 0 0 0,-1 0 0 0 0,1 0 0 0 0,-1 0 0 0 0,1 0 0 0 0,-1 0-1 0 0,1 1 1 0 0,-1-1 0 0 0,1 1 0 0 0,-1 0 0 0 0,1 0 0 0 0,-1 0 0 0 0,0 0 0 0 0,1 0 0 0 0,-1 0 0 0 0,0 1 0 0 0,0-1-1 0 0,0 1 1 0 0,0 0 0 0 0,2 2 0 0 0,-3-2 23 0 0,-1 0-1 0 0,1-1 1 0 0,-1 1-1 0 0,1 0 1 0 0,-1 0-1 0 0,0 0 1 0 0,0 0-1 0 0,0 0 1 0 0,0 0-1 0 0,0 0 1 0 0,-1 0-1 0 0,1 0 1 0 0,-1 0-1 0 0,1-1 1 0 0,-1 1-1 0 0,0 0 1 0 0,1 0 0 0 0,-1 0-1 0 0,0-1 1 0 0,-2 4-1 0 0,-5 7 181 0 0,-1-1 1 0 0,0 1-1 0 0,0-2 0 0 0,-1 1 0 0 0,-18 13 0 0 0,16-15-154 0 0,-1-1-1 0 0,0 0 0 0 0,0-1 1 0 0,0 0-1 0 0,-1-1 1 0 0,0-1-1 0 0,0 0 0 0 0,-1-1 1 0 0,-15 3-1 0 0,28-7-158 0 0,-1 0 0 0 0,1-1 0 0 0,0 1 0 0 0,-1 0-1 0 0,1-1 1 0 0,0 0 0 0 0,0 0 0 0 0,0 1 0 0 0,-1-1 0 0 0,1 0 0 0 0,0-1 0 0 0,0 1 0 0 0,0 0 0 0 0,1-1 0 0 0,-1 1-1 0 0,0-1 1 0 0,0 1 0 0 0,1-1 0 0 0,-1 0 0 0 0,1 0 0 0 0,0 0 0 0 0,-2-2 0 0 0,-17-16-1672 0 0,15 17 1362 0 0,5 3 344 0 0,-1-1 1 0 0,0 1 0 0 0,0 0-1 0 0,0 0 1 0 0,1 0-1 0 0,-1-1 1 0 0,0 1-1 0 0,0 0 1 0 0,1-1-1 0 0,-1 1 1 0 0,0 0-1 0 0,1-1 1 0 0,-1 1 0 0 0,0-1-1 0 0,1 1 1 0 0,-1-1-1 0 0,1 0 1 0 0,-1 1-1 0 0,1-1 1 0 0,-1 0-1 0 0,1 1 1 0 0,-1-1-1 0 0,1 0 1 0 0,0 1-1 0 0,-1-1 1 0 0,1 0 0 0 0,0 0-1 0 0,0 1 1 0 0,0-1-1 0 0,-1 0 1 0 0,1 0-1 0 0,0 0 1 0 0,0 1-1 0 0,0-1 1 0 0,0 0-1 0 0,0 0 1 0 0,0 0-1 0 0,1 1 1 0 0,-1-1 0 0 0,0 0-1 0 0,0 0 1 0 0,0 0-1 0 0,1-1 1 0 0,25-12-2413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53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97 2161 0 0,'-1'-1'176'0'0,"0"1"-1"0"0,1-1 1 0 0,-1 0 0 0 0,0 1-1 0 0,0-1 1 0 0,0 1 0 0 0,1-1 0 0 0,-1 1-1 0 0,0-1 1 0 0,0 1 0 0 0,0 0-1 0 0,0-1 1 0 0,0 1 0 0 0,0 0-1 0 0,0 0 1 0 0,0 0 0 0 0,0 0 0 0 0,0 0-1 0 0,0 0 1 0 0,0 0 0 0 0,0 0-1 0 0,0 0 1 0 0,0 0 0 0 0,0 0-1 0 0,0 1 1 0 0,-1 0 0 0 0,-33 5 416 0 0,29-4-503 0 0,0 0-1 0 0,0 0 1 0 0,0 1 0 0 0,0-1 0 0 0,0 2 0 0 0,0-1 0 0 0,1 0 0 0 0,-1 1 0 0 0,1 0-1 0 0,0 0 1 0 0,0 1 0 0 0,-7 8 0 0 0,11-12-70 0 0,0 1 0 0 0,0 0 0 0 0,0 0 1 0 0,1 0-1 0 0,-1 0 0 0 0,0 0 0 0 0,1-1 0 0 0,-1 1 0 0 0,1 1 1 0 0,0-1-1 0 0,-1 0 0 0 0,1 0 0 0 0,0 0 0 0 0,0 0 0 0 0,1 0 1 0 0,-1 0-1 0 0,1 3 0 0 0,0-1 14 0 0,1-1 0 0 0,-1 1-1 0 0,1 0 1 0 0,0 0 0 0 0,0-1 0 0 0,1 1 0 0 0,-1-1 0 0 0,1 1-1 0 0,0-1 1 0 0,0 0 0 0 0,4 3 0 0 0,5 4-7 0 0,0-1 0 0 0,0-1 1 0 0,1 0-1 0 0,0-1 0 0 0,1 0 0 0 0,0-1 0 0 0,0 0 1 0 0,0-2-1 0 0,0 1 0 0 0,1-2 0 0 0,0 0 0 0 0,0-1 1 0 0,20 1-1 0 0,-4-2 2 0 0,0-1-1 0 0,0-2 1 0 0,-1-1 0 0 0,1-1 0 0 0,46-13 0 0 0,-75 16-31 0 0,-1 1 1 0 0,1 0 0 0 0,-1-1 0 0 0,1 1 0 0 0,0-1 0 0 0,-1 1 0 0 0,1-1 0 0 0,-1 0 0 0 0,1 1 0 0 0,-1-1 0 0 0,1 0 0 0 0,-1 0 0 0 0,0 0 0 0 0,1 0 0 0 0,-1 0-1 0 0,0-1 1 0 0,0 1 0 0 0,0 0 0 0 0,0-1 0 0 0,0 1 0 0 0,0 0 0 0 0,0-1 0 0 0,0 1 0 0 0,-1-1 0 0 0,1 0 0 0 0,-1 1 0 0 0,1-1 0 0 0,-1 1 0 0 0,1-1 0 0 0,-1 0-1 0 0,0 1 1 0 0,0-1 0 0 0,0 0 0 0 0,0 1 0 0 0,0-1 0 0 0,0 0 0 0 0,-1-1 0 0 0,-1-7-41 0 0,-2 1 0 0 0,1 0 0 0 0,-1 0 0 0 0,0 1-1 0 0,-9-14 1 0 0,9 15 7 0 0,-2-4-95 0 0,-1 0 0 0 0,0-1 0 0 0,0 2 1 0 0,-1-1-1 0 0,-1 1 0 0 0,0 1 0 0 0,0 0 0 0 0,-1 0 0 0 0,0 0 1 0 0,0 1-1 0 0,-1 1 0 0 0,0 0 0 0 0,0 0 0 0 0,-1 1 0 0 0,0 1 0 0 0,0 0 1 0 0,0 0-1 0 0,-1 1 0 0 0,0 1 0 0 0,-20-3 0 0 0,-32 4-2590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54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0 2081 0 0,'-25'6'2081'0'0,"-5"13"160"0"0,-30 20-640 0 0,30-1-1121 0 0,-1-1-240 0 0,31-10-240 0 0,0-16-720 0 0,0 3-1121 0 0,-30-14-3602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54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28 1521 0 0,'-61'-14'6002'0'0,"1"8"-3841"0"0,60-1-1520 0 0,0 14-801 0 0,30-1-641 0 0,0 0-399 0 0,0 2-1121 0 0,1-8-481 0 0,-1 0 1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55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1681 0 0,'-61'14'5842'0'0,"61"-8"-3841"0"0,-30-6-2241 0 0,60 0-320 0 0,-30-6-4963 0 0,0 0 2642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55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1681 0 0,'30'-8'2161'0'0,"0"2"-320"0"0,91 6-321 0 0,235 0 241 0 0,-84 0-1201 0 0,-91 14-640 0 0,-36 5-80 0 0,-55-2-80 0 0,-30-3-160 0 0,1-14-240 0 0,-91 0-721 0 0,-1-25-2641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55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30 220 640 0 0,'5'-2'350'0'0,"-1"-1"0"0"0,1 0 0 0 0,-1 1 0 0 0,0-1-1 0 0,0-1 1 0 0,-1 1 0 0 0,1-1 0 0 0,-1 1 0 0 0,1-1 0 0 0,-1 0-1 0 0,0 0 1 0 0,-1 0 0 0 0,1-1 0 0 0,-1 1 0 0 0,4-9 0 0 0,21-33 642 0 0,-22 40-908 0 0,-2 3-52 0 0,-1 0 1 0 0,0 0-1 0 0,0 0 0 0 0,0 0 0 0 0,0 0 1 0 0,0 0-1 0 0,0 0 0 0 0,-1-1 0 0 0,0 1 1 0 0,0 0-1 0 0,0-1 0 0 0,0 0 0 0 0,0 1 1 0 0,-1-1-1 0 0,1-3 0 0 0,0 3-5 0 0,0 1-1 0 0,0-1 1 0 0,1 1 0 0 0,-1 0-1 0 0,1-1 1 0 0,-1 1-1 0 0,1 0 1 0 0,0 0 0 0 0,4-4-1 0 0,2-2 113 0 0,-15 19 123 0 0,-3 3-224 0 0,-17 20 103 0 0,-36 62 0 0 0,49-70-73 0 0,7-14-77 0 0,0 0 1 0 0,1 1-1 0 0,0 0 1 0 0,1 0-1 0 0,1 1 1 0 0,0-1-1 0 0,0 1 0 0 0,2 0 1 0 0,-1 0-1 0 0,0 14 1 0 0,3-25-82 0 0,1-1 1 0 0,-1 1 0 0 0,0-1 0 0 0,0 0-1 0 0,1 1 1 0 0,-1-1 0 0 0,1 0 0 0 0,-1 0-1 0 0,1 1 1 0 0,0-1 0 0 0,0 0-1 0 0,-1 0 1 0 0,1 0 0 0 0,0 0 0 0 0,0 0-1 0 0,0 0 1 0 0,0 0 0 0 0,0 0 0 0 0,0 0-1 0 0,0 0 1 0 0,1-1 0 0 0,-1 1-1 0 0,0 0 1 0 0,0-1 0 0 0,1 1 0 0 0,-1-1-1 0 0,0 1 1 0 0,1-1 0 0 0,-1 0 0 0 0,0 1-1 0 0,1-1 1 0 0,-1 0 0 0 0,0 0-1 0 0,1 0 1 0 0,-1 0 0 0 0,1 0 0 0 0,-1 0-1 0 0,0-1 1 0 0,1 1 0 0 0,-1 0 0 0 0,0-1-1 0 0,1 1 1 0 0,-1-1 0 0 0,0 1-1 0 0,0-1 1 0 0,1 0 0 0 0,-1 1 0 0 0,0-1-1 0 0,0 0 1 0 0,0 0 0 0 0,2-2 0 0 0,2-15-3980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56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97 640 0 0,'-41'13'2035'0'0,"1"2"-1"0"0,0 3 0 0 0,-40 22 0 0 0,78-39-2001 0 0,-1 1-1 0 0,1-1 0 0 0,-1 1 0 0 0,1-1 1 0 0,0 1-1 0 0,0 0 0 0 0,0 0 1 0 0,0 0-1 0 0,0 0 0 0 0,0 0 0 0 0,0 0 1 0 0,1 1-1 0 0,-1-1 0 0 0,1 0 0 0 0,0 1 1 0 0,0 0-1 0 0,0-1 0 0 0,0 1 1 0 0,-1 2-1 0 0,2-3-28 0 0,0 0 0 0 0,1 0 1 0 0,-1 0-1 0 0,0 0 0 0 0,1 0 0 0 0,0 0 1 0 0,-1-1-1 0 0,1 1 0 0 0,0 0 0 0 0,0 0 1 0 0,0-1-1 0 0,0 1 0 0 0,0-1 0 0 0,0 1 1 0 0,0-1-1 0 0,1 1 0 0 0,-1-1 0 0 0,0 1 1 0 0,1-1-1 0 0,2 2 0 0 0,5 3-3 0 0,0-1 1 0 0,1 0-1 0 0,0 0 1 0 0,0-1-1 0 0,0 0 0 0 0,0-1 1 0 0,1 0-1 0 0,11 2 0 0 0,14 1-18 0 0,0-2 0 0 0,0-2-1 0 0,1-1 1 0 0,-1-1 0 0 0,1-3-1 0 0,-1-1 1 0 0,0-1 0 0 0,0-2-1 0 0,55-18 1 0 0,-83 22-5 0 0,-1 0-1 0 0,0 0 1 0 0,0 0 0 0 0,0-1-1 0 0,0 0 1 0 0,0 0 0 0 0,-1-1-1 0 0,7-5 1 0 0,-11 7 9 0 0,0 1 1 0 0,0-1-1 0 0,0 0 0 0 0,0 1 0 0 0,-1-1 1 0 0,1 0-1 0 0,-1 0 0 0 0,1-1 1 0 0,-1 1-1 0 0,0 0 0 0 0,0 0 0 0 0,-1 0 1 0 0,1-1-1 0 0,-1 1 0 0 0,1 0 0 0 0,-1-1 1 0 0,0 1-1 0 0,0 0 0 0 0,-1-1 1 0 0,1 1-1 0 0,-1 0 0 0 0,-1-6 0 0 0,-1 0-125 0 0,-1 0-1 0 0,0 0 0 0 0,-1 0 0 0 0,1 1 1 0 0,-1 0-1 0 0,-1 0 0 0 0,0 0 1 0 0,0 0-1 0 0,-1 1 0 0 0,1 0 0 0 0,-1 1 1 0 0,-1-1-1 0 0,1 2 0 0 0,-1-1 0 0 0,0 1 1 0 0,-1 0-1 0 0,1 0 0 0 0,-1 1 1 0 0,-12-4-1 0 0,-14-7-3623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56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47 80 0 0,'-10'-3'497'0'0,"0"1"-1"0"0,0 0 1 0 0,-1 0 0 0 0,1 1-1 0 0,0 1 1 0 0,0-1 0 0 0,-1 2-1 0 0,1 0 1 0 0,0 0-1 0 0,0 0 1 0 0,-1 2 0 0 0,-17 5-1 0 0,14-1-186 0 0,1 0 1 0 0,0 1-1 0 0,0 1 0 0 0,1 0 0 0 0,0 1 0 0 0,1 0 0 0 0,-12 13 0 0 0,21-21-290 0 0,1 0 0 0 0,-1-1-1 0 0,0 1 1 0 0,1 0 0 0 0,-1 0-1 0 0,1 0 1 0 0,-1 0 0 0 0,1 1-1 0 0,0-1 1 0 0,0 0 0 0 0,0 0-1 0 0,0 1 1 0 0,0-1 0 0 0,1 1-1 0 0,-1-1 1 0 0,1 0 0 0 0,0 1-1 0 0,-1-1 1 0 0,1 1 0 0 0,0-1-1 0 0,1 1 1 0 0,-1-1 0 0 0,1 5-1 0 0,2-2 9 0 0,0 1 0 0 0,0 0 0 0 0,0-1 0 0 0,1 0 0 0 0,0 0 0 0 0,0 0 0 0 0,9 7-1 0 0,-6-4 12 0 0,-3-4-33 0 0,1 0-1 0 0,-1 0 1 0 0,0-1-1 0 0,1 1 1 0 0,0-1 0 0 0,0 0-1 0 0,0-1 1 0 0,0 1-1 0 0,0-1 1 0 0,0 0-1 0 0,1 0 1 0 0,-1-1 0 0 0,1 0-1 0 0,-1 1 1 0 0,10-1-1 0 0,7 3 0 0 0,-9-1-15 0 0,0 0 0 0 0,0-1 1 0 0,0 0-1 0 0,1-1 0 0 0,-1 0 1 0 0,0-1-1 0 0,1-1 0 0 0,-1 0 1 0 0,0-1-1 0 0,0 0 1 0 0,0-1-1 0 0,0 0 0 0 0,0-1 1 0 0,0-1-1 0 0,-1 0 0 0 0,0-1 1 0 0,14-8-1 0 0,-24 13 2 0 0,-1 0 1 0 0,1-1-1 0 0,0 1 1 0 0,0-1-1 0 0,-1 1 0 0 0,1-1 1 0 0,0 0-1 0 0,-1 0 1 0 0,0 1-1 0 0,1-1 0 0 0,-1 0 1 0 0,0 0-1 0 0,0 0 1 0 0,0-1-1 0 0,0 1 0 0 0,-1 0 1 0 0,1 0-1 0 0,0 0 0 0 0,-1-1 1 0 0,0 1-1 0 0,1-4 1 0 0,-2 0-48 0 0,1 1 0 0 0,-1-1 0 0 0,0 1 1 0 0,0-1-1 0 0,-1 1 0 0 0,1 0 0 0 0,-1-1 1 0 0,-1 1-1 0 0,-2-5 0 0 0,-3-5-393 0 0,-1 1 1 0 0,-1 0-1 0 0,-1 0 0 0 0,0 1 0 0 0,-15-14 1 0 0,11 14-741 0 0,-1 1 1 0 0,0 1 0 0 0,-22-11 0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58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0 320 0 0,'-7'6'6237'0'0,"-10"-6"-5860"0"0,16 0 39 0 0,1 0-382 0 0,0 0 0 0 0,-1 0 0 0 0,1 0 0 0 0,0 0 0 0 0,0 0 0 0 0,-1 1 0 0 0,1-1 0 0 0,0 0-1 0 0,0 0 1 0 0,-1 0 0 0 0,1 0 0 0 0,0 0 0 0 0,0 0 0 0 0,0 1 0 0 0,-1-1 0 0 0,1 0 0 0 0,0 0 0 0 0,0 0 0 0 0,0 0 0 0 0,0 1 0 0 0,-1-1 0 0 0,1 0 0 0 0,0 0 0 0 0,0 1-1 0 0,0-1 1 0 0,0 0 0 0 0,0 0 0 0 0,0 1 0 0 0,0-1 0 0 0,0 0 0 0 0,0 0 0 0 0,-1 1 0 0 0,1-1 0 0 0,0 0 0 0 0,0 0 0 0 0,0 1 0 0 0,1-1 0 0 0,-1 0 0 0 0,0 0 0 0 0,0 1-1 0 0,0-1 1 0 0,0 0 0 0 0,0 0 0 0 0,0 1 0 0 0,0-1 0 0 0,0 0 0 0 0,0 0 0 0 0,1 0 0 0 0,-1 1 0 0 0,0-1 0 0 0,0 0 0 0 0,0 0 0 0 0,0 0 0 0 0,1 1 0 0 0,-1-1 0 0 0,0 0-1 0 0,0 0 1 0 0,0 0 0 0 0,1 0 0 0 0,-1 0 0 0 0,0 1 0 0 0,0-1 0 0 0,1 0 0 0 0,-1 0 0 0 0,0 0 0 0 0,0 0 0 0 0,1 0 0 0 0,30 12 337 0 0,1-1-1 0 0,1-2 1 0 0,-1-1 0 0 0,36 4 0 0 0,1-3-252 0 0,72 10-616 0 0,-50-15-2767 0 0,-91-4 2853 0 0,0 0 308 0 0,0 0 0 0 0,0 0 0 0 0,0 0 1 0 0,0-1-1 0 0,0 1 0 0 0,0 0 0 0 0,0 0 0 0 0,0 0 1 0 0,0 0-1 0 0,0 0 0 0 0,0 0 0 0 0,0 0 0 0 0,0 0 0 0 0,0 0 1 0 0,0-1-1 0 0,0 1 0 0 0,0 0 0 0 0,0 0 0 0 0,0 0 0 0 0,-25-11-2978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5:59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2561 0 0,'0'-8'6403'0'0,"0"16"-5923"0"0,31-8-320 0 0,-31 6 81 0 0,30 0 159 0 0,30 1 80 0 0,-30-1-80 0 0,91 8 160 0 0,24-3-640 0 0,36-3-1520 0 0,-60 3-1042 0 0,-91 14-3200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00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537 33 1361 0 0,'0'-6'3089'0'0,"5"4"1225"0"0,8 3-4162 0 0,0 1 1 0 0,0 0-1 0 0,0 0 1 0 0,-1 1-1 0 0,1 1 1 0 0,-1 0-1 0 0,16 7 0 0 0,-4-1 30 0 0,11 3 164 0 0,-66-17 543 0 0,26 3-793 0 0,0 1 0 0 0,0 0 0 0 0,0-1 0 0 0,0 0 0 0 0,1-1 0 0 0,-1 1 0 0 0,0-1 0 0 0,0 0 0 0 0,1 0 0 0 0,-1 0 0 0 0,-6-5 0 0 0,1 1 92 0 0,1 1 0 0 0,-1-1 0 0 0,0 2 0 0 0,0-1 0 0 0,0 2 0 0 0,-1-1 0 0 0,1 1 0 0 0,-22-2-1 0 0,0 0 809 0 0,-56-1-1 0 0,82 6-935 0 0,0 0 0 0 0,0 0-1 0 0,-1 1 1 0 0,1 0 0 0 0,0 0-1 0 0,0 0 1 0 0,0 0 0 0 0,0 1 0 0 0,0 0-1 0 0,0 1 1 0 0,0-1 0 0 0,1 1 0 0 0,-7 4-1 0 0,5 0-73 0 0,0 0 0 0 0,0 0 0 0 0,1 0 0 0 0,0 1 1 0 0,0 0-1 0 0,-6 12 0 0 0,-2 1-5 0 0,14-20 14 0 0,-1 0 6 0 0,0 0-1 0 0,0 0 0 0 0,0 0 0 0 0,0 0 0 0 0,0 0 0 0 0,0 0 0 0 0,1 0 0 0 0,-1 0 1 0 0,0 0-1 0 0,1 0 0 0 0,-1 0 0 0 0,1 0 0 0 0,-1 1 0 0 0,1-1 0 0 0,0 0 0 0 0,-1 0 0 0 0,1 0 1 0 0,0 1-1 0 0,0-1 0 0 0,0 0 0 0 0,0 0 0 0 0,0 1 0 0 0,0-1 0 0 0,0 0 0 0 0,0 1 1 0 0,1-1-1 0 0,-1 0 0 0 0,0 0 0 0 0,1 0 0 0 0,-1 1 0 0 0,1-1 0 0 0,-1 0 0 0 0,1 0 0 0 0,0 0 1 0 0,-1 0-1 0 0,1 0 0 0 0,0 0 0 0 0,0 0 0 0 0,0 0 0 0 0,0 0 0 0 0,1 1 0 0 0,10 14 13 0 0,1-5-92 0 0,-4-9 6 0 0,0-1 0 0 0,-1 1 1 0 0,1-2-1 0 0,0 1 1 0 0,0-1-1 0 0,0-1 0 0 0,13-1 1 0 0,19-1-161 0 0,-31 2 197 0 0,1 1 0 0 0,-1 0 0 0 0,0 0 0 0 0,0 1 0 0 0,1 1 1 0 0,-1-1-1 0 0,0 2 0 0 0,0-1 0 0 0,-1 2 0 0 0,1-1 0 0 0,0 1 0 0 0,15 9 0 0 0,-24-10 38 0 0,0 0 0 0 0,0-1 0 0 0,0 1 1 0 0,0 0-1 0 0,0 0 0 0 0,-1-1 0 0 0,0 1 0 0 0,1 0 0 0 0,-1 0 0 0 0,0 0 0 0 0,0 0 0 0 0,-1-1 1 0 0,1 1-1 0 0,-1 0 0 0 0,1 0 0 0 0,-1 0 0 0 0,0-1 0 0 0,-2 6 0 0 0,-1-2 50 0 0,0 1 1 0 0,0-1-1 0 0,-1 0 0 0 0,0 0 0 0 0,0-1 0 0 0,0 1 0 0 0,-1-1 1 0 0,1 0-1 0 0,-1-1 0 0 0,-1 0 0 0 0,1 0 0 0 0,-1 0 1 0 0,-11 5-1 0 0,2-2 15 0 0,1-1 0 0 0,-1 0 0 0 0,-1-1 1 0 0,1-1-1 0 0,-23 3 0 0 0,20-6-210 0 0,1-1 0 0 0,-1 0-1 0 0,0-1 1 0 0,1-1 0 0 0,-1 0 0 0 0,1-2 0 0 0,0 0 0 0 0,0-1-1 0 0,0-1 1 0 0,1 0 0 0 0,-1-2 0 0 0,2 0 0 0 0,-1-1 0 0 0,-17-12-1 0 0,31 19 36 0 0,1 1 0 0 0,-1-1 0 0 0,0 0 0 0 0,1 0 0 0 0,-1 0-1 0 0,1 0 1 0 0,0 0 0 0 0,0-1 0 0 0,0 1 0 0 0,0 0 0 0 0,0-1-1 0 0,0 0 1 0 0,1 1 0 0 0,-1-1 0 0 0,1 0 0 0 0,0 0 0 0 0,0 0-1 0 0,0 0 1 0 0,0 0 0 0 0,1 0 0 0 0,-1 0 0 0 0,1 0 0 0 0,-1-1 0 0 0,1 1-1 0 0,0 0 1 0 0,0 0 0 0 0,1 0 0 0 0,-1 0 0 0 0,1 0 0 0 0,0-1-1 0 0,-1 1 1 0 0,1 0 0 0 0,0 0 0 0 0,3-4 0 0 0,0 0-244 0 0,1 0 1 0 0,0 1-1 0 0,0 0 1 0 0,0 0-1 0 0,1 1 1 0 0,0 0-1 0 0,0-1 1 0 0,0 2-1 0 0,1-1 1 0 0,0 1-1 0 0,12-6 1 0 0,42-16-3558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01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62 80 0 0,'-6'-2'359'0'0,"0"1"-1"0"0,0 0 1 0 0,0 0 0 0 0,0 1-1 0 0,0 0 1 0 0,-1 0-1 0 0,1 0 1 0 0,0 1 0 0 0,0 0-1 0 0,0 0 1 0 0,0 0 0 0 0,0 1-1 0 0,0 0 1 0 0,0 0-1 0 0,1 1 1 0 0,-1-1 0 0 0,1 1-1 0 0,0 0 1 0 0,-1 1 0 0 0,1-1-1 0 0,1 1 1 0 0,-1 0-1 0 0,1 1 1 0 0,-1-1 0 0 0,-5 8-1 0 0,9-10-328 0 0,-1-1 1 0 0,1 1-1 0 0,-1-1 0 0 0,1 1 0 0 0,0-1 0 0 0,0 1 1 0 0,0 0-1 0 0,0 0 0 0 0,0-1 0 0 0,0 1 0 0 0,0 0 0 0 0,1 0 1 0 0,-1 0-1 0 0,1 0 0 0 0,-1 0 0 0 0,1 0 0 0 0,0 0 1 0 0,0 0-1 0 0,0 0 0 0 0,0 0 0 0 0,0 0 0 0 0,0 0 0 0 0,1 0 1 0 0,-1 0-1 0 0,0 0 0 0 0,2 2 0 0 0,2 2-9 0 0,0 0-1 0 0,0-1 1 0 0,0 0 0 0 0,1 0-1 0 0,0 0 1 0 0,0 0 0 0 0,0-1-1 0 0,7 5 1 0 0,10 6-16 0 0,0 0 1 0 0,1-2-1 0 0,1-1 0 0 0,0-1 1 0 0,0-1-1 0 0,32 9 1 0 0,-40-14-26 0 0,1 0 1 0 0,-1-2 0 0 0,1 1 0 0 0,0-2 0 0 0,0-1-1 0 0,0 0 1 0 0,0-1 0 0 0,0-1 0 0 0,0 0 0 0 0,32-7-1 0 0,-45 6 12 0 0,0 1-1 0 0,0-1 1 0 0,-1 0-1 0 0,1 0 0 0 0,0-1 1 0 0,-1 1-1 0 0,1-1 1 0 0,-1 0-1 0 0,0 1 1 0 0,0-1-1 0 0,0-1 0 0 0,0 1 1 0 0,2-4-1 0 0,-10-3 63 0 0,-1 1-1 0 0,-1 0 0 0 0,0 0 1 0 0,0 1-1 0 0,0 0 0 0 0,-1 0 1 0 0,-10-7-1 0 0,-168-143 307 0 0,180 152-555 0 0,0 1 0 0 0,-1 1 0 0 0,1-1 0 0 0,-1 1 0 0 0,0 0 0 0 0,0 1 0 0 0,0-1 0 0 0,-1 2 0 0 0,1-1-1 0 0,-1 1 1 0 0,1 0 0 0 0,-1 0 0 0 0,0 1 0 0 0,0 0 0 0 0,-10 0 0 0 0,-43 5-3740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02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572 7 320 0 0,'25'-5'7297'0'0,"-29"4"-7259"0"0,-1 1 0 0 0,0 0 1 0 0,0 0-1 0 0,0 0 0 0 0,0 1 1 0 0,1-1-1 0 0,-1 1 0 0 0,0 1 0 0 0,1-1 1 0 0,-1 0-1 0 0,0 1 0 0 0,1 0 1 0 0,0 0-1 0 0,-1 1 0 0 0,1-1 1 0 0,0 1-1 0 0,0 0 0 0 0,1 0 0 0 0,-1 0 1 0 0,1 0-1 0 0,-1 1 0 0 0,1-1 1 0 0,0 1-1 0 0,0 0 0 0 0,0 0 1 0 0,1 0-1 0 0,0 0 0 0 0,0 1 0 0 0,0-1 1 0 0,-2 7-1 0 0,0-2-34 0 0,0 1 40 0 0,0-1 0 0 0,1 1 0 0 0,0 0 0 0 0,1 0 0 0 0,0 0 0 0 0,0 1 0 0 0,1-1 0 0 0,0 16 0 0 0,2-8-8 0 0,0-10-16 0 0,-1 1 0 0 0,0 0-1 0 0,-1-1 1 0 0,0 1-1 0 0,0 0 1 0 0,-3 8 0 0 0,-46 122 380 0 0,48-131-374 0 0,1 0 0 0 0,-1 0 0 0 0,2 0 0 0 0,-1 1 0 0 0,1-1 0 0 0,1 13 0 0 0,0-14-11 0 0,0 1 1 0 0,-1-1 0 0 0,0 0-1 0 0,-1 0 1 0 0,1 0-1 0 0,-2 0 1 0 0,-2 12 0 0 0,-6 4 27 0 0,8-19-32 0 0,-1 1 1 0 0,1-1 0 0 0,1 1-1 0 0,-1 0 1 0 0,1 0 0 0 0,-1 0 0 0 0,2-1-1 0 0,-1 1 1 0 0,0 8 0 0 0,1 126 148 0 0,0-137-157 0 0,0 1 1 0 0,0-1-1 0 0,-1 0 0 0 0,1 0 1 0 0,-1 0-1 0 0,1 1 0 0 0,-1-1 1 0 0,0 0-1 0 0,0 0 0 0 0,0 0 1 0 0,0 0-1 0 0,0 0 1 0 0,0 0-1 0 0,0-1 0 0 0,-1 1 1 0 0,1 0-1 0 0,0-1 0 0 0,-1 1 1 0 0,0 0-1 0 0,1-1 1 0 0,-1 0-1 0 0,0 1 0 0 0,0-1 1 0 0,0 0-1 0 0,0 0 0 0 0,0 0 1 0 0,-2 0-1 0 0,-11 9 36 0 0,14-9-35 0 0,0-1 0 0 0,0 1-1 0 0,1 0 1 0 0,-1 0 0 0 0,1 0-1 0 0,-1 0 1 0 0,0-1 0 0 0,1 1-1 0 0,0 0 1 0 0,-1 0 0 0 0,1 0-1 0 0,0 0 1 0 0,-1 0 0 0 0,1 0 0 0 0,0 0-1 0 0,0 0 1 0 0,0 0 0 0 0,0 1-1 0 0,0-1 1 0 0,0 0 0 0 0,0 0-1 0 0,0 0 1 0 0,0 0 0 0 0,1 0-1 0 0,-1 0 1 0 0,0 0 0 0 0,1 0-1 0 0,-1 0 1 0 0,0 0 0 0 0,1-1 0 0 0,0 1-1 0 0,-1 0 1 0 0,1 0 0 0 0,-1 0-1 0 0,1 0 1 0 0,0-1 0 0 0,0 1-1 0 0,0 1 1 0 0,8 15 212 0 0,-11-10-125 0 0,0-1-1 0 0,0 1 1 0 0,0-1-1 0 0,-1 0 1 0 0,0 0-1 0 0,0 0 1 0 0,0 0 0 0 0,-1-1-1 0 0,0 1 1 0 0,-8 8-1 0 0,5-5 8 0 0,0 0 0 0 0,1 1 0 0 0,-10 17 0 0 0,7-4-65 0 0,4-13-19 0 0,1 0 0 0 0,0 0 1 0 0,1 1-1 0 0,0-1 0 0 0,1 1 0 0 0,0-1 0 0 0,-1 17 0 0 0,2-16 34 0 0,0-1-1 0 0,0 0 0 0 0,-1 0 1 0 0,-1 0-1 0 0,-4 15 0 0 0,3-16-27 0 0,1 1-1 0 0,1 0 0 0 0,0 0 1 0 0,0 0-1 0 0,0 15 1 0 0,-1 0 57 0 0,-1 0 1 0 0,0 0-1 0 0,-2 0 1 0 0,-1-1-1 0 0,-1 0 1 0 0,-1 0 0 0 0,-16 30-1 0 0,11-24-4 0 0,5-8 35 0 0,7-16-89 0 0,0 0 0 0 0,-1-1 0 0 0,0 1 0 0 0,0-1-1 0 0,0 1 1 0 0,-7 7 0 0 0,-3 5 110 0 0,1 0 0 0 0,-18 35 0 0 0,28-47-102 0 0,0 0 1 0 0,0 0-1 0 0,1 1 1 0 0,0-1-1 0 0,0 1 0 0 0,1-1 1 0 0,0 0-1 0 0,0 1 0 0 0,0-1 1 0 0,2 8-1 0 0,0 10 59 0 0,-2-19-80 0 0,1-1 0 0 0,-1 0-1 0 0,1 0 1 0 0,1 0 0 0 0,-1 0 0 0 0,0 0-1 0 0,1 0 1 0 0,0 0 0 0 0,3 6 0 0 0,-3-8 3 0 0,-1 0 0 0 0,1 0 0 0 0,-1 0-1 0 0,0 1 1 0 0,0-1 0 0 0,0 0 0 0 0,0 1 0 0 0,0-1 0 0 0,0 1 0 0 0,-1-1 0 0 0,1 1 0 0 0,-1-1-1 0 0,0 1 1 0 0,0-1 0 0 0,0 1 0 0 0,0 0 0 0 0,0-1 0 0 0,0 1 0 0 0,-1-1 0 0 0,1 1 0 0 0,-2 3-1 0 0,-2-1 21 0 0,-15 24 45 0 0,19-28-70 0 0,-1 0-1 0 0,1 0 0 0 0,-1-1 1 0 0,1 1-1 0 0,-1 0 0 0 0,1 0 1 0 0,0 0-1 0 0,0 0 0 0 0,-1-1 1 0 0,1 1-1 0 0,0 0 0 0 0,0 0 1 0 0,0 0-1 0 0,0 0 1 0 0,0 0-1 0 0,0 0 0 0 0,0-1 1 0 0,0 1-1 0 0,0 0 0 0 0,1 0 1 0 0,-1 0-1 0 0,0 0 0 0 0,0 0 1 0 0,1-1-1 0 0,-1 1 0 0 0,1 0 1 0 0,-1 0-1 0 0,1-1 0 0 0,-1 1 1 0 0,1 0-1 0 0,-1 0 1 0 0,2 0-1 0 0,10 6-288 0 0,-24-19-777 0 0,11 12 1013 0 0,1-1 0 0 0,0 1 0 0 0,-1 0 0 0 0,1-1 0 0 0,0 1 0 0 0,0 0 0 0 0,-1-1 0 0 0,1 1 0 0 0,0-1 0 0 0,0 1 1 0 0,0-1-1 0 0,-1 1 0 0 0,1 0 0 0 0,0-1 0 0 0,0 1 0 0 0,0-1 0 0 0,0 1 0 0 0,0-1 0 0 0,0 1 0 0 0,0-1 0 0 0,0 1 1 0 0,0-1-1 0 0,0 1 0 0 0,0 0 0 0 0,0-1 0 0 0,0 1 0 0 0,0-1 0 0 0,1 1 0 0 0,-1-1 0 0 0,0 1 0 0 0,0 0 0 0 0,1-1 1 0 0,-1 1-1 0 0,0-1 0 0 0,0 1 0 0 0,1 0 0 0 0,-1-1 0 0 0,1 1 0 0 0,24-41-2139 0 0,5-54-1373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0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23 483 6083 0 0,'-22'-1'939'0'0,"37"-3"-1094"0"0,-13 4 144 0 0,3-1 1212 0 0,0 1-1094 0 0,15 0-27 0 0,-15 0 80 0 0,-5-1-80 0 0,0 0-76 0 0,-1 0 0 0 0,1-1 1 0 0,0 1-1 0 0,0 0 0 0 0,0 0 1 0 0,0-1-1 0 0,1 1 0 0 0,-1 0 0 0 0,0 0 1 0 0,0 0-1 0 0,1-1 0 0 0,-1 1 0 0 0,1 0 1 0 0,-1 0-1 0 0,1 0 0 0 0,-1 0 0 0 0,1 0 1 0 0,0 0-1 0 0,-1 0 0 0 0,1 0 1 0 0,0 0-1 0 0,0 0 0 0 0,0 0 0 0 0,0 0 1 0 0,0 1-1 0 0,0-1 0 0 0,1-1 0 0 0,9-7 37 0 0,10-37 100 0 0,-7 9-42 0 0,72-113 221 0 0,-84 147-312 0 0,1-1 3 0 0,1-1 0 0 0,0 0 0 0 0,-1-1 0 0 0,0 1-1 0 0,0-1 1 0 0,-1 1 0 0 0,0-1 0 0 0,0 0 0 0 0,0 0 0 0 0,0 0 0 0 0,-1 0 0 0 0,0 0-1 0 0,0-8 1 0 0,-1 12-10 0 0,0-1 0 0 0,0 1-1 0 0,0-1 1 0 0,1 1-1 0 0,-1-1 1 0 0,1 1 0 0 0,-1-1-1 0 0,1 1 1 0 0,0 0 0 0 0,0 0-1 0 0,0-1 1 0 0,0 1-1 0 0,0 0 1 0 0,1 0 0 0 0,-1 0-1 0 0,0 0 1 0 0,1 0 0 0 0,0 0-1 0 0,2-2 1 0 0,1 1 0 0 0,0-1 1 0 0,1 1 0 0 0,0 0-1 0 0,-1 1 1 0 0,12-4-1 0 0,5-3-9 0 0,-18 8 1 0 0,0 0 0 0 0,1 0 0 0 0,-1 0 1 0 0,1 0-1 0 0,-1 1 0 0 0,1 0 0 0 0,-1 0 1 0 0,1 0-1 0 0,-1 0 0 0 0,1 1 0 0 0,-1 0 1 0 0,1 0-1 0 0,-1 0 0 0 0,0 0 0 0 0,1 1 0 0 0,-1 0 1 0 0,0 0-1 0 0,0 0 0 0 0,0 0 0 0 0,0 1 1 0 0,-1-1-1 0 0,7 7 0 0 0,4 2 20 0 0,-1 1-1 0 0,0 1 0 0 0,-1 0 1 0 0,13 17-1 0 0,-19-21-4 0 0,0-1-1 0 0,0 1 0 0 0,-1 0 0 0 0,0 1 1 0 0,0-1-1 0 0,-1 1 0 0 0,-1 0 0 0 0,0 0 1 0 0,0 0-1 0 0,2 15 0 0 0,-21 77 140 0 0,16-87-141 0 0,-3 35-1 0 0,3-48-9 0 0,-1 0-1 0 0,1 0 1 0 0,-1 0 0 0 0,0 0-1 0 0,0 0 1 0 0,1 0 0 0 0,-2 0-1 0 0,1 0 1 0 0,0 0 0 0 0,0 0 0 0 0,-1 0-1 0 0,1 0 1 0 0,0-1 0 0 0,-1 1-1 0 0,0-1 1 0 0,1 1 0 0 0,-3 0-1 0 0,3-4-51 0 0,0-1 0 0 0,0 0 0 0 0,0 0 0 0 0,0 1 0 0 0,1-1 0 0 0,0 0 0 0 0,-1 0 0 0 0,1 0 0 0 0,0 0 0 0 0,1-4 0 0 0,-1 6 45 0 0,0-4 14 0 0,0 0 0 0 0,1 1 0 0 0,-1-1 0 0 0,1 0 0 0 0,0 0 0 0 0,1 1-1 0 0,-1-1 1 0 0,1 1 0 0 0,4-8 0 0 0,9-25 48 0 0,-5 5 23 0 0,2-1-1 0 0,1 2 1 0 0,32-55-1 0 0,-26 55-17 0 0,-14 22-53 0 0,-1 1 1 0 0,1-1-1 0 0,1 1 0 0 0,-1 1 1 0 0,2-1-1 0 0,-1 1 1 0 0,1 0-1 0 0,0 0 0 0 0,0 1 1 0 0,16-11-1 0 0,-14 13-14 0 0,1 0 0 0 0,-1 0 0 0 0,1 1 0 0 0,0 0 0 0 0,0 1 0 0 0,0 0-1 0 0,1 0 1 0 0,12 0 0 0 0,-18 2 5 0 0,1 0-1 0 0,-1 0 0 0 0,0 0 1 0 0,0 1-1 0 0,0 0 0 0 0,1 0 1 0 0,-1 0-1 0 0,0 0 0 0 0,0 1 1 0 0,0 0-1 0 0,0 0 0 0 0,-1 0 1 0 0,1 1-1 0 0,-1-1 0 0 0,1 1 0 0 0,-1 0 1 0 0,0 1-1 0 0,0-1 0 0 0,0 1 1 0 0,4 5-1 0 0,-4-3 13 0 0,0 1 0 0 0,0 0 0 0 0,-1 0 1 0 0,0 0-1 0 0,-1 0 0 0 0,0 1 0 0 0,0-1 0 0 0,0 0 0 0 0,1 14 0 0 0,-1 79 82 0 0,-3-64-77 0 0,2-34-9 0 0,-1-1 0 0 0,-1 1 0 0 0,1 0 0 0 0,0-1 0 0 0,0 1 0 0 0,-1-1 0 0 0,1 1 0 0 0,-1-1 0 0 0,1 1 0 0 0,-1-1 0 0 0,1 1-1 0 0,-1-1 1 0 0,0 0 0 0 0,0 1 0 0 0,0-1 0 0 0,0 0 0 0 0,0 1 0 0 0,0-1 0 0 0,0 0 0 0 0,0 0 0 0 0,0 0 0 0 0,-1 0 0 0 0,0 1 0 0 0,-6 4 18 0 0,-14 7 33 0 0,22-13-50 0 0,-1 0-1 0 0,1 0 0 0 0,0 1 0 0 0,-1-1 0 0 0,1 0 1 0 0,-1 0-1 0 0,1 0 0 0 0,-1 0 0 0 0,1 0 1 0 0,-1 0-1 0 0,1-1 0 0 0,0 1 0 0 0,-1 0 0 0 0,1 0 1 0 0,-1 0-1 0 0,1 0 0 0 0,-1 0 0 0 0,1-1 1 0 0,0 1-1 0 0,-1 0 0 0 0,1 0 0 0 0,0-1 0 0 0,-1 1 1 0 0,1 0-1 0 0,0-1 0 0 0,-1 1 0 0 0,1 0 1 0 0,0-1-1 0 0,-1 1 0 0 0,1 0 0 0 0,0-1 0 0 0,0 1 1 0 0,0 0-1 0 0,-1-1 0 0 0,1 1 0 0 0,0-1 1 0 0,0 1-1 0 0,0-1 0 0 0,0 1 0 0 0,0 0 0 0 0,0-1 1 0 0,0 1-1 0 0,0-1 0 0 0,0 1 0 0 0,0-1 1 0 0,0 1-1 0 0,0-1 0 0 0,0 0-4 0 0,0 0 1 0 0,-1 0-1 0 0,1 0 1 0 0,-1 0-1 0 0,1 0 1 0 0,-1 1-1 0 0,1-1 1 0 0,-1 0-1 0 0,1 0 0 0 0,-1 1 1 0 0,0-1-1 0 0,1 0 1 0 0,-1 1-1 0 0,0-1 1 0 0,1 1-1 0 0,-1-1 1 0 0,0 1-1 0 0,0-1 1 0 0,0 1-1 0 0,-1-1 0 0 0,1 1 2 0 0,0-1-1 0 0,0 1 0 0 0,0 0 1 0 0,0-1-1 0 0,0 1 0 0 0,1-1 0 0 0,-1 1 1 0 0,0-1-1 0 0,0 1 0 0 0,0-1 0 0 0,1 0 1 0 0,-1 1-1 0 0,0-1 0 0 0,1 0 1 0 0,-1 1-1 0 0,0-1 0 0 0,1 0 0 0 0,-1 0 1 0 0,1 0-1 0 0,0 0 0 0 0,-1 0 0 0 0,1 1 1 0 0,-1-1-1 0 0,1 0 0 0 0,0 0 1 0 0,0 0-1 0 0,0 0 0 0 0,0 0 0 0 0,-1 0 1 0 0,1 0-1 0 0,0 0 0 0 0,1 0 0 0 0,-1 0 1 0 0,0 0-1 0 0,0 0 0 0 0,0 0 1 0 0,0 0-1 0 0,1 0 0 0 0,-1 0 0 0 0,1 0 1 0 0,-1 1-1 0 0,0-1 0 0 0,1 0 0 0 0,0 0 1 0 0,-1 0-1 0 0,2-1 0 0 0,21-33 29 0 0,-12 15 11 0 0,2 1 1 0 0,25-31 0 0 0,-23 35-35 0 0,0 0 1 0 0,1 1-1 0 0,19-14 0 0 0,-29 24-11 0 0,0 1 0 0 0,-1 0 0 0 0,1-1-1 0 0,0 2 1 0 0,1-1 0 0 0,-1 1-1 0 0,0 0 1 0 0,1 0 0 0 0,-1 1 0 0 0,1 0-1 0 0,0 0 1 0 0,-1 0 0 0 0,14 1-1 0 0,-17 1 4 0 0,1 0 0 0 0,-1 0 0 0 0,0 0 0 0 0,1 0 0 0 0,-1 1-1 0 0,0-1 1 0 0,0 1 0 0 0,0 0 0 0 0,0 0 0 0 0,0 0 0 0 0,0 0 0 0 0,0 0 0 0 0,-1 1-1 0 0,1 0 1 0 0,-1-1 0 0 0,0 1 0 0 0,0 0 0 0 0,0 0 0 0 0,0 0 0 0 0,0 0-1 0 0,1 4 1 0 0,2 4 20 0 0,0 0-1 0 0,-1 0 1 0 0,-1 1-1 0 0,4 16 1 0 0,-6-20 1 0 0,0-1 1 0 0,-1 1 0 0 0,0-1 0 0 0,0 1 0 0 0,0-1 0 0 0,-1 1-1 0 0,-1-1 1 0 0,1 0 0 0 0,-1 1 0 0 0,0-1 0 0 0,-1 0-1 0 0,1 0 1 0 0,-2 0 0 0 0,1-1 0 0 0,-8 12 0 0 0,-10 24 80 0 0,19-37-94 0 0,0 0 1 0 0,0-1-1 0 0,0 1 0 0 0,0-1 1 0 0,-1 0-1 0 0,0 0 0 0 0,0 0 1 0 0,0 0-1 0 0,-5 5 0 0 0,3-5-915 0 0,11-12 236 0 0,18-14-490 0 0,6 2-743 0 0,0-4-868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05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73 3442 0 0,'-2'0'98'0'0,"1"0"0"0"0,0 0 1 0 0,0 1-1 0 0,0-1 0 0 0,0 0 1 0 0,0 0-1 0 0,-1 1 0 0 0,1-1 1 0 0,0 0-1 0 0,0 1 0 0 0,0-1 0 0 0,0 1 1 0 0,0 0-1 0 0,0-1 0 0 0,0 1 1 0 0,0 0-1 0 0,1-1 0 0 0,-1 1 1 0 0,0 0-1 0 0,0 0 0 0 0,0 0 1 0 0,1 0-1 0 0,-1 0 0 0 0,1 0 1 0 0,-1 0-1 0 0,0 0 0 0 0,1 0 1 0 0,0 0-1 0 0,-1 0 0 0 0,1 0 1 0 0,0 0-1 0 0,-1 0 0 0 0,1 1 1 0 0,0-1-1 0 0,0 2 0 0 0,1 0-56 0 0,0 0 0 0 0,1 0-1 0 0,-1 0 1 0 0,1 0 0 0 0,0 0 0 0 0,0-1-1 0 0,0 1 1 0 0,0 0 0 0 0,0-1-1 0 0,0 0 1 0 0,1 1 0 0 0,3 1-1 0 0,5 6-16 0 0,0-1-1 0 0,1 0 1 0 0,0-1-1 0 0,1-1 1 0 0,0 0-1 0 0,0 0 1 0 0,1-2-1 0 0,16 6 1 0 0,-21-9-13 0 0,0 0 1 0 0,0 0 0 0 0,1-1 0 0 0,-1 0 0 0 0,1-1 0 0 0,-1 0 0 0 0,1-1-1 0 0,-1 0 1 0 0,0 0 0 0 0,1-1 0 0 0,-1 0 0 0 0,0 0 0 0 0,12-6 0 0 0,-17 6-5 0 0,-1 1 0 0 0,1-1 1 0 0,-1 0-1 0 0,0 0 1 0 0,0-1-1 0 0,0 1 1 0 0,0-1-1 0 0,0 1 0 0 0,-1-1 1 0 0,1 0-1 0 0,-1 0 1 0 0,0 0-1 0 0,0 0 1 0 0,0-1-1 0 0,0 1 0 0 0,0-1 1 0 0,-1 1-1 0 0,3-6 1 0 0,-2-2 31 0 0,1-1 0 0 0,-1 1 0 0 0,-1-1 0 0 0,0 1 0 0 0,0-14 0 0 0,-1 22-28 0 0,-1 1 0 0 0,1-1 0 0 0,0 0 0 0 0,-1 1 0 0 0,0-1 0 0 0,1 1 1 0 0,-1-1-1 0 0,0 1 0 0 0,0 0 0 0 0,-1-1 0 0 0,1 1 0 0 0,0 0 0 0 0,-1 0 0 0 0,1-1 0 0 0,-1 1 1 0 0,0 1-1 0 0,0-1 0 0 0,1 0 0 0 0,-1 0 0 0 0,-1 1 0 0 0,1-1 0 0 0,0 1 0 0 0,0-1 0 0 0,0 1 1 0 0,-1 0-1 0 0,1 0 0 0 0,-1 0 0 0 0,1 0 0 0 0,-1 0 0 0 0,1 1 0 0 0,-5-1 0 0 0,-3-1 18 0 0,1 1 0 0 0,0 1-1 0 0,-1-1 1 0 0,1 2-1 0 0,-1-1 1 0 0,1 1-1 0 0,0 1 1 0 0,-17 4-1 0 0,8 0 34 0 0,1 1 0 0 0,-1 0-1 0 0,2 2 1 0 0,-1 0 0 0 0,-27 21-1 0 0,33-22-35 0 0,1 0-1 0 0,-1 1 1 0 0,2 0-1 0 0,-1 1 0 0 0,1 0 1 0 0,1 1-1 0 0,0 0 1 0 0,-13 23-1 0 0,20-31-24 0 0,-1 0 0 0 0,1 1-1 0 0,-1-1 1 0 0,1 1 0 0 0,1 0 0 0 0,-1-1 0 0 0,0 1-1 0 0,1 0 1 0 0,-1-1 0 0 0,1 1 0 0 0,0 0-1 0 0,1-1 1 0 0,-1 1 0 0 0,1 0 0 0 0,-1 0 0 0 0,1-1-1 0 0,0 1 1 0 0,0-1 0 0 0,1 1 0 0 0,2 5 0 0 0,0-3-10 0 0,0-1 0 0 0,0 0 0 0 0,1 0 0 0 0,-1 0 0 0 0,1 0 0 0 0,0-1 1 0 0,1 0-1 0 0,-1 0 0 0 0,1 0 0 0 0,10 5 0 0 0,1-1-112 0 0,1-1-1 0 0,0 0 0 0 0,0-1 1 0 0,1-1-1 0 0,-1-1 1 0 0,1 0-1 0 0,21 0 0 0 0,-25-4-222 0 0,1 0-1 0 0,0-1 1 0 0,27-5-1 0 0,48-22-2697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06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0 146 560 0 0,'80'-29'6436'0'0,"43"-5"-4707"0"0,0 1-1810 0 0,-58 5 82 0 0,-14 7 238 0 0,-46 20-79 0 0,-10 3-13 0 0,-3 2-130 0 0,1 0 0 0 0,0 0 0 0 0,0 1 0 0 0,0 0 0 0 0,0 0 0 0 0,1 1 0 0 0,0 0 0 0 0,0 0 0 0 0,1 0 0 0 0,-1 1 0 0 0,1 0 0 0 0,1 0 0 0 0,-1 0 0 0 0,1 0 0 0 0,1 1 0 0 0,-1 0-1 0 0,1 0 1 0 0,0 0 0 0 0,1 0 0 0 0,0 0 0 0 0,-1 10 0 0 0,3-17-34 0 0,0 1-1 0 0,1-1 0 0 0,-1 1 0 0 0,0-1 0 0 0,1 1 0 0 0,-1-1 1 0 0,1 1-1 0 0,0-1 0 0 0,-1 1 0 0 0,1-1 0 0 0,0 0 0 0 0,0 1 0 0 0,0-1 1 0 0,0 0-1 0 0,0 0 0 0 0,0 1 0 0 0,0-1 0 0 0,0 0 0 0 0,1 0 1 0 0,-1 0-1 0 0,0-1 0 0 0,1 1 0 0 0,-1 0 0 0 0,1 0 0 0 0,-1-1 1 0 0,1 1-1 0 0,-1-1 0 0 0,1 1 0 0 0,-1-1 0 0 0,1 1 0 0 0,-1-1 1 0 0,1 0-1 0 0,-1 0 0 0 0,1 0 0 0 0,3 0 0 0 0,3 1-140 0 0,5 2-266 0 0,0-1 0 0 0,0 0-1 0 0,0-1 1 0 0,0 0 0 0 0,1-1 0 0 0,-1-1 0 0 0,0 0-1 0 0,0 0 1 0 0,14-5 0 0 0,-26 6 345 0 0,-1 0 0 0 0,1 0 0 0 0,-1 0 0 0 0,1 0 0 0 0,-1 0 1 0 0,1-1-1 0 0,-1 1 0 0 0,0 0 0 0 0,1 0 0 0 0,-1 0 0 0 0,1-1 0 0 0,-1 1 0 0 0,0 0 0 0 0,1-1 0 0 0,-1 1 0 0 0,1 0 0 0 0,-1-1 0 0 0,0 1 0 0 0,0 0 1 0 0,1-1-1 0 0,-1 1 0 0 0,0-1 0 0 0,0 1 0 0 0,1 0 0 0 0,-1-1 0 0 0,0 1 0 0 0,0-1 0 0 0,0 1 0 0 0,0-1 0 0 0,0 1 0 0 0,0-1 0 0 0,1 1 1 0 0,-1-1-1 0 0,0 1 0 0 0,-1-1 0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06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895 33 880 0 0,'-93'-20'5191'0'0,"55"14"-3924"0"0,-72-1-1 0 0,83 7-1144 0 0,1 1 0 0 0,-1 1 1 0 0,0 2-1 0 0,1 0 0 0 0,-37 12 1 0 0,58-13-125 0 0,0-1 0 0 0,1 1 0 0 0,-1 0 0 0 0,1 0 0 0 0,-1 0 0 0 0,1 0 1 0 0,0 1-1 0 0,0 0 0 0 0,1 0 0 0 0,-1 0 0 0 0,1 0 0 0 0,0 0 1 0 0,0 1-1 0 0,0-1 0 0 0,1 1 0 0 0,-1 0 0 0 0,-1 8 0 0 0,3-11 0 0 0,0 1 0 0 0,0 0-1 0 0,1 0 1 0 0,-1 0 0 0 0,1 0 0 0 0,0 0-1 0 0,0-1 1 0 0,0 1 0 0 0,0 0-1 0 0,0 0 1 0 0,1 0 0 0 0,-1 0-1 0 0,1 0 1 0 0,0-1 0 0 0,0 1 0 0 0,0 0-1 0 0,0 0 1 0 0,1-1 0 0 0,-1 1-1 0 0,0-1 1 0 0,1 1 0 0 0,0-1 0 0 0,0 0-1 0 0,0 0 1 0 0,0 0 0 0 0,0 0-1 0 0,0 0 1 0 0,0 0 0 0 0,1 0-1 0 0,-1 0 1 0 0,4 1 0 0 0,32 14 10 0 0,2-2 0 0 0,0-1 0 0 0,1-2 1 0 0,64 11-1 0 0,38 11-9 0 0,-113-23-57 0 0,-24-6 48 0 0,-13-3 25 0 0,-52 1 131 0 0,-59 12-29 0 0,-21 3-209 0 0,-163 41 1 0 0,122-9-1724 0 0,120-36-706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13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2 292 960 0 0,'-1'-2'4315'0'0,"7"-1"-3467"0"0,14 2 793 0 0,10-5 826 0 0,-25 6-2373 0 0,-10 0-14 0 0,-45 7 333 0 0,100-52 54 0 0,-39 31-342 0 0,-1 1 0 0 0,2 0 0 0 0,0 1 0 0 0,0 0 1 0 0,1 1-1 0 0,0 0 0 0 0,16-9 0 0 0,46-39 235 0 0,-57 43-278 0 0,2 2 0 0 0,32-20 0 0 0,-33 22-88 0 0,-19 12 7 0 0,1 0 0 0 0,-1 0-1 0 0,0 0 1 0 0,0 0 0 0 0,1 0 0 0 0,-1 0 0 0 0,0-1 0 0 0,0 1-1 0 0,1 1 1 0 0,-1-1 0 0 0,0 0 0 0 0,0 0 0 0 0,1 0-1 0 0,-1 0 1 0 0,0 0 0 0 0,0 0 0 0 0,0 0 0 0 0,1 0 0 0 0,-1 0-1 0 0,0 0 1 0 0,0 0 0 0 0,0 1 0 0 0,1-1 0 0 0,-1 0 0 0 0,0 0-1 0 0,0 0 1 0 0,0 0 0 0 0,1 1 0 0 0,-1-1 0 0 0,0 0 0 0 0,0 0-1 0 0,0 0 1 0 0,0 1 0 0 0,0-1 0 0 0,0 0 0 0 0,0 0 0 0 0,1 0-1 0 0,-1 1 1 0 0,0-1 0 0 0,0 0 0 0 0,0 0 0 0 0,0 1-1 0 0,0-1 1 0 0,0 0 0 0 0,0 0 0 0 0,0 1 0 0 0,0-1 0 0 0,0 0-1 0 0,0 0 1 0 0,0 1 0 0 0,-1-1 0 0 0,1 0 0 0 0,0 0 0 0 0,0 1-1 0 0,0-1 1 0 0,0 0 0 0 0,0 0 0 0 0,0 0 0 0 0,0 1 0 0 0,-1-1-1 0 0,1 0 1 0 0,-1 3 36 0 0,0 1 1 0 0,0-1-1 0 0,0 0 0 0 0,0 0 1 0 0,0 0-1 0 0,-1 0 0 0 0,0 0 0 0 0,-3 5 1 0 0,-59 72 580 0 0,-58 81-22 0 0,31-33-490 0 0,87-122-200 0 0,0 0 0 0 0,0 1 0 0 0,0-1 0 0 0,1 1-1 0 0,0 0 1 0 0,0 0 0 0 0,1 0 0 0 0,-1 0-1 0 0,2 1 1 0 0,-1-1 0 0 0,1 1 0 0 0,0-1 0 0 0,1 1-1 0 0,0-1 1 0 0,0 9 0 0 0,0-15 43 0 0,0 0 0 0 0,0 0 1 0 0,0 0-1 0 0,1 0 0 0 0,-1 0 0 0 0,0-1 0 0 0,0 1 0 0 0,1 0 1 0 0,-1 0-1 0 0,0 0 0 0 0,1 0 0 0 0,-1 0 0 0 0,1-1 1 0 0,-1 1-1 0 0,1 0 0 0 0,-1 0 0 0 0,1-1 0 0 0,0 1 0 0 0,-1 0 1 0 0,1-1-1 0 0,0 1 0 0 0,-1-1 0 0 0,1 1 0 0 0,0-1 0 0 0,0 1 1 0 0,0-1-1 0 0,0 1 0 0 0,-1-1 0 0 0,1 0 0 0 0,1 1 1 0 0,31 2-736 0 0,-22-3 332 0 0,44-2-2320 0 0,-20-14-2162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13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45 1921 0 0,'-9'-3'597'0'0,"-1"1"0"0"0,1 0 0 0 0,-1 0 0 0 0,1 1 1 0 0,-1 1-1 0 0,1-1 0 0 0,-1 2 0 0 0,-16 1 0 0 0,20 0-486 0 0,1 0 0 0 0,0 0-1 0 0,-1 0 1 0 0,1 0 0 0 0,1 1 0 0 0,-1 0-1 0 0,0 0 1 0 0,0 0 0 0 0,1 0-1 0 0,0 1 1 0 0,0 0 0 0 0,0 0 0 0 0,0 0-1 0 0,1 0 1 0 0,-1 1 0 0 0,-2 5 0 0 0,3-6-87 0 0,0 0 0 0 0,1 0 0 0 0,-1 0 0 0 0,1 0 0 0 0,0 0 0 0 0,0 0 0 0 0,0 1 0 0 0,1-1 0 0 0,0 1 0 0 0,-1 0 0 0 0,2-1 0 0 0,-1 1 0 0 0,0 0 0 0 0,1-1 0 0 0,1 10 0 0 0,0-10-17 0 0,0 0 0 0 0,1 1 1 0 0,0-1-1 0 0,0 0 0 0 0,1 0 0 0 0,-1 0 0 0 0,1 0 1 0 0,-1-1-1 0 0,1 1 0 0 0,1-1 0 0 0,-1 0 0 0 0,0 0 1 0 0,1 0-1 0 0,-1 0 0 0 0,1 0 0 0 0,8 4 0 0 0,-1 0 5 0 0,0-1 0 0 0,1 0 0 0 0,0-1 0 0 0,0-1 0 0 0,0 1 0 0 0,1-2 0 0 0,-1 0 0 0 0,1 0 0 0 0,0-1 0 0 0,0-1 0 0 0,0 0 1 0 0,0-1-1 0 0,0 0 0 0 0,0-1 0 0 0,0 0 0 0 0,-1-1 0 0 0,1-1 0 0 0,0 0 0 0 0,22-9 0 0 0,-32 11-12 0 0,1-1 0 0 0,-1-1 0 0 0,0 1 0 0 0,1 0 0 0 0,-1-1 1 0 0,0 0-1 0 0,-1 0 0 0 0,1 0 0 0 0,0 0 0 0 0,-1 0 1 0 0,0 0-1 0 0,1-1 0 0 0,-1 1 0 0 0,-1-1 0 0 0,1 0 1 0 0,0 1-1 0 0,0-6 0 0 0,2-1-3 0 0,-2-1 0 0 0,1 1 1 0 0,-2-1-1 0 0,1 0 0 0 0,-1-16 0 0 0,0 22-25 0 0,-1-1 0 0 0,0 1-1 0 0,0-1 1 0 0,0 0-1 0 0,-1 1 1 0 0,0-1 0 0 0,0 1-1 0 0,0-1 1 0 0,-1 1 0 0 0,0 0-1 0 0,0-1 1 0 0,0 1 0 0 0,0 0-1 0 0,-1 0 1 0 0,0 0 0 0 0,0 1-1 0 0,0-1 1 0 0,-1 1 0 0 0,0-1-1 0 0,1 1 1 0 0,-1 1 0 0 0,-1-1-1 0 0,-5-4 1 0 0,9 7-112 0 0,0 1 1 0 0,0-1-1 0 0,0 1 0 0 0,0 0 1 0 0,-1-1-1 0 0,1 1 0 0 0,0 0 1 0 0,0 0-1 0 0,0-1 0 0 0,0 1 1 0 0,0 0-1 0 0,0 0 0 0 0,-1 0 0 0 0,1 1 1 0 0,0-1-1 0 0,0 0 0 0 0,0 0 1 0 0,0 1-1 0 0,0-1 0 0 0,0 0 1 0 0,0 1-1 0 0,0-1 0 0 0,0 1 1 0 0,0 0-1 0 0,0-1 0 0 0,0 1 1 0 0,0 0-1 0 0,0-1 0 0 0,1 1 1 0 0,-1 0-1 0 0,0 0 0 0 0,0 0 1 0 0,-1 1-1 0 0,2 11-2341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13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10 1361 0 0,'-17'-3'675'0'0,"0"0"0"0"0,0 1 1 0 0,-1 1-1 0 0,1 1 0 0 0,0 0 0 0 0,-1 1 1 0 0,1 1-1 0 0,-24 6 0 0 0,27-4-519 0 0,1 1 0 0 0,-1 0-1 0 0,1 1 1 0 0,1 1 0 0 0,-1 0-1 0 0,1 0 1 0 0,1 1 0 0 0,-1 1-1 0 0,1 0 1 0 0,-12 12 0 0 0,19-16-147 0 0,0 0 0 0 0,1-1 0 0 0,-1 1-1 0 0,1 1 1 0 0,0-1 0 0 0,0 0 0 0 0,1 1 0 0 0,-1 0 0 0 0,1-1 0 0 0,0 1 0 0 0,1 0 0 0 0,0 0 0 0 0,0 0-1 0 0,-1 12 1 0 0,2-14-3 0 0,0 1-1 0 0,0 0 0 0 0,0-1 1 0 0,1 1-1 0 0,0 0 0 0 0,0-1 1 0 0,0 1-1 0 0,0-1 0 0 0,1 0 1 0 0,-1 1-1 0 0,1-1 0 0 0,0 0 1 0 0,1 0-1 0 0,-1 0 0 0 0,1 0 1 0 0,0 0-1 0 0,0-1 0 0 0,0 1 1 0 0,6 5-1 0 0,10 2 69 0 0,-1 0-1 0 0,1-1 1 0 0,24 8 0 0 0,-31-13-36 0 0,-5-2-40 0 0,0-1 0 0 0,1 1-1 0 0,-1-1 1 0 0,0-1 0 0 0,1 1-1 0 0,0-1 1 0 0,-1-1-1 0 0,1 1 1 0 0,9-2 0 0 0,-13 1-8 0 0,0-1 0 0 0,0 1 1 0 0,0-1-1 0 0,0 0 1 0 0,0-1-1 0 0,0 1 1 0 0,0 0-1 0 0,0-1 0 0 0,-1 0 1 0 0,1 0-1 0 0,-1 0 1 0 0,1-1-1 0 0,-1 1 0 0 0,0-1 1 0 0,0 1-1 0 0,5-6 1 0 0,-7 5 11 0 0,0 0 1 0 0,1 0-1 0 0,-1 0 1 0 0,-1 0-1 0 0,1 0 1 0 0,0-1-1 0 0,-1 1 1 0 0,0 0-1 0 0,0 0 1 0 0,0 0-1 0 0,0 0 1 0 0,0-1-1 0 0,-1-3 1 0 0,0-14 42 0 0,0 7-27 0 0,-1 1 0 0 0,0 0 0 0 0,0 0 0 0 0,-2 0 1 0 0,1 0-1 0 0,-2 0 0 0 0,0 1 0 0 0,0 0 0 0 0,-1 0 1 0 0,-14-22-1 0 0,16 28-60 0 0,0 0 0 0 0,-1-1 0 0 0,1 2 0 0 0,-1-1 0 0 0,0 0 1 0 0,0 1-1 0 0,-1 0 0 0 0,-10-8 0 0 0,11 11-69 0 0,0 0 0 0 0,1 0-1 0 0,-1 1 1 0 0,0-1 0 0 0,0 1 0 0 0,0 0-1 0 0,0 0 1 0 0,0 1 0 0 0,0 0 0 0 0,-1-1-1 0 0,1 2 1 0 0,0-1 0 0 0,-7 2 0 0 0,-39 8-3278 0 0,16 3-1026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14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45 1521 0 0,'-44'-18'2812'0'0,"-22"-7"192"0"0,61 24-2257 0 0,7 1-711 0 0,0 0 0 0 0,0 0 1 0 0,0 0-1 0 0,0 1 1 0 0,0-1-1 0 0,0 1 0 0 0,0-1 1 0 0,0 1-1 0 0,0 0 1 0 0,3 1-1 0 0,-5-1-15 0 0,1-1-1 0 0,-1 0 1 0 0,1 1 0 0 0,-1-1-1 0 0,1 1 1 0 0,-1-1 0 0 0,1 0-1 0 0,-1 1 1 0 0,0-1 0 0 0,1 1-1 0 0,-1-1 1 0 0,0 1 0 0 0,1-1 0 0 0,-1 1-1 0 0,0-1 1 0 0,0 1 0 0 0,0 0-1 0 0,1-1 1 0 0,-1 1 0 0 0,0-1-1 0 0,0 1 1 0 0,0-1 0 0 0,0 1-1 0 0,0 0 1 0 0,3 10 156 0 0,4-2-58 0 0,1 1 0 0 0,0-1 0 0 0,0-1 0 0 0,1 0 1 0 0,12 9-1 0 0,19 19 126 0 0,-24-15-114 0 0,-1 0-1 0 0,14 28 1 0 0,10 13-29 0 0,-35-58-106 0 0,-1 1 0 0 0,1-1 0 0 0,0 0 0 0 0,1 0 0 0 0,-1 0 0 0 0,1 0 0 0 0,0-1 0 0 0,-1 1 0 0 0,1-1 0 0 0,1-1 0 0 0,-1 1 0 0 0,7 2 0 0 0,3-1-45 0 0,1 0-1 0 0,-1-1 1 0 0,18 1 0 0 0,3 1-89 0 0,50 8-703 0 0,-86-13 777 0 0,0 0 0 0 0,1 0-1 0 0,-1 0 1 0 0,0 0-1 0 0,0 0 1 0 0,0 0-1 0 0,1 0 1 0 0,-1 0 0 0 0,0 0-1 0 0,0 0 1 0 0,0 0-1 0 0,1 0 1 0 0,-1 0 0 0 0,0 0-1 0 0,0 0 1 0 0,0 0-1 0 0,1 0 1 0 0,-1 0 0 0 0,0-1-1 0 0,0 1 1 0 0,0 0-1 0 0,0 0 1 0 0,0 0 0 0 0,1 0-1 0 0,-1 0 1 0 0,0-1-1 0 0,0 1 1 0 0,0 0 0 0 0,0 0-1 0 0,0 0 1 0 0,0-1-1 0 0,0 1 1 0 0,0 0 0 0 0,1 0-1 0 0,-1 0 1 0 0,0-1-1 0 0,0 1 1 0 0,0 0 0 0 0,0 0-1 0 0,0 0 1 0 0,0-1-1 0 0,0 1 1 0 0,0 0 0 0 0,0 0-1 0 0,0 0 1 0 0,0-1-1 0 0,-1 1 1 0 0,1 0 0 0 0,0 0-1 0 0,0 0 1 0 0,0-1-1 0 0,0 1 1 0 0,0 0 0 0 0,-5-11-1448 0 0,-20-2-1062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14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30 190 1841 0 0,'-30'6'5282'0'0,"30"2"-2961"0"0,0-16-2001 0 0,0-3-480 0 0,30 3 160 0 0,31 2 0 0 0,54-13 160 0 0,217-31-240 0 0,-61-8-1680 0 0,-126 14-4163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15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472 43 1761 0 0,'22'-1'1947'0'0,"-18"0"-1600"0"0,-1 1 0 0 0,0 0 0 0 0,0 0 0 0 0,1 0-1 0 0,-1 1 1 0 0,0-1 0 0 0,1 1 0 0 0,-1 0 0 0 0,0-1 0 0 0,0 2-1 0 0,4 1 1 0 0,139 47 814 0 0,-134-46-1143 0 0,-1 0-1 0 0,1-1 1 0 0,0 0 0 0 0,-1-1 0 0 0,17 1 0 0 0,-28-3-17 0 0,-1 0 0 0 0,1 0 0 0 0,0 0 1 0 0,0-1-1 0 0,0 1 0 0 0,0 0 0 0 0,-1 0 1 0 0,1 0-1 0 0,0 0 0 0 0,0 0 1 0 0,0 0-1 0 0,0 0 0 0 0,0-1 0 0 0,0 1 1 0 0,-1 0-1 0 0,1 0 0 0 0,0 0 0 0 0,0 0 1 0 0,0 0-1 0 0,0-1 0 0 0,0 1 1 0 0,0 0-1 0 0,0 0 0 0 0,0 0 0 0 0,0 0 1 0 0,0-1-1 0 0,0 1 0 0 0,0 0 1 0 0,0 0-1 0 0,0 0 0 0 0,0 0 0 0 0,0-1 1 0 0,0 1-1 0 0,0 0 0 0 0,0 0 0 0 0,0 0 1 0 0,0 0-1 0 0,0-1 0 0 0,0 1 1 0 0,0 0-1 0 0,0 0 0 0 0,0 0 0 0 0,1 0 1 0 0,-1-1-1 0 0,0 1 0 0 0,0 0 1 0 0,0 0-1 0 0,0 0 0 0 0,0 0 0 0 0,0 0 1 0 0,0 0-1 0 0,1 0 0 0 0,-1-1 0 0 0,0 1 1 0 0,0 0-1 0 0,0 0 0 0 0,0 0 1 0 0,1 0-1 0 0,-1 0 0 0 0,0 0 3 0 0,-21-13 41 0 0,0 1 0 0 0,-1 0 0 0 0,0 2 0 0 0,-1 1 1 0 0,0 0-1 0 0,0 2 0 0 0,-25-4 0 0 0,39 8-20 0 0,-18-4 52 0 0,-1 1-1 0 0,-1 2 0 0 0,1 0 0 0 0,-1 2 0 0 0,0 1 0 0 0,1 2 0 0 0,-33 4 0 0 0,42-3-19 0 0,0 2 1 0 0,1 0-1 0 0,-1 1 0 0 0,1 1 0 0 0,0 1 0 0 0,0 0 0 0 0,1 2 0 0 0,0 0 0 0 0,0 0 0 0 0,1 2 0 0 0,-27 22 0 0 0,38-29-24 0 0,0 1 0 0 0,0-1 0 0 0,1 1 0 0 0,-1 0-1 0 0,1 0 1 0 0,0 0 0 0 0,0 1 0 0 0,1 0 0 0 0,0-1-1 0 0,0 1 1 0 0,0 0 0 0 0,1 1 0 0 0,0-1 0 0 0,0 0-1 0 0,0 1 1 0 0,-1 9 0 0 0,4-11-31 0 0,-1 0 0 0 0,1 1 0 0 0,0-1 0 0 0,1 1 0 0 0,-1-1 0 0 0,1 0 0 0 0,0 0 0 0 0,0 0 0 0 0,1 0 0 0 0,-1 0 0 0 0,1-1 0 0 0,0 1 0 0 0,1-1 0 0 0,-1 0 0 0 0,1 1 0 0 0,-1-2 1 0 0,1 1-1 0 0,1 0 0 0 0,-1-1 0 0 0,5 4 0 0 0,0-1-39 0 0,1 0 0 0 0,-1-1 0 0 0,1 0 0 0 0,0 0 0 0 0,1-1 1 0 0,-1-1-1 0 0,1 1 0 0 0,20 2 0 0 0,7-1-164 0 0,45 1-1 0 0,-58-5 163 0 0,18-1-114 0 0,50-6 0 0 0,-83 5 139 0 0,-45 22 547 0 0,-31 23 221 0 0,-90 45 0 0 0,95-55-605 0 0,53-28-198 0 0,0 0 0 0 0,-1-1 1 0 0,0 0-1 0 0,0 0 0 0 0,-1-1 0 0 0,1 0 1 0 0,-1-1-1 0 0,0 0 0 0 0,0-1 1 0 0,-12 2-1 0 0,47-28-2019 0 0,41-34-213 0 0,13-4-1587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15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1 480 0 0,'-61'19'2882'0'0,"-90"39"1440"0"0,31-1-2322 0 0,59-1-1759 0 0,7 9-241 0 0,54 5 80 0 0,0-7 160 0 0,30-19 0 0 0,24-17-160 0 0,67-15-160 0 0,0-12 0 0 0,30-12-80 0 0,-30-26-80 0 0,-1-33-1 0 0,-35-18 1 0 0,-25 7-320 0 0,-90 10-1041 0 0,-24 22-3761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16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39 880 0 0,'-58'-17'2848'0'0,"40"11"-1551"0"0,1 1-1 0 0,-36-5 0 0 0,-7 9 1225 0 0,95 14-147 0 0,85 2-1333 0 0,675 37 1373 0 0,-435-58-2253 0 0,179 2-3537 0 0,-531 5 2942 0 0,39 3-1295 0 0,-45-4 1588 0 0,-1 0 0 0 0,0 0 0 0 0,0 1 0 0 0,0-1 1 0 0,0 0-1 0 0,1 1 0 0 0,-1-1 0 0 0,0 0 0 0 0,0 1 0 0 0,0 0 0 0 0,0-1 0 0 0,0 1 1 0 0,0 0-1 0 0,0-1 0 0 0,0 1 0 0 0,0 0 0 0 0,0 0 0 0 0,-1 0 0 0 0,1 0 1 0 0,0 0-1 0 0,0 0 0 0 0,-1 0 0 0 0,1 0 0 0 0,-1 0 0 0 0,1 0 0 0 0,-1 0 1 0 0,1 0-1 0 0,-1 0 0 0 0,1 3 0 0 0,-2 0-634 0 0,0 0-1 0 0,0 1 1 0 0,-1-1-1 0 0,0 0 1 0 0,1 1 0 0 0,-1-1-1 0 0,-4 6 1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16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182 120 2321 0 0,'-86'-51'6376'0'0,"86"51"-6366"0"0,-1 0 0 0 0,1 0 0 0 0,0-1-1 0 0,0 1 1 0 0,-1 0 0 0 0,1 0-1 0 0,0-1 1 0 0,0 1 0 0 0,0 0 0 0 0,0-1-1 0 0,-1 1 1 0 0,1 0 0 0 0,0-1 0 0 0,0 1-1 0 0,0 0 1 0 0,0-1 0 0 0,0 1 0 0 0,0 0-1 0 0,0-1 1 0 0,0 1 0 0 0,0 0 0 0 0,0-1-1 0 0,0 1 1 0 0,0 0 0 0 0,0-1-1 0 0,0 1 1 0 0,0 0 0 0 0,0-1 0 0 0,0 1-1 0 0,0 0 1 0 0,1-1 0 0 0,-1 1 0 0 0,0 0-1 0 0,0-1 1 0 0,0 1 0 0 0,0 0 0 0 0,1 0-1 0 0,-1-1 1 0 0,0 1 0 0 0,0 0-1 0 0,1 0 1 0 0,-1-1 0 0 0,0 1 0 0 0,1 0-1 0 0,-1 0 1 0 0,0 0 0 0 0,0 0 0 0 0,1-1-1 0 0,16-9 128 0 0,-16 9-84 0 0,16-15 200 0 0,-15 14-244 0 0,0-1 1 0 0,1 1-1 0 0,-1 0 0 0 0,1-1 0 0 0,-1 1 0 0 0,1 1 1 0 0,0-1-1 0 0,0 0 0 0 0,-1 1 0 0 0,1-1 0 0 0,0 1 1 0 0,0 0-1 0 0,1 0 0 0 0,-1 0 0 0 0,5-1 0 0 0,22 4 5 0 0,-30-2-12 0 0,1 0 1 0 0,0 0 0 0 0,-1 0-1 0 0,1 0 1 0 0,0 0 0 0 0,0 0-1 0 0,-1 0 1 0 0,1 1 0 0 0,0-1-1 0 0,-1 0 1 0 0,1 1 0 0 0,-1-1-1 0 0,1 0 1 0 0,0 1 0 0 0,-1-1-1 0 0,1 0 1 0 0,-1 1 0 0 0,1-1 0 0 0,-1 1-1 0 0,1-1 1 0 0,-1 1 0 0 0,0 0-1 0 0,1-1 1 0 0,-1 1 0 0 0,1-1-1 0 0,-1 1 1 0 0,0 0 0 0 0,0-1-1 0 0,1 1 1 0 0,-1 0 0 0 0,0-1-1 0 0,0 1 1 0 0,0 0 0 0 0,0-1-1 0 0,0 1 1 0 0,0 0 0 0 0,0 0-1 0 0,0-1 1 0 0,0 1 0 0 0,0 0-1 0 0,0-1 1 0 0,0 1 0 0 0,-1 0-1 0 0,1 0 1 0 0,-6 13 56 0 0,-1 0 1 0 0,0-1-1 0 0,-1 0 1 0 0,-1 0-1 0 0,0-1 1 0 0,-11 13-1 0 0,-76 78 124 0 0,72-78-195 0 0,20-21 5 0 0,0 0 1 0 0,0 1-1 0 0,1-1 1 0 0,-1 1 0 0 0,1-1-1 0 0,1 1 1 0 0,-1 0-1 0 0,0 0 1 0 0,1 0-1 0 0,0 1 1 0 0,1-1-1 0 0,-1 0 1 0 0,1 1 0 0 0,0-1-1 0 0,0 1 1 0 0,0 5-1 0 0,1-8-23 0 0,1-1 0 0 0,-1 1 0 0 0,1 0 0 0 0,0-1 0 0 0,0 1-1 0 0,0-1 1 0 0,0 0 0 0 0,0 1 0 0 0,0-1 0 0 0,1 0 0 0 0,-1 0 0 0 0,1 0 0 0 0,0 0-1 0 0,-1 0 1 0 0,1 0 0 0 0,0 0 0 0 0,0 0 0 0 0,0-1 0 0 0,0 1 0 0 0,1-1 0 0 0,-1 1-1 0 0,0-1 1 0 0,1 0 0 0 0,-1 0 0 0 0,1 0 0 0 0,-1 0 0 0 0,1-1 0 0 0,-1 1 0 0 0,1-1-1 0 0,-1 1 1 0 0,1-1 0 0 0,0 0 0 0 0,4 0 0 0 0,14 0-546 0 0,0-1 0 0 0,0-1 0 0 0,-1 0 1 0 0,1-2-1 0 0,21-6 0 0 0,48-14-3319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17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563 7 1521 0 0,'-23'-3'988'0'0,"0"1"-1"0"0,0 1 1 0 0,0 1 0 0 0,0 1 0 0 0,-34 5 0 0 0,-93 26 688 0 0,133-27-1580 0 0,1 0 1 0 0,0 2-1 0 0,0-1 0 0 0,0 2 0 0 0,1 0 1 0 0,0 1-1 0 0,1 0 0 0 0,0 2 0 0 0,0-1 1 0 0,1 2-1 0 0,0-1 0 0 0,1 2 0 0 0,-18 24 0 0 0,27-35-81 0 0,2 0-2 0 0,-1 0 0 0 0,0 0-1 0 0,0-1 1 0 0,1 1 0 0 0,0 1 0 0 0,-1-1-1 0 0,1 0 1 0 0,0 0 0 0 0,0 0-1 0 0,-2 5 1 0 0,4-6-9 0 0,-1 0 0 0 0,0 0 0 0 0,1 0 0 0 0,-1 0-1 0 0,1 0 1 0 0,-1 0 0 0 0,1 0 0 0 0,-1 0 0 0 0,1 0 0 0 0,0 0 0 0 0,0 0 0 0 0,-1 0-1 0 0,1 0 1 0 0,0-1 0 0 0,0 1 0 0 0,0 0 0 0 0,0-1 0 0 0,0 1 0 0 0,0 0-1 0 0,0-1 1 0 0,0 1 0 0 0,0-1 0 0 0,0 1 0 0 0,0-1 0 0 0,0 0 0 0 0,0 0 0 0 0,1 1-1 0 0,0-1 1 0 0,30 8 18 0 0,0-2 1 0 0,0-1-1 0 0,0-1 0 0 0,1-2 0 0 0,47-2 0 0 0,-60 0-21 0 0,18 0-23 0 0,0-2 1 0 0,71-12-1 0 0,-100 12 20 0 0,0 1 0 0 0,0-2-1 0 0,0 1 1 0 0,-1-1 0 0 0,1 0-1 0 0,-1-1 1 0 0,1 0 0 0 0,-1 0-1 0 0,-1-1 1 0 0,1 0-1 0 0,-1 0 1 0 0,1-1 0 0 0,-2 0-1 0 0,1 0 1 0 0,-1-1 0 0 0,0 0-1 0 0,9-12 1 0 0,-14 17-77 0 0,0 0 0 0 0,0-1 0 0 0,0 1 1 0 0,0 0-1 0 0,-1-1 0 0 0,1 0 0 0 0,-1 1 0 0 0,1-1 1 0 0,-1 1-1 0 0,0-1 0 0 0,0 1 0 0 0,0-1 0 0 0,0 0 0 0 0,0 1 1 0 0,-1-1-1 0 0,1 1 0 0 0,-1-1 0 0 0,0 1 0 0 0,0-1 0 0 0,0 1 1 0 0,0-1-1 0 0,0 1 0 0 0,0 0 0 0 0,0 0 0 0 0,-1-1 1 0 0,1 1-1 0 0,-1 0 0 0 0,0 0 0 0 0,0 1 0 0 0,0-1 0 0 0,0 0 1 0 0,-4-2-1 0 0,1 1-2069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17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506 12 480 0 0,'-48'-6'1614'0'0,"-1"2"0"0"0,0 3 0 0 0,0 2 1 0 0,-77 10-1 0 0,109-8-1429 0 0,0 1 0 0 0,-1 0 0 0 0,1 1 0 0 0,1 1 0 0 0,-32 15 0 0 0,45-20-179 0 0,0 1 1 0 0,0 0-1 0 0,-1-1 1 0 0,1 1 0 0 0,0 1-1 0 0,1-1 1 0 0,-1 0-1 0 0,0 1 1 0 0,1-1-1 0 0,-1 1 1 0 0,1 0 0 0 0,0 0-1 0 0,0 0 1 0 0,0 0-1 0 0,0 0 1 0 0,1 0-1 0 0,-1 0 1 0 0,1 1 0 0 0,0-1-1 0 0,0 1 1 0 0,0-1-1 0 0,0 1 1 0 0,0-1 0 0 0,1 1-1 0 0,0-1 1 0 0,0 1-1 0 0,0 0 1 0 0,0-1-1 0 0,0 1 1 0 0,1-1 0 0 0,1 7-1 0 0,1-3 38 0 0,0-1 0 0 0,0 0 0 0 0,1 1 0 0 0,-1-2 0 0 0,7 9 0 0 0,15 26 146 0 0,-25-36-183 0 0,1-1 0 0 0,0 0 1 0 0,0 0-1 0 0,0 1 1 0 0,0-1-1 0 0,0 0 0 0 0,1 0 1 0 0,0 0-1 0 0,0 0 0 0 0,-1 0 1 0 0,2-1-1 0 0,-1 1 0 0 0,0-1 1 0 0,0 1-1 0 0,1-1 0 0 0,-1 0 1 0 0,1 0-1 0 0,0 0 1 0 0,0 0-1 0 0,0 0 0 0 0,0 0 1 0 0,0-1-1 0 0,0 0 0 0 0,0 1 1 0 0,0-1-1 0 0,1 0 0 0 0,-1-1 1 0 0,5 1-1 0 0,12 4 6 0 0,1-2 1 0 0,-1 0-1 0 0,1-2 1 0 0,0 0-1 0 0,-1-1 0 0 0,1-1 1 0 0,0-1-1 0 0,-1-1 0 0 0,1-1 1 0 0,-1-1-1 0 0,0 0 0 0 0,0-1 1 0 0,31-16-1 0 0,-47 19-2 0 0,1 0 1 0 0,-1 0-1 0 0,0 0 0 0 0,0-1 1 0 0,-1 0-1 0 0,1 0 0 0 0,-1 0 1 0 0,0 0-1 0 0,0 0 0 0 0,0-1 1 0 0,-1 0-1 0 0,1 1 0 0 0,-1-1 1 0 0,0 0-1 0 0,2-8 0 0 0,8-16 21 0 0,8-12-148 0 0,-16 33-11 0 0,0-1-1 0 0,0 1 1 0 0,0 0 0 0 0,1 0-1 0 0,10-11 1 0 0,-15 18 80 0 0,0 1-1 0 0,1-1 1 0 0,-1 1 0 0 0,0-1 0 0 0,0 0-1 0 0,0 1 1 0 0,1-1 0 0 0,-1 1-1 0 0,0-1 1 0 0,0 1 0 0 0,0-1 0 0 0,0 1-1 0 0,0-1 1 0 0,0 0 0 0 0,0 1-1 0 0,0-1 1 0 0,0 1 0 0 0,0-1 0 0 0,-1 1-1 0 0,1-1 1 0 0,0 1 0 0 0,0-1-1 0 0,0 1 1 0 0,-1-1 0 0 0,1 1 0 0 0,0-1-1 0 0,-1 1 1 0 0,1-1 0 0 0,0 1-1 0 0,-1-1 1 0 0,1 1 0 0 0,0-1 0 0 0,-1 1-1 0 0,1 0 1 0 0,-1-1 0 0 0,1 1-1 0 0,-1 0 1 0 0,1 0 0 0 0,-1-1 0 0 0,1 1-1 0 0,-1 0 1 0 0,1 0 0 0 0,-1 0-1 0 0,1-1 1 0 0,-1 1 0 0 0,0 0 0 0 0,1 0-1 0 0,-1 0 1 0 0,0 0 0 0 0,-13-12-4005 0 0,14 7 1450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18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6 3041 0 0,'-27'-3'1674'0'0,"-1"1"0"0"0,0 2 0 0 0,-30 2 0 0 0,-31 12 808 0 0,83-8-318 0 0,17 3-1113 0 0,-7-8-1037 0 0,56 16-206 0 0,1-2 1 0 0,75 8-1 0 0,-107-19-282 0 0,-12-2-128 0 0,-1-1 0 0 0,0-1 1 0 0,26-2-1 0 0,-33 2 273 0 0,1 0-321 0 0,0-1 0 0 0,0 0 0 0 0,0-1 0 0 0,0 0 0 0 0,12-4 1 0 0,-22 6 602 0 0,0 0 0 0 0,0 0 1 0 0,-1 0-1 0 0,1 0 1 0 0,0 0-1 0 0,0 0 1 0 0,0 0-1 0 0,0 0 0 0 0,0 0 1 0 0,0 0-1 0 0,0-1 1 0 0,-1 1-1 0 0,1 0 0 0 0,0 0 1 0 0,0 0-1 0 0,0 0 1 0 0,0 0-1 0 0,0 0 1 0 0,0 0-1 0 0,0 0 0 0 0,0-1 1 0 0,0 1-1 0 0,0 0 1 0 0,0 0-1 0 0,0 0 1 0 0,0 0-1 0 0,0 0 0 0 0,-1-1 1 0 0,1 1-1 0 0,0 0 1 0 0,0 0-1 0 0,0 0 0 0 0,1 0 1 0 0,-1 0-1 0 0,0 0 1 0 0,0-1-1 0 0,0 1 1 0 0,0 0-1 0 0,0 0 0 0 0,0 0 1 0 0,0 0-1 0 0,0 0 1 0 0,0 0-1 0 0,0-1 1 0 0,0 1-1 0 0,0 0 0 0 0,0 0 1 0 0,0 0-1 0 0,0 0 1 0 0,1 0-1 0 0,-1 0 0 0 0,0 0 1 0 0,0 0-1 0 0,0-1 1 0 0,0 1-1 0 0,0 0 1 0 0,0 0-1 0 0,1 0 0 0 0,-1 0 1 0 0,0 0-1 0 0,-25-6-2714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18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4162 0 0,'0'0'5362'0'0,"30"0"-4961"0"0,1 6-81 0 0,-1 2 0 0 0,0-8-80 0 0,55 5-160 0 0,35-5-560 0 0,31-5-1361 0 0,-30-3-3041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19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513 79 1761 0 0,'55'0'3148'0'0,"-50"0"93"0"0,-5-1-3161 0 0,0 0-77 0 0,-1 0-1 0 0,1 1 0 0 0,0-1 0 0 0,-1 0 0 0 0,1 0 0 0 0,0 1 1 0 0,-1-1-1 0 0,1 0 0 0 0,-1 1 0 0 0,1-1 0 0 0,-1 1 1 0 0,0-1-1 0 0,1 1 0 0 0,-1-1 0 0 0,1 1 0 0 0,-1-1 0 0 0,0 1 1 0 0,0-1-1 0 0,1 1 0 0 0,-1 0 0 0 0,0-1 0 0 0,0 1 0 0 0,1 0 1 0 0,-1 0-1 0 0,0 0 0 0 0,0 0 0 0 0,0-1 0 0 0,1 1 1 0 0,-2 0-1 0 0,-14-5 39 0 0,-5-4 86 0 0,-1 0 1 0 0,0 1-1 0 0,0 2 0 0 0,0 0 1 0 0,-1 1-1 0 0,-42-3 0 0 0,30 4 89 0 0,18 2-140 0 0,-1 1 0 0 0,1 1-1 0 0,0 1 1 0 0,-1 0-1 0 0,1 1 1 0 0,0 1-1 0 0,0 1 1 0 0,0 0 0 0 0,0 1-1 0 0,0 1 1 0 0,1 1-1 0 0,0 0 1 0 0,1 1 0 0 0,-15 10-1 0 0,26-15-56 0 0,0 0 0 0 0,0 1-1 0 0,0-1 1 0 0,1 1 0 0 0,-1 0-1 0 0,1 0 1 0 0,0 0 0 0 0,-2 6-1 0 0,4-9-16 0 0,0 0-1 0 0,0 1 1 0 0,1-1-1 0 0,-1 0 1 0 0,1 1-1 0 0,-1-1 1 0 0,1 0-1 0 0,0 1 1 0 0,-1-1-1 0 0,1 1 1 0 0,0-1-1 0 0,0 0 1 0 0,0 1-1 0 0,0-1 1 0 0,0 1-1 0 0,1-1 1 0 0,-1 1-1 0 0,0-1 1 0 0,0 0 0 0 0,1 1-1 0 0,-1-1 1 0 0,1 0-1 0 0,0 1 1 0 0,-1-1-1 0 0,1 0 1 0 0,0 0-1 0 0,0 0 1 0 0,-1 1-1 0 0,2 0 1 0 0,79 50-136 0 0,-76-47 128 0 0,1-1 0 0 0,0 0 1 0 0,0 0-1 0 0,0 0 0 0 0,0-1 0 0 0,1 0 0 0 0,0 0 0 0 0,-1-1 0 0 0,1 0 0 0 0,0 0 1 0 0,0 0-1 0 0,11 0 0 0 0,4 2-25 0 0,26 5-70 0 0,-36-8 65 0 0,0 1 1 0 0,-1 0-1 0 0,1 1 0 0 0,-1 1 1 0 0,0-1-1 0 0,0 2 0 0 0,12 5 1 0 0,-18-8 14 0 0,1 1 1 0 0,0-1-1 0 0,-1-1 1 0 0,1 1-1 0 0,0-1 1 0 0,0 0-1 0 0,0-1 0 0 0,0 1 1 0 0,6-1-1 0 0,14 2-13 0 0,-16 9 34 0 0,-8-11 2 0 0,-1 1 0 0 0,0-1 0 0 0,1 0 0 0 0,-1 1 0 0 0,1 0 0 0 0,-1-1 0 0 0,0 1 0 0 0,0 0 0 0 0,1 0 0 0 0,-1-1 0 0 0,0 1 0 0 0,0 0 0 0 0,0 0 0 0 0,0 0 0 0 0,0 0 0 0 0,0 1 0 0 0,0-1 0 0 0,0 0 0 0 0,-1 0 0 0 0,1 1 0 0 0,0-1 0 0 0,-1 0 0 0 0,1 1 0 0 0,-1-1 0 0 0,1 0 0 0 0,-1 1 0 0 0,0-1 0 0 0,0 1 0 0 0,1-1 0 0 0,-1 1 0 0 0,0-1 1 0 0,0 0-1 0 0,0 1 0 0 0,-1-1 0 0 0,1 1 0 0 0,0-1 0 0 0,-1 1 0 0 0,1-1 0 0 0,0 0 0 0 0,-1 1 0 0 0,0-1 0 0 0,1 0 0 0 0,-1 1 0 0 0,0-1 0 0 0,-1 2 0 0 0,-4 5 21 0 0,0 0 0 0 0,0-1-1 0 0,-1 0 1 0 0,0 0 0 0 0,-1 0 0 0 0,0-1 0 0 0,0 0 0 0 0,0 0 0 0 0,-17 8-1 0 0,8-6-6 0 0,0 0 0 0 0,0-1-1 0 0,-1-1 1 0 0,-30 8 0 0 0,40-13-73 0 0,1 0-1 0 0,-1 0 1 0 0,0 0 0 0 0,0-1 0 0 0,0 0 0 0 0,1-1 0 0 0,-1 0-1 0 0,0 0 1 0 0,0 0 0 0 0,1-1 0 0 0,-1-1 0 0 0,1 1 0 0 0,-9-5-1 0 0,11-6-431 0 0,0-1-236 0 0,4 13 619 0 0,0 0 0 0 0,0 0 0 0 0,0 0 0 0 0,0 0-1 0 0,0 0 1 0 0,1 0 0 0 0,-1 0 0 0 0,0 0 0 0 0,0-1-1 0 0,1 1 1 0 0,-1 0 0 0 0,1 0 0 0 0,-1-1 0 0 0,1 1-1 0 0,0 0 1 0 0,-1-1 0 0 0,1 1 0 0 0,0-1 0 0 0,0 1-1 0 0,0 0 1 0 0,0-1 0 0 0,0 1 0 0 0,0-1 0 0 0,0 1-1 0 0,1 0 1 0 0,-1-1 0 0 0,1 1 0 0 0,-1 0 0 0 0,1-1-1 0 0,-1 1 1 0 0,1 0 0 0 0,-1 0 0 0 0,1-1 0 0 0,0 1-1 0 0,1-1 1 0 0,2-7-513 0 0,1-22-2209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19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81 720 0 0,'-33'0'906'0'0,"1"1"0"0"0,-1 2-1 0 0,1 1 1 0 0,-1 1-1 0 0,1 2 1 0 0,1 2 0 0 0,-1 0-1 0 0,-36 18 1 0 0,64-26-867 0 0,0 1 1 0 0,0 0-1 0 0,0 0 1 0 0,0 0-1 0 0,1 1 1 0 0,-1-1 0 0 0,1 1-1 0 0,-1 0 1 0 0,1 0-1 0 0,0 0 1 0 0,0 0-1 0 0,-4 6 1 0 0,5-3 4 0 0,0 0 1 0 0,0 0 0 0 0,1 0-1 0 0,-1 1 1 0 0,1-1 0 0 0,1 0-1 0 0,-1 0 1 0 0,1 1 0 0 0,1 6-1 0 0,-1-8-25 0 0,0 0 1 0 0,1 0-1 0 0,-1 0 0 0 0,1 0 1 0 0,0 0-1 0 0,1 0 0 0 0,-1 0 1 0 0,1-1-1 0 0,0 1 0 0 0,0 0 1 0 0,1-1-1 0 0,-1 0 0 0 0,1 0 1 0 0,0 0-1 0 0,0 0 0 0 0,7 7 1 0 0,-2-4-5 0 0,0-1 0 0 0,0 0 0 0 0,0 0 0 0 0,1-1 0 0 0,0 0 0 0 0,0-1 1 0 0,0 0-1 0 0,10 3 0 0 0,6 0-13 0 0,0-1 1 0 0,1-1 0 0 0,-1-1-1 0 0,1-1 1 0 0,45-2-1 0 0,-51-2-32 0 0,-1-1 0 0 0,1 0 0 0 0,23-7 0 0 0,-37 7 40 0 0,0 1-1 0 0,-1-1 1 0 0,1 0 0 0 0,0-1-1 0 0,-1 1 1 0 0,1-1-1 0 0,-1 0 1 0 0,0-1-1 0 0,0 1 1 0 0,0-1-1 0 0,0 0 1 0 0,-1 0-1 0 0,6-6 1 0 0,-10 9-1 0 0,1-1 1 0 0,0 1-1 0 0,-1 0 1 0 0,0 0-1 0 0,1-1 1 0 0,-1 1-1 0 0,0 0 1 0 0,1-1-1 0 0,-1 1 1 0 0,0-1 0 0 0,0 1-1 0 0,0 0 1 0 0,0-1-1 0 0,-1 1 1 0 0,1 0-1 0 0,0-1 1 0 0,-1 1-1 0 0,1 0 1 0 0,0-1-1 0 0,-2-1 1 0 0,-7-20 98 0 0,-2 1 0 0 0,0 0 0 0 0,-1 1 0 0 0,-1 0-1 0 0,-1 1 1 0 0,0 1 0 0 0,-2 0 0 0 0,0 1 0 0 0,-2 1 0 0 0,-19-17 0 0 0,24 24-326 0 0,-1 0 0 0 0,1 1-1 0 0,-2 1 1 0 0,1 0 0 0 0,-1 1 0 0 0,0 0 0 0 0,-1 1-1 0 0,1 1 1 0 0,-1 1 0 0 0,0 0 0 0 0,0 1 0 0 0,-1 0-1 0 0,-29 0 1 0 0,-14 7-2276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44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391 90 3121 0 0,'53'-18'3355'0'0,"101"-21"0"0"0,-64 21-2848 0 0,-90 18-503 0 0,0 0 1 0 0,0 0-1 0 0,-1 0 0 0 0,1 0 1 0 0,0 0-1 0 0,0 0 0 0 0,0 0 0 0 0,0 0 1 0 0,-1-1-1 0 0,1 1 0 0 0,0 0 1 0 0,0 0-1 0 0,0 0 0 0 0,0 0 0 0 0,0-1 1 0 0,0 1-1 0 0,0 0 0 0 0,-1 0 1 0 0,1 0-1 0 0,0 0 0 0 0,0-1 0 0 0,0 1 1 0 0,0 0-1 0 0,0 0 0 0 0,0 0 1 0 0,0-1-1 0 0,0 1 0 0 0,0 0 0 0 0,0 0 1 0 0,0 0-1 0 0,0-1 0 0 0,0 1 1 0 0,0 0-1 0 0,0 0 0 0 0,0 0 0 0 0,0-1 1 0 0,0 1-1 0 0,0 0 0 0 0,1 0 1 0 0,-1 0-1 0 0,0 0 0 0 0,0-1 0 0 0,0 1 1 0 0,0 0-1 0 0,0 0 0 0 0,0 0 1 0 0,1 0-1 0 0,-1 0 0 0 0,0-1 0 0 0,0 1 1 0 0,0 0-1 0 0,0 0 0 0 0,1 0 1 0 0,-1 0-1 0 0,0 0 0 0 0,-29-4 80 0 0,0 2-1 0 0,0 2 0 0 0,-50 4 1 0 0,71-3-73 0 0,-60 3 118 0 0,-110 22 0 0 0,159-22-102 0 0,1 0-1 0 0,-1 1 1 0 0,1 1-1 0 0,0 1 1 0 0,0 1-1 0 0,1 0 0 0 0,0 1 1 0 0,0 1-1 0 0,1 0 1 0 0,1 1-1 0 0,-27 25 1 0 0,39-32-28 0 0,-1 0 0 0 0,1 0 0 0 0,0 1 0 0 0,0-1 1 0 0,0 1-1 0 0,1 0 0 0 0,0-1 0 0 0,0 1 0 0 0,0 0 0 0 0,0 0 1 0 0,1 1-1 0 0,0-1 0 0 0,0 0 0 0 0,0 6 0 0 0,1-7 0 0 0,0 0 0 0 0,0 0-1 0 0,1 0 1 0 0,0 0-1 0 0,0 0 1 0 0,0 0 0 0 0,0-1-1 0 0,0 1 1 0 0,1 0-1 0 0,0-1 1 0 0,0 1 0 0 0,0-1-1 0 0,0 1 1 0 0,0-1 0 0 0,1 0-1 0 0,0 0 1 0 0,-1 0-1 0 0,1 0 1 0 0,6 4 0 0 0,12 7-10 0 0,0 0 1 0 0,1-2 0 0 0,0 0 0 0 0,1-2 0 0 0,1-1 0 0 0,-1 0 0 0 0,30 5 0 0 0,1-1-163 0 0,0-3 0 0 0,72 4-1 0 0,19-13-1360 0 0,-24-10-1627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45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390 1 800 0 0,'-76'14'4617'0'0,"32"-8"-3873"0"0,1 2 0 0 0,0 2 0 0 0,0 2 0 0 0,-49 20 1 0 0,89-30-743 0 0,0 0 0 0 0,-1 0 1 0 0,1 0-1 0 0,0 0 1 0 0,0 1-1 0 0,1-1 0 0 0,-1 1 1 0 0,0 0-1 0 0,1 0 1 0 0,0 0-1 0 0,-1 0 0 0 0,1 0 1 0 0,1 0-1 0 0,-1 0 1 0 0,0 1-1 0 0,1-1 0 0 0,-1 1 1 0 0,1-1-1 0 0,0 1 1 0 0,0 0-1 0 0,1-1 1 0 0,-1 1-1 0 0,1 0 0 0 0,0 0 1 0 0,0 5-1 0 0,0-3 14 0 0,1-1 0 0 0,0 1 0 0 0,0-1 1 0 0,0 1-1 0 0,1-1 0 0 0,0 0 0 0 0,0 1 0 0 0,0-1 0 0 0,1 0 0 0 0,-1 0 0 0 0,1-1 0 0 0,0 1 0 0 0,1 0 0 0 0,-1-1 1 0 0,5 5-1 0 0,4 0 27 0 0,0-1 1 0 0,0 0-1 0 0,1 0 0 0 0,0-1 1 0 0,0-1-1 0 0,1 0 1 0 0,0-1-1 0 0,22 6 1 0 0,-13-6 43 0 0,0 0 0 0 0,0-1 0 0 0,0-2 1 0 0,37 0-1 0 0,-45-3 41 0 0,-1-1 1 0 0,1 0-1 0 0,-1-1 1 0 0,1-1-1 0 0,-1 0 1 0 0,-1-1 0 0 0,1-1-1 0 0,13-7 1 0 0,-22 11-86 0 0,5-3 54 0 0,-1 0 0 0 0,0-1 0 0 0,0 0 0 0 0,0 0 0 0 0,0-1-1 0 0,-1 0 1 0 0,10-12 0 0 0,-14 15-63 0 0,-1 0 0 0 0,1 0-1 0 0,-1-1 1 0 0,0 0 0 0 0,-1 1-1 0 0,1-1 1 0 0,-1 0 0 0 0,0 0 0 0 0,0-1-1 0 0,0 1 1 0 0,-1 0 0 0 0,0-1-1 0 0,0 1 1 0 0,1-7 0 0 0,-3 8-80 0 0,1-1 0 0 0,-1 0 1 0 0,1 1-1 0 0,-1 0 0 0 0,-1-1 1 0 0,1 1-1 0 0,-1-1 0 0 0,1 1 1 0 0,-1 0-1 0 0,0 0 0 0 0,-1 0 1 0 0,1 0-1 0 0,-1 1 0 0 0,0-1 1 0 0,0 0-1 0 0,-3-2 0 0 0,4 4-172 0 0,0 0 0 0 0,-1 0 0 0 0,1 0 0 0 0,0 0 0 0 0,-1 0-1 0 0,1 1 1 0 0,-1 0 0 0 0,0-1 0 0 0,0 1 0 0 0,1 0 0 0 0,-1 0 0 0 0,0 0 0 0 0,0 1 0 0 0,0-1-1 0 0,0 1 1 0 0,0-1 0 0 0,0 1 0 0 0,0 0 0 0 0,0 0 0 0 0,0 1 0 0 0,0-1 0 0 0,0 0 0 0 0,0 1-1 0 0,-4 1 1 0 0,-3 9-2956 0 0,-15 7 212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45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57 225 640 0 0,'-5'-3'498'0'0,"0"0"0"0"0,-1 0 0 0 0,1-1 0 0 0,1 0 0 0 0,-1 0 0 0 0,-6-7 0 0 0,10 10-415 0 0,0 0 0 0 0,-1 0 0 0 0,1-1 0 0 0,0 1 0 0 0,0 0 0 0 0,0-1 0 0 0,0 1 0 0 0,0-1 0 0 0,0 1 0 0 0,0-1 0 0 0,0 0 0 0 0,1 1 0 0 0,-1-1-1 0 0,1 0 1 0 0,-1 1 0 0 0,1-1 0 0 0,0 0 0 0 0,0 0 0 0 0,-1 0 0 0 0,1 1 0 0 0,0-1 0 0 0,1 0 0 0 0,-1 0 0 0 0,0 0 0 0 0,1-2 0 0 0,49-46 997 0 0,-42 33-816 0 0,-7 15-246 0 0,-1 1-1 0 0,1-1 0 0 0,0 0 0 0 0,0 1 1 0 0,-1-1-1 0 0,1 1 0 0 0,0-1 1 0 0,1 1-1 0 0,-1-1 0 0 0,0 1 0 0 0,0 0 1 0 0,1 0-1 0 0,-1 0 0 0 0,0-1 1 0 0,1 1-1 0 0,-1 0 0 0 0,1 1 0 0 0,0-1 1 0 0,-1 0-1 0 0,4-1 0 0 0,11-4 56 0 0,0-1-1 0 0,1 2 1 0 0,18-4-1 0 0,-31 8-80 0 0,0 0-1 0 0,-1 0 1 0 0,1 0 0 0 0,0 1-1 0 0,0-1 1 0 0,-1 1 0 0 0,1 0-1 0 0,0 0 1 0 0,0 0 0 0 0,0 1-1 0 0,-1 0 1 0 0,1-1 0 0 0,0 1 0 0 0,-1 0-1 0 0,1 1 1 0 0,0-1 0 0 0,-1 1-1 0 0,0-1 1 0 0,1 1 0 0 0,-1 0-1 0 0,6 5 1 0 0,21 41-165 0 0,-29-47 171 0 0,0 1 0 0 0,0-1 0 0 0,-1 0 1 0 0,1 1-1 0 0,0-1 0 0 0,-1 1 0 0 0,1-1 0 0 0,-1 1 1 0 0,1-1-1 0 0,-1 1 0 0 0,0-1 0 0 0,1 1 1 0 0,-1-1-1 0 0,0 1 0 0 0,0-1 0 0 0,0 1 0 0 0,0-1 1 0 0,0 1-1 0 0,-1 0 0 0 0,1-1 0 0 0,0 1 0 0 0,-1-1 1 0 0,1 1-1 0 0,-1-1 0 0 0,0 0 0 0 0,1 1 1 0 0,-1-1-1 0 0,0 1 0 0 0,0-1 0 0 0,0 0 0 0 0,0 0 1 0 0,0 0-1 0 0,0 1 0 0 0,0-1 0 0 0,0 0 1 0 0,-1 0-1 0 0,1 0 0 0 0,0-1 0 0 0,-1 1 0 0 0,1 0 1 0 0,0 0-1 0 0,-1-1 0 0 0,1 1 0 0 0,-3 0 1 0 0,1-2 252 0 0,1 0-228 0 0,0 1 0 0 0,1 0 0 0 0,-1-1-1 0 0,0 1 1 0 0,1-1 0 0 0,-1 1 0 0 0,1-1 0 0 0,-1 0 0 0 0,1 0 0 0 0,-1 0 0 0 0,1 0-1 0 0,0 0 1 0 0,-1 0 0 0 0,1 0 0 0 0,0 0 0 0 0,0 0 0 0 0,0 0 0 0 0,0-1 0 0 0,0 1-1 0 0,0-1 1 0 0,0 1 0 0 0,0 0 0 0 0,0-3 0 0 0,1 0 15 0 0,0 1 0 0 0,0-1 0 0 0,1 1 0 0 0,0-1 0 0 0,0 1 0 0 0,0 0 0 0 0,0-1-1 0 0,0 1 1 0 0,1 0 0 0 0,0 0 0 0 0,-1 0 0 0 0,1 0 0 0 0,0 0 0 0 0,0 0 0 0 0,1 1 0 0 0,-1-1 0 0 0,0 1 0 0 0,1-1 0 0 0,0 1 0 0 0,3-3 0 0 0,13-12 125 0 0,-14 13-150 0 0,0-1-1 0 0,0 2 0 0 0,0-1 1 0 0,1 1-1 0 0,0-1 0 0 0,0 1 1 0 0,-1 1-1 0 0,2-1 0 0 0,-1 1 1 0 0,0 0-1 0 0,0 1 0 0 0,1-1 1 0 0,-1 1-1 0 0,1 1 0 0 0,-1-1 1 0 0,13 1-1 0 0,-14 0-18 0 0,1 1 0 0 0,-1-1-1 0 0,1 1 1 0 0,0 0 0 0 0,-1 0 0 0 0,0 1 0 0 0,1-1 0 0 0,-1 1-1 0 0,0 1 1 0 0,0-1 0 0 0,0 1 0 0 0,0-1 0 0 0,0 1 0 0 0,0 1-1 0 0,-1-1 1 0 0,0 1 0 0 0,1 0 0 0 0,-1 0 0 0 0,-1 0 0 0 0,6 7-1 0 0,-5-5 19 0 0,-1 1-1 0 0,1-1 0 0 0,-2 1 1 0 0,1-1-1 0 0,-1 1 0 0 0,0 0 0 0 0,0 0 1 0 0,-1 0-1 0 0,0 0 0 0 0,0 0 1 0 0,0 0-1 0 0,-2 11 0 0 0,1-20 5 0 0,0 0 0 0 0,0 0 0 0 0,0 0 0 0 0,0 0 0 0 0,0 0 0 0 0,1 0-1 0 0,-1 0 1 0 0,1 0 0 0 0,-1 0 0 0 0,1 0 0 0 0,0 0 0 0 0,0 0 0 0 0,-1 0 0 0 0,1 1 0 0 0,0-1-1 0 0,1 0 1 0 0,-1 1 0 0 0,0-1 0 0 0,0 0 0 0 0,1 1 0 0 0,-1 0 0 0 0,1-1 0 0 0,3-1-1 0 0,9-10 111 0 0,-4 6-38 0 0,1 0 0 0 0,0 1 0 0 0,0 0 0 0 0,0 0 1 0 0,20-6-1 0 0,-6 2 90 0 0,-21 9-168 0 0,-1 0-1 0 0,1 1 1 0 0,-1-1-1 0 0,1 1 1 0 0,-1-1-1 0 0,1 1 1 0 0,-1 0-1 0 0,1 0 1 0 0,-1 1-1 0 0,1-1 1 0 0,-1 1-1 0 0,0 0 1 0 0,1 0-1 0 0,-1 0 1 0 0,0 0 0 0 0,1 1-1 0 0,-1-1 1 0 0,0 1-1 0 0,0 0 1 0 0,0 0-1 0 0,0 0 1 0 0,0 0-1 0 0,-1 0 1 0 0,1 1-1 0 0,-1-1 1 0 0,1 1-1 0 0,1 2 1 0 0,-2 0-186 0 0,1 0-1 0 0,0 0 1 0 0,0 0 0 0 0,0 0-1 0 0,1-1 1 0 0,0 0 0 0 0,0 1 0 0 0,0-1-1 0 0,0-1 1 0 0,0 1 0 0 0,1-1 0 0 0,0 1-1 0 0,7 3 1 0 0,-2-1-744 0 0,14 7-3736 0 0,2-12 1708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46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87 1681 0 0,'0'-70'5882'0'0,"0"69"-5858"0"0,0 0-1 0 0,0 1 0 0 0,0-1 1 0 0,0 1-1 0 0,0-1 0 0 0,0 0 1 0 0,1 1-1 0 0,-1-1 0 0 0,0 0 1 0 0,0 1-1 0 0,0-1 0 0 0,1 1 1 0 0,-1-1-1 0 0,0 1 0 0 0,1-1 0 0 0,-1 1 1 0 0,0-1-1 0 0,1 1 0 0 0,-1-1 1 0 0,0 1-1 0 0,1-1 0 0 0,-1 1 1 0 0,1-1-1 0 0,-1 1 0 0 0,1 0 1 0 0,0-1-1 0 0,-1 1 0 0 0,1 0 1 0 0,-1-1-1 0 0,1 1 0 0 0,-1 0 0 0 0,1 0 1 0 0,0 0-1 0 0,-1 0 0 0 0,1 0 1 0 0,-1-1-1 0 0,1 1 0 0 0,0 0 1 0 0,-1 0-1 0 0,1 0 0 0 0,0 1 1 0 0,-1-1-1 0 0,1 0 0 0 0,0 0 1 0 0,5 0 554 0 0,-10 4-530 0 0,0 0 0 0 0,0 0 0 0 0,0 1 0 0 0,1 0 0 0 0,0 0 0 0 0,0 0 0 0 0,0 0 0 0 0,0 0 1 0 0,1 0-1 0 0,-4 11 0 0 0,-7 59 301 0 0,5-22-133 0 0,-3-10-241 0 0,8-32-21 0 0,0 1 1 0 0,0 0-1 0 0,1-1 0 0 0,-1 21 0 0 0,3-27 43 0 0,-1-1 1 0 0,0 1-1 0 0,1-1 0 0 0,-2 1 0 0 0,1-1 0 0 0,0 0 0 0 0,-4 7 0 0 0,-2 11-26 0 0,8-21 20 0 0,-1 0-1 0 0,0-1 0 0 0,1 1 1 0 0,-1 0-1 0 0,0 0 1 0 0,1-1-1 0 0,-1 1 1 0 0,1-1-1 0 0,-1 1 0 0 0,1 0 1 0 0,-1-1-1 0 0,1 1 1 0 0,0-1-1 0 0,-1 1 1 0 0,1-1-1 0 0,0 0 0 0 0,-1 1 1 0 0,1-1-1 0 0,0 0 1 0 0,-1 1-1 0 0,1-1 1 0 0,0 0-1 0 0,0 0 0 0 0,-1 1 1 0 0,1-1-1 0 0,0 0 1 0 0,1 0-1 0 0,1 1-102 0 0,0-1 0 0 0,0 1 0 0 0,0-1 0 0 0,0 0-1 0 0,0 0 1 0 0,0 0 0 0 0,1-1 0 0 0,-1 1 0 0 0,0 0 0 0 0,0-1 0 0 0,3-1 0 0 0,-5 2-39 0 0,0-1 1 0 0,1 1 0 0 0,-1-1 0 0 0,0 0 0 0 0,0 1 0 0 0,0-1 0 0 0,0 0 0 0 0,0 0-1 0 0,0 0 1 0 0,0 0 0 0 0,0 0 0 0 0,0 0 0 0 0,-1 0 0 0 0,1 0 0 0 0,0 0-1 0 0,0 0 1 0 0,-1 0 0 0 0,1 0 0 0 0,-1 0 0 0 0,1-1 0 0 0,-1 1 0 0 0,0 0 0 0 0,1 0-1 0 0,-1-1 1 0 0,0 1 0 0 0,0 0 0 0 0,0-2 0 0 0,0-22-3132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46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 2481 0 0,'0'-1'273'0'0,"0"0"0"0"0,-1-1 0 0 0,1 1-1 0 0,0 0 1 0 0,0 0 0 0 0,0 0 0 0 0,1 0 0 0 0,-1 0-1 0 0,0 0 1 0 0,0 0 0 0 0,0 0 0 0 0,1 0 0 0 0,-1 0-1 0 0,1 0 1 0 0,-1 0 0 0 0,1 0 0 0 0,-1 0 0 0 0,1 0-1 0 0,-1 0 1 0 0,1 0 0 0 0,0 0 0 0 0,1 0-1 0 0,-1 0-158 0 0,1 1-1 0 0,-1 0 1 0 0,1 0-1 0 0,-1 0 1 0 0,1 0-1 0 0,0 0 1 0 0,-1 0-1 0 0,1 0 1 0 0,-1 1-1 0 0,1-1 1 0 0,-1 1-1 0 0,1-1 1 0 0,-1 1-1 0 0,1-1 1 0 0,-1 1-1 0 0,2 1 1 0 0,9 4-122 0 0,0 0-1 0 0,-1 1 1 0 0,0 0 0 0 0,0 1 0 0 0,0 0 0 0 0,-1 1-1 0 0,-1 0 1 0 0,1 1 0 0 0,-1 0 0 0 0,-1 0 0 0 0,0 1-1 0 0,11 20 1 0 0,-18-30 1 0 0,-1 0-1 0 0,1 0 1 0 0,-1 0-1 0 0,1 0 1 0 0,-1 0-1 0 0,0 0 0 0 0,1 0 1 0 0,-1 0-1 0 0,0 0 1 0 0,0 0-1 0 0,0 0 1 0 0,0 0-1 0 0,0 0 1 0 0,0 0-1 0 0,0 0 1 0 0,0 0-1 0 0,0 1 1 0 0,0-1-1 0 0,-1 0 1 0 0,1 0-1 0 0,0 0 0 0 0,-1 0 1 0 0,1 0-1 0 0,-1 0 1 0 0,1 0-1 0 0,-1 0 1 0 0,1-1-1 0 0,-1 1 1 0 0,-1 1-1 0 0,0 0-31 0 0,0 0-1 0 0,-1-1 1 0 0,1 0-1 0 0,-1 1 1 0 0,1-1-1 0 0,-1 0 1 0 0,0 0-1 0 0,1 0 0 0 0,-1-1 1 0 0,0 1-1 0 0,-3 0 1 0 0,-9 0-830 0 0,0 0 0 0 0,0-1 1 0 0,-19-2-1 0 0,4-3-2092 0 0,0-2 79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46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91 135 880 0 0,'-3'-2'412'0'0,"-1"0"0"0"0,1-1 0 0 0,-1 2 0 0 0,1-1 0 0 0,-1 0 0 0 0,0 1-1 0 0,0-1 1 0 0,0 1 0 0 0,0 0 0 0 0,0 1 0 0 0,0-1 0 0 0,0 1 0 0 0,0-1-1 0 0,0 1 1 0 0,-5 1 0 0 0,8-1-363 0 0,0 0 0 0 0,0 0-1 0 0,0 1 1 0 0,0-1 0 0 0,0 0 0 0 0,0 1-1 0 0,0-1 1 0 0,0 1 0 0 0,0-1 0 0 0,0 1-1 0 0,0-1 1 0 0,0 1 0 0 0,0 0-1 0 0,0-1 1 0 0,0 1 0 0 0,1 0 0 0 0,-1 0-1 0 0,0 0 1 0 0,0 0 0 0 0,1-1 0 0 0,-1 1-1 0 0,1 0 1 0 0,-1 0 0 0 0,0 2 0 0 0,-2 33 668 0 0,3-25-692 0 0,1-6-9 0 0,0 0-1 0 0,0 0 1 0 0,0 1 0 0 0,1-1 0 0 0,-1 0-1 0 0,1 0 1 0 0,1-1 0 0 0,-1 1 0 0 0,1 0-1 0 0,-1-1 1 0 0,1 1 0 0 0,1-1 0 0 0,-1 0-1 0 0,1 0 1 0 0,-1 0 0 0 0,1 0-1 0 0,0-1 1 0 0,0 0 0 0 0,1 1 0 0 0,5 2-1 0 0,-4-2 7 0 0,0 0 0 0 0,1-1-1 0 0,-1 1 1 0 0,1-2-1 0 0,0 1 1 0 0,0-1-1 0 0,0 0 1 0 0,0 0-1 0 0,0 0 1 0 0,0-1-1 0 0,0 0 1 0 0,0-1 0 0 0,1 0-1 0 0,9-1 1 0 0,-16 1-14 0 0,0-1 0 0 0,-1 0 0 0 0,1 0 0 0 0,0 1 0 0 0,-1-1 0 0 0,1 0 0 0 0,-1 0 0 0 0,0 0 0 0 0,1 0 0 0 0,-1 0 1 0 0,1 1-1 0 0,-1-1 0 0 0,0 0 0 0 0,0 0 0 0 0,0 0 0 0 0,0 0 0 0 0,1 0 0 0 0,-1 0 0 0 0,0 0 0 0 0,-1 0 0 0 0,1 0 1 0 0,0 0-1 0 0,0 0 0 0 0,0 0 0 0 0,-1-2 0 0 0,0-8 48 0 0,0-1-173 0 0,0 1-1 0 0,-1 0 0 0 0,0 0 0 0 0,-1 0 0 0 0,-1 0 0 0 0,0 0 0 0 0,0 1 0 0 0,-1 0 1 0 0,0 0-1 0 0,-1 0 0 0 0,-11-15 0 0 0,11 15-42 0 0,-49-65-1867 0 0,19 35-641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47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58 1601 0 0,'0'-2'226'0'0,"0"0"0"0"0,0 0 0 0 0,0 0 0 0 0,-1 0 1 0 0,1-1-1 0 0,0 1 0 0 0,-1 0 0 0 0,0 0 0 0 0,1 0 0 0 0,-1 0 1 0 0,0 0-1 0 0,0 0 0 0 0,0 1 0 0 0,0-1 0 0 0,-1 0 0 0 0,1 0 1 0 0,0 1-1 0 0,-1-1 0 0 0,1 1 0 0 0,-1-1 0 0 0,0 1 0 0 0,1 0 1 0 0,-3-2-1 0 0,0 1 29 0 0,-1 0 1 0 0,0 0-1 0 0,1 1 1 0 0,-1-1-1 0 0,0 1 1 0 0,0 0-1 0 0,0 0 1 0 0,0 1-1 0 0,-9-1 0 0 0,-6 2 275 0 0,1 1 0 0 0,-1 0 0 0 0,1 2 0 0 0,-33 9-1 0 0,51-13-505 0 0,-1 0-1 0 0,1 1 0 0 0,0-1 0 0 0,0 0 1 0 0,0 0-1 0 0,0 1 0 0 0,0-1 0 0 0,0 0 1 0 0,0 1-1 0 0,0-1 0 0 0,0 1 1 0 0,0-1-1 0 0,0 1 0 0 0,0 0 0 0 0,0-1 1 0 0,0 1-1 0 0,1 0 0 0 0,-1 0 1 0 0,0 0-1 0 0,0-1 0 0 0,1 1 0 0 0,-1 0 1 0 0,1 0-1 0 0,-1 0 0 0 0,1 0 1 0 0,-1 0-1 0 0,1 0 0 0 0,-1 0 0 0 0,1 0 1 0 0,0 0-1 0 0,0 1 0 0 0,-1-1 0 0 0,1 0 1 0 0,0 0-1 0 0,0 0 0 0 0,0 0 1 0 0,0 0-1 0 0,0 0 0 0 0,1 0 0 0 0,-1 2 1 0 0,3 2-1 0 0,-1 0 1 0 0,1 0 0 0 0,1 0 0 0 0,-1-1-1 0 0,1 1 1 0 0,7 7 0 0 0,-5-8-32 0 0,0 0 1 0 0,0 0 0 0 0,0 0 0 0 0,1-1-1 0 0,-1 0 1 0 0,11 4 0 0 0,19 9-9 0 0,-32-14 21 0 0,-3-2-2 0 0,0 0 1 0 0,1 0-1 0 0,-1 0 0 0 0,0 1 0 0 0,0-1 1 0 0,0 0-1 0 0,1 1 0 0 0,-1-1 0 0 0,0 1 1 0 0,0-1-1 0 0,0 1 0 0 0,0 0 0 0 0,0 0 1 0 0,0-1-1 0 0,0 1 0 0 0,0 0 0 0 0,-1 0 1 0 0,2 1-1 0 0,12 8 42 0 0,-14-10-40 0 0,1 0 0 0 0,-1 0 1 0 0,1 0-1 0 0,-1 0 0 0 0,1 0 0 0 0,-1 0 0 0 0,0 0 1 0 0,1 0-1 0 0,-1 0 0 0 0,1 0 0 0 0,-1 0 0 0 0,1 0 1 0 0,-1 1-1 0 0,0-1 0 0 0,1 0 0 0 0,-1 0 0 0 0,1 1 1 0 0,-1-1-1 0 0,0 0 0 0 0,1 0 0 0 0,-1 1 0 0 0,0-1 1 0 0,0 0-1 0 0,1 1 0 0 0,-1-1 0 0 0,0 0 1 0 0,0 1-1 0 0,1-1 0 0 0,-1 1 0 0 0,0-1 0 0 0,0 0 1 0 0,0 1-1 0 0,0-1 0 0 0,0 1 0 0 0,1-1 0 0 0,-1 1 1 0 0,0-1-1 0 0,0 1 0 0 0,0 0 0 0 0,-14 6 31 0 0,0 0-1 0 0,0 0 1 0 0,-1-1 0 0 0,1-1-1 0 0,-31 6 1 0 0,34-9-29 0 0,-4 2-602 0 0,0-1 1 0 0,-30 1 0 0 0,42-4 415 0 0,1 0 0 0 0,-1 0 0 0 0,0 0 0 0 0,0 0 0 0 0,1 0 1 0 0,-1-1-1 0 0,0 1 0 0 0,1-1 0 0 0,-1 0 0 0 0,0 0 0 0 0,1 0 0 0 0,-1 0 0 0 0,1 0 0 0 0,0 0 0 0 0,-1-1 0 0 0,1 1 1 0 0,0-1-1 0 0,0 0 0 0 0,0 0 0 0 0,0 0 0 0 0,0 0 0 0 0,0 0 0 0 0,-2-3 0 0 0,3 2-237 0 0,0 0-1 0 0,0-1 1 0 0,0 1-1 0 0,1-1 1 0 0,-1 1-1 0 0,1 0 1 0 0,0-1-1 0 0,0-4 1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47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66 1040 0 0,'0'-27'5283'0'0,"0"8"-2882"0"0,0 7-1681 0 0,0 5-400 0 0,0 14 1 0 0,0-1-1 0 0,0 8 0 0 0,30 49 560 0 0,0 45 241 0 0,30-7-561 0 0,-35-12-400 0 0,5 1-240 0 0,0-15 160 0 0,0-23-720 0 0,0-19-1521 0 0,-30-22-1281 0 0</inkml:trace>
  <inkml:trace contextRef="#ctx0" brushRef="#br0" timeOffset="1">31 416 2001 0 0,'30'0'5202'0'0,"0"6"-3201"0"0,0-1-400 0 0,25 3-801 0 0,5-2-1600 0 0,0-6-1761 0 0,1 0-481 0 0,-31 6 1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48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19 1201 0 0,'19'5'2227'0'0,"-24"1"271"0"0,-14 8-1127 0 0,-42 58 776 0 0,58-69-2109 0 0,0 0 22 0 0,-1 0 0 0 0,1 0 0 0 0,-1 1 0 0 0,1 0 0 0 0,0-1 0 0 0,0 1 0 0 0,1 0 0 0 0,-1 1 0 0 0,1-1 0 0 0,-3 6 0 0 0,5-9-47 0 0,0 1 0 0 0,0-1 0 0 0,0 0 0 0 0,0 0 0 0 0,0 0 0 0 0,0 1 0 0 0,0-1 0 0 0,0 0 0 0 0,1 0 0 0 0,-1 0 0 0 0,0 0 0 0 0,1 1 0 0 0,-1-1 0 0 0,1 0 0 0 0,-1 0 0 0 0,1 0 0 0 0,-1 0 0 0 0,1 0 0 0 0,0 0 0 0 0,1 1 1 0 0,1 1 2 0 0,0 0 1 0 0,1-1-1 0 0,-1 1 1 0 0,1-1-1 0 0,0 0 1 0 0,0 0 0 0 0,0 0-1 0 0,7 2 1 0 0,12 4 40 0 0,0-1 0 0 0,48 7 0 0 0,-63-12-29 0 0,0-1 0 0 0,0-1-1 0 0,-1 0 1 0 0,1 0 0 0 0,0 0 0 0 0,0-1 0 0 0,-1 0-1 0 0,1 0 1 0 0,0-1 0 0 0,-1 0 0 0 0,1 0 0 0 0,-1-1-1 0 0,8-4 1 0 0,-15 7-23 0 0,1 0 0 0 0,-1-1 1 0 0,1 1-1 0 0,-1 0 0 0 0,0-1 0 0 0,1 1 0 0 0,-1-1 0 0 0,0 1 1 0 0,1-1-1 0 0,-1 1 0 0 0,0-1 0 0 0,1 1 0 0 0,-1-1 0 0 0,0 1 1 0 0,0-1-1 0 0,0 1 0 0 0,1-1 0 0 0,-1 0 0 0 0,0 1 1 0 0,0-1-1 0 0,0 1 0 0 0,0-1 0 0 0,0 0 0 0 0,0 1 0 0 0,0-1 1 0 0,0 1-1 0 0,0-1 0 0 0,-1 1 0 0 0,1-1 0 0 0,0 0 0 0 0,0 1 1 0 0,0-1-1 0 0,-1 1 0 0 0,1-1 0 0 0,0 1 0 0 0,-1-1 0 0 0,1 1 1 0 0,0-1-1 0 0,-1 1 0 0 0,0-1 0 0 0,-18-18 157 0 0,17 17-136 0 0,-13-21 49 0 0,13 19-126 0 0,0 1 0 0 0,0-1 0 0 0,-1 1 0 0 0,1 0 0 0 0,-1 0 0 0 0,0 0 0 0 0,-6-5 0 0 0,-101-77-3311 0 0,107 84 3146 0 0,1-1 0 0 0,0 0-1 0 0,0 1 1 0 0,0-1 0 0 0,0 0 0 0 0,0 0-1 0 0,1 0 1 0 0,-1 0 0 0 0,1-1-1 0 0,-1 1 1 0 0,1 0 0 0 0,0-1-1 0 0,-2-2 1 0 0,4 4 49 0 0,-1 0 0 0 0,1 0 0 0 0,-1 0 0 0 0,1 0 0 0 0,0 0 0 0 0,-1 1 0 0 0,1-1 0 0 0,0 0 0 0 0,0 0 0 0 0,-1 1 0 0 0,1-1 0 0 0,0 0 0 0 0,0 1 0 0 0,0-1 0 0 0,0 1 0 0 0,0-1 0 0 0,0 1 0 0 0,0-1 0 0 0,0 1 0 0 0,0 0 0 0 0,0-1-1 0 0,2 1 1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48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659 97 1841 0 0,'0'-3'205'0'0,"0"1"1"0"0,0 0-1 0 0,0-1 0 0 0,0 1 1 0 0,1 0-1 0 0,-1 0 0 0 0,1-1 1 0 0,-1 1-1 0 0,1 0 0 0 0,0 0 1 0 0,0 0-1 0 0,0-1 1 0 0,0 1-1 0 0,0 0 0 0 0,1 0 1 0 0,-1 1-1 0 0,1-1 0 0 0,-1 0 1 0 0,1 0-1 0 0,0 1 1 0 0,-1-1-1 0 0,3-1 0 0 0,2 0 113 0 0,1 0-1 0 0,-1 0 1 0 0,1 1-1 0 0,-1-1 0 0 0,14-1 1 0 0,-9 1 84 0 0,13 1 37 0 0,-18 3-158 0 0,-27 4 42 0 0,17-3-59 0 0,-1-3-24 0 0,-50-10 687 0 0,-1 2 0 0 0,0 3 0 0 0,-74 1 0 0 0,128 5-880 0 0,-36 2 417 0 0,38-2-458 0 0,-1 0 0 0 0,0 0 0 0 0,1 0 0 0 0,-1 0 0 0 0,1 0 0 0 0,-1 0 0 0 0,0 0 0 0 0,1 0 0 0 0,-1 0 0 0 0,1 0 0 0 0,-1 0 0 0 0,0 0 0 0 0,1 1 0 0 0,-1-1 0 0 0,1 0-1 0 0,-1 0 1 0 0,1 1 0 0 0,-1-1 0 0 0,1 0 0 0 0,-1 1 0 0 0,1-1 0 0 0,-1 0 0 0 0,1 1 0 0 0,-1-1 0 0 0,1 1 0 0 0,0-1 0 0 0,-1 1 0 0 0,1-1 0 0 0,0 1 0 0 0,-1-1 0 0 0,1 1 0 0 0,0-1 0 0 0,-1 1 0 0 0,1-1 0 0 0,0 1 0 0 0,0-1 0 0 0,0 1 0 0 0,0 0 0 0 0,0-1 0 0 0,0 1 0 0 0,0-1 0 0 0,0 1 0 0 0,0 0 0 0 0,0-1 0 0 0,0 1 0 0 0,0-1 0 0 0,0 1 0 0 0,0 0 0 0 0,0-1 0 0 0,0 1 0 0 0,1-1 0 0 0,-1 1 0 0 0,10 11 4 0 0,0-1 0 0 0,0 0 0 0 0,1-1 0 0 0,1 0 0 0 0,0-1 0 0 0,0 0 0 0 0,1-1 0 0 0,0 0 0 0 0,0-1 0 0 0,0 0 0 0 0,1-1 0 0 0,17 4 1 0 0,-16-5 46 0 0,0 1 1 0 0,-1 0-1 0 0,1 1 1 0 0,-1 0 0 0 0,-1 1-1 0 0,1 1 1 0 0,-1 0 0 0 0,-1 1-1 0 0,0 0 1 0 0,0 1 0 0 0,-1 1-1 0 0,13 15 1 0 0,-22-23-34 0 0,21 36 217 0 0,-22-38-226 0 0,-1 0-1 0 0,1 0 1 0 0,-1 0 0 0 0,1 0-1 0 0,-1 0 1 0 0,0 0-1 0 0,0 0 1 0 0,0 0 0 0 0,0 0-1 0 0,0 0 1 0 0,0 0 0 0 0,0 0-1 0 0,-1 0 1 0 0,1 0-1 0 0,-1 0 1 0 0,1 0 0 0 0,-1-1-1 0 0,0 1 1 0 0,0 0 0 0 0,0 0-1 0 0,-1 2 1 0 0,-4 2 38 0 0,0-1 0 0 0,0 1 1 0 0,0-1-1 0 0,-1 0 0 0 0,0 0 0 0 0,0-1 1 0 0,0 0-1 0 0,0 0 0 0 0,-1 0 0 0 0,-15 4 1 0 0,2-2 33 0 0,0 0 0 0 0,-1-1 0 0 0,-31 3 0 0 0,-3-5-275 0 0,-2-1-1 0 0,-74-9 1 0 0,-34-20-3223 0 0,16-18-2685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45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446 247 4322 0 0,'-36'-42'3528'0'0,"28"35"-3404"0"0,1 0 0 0 0,1-1 0 0 0,-1 0 1 0 0,-9-16-1 0 0,15 21-115 0 0,-1-3 42 0 0,-1-1 0 0 0,0 0-1 0 0,0 1 1 0 0,0 0 0 0 0,-1 0 0 0 0,0 0-1 0 0,0 0 1 0 0,-1 1 0 0 0,1-1 0 0 0,-1 1-1 0 0,0 0 1 0 0,-1 1 0 0 0,1-1 0 0 0,-1 1-1 0 0,0 0 1 0 0,0 0 0 0 0,0 1 0 0 0,-13-5-1 0 0,-5 2 104 0 0,18 5-96 0 0,0 0-1 0 0,0-1 1 0 0,0 1-1 0 0,1-1 1 0 0,-1 0-1 0 0,0-1 0 0 0,-9-5 1 0 0,11 5 4 0 0,3 1-35 0 0,-1 1 0 0 0,1-1 0 0 0,-1 1 0 0 0,0 0 0 0 0,1-1 0 0 0,-1 1 0 0 0,0 0 0 0 0,0 0 0 0 0,0 0 0 0 0,0 1 0 0 0,0-1 0 0 0,-3-1 0 0 0,2 5 38 0 0,0-1 0 0 0,1 0 0 0 0,-1 1 0 0 0,1-1-1 0 0,0 1 1 0 0,-1 0 0 0 0,1-1 0 0 0,1 1 0 0 0,-1 0-1 0 0,0 0 1 0 0,1 1 0 0 0,-1-1 0 0 0,-1 6 0 0 0,1 9-35 0 0,-1-1 0 0 0,2 1 0 0 0,1 0 0 0 0,0-1 0 0 0,1 1 1 0 0,1-1-1 0 0,0 1 0 0 0,8 25 0 0 0,-4-14 0 0 0,-1 0-1 0 0,1 41 1 0 0,-5-40-12 0 0,2-1 1 0 0,8 38 0 0 0,-6-37 20 0 0,0 0 0 0 0,0 39 0 0 0,-5-32-23 0 0,0 0-1 0 0,-3-1 1 0 0,-1 1-1 0 0,-2 0 1 0 0,-11 41-1 0 0,2-33-16 0 0,-16 52-101 0 0,3 2 0 0 0,-14 103 1 0 0,32-84 7 0 0,1-57 79 0 0,2-22-100 0 0,-1 62 0 0 0,8-87 144 0 0,0 0-1 0 0,1-1 1 0 0,1 1 0 0 0,1-1 0 0 0,0 1-1 0 0,0-1 1 0 0,1 0 0 0 0,9 18 0 0 0,-8-17 84 0 0,0 0 0 0 0,0 1 0 0 0,2 18 1 0 0,-5-24-56 0 0,-1 1 1 0 0,2-1 0 0 0,-1 1 0 0 0,1-1-1 0 0,1 0 1 0 0,0 0 0 0 0,0 0 0 0 0,1 0-1 0 0,10 14 1 0 0,-11-18-104 0 0,0-1 1 0 0,0 0-1 0 0,0 0 0 0 0,0-1 0 0 0,1 1 0 0 0,-1-1 1 0 0,1 0-1 0 0,0 0 0 0 0,0-1 0 0 0,0 0 1 0 0,0 1-1 0 0,1-2 0 0 0,-1 1 0 0 0,0 0 0 0 0,1-1 1 0 0,-1 0-1 0 0,1-1 0 0 0,0 1 0 0 0,-1-1 0 0 0,1 0 1 0 0,-1 0-1 0 0,1-1 0 0 0,0 0 0 0 0,-1 0 1 0 0,1 0-1 0 0,-1 0 0 0 0,9-4 0 0 0,14-4-862 0 0,-1-1 0 0 0,0-1 0 0 0,0-2 0 0 0,35-22 0 0 0,28-30-4522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12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46 3282 0 0,'-3'-4'504'0'0,"0"0"1"0"0,-1 1 0 0 0,1-1-1 0 0,-1 1 1 0 0,0-1 0 0 0,0 1-1 0 0,0 1 1 0 0,-1-1 0 0 0,1 0-1 0 0,-1 1 1 0 0,1 0 0 0 0,-1 0-1 0 0,0 0 1 0 0,0 1 0 0 0,0 0-1 0 0,0 0 1 0 0,-8-1 0 0 0,8 2 215 0 0,5 27 481 0 0,1-12-1048 0 0,0-1 0 0 0,1 1 0 0 0,8 27 1 0 0,-6-27-96 0 0,0 1 1 0 0,-1 0 0 0 0,-1 1 0 0 0,1 16 0 0 0,-3-25-58 0 0,1 41-12 0 0,-1 1 0 0 0,-3 0 0 0 0,-3-1 0 0 0,-16 76 0 0 0,6-68-2 0 0,5-13-20 0 0,-23 55-1 0 0,-15 10 34 0 0,-42 114 240 0 0,85-210-216 0 0,1 1 0 0 0,0-1-1 0 0,0 1 1 0 0,1 0 0 0 0,1 0 0 0 0,0 1-1 0 0,1-1 1 0 0,0 20 0 0 0,2-32-28 0 0,0 0 0 0 0,0-1 0 0 0,0 1 0 0 0,0 0 0 0 0,1-1 0 0 0,-1 1 1 0 0,0-1-1 0 0,1 1 0 0 0,-1 0 0 0 0,1-1 0 0 0,-1 1 0 0 0,1-1 0 0 0,0 1 0 0 0,0-1 1 0 0,0 0-1 0 0,0 1 0 0 0,0-1 0 0 0,0 0 0 0 0,0 1 0 0 0,0-1 0 0 0,0 0 0 0 0,0 0 1 0 0,1 0-1 0 0,-1 0 0 0 0,1 0 0 0 0,-1 0 0 0 0,0-1 0 0 0,4 2 0 0 0,2 0-15 0 0,-1-1 1 0 0,1 0-1 0 0,0 0 0 0 0,0 0 0 0 0,12-1 0 0 0,-3 0-35 0 0,4 0-208 0 0,0-1 0 0 0,0-1 0 0 0,0-1 0 0 0,-1 0 0 0 0,1-1 0 0 0,27-11 0 0 0,-22 6-940 0 0,-1-2 0 0 0,0-1 0 0 0,0-1 0 0 0,35-25 0 0 0,62-64-6108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13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33 281 2321 0 0,'-5'-7'3615'0'0,"3"6"-3521"0"0,0-1 0 0 0,0 0-1 0 0,0 1 1 0 0,0-1 0 0 0,0 0 0 0 0,1 0 0 0 0,-1 0-1 0 0,1 0 1 0 0,-1 0 0 0 0,1 0 0 0 0,0-1-1 0 0,-1 1 1 0 0,1 0 0 0 0,0-1 0 0 0,1 1 0 0 0,-1 0-1 0 0,0-1 1 0 0,1 0 0 0 0,-1 1 0 0 0,1-1-1 0 0,0 1 1 0 0,0-1 0 0 0,0 1 0 0 0,0-1 0 0 0,0 1-1 0 0,1-1 1 0 0,-1 0 0 0 0,1 1 0 0 0,-1-1-1 0 0,1 1 1 0 0,0 0 0 0 0,2-5 0 0 0,3-6-36 0 0,0 1 1 0 0,0-1-1 0 0,1 1 1 0 0,1 0 0 0 0,0 1-1 0 0,1 0 1 0 0,0 0-1 0 0,1 1 1 0 0,0 0-1 0 0,0 0 1 0 0,16-10-1 0 0,-18 14-61 0 0,0 0 1 0 0,1 1-1 0 0,0 0 0 0 0,0 0 0 0 0,1 1 0 0 0,-1 0 0 0 0,1 1 0 0 0,-1 0 0 0 0,1 1 1 0 0,0 0-1 0 0,0 0 0 0 0,1 1 0 0 0,-1 0 0 0 0,0 1 0 0 0,0 0 0 0 0,15 2 0 0 0,-23-1 0 0 0,1 0-1 0 0,-1 0 0 0 0,0 0 0 0 0,0 0 1 0 0,0 0-1 0 0,0 1 0 0 0,0-1 0 0 0,0 1 1 0 0,0-1-1 0 0,0 1 0 0 0,-1 0 0 0 0,1 0 0 0 0,0 0 1 0 0,0 2-1 0 0,3 1-6 0 0,9 11 17 0 0,-1 1 0 0 0,0 0 0 0 0,12 22-1 0 0,-21-31-2 0 0,0 0 0 0 0,-1 1 0 0 0,0-1 0 0 0,0 1 0 0 0,0 0 0 0 0,-1-1 0 0 0,-1 1 0 0 0,0 0 0 0 0,1 13-1 0 0,-2-17-6 0 0,0-1-1 0 0,0 0 1 0 0,-1 0-1 0 0,1 0 1 0 0,-1 0-1 0 0,0 0 0 0 0,0 0 1 0 0,0 0-1 0 0,-1 0 1 0 0,1-1-1 0 0,-1 1 1 0 0,0 0-1 0 0,0-1 0 0 0,-4 6 1 0 0,1-2-10 0 0,-2 4 13 0 0,7-11 2 0 0,0 1-1 0 0,-1 0 1 0 0,1 0-1 0 0,0-1 1 0 0,-1 1 0 0 0,1 0-1 0 0,-1-1 1 0 0,1 1-1 0 0,-1 0 1 0 0,1-1 0 0 0,-1 1-1 0 0,1-1 1 0 0,-1 1-1 0 0,0-1 1 0 0,1 1-1 0 0,-1-1 1 0 0,0 1 0 0 0,1-1-1 0 0,-1 0 1 0 0,0 1-1 0 0,0-1 1 0 0,1 0-1 0 0,-1 0 1 0 0,0 1 0 0 0,0-1-1 0 0,0 0 1 0 0,1 0-1 0 0,-1 0 1 0 0,0 0 0 0 0,0 0-1 0 0,0 0 1 0 0,0 0-1 0 0,1 0 1 0 0,-1-1-1 0 0,0 1 1 0 0,0 0 0 0 0,1 0-1 0 0,-1-1 1 0 0,0 1-1 0 0,0 0 1 0 0,-1-2-1 0 0,-2 0 10 0 0,0 0-1 0 0,0-1 1 0 0,0 1-1 0 0,0-1 1 0 0,0-1-1 0 0,0 1 1 0 0,1 0-1 0 0,0-1 0 0 0,-1 1 1 0 0,1-1-1 0 0,1 0 1 0 0,-6-9-1 0 0,4 7 15 0 0,2 2-8 0 0,1-1 0 0 0,0 1 0 0 0,0-1 0 0 0,0 0 0 0 0,0 1 0 0 0,1-1 0 0 0,0 0 0 0 0,-1 1 0 0 0,2-1 0 0 0,0-8 0 0 0,0-3 49 0 0,-1 14-56 0 0,0 1 0 0 0,0-1 0 0 0,1 0 1 0 0,-1 0-1 0 0,0 0 0 0 0,1 0 0 0 0,0 0 0 0 0,-1 0 0 0 0,1 1 0 0 0,0-1 0 0 0,0 0 1 0 0,0 1-1 0 0,0-1 0 0 0,0 0 0 0 0,0 1 0 0 0,0-1 0 0 0,1 1 0 0 0,2-3 1 0 0,4-5 23 0 0,-4 5-26 0 0,0 0 0 0 0,1 1 0 0 0,-1-1 1 0 0,1 1-1 0 0,-1 0 0 0 0,1 0 0 0 0,0 1 1 0 0,0-1-1 0 0,1 1 0 0 0,-1 0 0 0 0,0 1 1 0 0,1-1-1 0 0,-1 1 0 0 0,1 0 0 0 0,5 0 1 0 0,11-2 0 0 0,1 1 0 0 0,33 2 1 0 0,-42 1-10 0 0,0 2 1 0 0,-1 0-1 0 0,1 0 1 0 0,-1 1-1 0 0,0 1 1 0 0,0 0-1 0 0,-1 1 1 0 0,1 0-1 0 0,11 8 1 0 0,2 3 19 0 0,-2 0 1 0 0,39 36-1 0 0,-51-42-13 0 0,-1 0 0 0 0,-1 1 0 0 0,17 23-1 0 0,-29-33 2 0 0,1-1 0 0 0,-1 0-1 0 0,0 1 1 0 0,0-1 0 0 0,0 0 0 0 0,0 0 0 0 0,-1 0-1 0 0,1 0 1 0 0,0-1 0 0 0,0 1 0 0 0,0-1-1 0 0,-1 1 1 0 0,-3-1 0 0 0,-41 7 403 0 0,42-6-356 0 0,0 0-1 0 0,0-1 1 0 0,0 1-1 0 0,-1-1 1 0 0,1-1-1 0 0,0 1 1 0 0,0-1-1 0 0,0 0 1 0 0,0 0-1 0 0,0 0 1 0 0,1 0-1 0 0,-1-1 1 0 0,0 0-1 0 0,1 0 0 0 0,-1-1 1 0 0,1 1-1 0 0,-1-1 1 0 0,1 0-1 0 0,0 0 1 0 0,0 0-1 0 0,1-1 1 0 0,-1 1-1 0 0,-5-8 1 0 0,9 10-55 0 0,-1 0 0 0 0,1 0 0 0 0,-1-1 0 0 0,1 1 0 0 0,0 0 0 0 0,-1-1 0 0 0,1 1 0 0 0,0 0 0 0 0,0-1 0 0 0,0 1 0 0 0,0-1 0 0 0,1 1 0 0 0,-1 0 0 0 0,0-1 0 0 0,0 1 0 0 0,1 0 0 0 0,-1 0 0 0 0,1-1 0 0 0,-1 1 0 0 0,1 0 0 0 0,-1 0 0 0 0,1 0 0 0 0,0-1 0 0 0,0 1 0 0 0,0 0 0 0 0,-1 0 0 0 0,1 0 0 0 0,0 0 0 0 0,0 1 0 0 0,2-3 0 0 0,6-8 0 0 0,-1-8 0 0 0,-7 17 0 0 0,0-1 0 0 0,0 1 0 0 0,0 0 0 0 0,0 0 0 0 0,0-1 0 0 0,0 1 0 0 0,1 0 0 0 0,-1 0 0 0 0,1 0 0 0 0,-1 0 0 0 0,1 0 0 0 0,0 1 0 0 0,0-1 0 0 0,0 1 0 0 0,0-1 0 0 0,0 1 0 0 0,0-1 0 0 0,3 0 0 0 0,10-7 22 0 0,0 2 0 0 0,0 0 0 0 0,0 1 0 0 0,0 0 0 0 0,1 1 0 0 0,0 1 0 0 0,0 1 0 0 0,1 0 0 0 0,31-1 0 0 0,-38 4 1 0 0,-1 1 0 0 0,1 0 1 0 0,0 1-1 0 0,-1 0 1 0 0,1 1-1 0 0,-1 0 0 0 0,0 0 1 0 0,0 1-1 0 0,0 0 0 0 0,0 0 1 0 0,-1 1-1 0 0,0 0 0 0 0,0 1 1 0 0,0 0-1 0 0,0 0 0 0 0,-1 0 1 0 0,13 16-1 0 0,-14-16-8 0 0,0 1 0 0 0,-1 0 0 0 0,1 0 0 0 0,-1 0 0 0 0,-1 1-1 0 0,1 0 1 0 0,-1 0 0 0 0,-1 0 0 0 0,0 0 0 0 0,0 1 0 0 0,0-1 0 0 0,-1 1 0 0 0,0 0 0 0 0,-1-1 0 0 0,0 1 0 0 0,0 11-1 0 0,-1-20-51 0 0,0 0 0 0 0,0 1 0 0 0,0-1 0 0 0,0 0 0 0 0,0 1 0 0 0,0-1 0 0 0,0 0 1 0 0,0 0-1 0 0,0 1 0 0 0,0-1 0 0 0,-1 0 0 0 0,1 0 0 0 0,0 1 0 0 0,0-1 0 0 0,0 0 0 0 0,0 0 0 0 0,0 1 0 0 0,-1-1 0 0 0,1 0 0 0 0,0 0 0 0 0,0 1 0 0 0,0-1 0 0 0,-1 0 0 0 0,1 0 0 0 0,0 0 0 0 0,0 0 0 0 0,-1 0 0 0 0,1 1 0 0 0,0-1 0 0 0,0 0 0 0 0,-1 0 0 0 0,1 0 0 0 0,0 0 0 0 0,-1 0 0 0 0,1 0 0 0 0,0 0 0 0 0,0 0 0 0 0,-1 0 0 0 0,1 0 0 0 0,0 0 0 0 0,-1 0 0 0 0,1 0 0 0 0,0 0 0 0 0,0 0 0 0 0,-1 0 0 0 0,1 0 0 0 0,0 0 0 0 0,-1-1 0 0 0,1 1 0 0 0,-10-5-1235 0 0,55-39-5224 0 0,-40 25 4175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13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43 1841 0 0,'-41'16'2523'0'0,"33"-13"-1878"0"0,0-1 1 0 0,0 2-1 0 0,0-1 0 0 0,0 1 1 0 0,0 0-1 0 0,0 1 1 0 0,1-1-1 0 0,0 2 1 0 0,-7 5-1 0 0,9-6 6 0 0,-1 3 103 0 0,26 1-51 0 0,-13-7-694 0 0,1 0 0 0 0,-1-1 0 0 0,0 0-1 0 0,0 0 1 0 0,0 0 0 0 0,1-1 0 0 0,-1 0 0 0 0,0-1 0 0 0,1 0 0 0 0,-1 0 0 0 0,0 0 0 0 0,0-1 0 0 0,0 0-1 0 0,13-6 1 0 0,-9 3 25 0 0,26-14 53 0 0,-36 19-86 0 0,0-1 0 0 0,0 1 0 0 0,-1-1 0 0 0,1 0-1 0 0,0 1 1 0 0,-1-1 0 0 0,1 0 0 0 0,-1 1 0 0 0,1-1 0 0 0,-1 0 0 0 0,1 1 0 0 0,-1-1 0 0 0,1 0 0 0 0,-1 0 0 0 0,0 0 0 0 0,0 0-1 0 0,1 1 1 0 0,-1-1 0 0 0,0 0 0 0 0,0 0 0 0 0,0 0 0 0 0,0 0 0 0 0,0 0 0 0 0,0 0 0 0 0,0 0 0 0 0,0 1 0 0 0,0-1 0 0 0,0 0 0 0 0,-1 0-1 0 0,1 0 1 0 0,0 0 0 0 0,0 0 0 0 0,-1 1 0 0 0,1-1 0 0 0,-1 0 0 0 0,1 0 0 0 0,-1 1 0 0 0,1-1 0 0 0,-1 0 0 0 0,1 1 0 0 0,-1-1-1 0 0,0 0 1 0 0,-4-5 7 0 0,1 1-1 0 0,-1 0 0 0 0,0 0 0 0 0,0 1 1 0 0,-1 0-1 0 0,1 0 0 0 0,-1 0 1 0 0,0 0-1 0 0,0 1 0 0 0,0 0 0 0 0,-1 0 1 0 0,1 1-1 0 0,-1 0 0 0 0,1 0 1 0 0,-1 0-1 0 0,0 1 0 0 0,0 0 0 0 0,1 0 1 0 0,-1 1-1 0 0,0 0 0 0 0,-8 0 0 0 0,10 2-36 0 0,1-1 0 0 0,0 1 0 0 0,-1 0 0 0 0,1 1 0 0 0,0-1 0 0 0,0 0 0 0 0,1 1 0 0 0,-1 0 0 0 0,1 0 0 0 0,-1 0 0 0 0,1 1 0 0 0,0-1 0 0 0,0 1 0 0 0,0-1 0 0 0,0 1-1 0 0,1 0 1 0 0,0 0 0 0 0,0 0 0 0 0,0 1 0 0 0,0-1 0 0 0,0 0 0 0 0,1 1 0 0 0,0-1 0 0 0,0 1 0 0 0,0-1 0 0 0,1 1 0 0 0,-1 7 0 0 0,2-9-76 0 0,1 0 1 0 0,-1 0 0 0 0,0 0-1 0 0,1-1 1 0 0,0 1 0 0 0,-1-1-1 0 0,1 1 1 0 0,0-1 0 0 0,0 1-1 0 0,1-1 1 0 0,-1 0 0 0 0,0 0-1 0 0,1 0 1 0 0,-1 0 0 0 0,1-1-1 0 0,4 3 1 0 0,2 0-398 0 0,0 1-1 0 0,1-1 0 0 0,0-1 1 0 0,0 0-1 0 0,10 2 1 0 0,65 8-3433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14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605 68 880 0 0,'-1'-2'180'0'0,"1"0"-1"0"0,-1-1 0 0 0,0 1 0 0 0,0 0 1 0 0,0-1-1 0 0,0 1 0 0 0,0 0 1 0 0,0 0-1 0 0,-1 0 0 0 0,1 0 0 0 0,-1 0 1 0 0,1 0-1 0 0,-1 1 0 0 0,0-1 0 0 0,1 0 1 0 0,-1 1-1 0 0,0 0 0 0 0,0-1 0 0 0,0 1 1 0 0,-1 0-1 0 0,1 0 0 0 0,0 0 0 0 0,0 0 1 0 0,0 0-1 0 0,-5-1 0 0 0,-65-14 1860 0 0,68 15-1922 0 0,-41-3 625 0 0,0 3 1 0 0,1 1 0 0 0,-1 2-1 0 0,0 2 1 0 0,-58 13-1 0 0,99-16-688 0 0,-3-1 69 0 0,0 1 1 0 0,-1 1 0 0 0,1-1-1 0 0,0 1 1 0 0,0 0 0 0 0,0 1-1 0 0,0-1 1 0 0,1 1 0 0 0,-1 1 0 0 0,-10 6-1 0 0,17-9-116 0 0,0-1-1 0 0,-1 0 1 0 0,1 1-1 0 0,0-1 1 0 0,0 0 0 0 0,-1 1-1 0 0,1-1 1 0 0,0 0-1 0 0,0 1 1 0 0,0-1-1 0 0,0 0 1 0 0,0 1-1 0 0,-1-1 1 0 0,1 0-1 0 0,0 1 1 0 0,0-1 0 0 0,0 1-1 0 0,0-1 1 0 0,0 0-1 0 0,0 1 1 0 0,0-1-1 0 0,0 1 1 0 0,0-1-1 0 0,0 0 1 0 0,0 1-1 0 0,1-1 1 0 0,-1 1 0 0 0,0-1-1 0 0,0 0 1 0 0,0 1-1 0 0,0-1 1 0 0,1 0-1 0 0,-1 1 1 0 0,0-1-1 0 0,0 0 1 0 0,1 1 0 0 0,-1-1-1 0 0,0 0 1 0 0,1 0-1 0 0,-1 1 1 0 0,1-1-1 0 0,16 11-4 0 0,-11-8 28 0 0,18 9 5 0 0,1 0 0 0 0,0-2 0 0 0,0-1-1 0 0,1-1 1 0 0,0-1 0 0 0,0-1 0 0 0,51 5 0 0 0,1 1-61 0 0,-21-1-194 0 0,68 21 0 0 0,-119-30 196 0 0,38 16-169 0 0,-44-17 193 0 0,1-1-1 0 0,0 1 1 0 0,0-1-1 0 0,0 1 1 0 0,0-1-1 0 0,-1 1 0 0 0,1 0 1 0 0,0 0-1 0 0,-1-1 1 0 0,1 1-1 0 0,0 0 1 0 0,-1 0-1 0 0,1 0 1 0 0,-1 0-1 0 0,1 0 1 0 0,-1 0-1 0 0,0 0 1 0 0,1 0-1 0 0,-1-1 0 0 0,0 1 1 0 0,0 0-1 0 0,0 0 1 0 0,0 1-1 0 0,0-1 1 0 0,0 0-1 0 0,0 0 1 0 0,0 0-1 0 0,0 0 1 0 0,0 0-1 0 0,0 0 1 0 0,-1 0-1 0 0,1-1 1 0 0,0 1-1 0 0,-1 0 0 0 0,1 0 1 0 0,0 0-1 0 0,-1 0 1 0 0,0 0-1 0 0,1 0 1 0 0,-1 0-1 0 0,1-1 1 0 0,-2 2-1 0 0,-2 1 9 0 0,0 0 0 0 0,0-1 1 0 0,0 1-1 0 0,0-1 0 0 0,-1 0 0 0 0,1 0 0 0 0,-1 0 0 0 0,1-1 1 0 0,-1 0-1 0 0,0 0 0 0 0,0 0 0 0 0,1 0 0 0 0,-1-1 0 0 0,0 1 1 0 0,-7-2-1 0 0,0 2-5 0 0,-240 7-62 0 0,202-8 51 0 0,45 0 3 0 0,-57 0-513 0 0,-67-9 0 0 0,126 9 292 0 0,-1 0 0 0 0,1 0 0 0 0,-1-1 0 0 0,1 0 0 0 0,-1 0 0 0 0,1 0 0 0 0,-1 0 0 0 0,1 0-1 0 0,0 0 1 0 0,0-1 0 0 0,-1 0 0 0 0,1 0 0 0 0,0 0 0 0 0,1 0 0 0 0,-1 0 0 0 0,0 0 0 0 0,1-1 0 0 0,-1 1-1 0 0,-2-5 1 0 0,4 4-257 0 0,0 0 0 0 0,0-1 0 0 0,0 1 0 0 0,0 0-1 0 0,1-1 1 0 0,0 1 0 0 0,0-1 0 0 0,0-4 0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14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60 720 0 0,'-11'-6'1112'0'0,"0"1"-1"0"0,-1 0 1 0 0,1 1-1 0 0,-1 0 1 0 0,-13-2-1 0 0,21 5-883 0 0,4 1-187 0 0,1 0-1 0 0,-1 0 1 0 0,0-1 0 0 0,0 1 0 0 0,0 0-1 0 0,0 0 1 0 0,0 0 0 0 0,1 0 0 0 0,-1 0-1 0 0,0 0 1 0 0,0 0 0 0 0,0 0 0 0 0,0-1-1 0 0,0 1 1 0 0,0 0 0 0 0,0 0-1 0 0,0 0 1 0 0,0 0 0 0 0,1 0 0 0 0,-1-1-1 0 0,0 1 1 0 0,0 0 0 0 0,0 0 0 0 0,0 0-1 0 0,0 0 1 0 0,0-1 0 0 0,0 1 0 0 0,0 0-1 0 0,0 0 1 0 0,0 0 0 0 0,0 0 0 0 0,0-1-1 0 0,0 1 1 0 0,0 0 0 0 0,0 0 0 0 0,-1 0-1 0 0,1 0 1 0 0,0 0 0 0 0,0-1 0 0 0,0 1-1 0 0,0 0 1 0 0,0 0 0 0 0,0 0 0 0 0,0 0-1 0 0,0 0 1 0 0,0-1 0 0 0,-1 1 0 0 0,1 0-1 0 0,0 0 1 0 0,0 0 0 0 0,0 0 0 0 0,0 0-1 0 0,0 0 1 0 0,-1 0 0 0 0,19-6 142 0 0,0 1 1 0 0,0 1 0 0 0,0 1-1 0 0,1 1 1 0 0,-1 0-1 0 0,34 2 1 0 0,5 4-240 0 0,57 11 1 0 0,-74-8-25 0 0,-2 1 0 0 0,1 3 0 0 0,-1 1 0 0 0,59 27 0 0 0,-92-36 59 0 0,0-1 0 0 0,0 1 0 0 0,-1 0 0 0 0,1 0 0 0 0,0 0 0 0 0,-1 0 1 0 0,0 1-1 0 0,0 0 0 0 0,0 0 0 0 0,0 0 0 0 0,-1 0 0 0 0,0 1 0 0 0,0-1 1 0 0,0 1-1 0 0,3 6 0 0 0,-6-8 21 0 0,1 0 1 0 0,-1 0-1 0 0,1 0 1 0 0,-1 0-1 0 0,0 0 1 0 0,0 1-1 0 0,-1-1 1 0 0,1 0-1 0 0,-1 0 1 0 0,1 0-1 0 0,-1 0 1 0 0,0 0-1 0 0,0 0 1 0 0,0-1-1 0 0,-1 1 1 0 0,1 0-1 0 0,-1 0 1 0 0,1-1-1 0 0,-1 1 1 0 0,0-1-1 0 0,0 1 0 0 0,0-1 1 0 0,0 0-1 0 0,-1 0 1 0 0,1 0-1 0 0,-1 0 1 0 0,-2 2-1 0 0,-20 17 10 0 0,13-9 12 0 0,0-2 0 0 0,0 0 0 0 0,-1 0 0 0 0,-1-1 1 0 0,1-1-1 0 0,-1 0 0 0 0,-16 5 0 0 0,-27 6 455 0 0,0-4-1 0 0,-93 14 0 0 0,119-25-262 0 0,-1-1-1 0 0,0-1 0 0 0,-1-2 0 0 0,1-2 0 0 0,0-1 0 0 0,-45-9 0 0 0,70 10-205 0 0,0 1-1 0 0,0-1 0 0 0,1 0 0 0 0,-1-1 0 0 0,1 1 1 0 0,-1-1-1 0 0,1-1 0 0 0,0 1 0 0 0,0-1 0 0 0,0 0 0 0 0,1 0 1 0 0,-10-10-1 0 0,15 13-11 0 0,-1 0 1 0 0,1 0 0 0 0,0 0-1 0 0,-1 0 1 0 0,1 0 0 0 0,0 0-1 0 0,0 0 1 0 0,0-1 0 0 0,-1 1-1 0 0,1 0 1 0 0,0 0-1 0 0,1 0 1 0 0,-1 0 0 0 0,0-1-1 0 0,0 1 1 0 0,0 0 0 0 0,1 0-1 0 0,-1 0 1 0 0,1 0 0 0 0,-1 0-1 0 0,1 0 1 0 0,-1 0-1 0 0,1 0 1 0 0,-1 0 0 0 0,1 0-1 0 0,0 0 1 0 0,0 0 0 0 0,-1 0-1 0 0,1 1 1 0 0,0-1 0 0 0,0 0-1 0 0,0 0 1 0 0,0 1-1 0 0,0-1 1 0 0,0 1 0 0 0,1-1-1 0 0,40-20-85 0 0,-26 16 74 0 0,1 1-1 0 0,0 1 0 0 0,0 0 0 0 0,0 2 0 0 0,0 0 0 0 0,28 1 0 0 0,105 23-66 0 0,-99-14 89 0 0,557 140-474 0 0,-493-110-1761 0 0,-105-29-453 0 0,-10-15-1855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43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182 288 2321 0 0,'6'8'3936'0'0,"11"-4"-3664"0"0,-15-4-25 0 0,-2 0-260 0 0,1 1 0 0 0,-1-1 0 0 0,1 0 0 0 0,-1 0 0 0 0,0 1 0 0 0,1-1 0 0 0,-1 0-1 0 0,1 1 1 0 0,-1-1 0 0 0,0 1 0 0 0,1-1 0 0 0,-1 0 0 0 0,0 1 0 0 0,0-1 0 0 0,1 1-1 0 0,-1-1 1 0 0,0 1 0 0 0,0-1 0 0 0,0 1 0 0 0,0-1 0 0 0,1 1 0 0 0,-1-1 0 0 0,0 1 0 0 0,0-1-1 0 0,0 2 1 0 0,3 6 101 0 0,5-4 44 0 0,-7-4-89 0 0,0 1 1 0 0,0-1-1 0 0,0 0 1 0 0,-1 1-1 0 0,1-1 1 0 0,0 1-1 0 0,0-1 1 0 0,0 1-1 0 0,-1-1 1 0 0,1 1 0 0 0,0-1-1 0 0,0 1 1 0 0,-1 0-1 0 0,1-1 1 0 0,-1 1-1 0 0,1 0 1 0 0,0 0-1 0 0,-1-1 1 0 0,1 1-1 0 0,-1 0 1 0 0,0 0-1 0 0,1 0 1 0 0,-1 0-1 0 0,0 0 1 0 0,0 0-1 0 0,1-1 1 0 0,-1 1-1 0 0,0 0 1 0 0,0 0-1 0 0,0 1 1 0 0,-1-1 75 0 0,0 0 1 0 0,0-1-1 0 0,0 1 1 0 0,0 0-1 0 0,0-1 1 0 0,0 1-1 0 0,-1-1 1 0 0,1 1-1 0 0,0-1 1 0 0,0 0-1 0 0,0 0 1 0 0,-1 1-1 0 0,1-1 1 0 0,0 0-1 0 0,0 0 1 0 0,-1 0-1 0 0,1 0 1 0 0,0-1-1 0 0,0 1 1 0 0,-1 0-1 0 0,1 0 1 0 0,0-1-1 0 0,-2 0 1 0 0,3-30 373 0 0,1-1 1 0 0,2 1 0 0 0,13-62-1 0 0,-13 81-444 0 0,1-1 0 0 0,1 0 0 0 0,0 1 0 0 0,1 0 0 0 0,0 0 0 0 0,0 1-1 0 0,1-1 1 0 0,1 1 0 0 0,0 1 0 0 0,1 0 0 0 0,14-14 0 0 0,-17 14-83 0 0,-7 18-146 0 0,0-7 177 0 0,1 0 0 0 0,-1 1 0 0 0,0-1-1 0 0,1 0 1 0 0,-1 1 0 0 0,0-1 0 0 0,0 0-1 0 0,0 0 1 0 0,0 0 0 0 0,0 0 0 0 0,0 0-1 0 0,0 0 1 0 0,0 0 0 0 0,0 0 0 0 0,0 0-1 0 0,-1 0 1 0 0,-1 0 0 0 0,-4 4-5 0 0,-16 35 74 0 0,20-34-50 0 0,0 0 0 0 0,0-1 1 0 0,0 1-1 0 0,0-1 1 0 0,-1 0-1 0 0,0 0 0 0 0,0 0 1 0 0,-6 5-1 0 0,2-4 7 0 0,7-5-20 0 0,-1 0 0 0 0,1 0 0 0 0,-1 0 0 0 0,1 0 0 0 0,0 0 0 0 0,0 0 1 0 0,-1 0-1 0 0,1 0 0 0 0,0 1 0 0 0,0-1 0 0 0,0 0 0 0 0,0 1 0 0 0,0-1 0 0 0,1 1 0 0 0,-1-1 0 0 0,0 1 0 0 0,1-1 0 0 0,-1 1 0 0 0,1-1 0 0 0,0 1 0 0 0,-1 0 0 0 0,1 2 0 0 0,-1-2 4 0 0,1 0 0 0 0,-1 0 0 0 0,1-1 0 0 0,-1 1 0 0 0,0 0-1 0 0,0 0 1 0 0,0 0 0 0 0,0 0 0 0 0,0-1 0 0 0,0 1 0 0 0,0 0-1 0 0,-1-1 1 0 0,1 1 0 0 0,-1-1 0 0 0,-2 3 0 0 0,-12 14 30 0 0,-18 12-23 0 0,30-28-15 0 0,0 1 0 0 0,0-1 0 0 0,1 1 0 0 0,-1 0 0 0 0,1 0 1 0 0,-1 1-1 0 0,1-1 0 0 0,0 1 0 0 0,0-1 0 0 0,0 1 0 0 0,1 0 1 0 0,-1 0-1 0 0,1 0 0 0 0,0 1 0 0 0,-3 8 0 0 0,5-11-1 0 0,0 1 0 0 0,-1-1 0 0 0,0 0 0 0 0,1 1-1 0 0,-1-1 1 0 0,0 0 0 0 0,0 1 0 0 0,0-1 0 0 0,0 0-1 0 0,0 0 1 0 0,-1 0 0 0 0,1 0 0 0 0,-1 0 0 0 0,1 0 0 0 0,-1 0-1 0 0,0 0 1 0 0,1-1 0 0 0,-1 1 0 0 0,0-1 0 0 0,-4 3 0 0 0,4-3 1 0 0,-1 1 0 0 0,1-1 0 0 0,0 1 0 0 0,0 0 0 0 0,0-1 0 0 0,0 1 0 0 0,1 0 0 0 0,-1 0 0 0 0,0 0 0 0 0,1 1 0 0 0,-1-1 0 0 0,1 0 0 0 0,0 1 0 0 0,0-1 0 0 0,0 1 0 0 0,0-1 0 0 0,0 1 0 0 0,0-1 0 0 0,1 1 0 0 0,-1-1 0 0 0,1 4 1 0 0,0-4 5 0 0,0 0 1 0 0,-1 0 0 0 0,1 0 0 0 0,0 0-1 0 0,-1-1 1 0 0,1 1 0 0 0,-1 0 0 0 0,1 0 0 0 0,-1 0-1 0 0,0-1 1 0 0,0 1 0 0 0,0 0 0 0 0,0-1 0 0 0,0 1-1 0 0,0 0 1 0 0,0-1 0 0 0,0 1 0 0 0,-1-1 0 0 0,1 0-1 0 0,-1 0 1 0 0,1 1 0 0 0,-3 0 0 0 0,1 1 7 0 0,-2 4 41 0 0,10-6-94 0 0,235 12 413 0 0,-60-9-442 0 0,204-9-9 0 0,-383 5 77 0 0,1 0 0 0 0,0 0-1 0 0,-1-1 1 0 0,1 1-1 0 0,-1-1 1 0 0,1 0 0 0 0,-1 1-1 0 0,1-1 1 0 0,-1 0-1 0 0,1 0 1 0 0,-1 0 0 0 0,1 0-1 0 0,-1 0 1 0 0,0 0 0 0 0,0 0-1 0 0,0 0 1 0 0,1-1-1 0 0,-1 1 1 0 0,0 0 0 0 0,-1-1-1 0 0,1 1 1 0 0,0-1-1 0 0,0 1 1 0 0,-1-1 0 0 0,1 1-1 0 0,0-1 1 0 0,-1 0-1 0 0,0 1 1 0 0,1-1 0 0 0,-1 0-1 0 0,0 1 1 0 0,0-1 0 0 0,0 0-1 0 0,0 1 1 0 0,0-1-1 0 0,0 0 1 0 0,-1 1 0 0 0,1-1-1 0 0,0 0 1 0 0,-1 1-1 0 0,1-1 1 0 0,-1 0 0 0 0,0 1-1 0 0,0-1 1 0 0,1 1-1 0 0,-1 0 1 0 0,-2-3 0 0 0,-12-28 137 0 0,11 20-72 0 0,-1 1-1 0 0,-1 0 1 0 0,0 0-1 0 0,-14-18 0 0 0,17 26-53 0 0,1 1 1 0 0,-1-1-1 0 0,1 0 0 0 0,-1 0 0 0 0,1-1 0 0 0,0 1 1 0 0,0 0-1 0 0,0-1 0 0 0,1 1 0 0 0,-1-1 0 0 0,1 0 1 0 0,0 1-1 0 0,0-1 0 0 0,0 0 0 0 0,0 0 0 0 0,0-7 1 0 0,1 9-4 0 0,0 0 0 0 0,0-1 0 0 0,0 1 1 0 0,-1 0-1 0 0,1-1 0 0 0,-1 1 0 0 0,1 0 0 0 0,-1 0 1 0 0,0 0-1 0 0,0 0 0 0 0,0-1 0 0 0,0 1 1 0 0,-1 1-1 0 0,1-1 0 0 0,0 0 0 0 0,-3-3 1 0 0,2 4-6 0 0,1-1 0 0 0,-1 0 0 0 0,1 1 0 0 0,0-1 0 0 0,0 0 1 0 0,0 0-1 0 0,0 0 0 0 0,0 1 0 0 0,0-1 0 0 0,0 0 1 0 0,1 0-1 0 0,-1 0 0 0 0,1 0 0 0 0,-1 0 0 0 0,1-1 1 0 0,0-2-1 0 0,-1 40 32 0 0,-2-1 0 0 0,-2 1 1 0 0,-1-1-1 0 0,-1 0 0 0 0,-2-1 1 0 0,-20 50-1 0 0,14-37 37 0 0,-9 54 0 0 0,7-29-53 0 0,15-61-28 0 0,1 1 1 0 0,-1-1 0 0 0,2 1-1 0 0,0 14 1 0 0,0-11-51 0 0,1-14 31 0 0,-1 1 0 0 0,0 0 0 0 0,1 0-1 0 0,-1-1 1 0 0,1 1 0 0 0,-1 0 0 0 0,1-1 0 0 0,-1 1-1 0 0,1 0 1 0 0,0-1 0 0 0,-1 1 0 0 0,1-1 0 0 0,0 1-1 0 0,0-1 1 0 0,-1 1 0 0 0,1-1 0 0 0,0 0 0 0 0,0 1-1 0 0,-1-1 1 0 0,1 0 0 0 0,0 0 0 0 0,0 1 0 0 0,0-1-1 0 0,0 0 1 0 0,0 0 0 0 0,-1 0 0 0 0,1 0 0 0 0,0 0-1 0 0,0 0 1 0 0,0 0 0 0 0,0 0 0 0 0,0-1 0 0 0,-1 1-1 0 0,1 0 1 0 0,0 0 0 0 0,0-1 0 0 0,0 1 0 0 0,-1-1-1 0 0,2 0 1 0 0,3 1-230 0 0,31-6-692 0 0,-2-2 0 0 0,1 0 0 0 0,-1-3 0 0 0,-1 0 0 0 0,0-3 0 0 0,58-31 0 0 0,25-29-1823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44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29 1281 0 0,'-30'-1'1586'0'0,"24"0"-1364"0"0,0 0 0 0 0,1 1 0 0 0,-1 0 0 0 0,0 0-1 0 0,0 0 1 0 0,0 1 0 0 0,0 0 0 0 0,1 0 0 0 0,-1 1-1 0 0,0-1 1 0 0,1 1 0 0 0,-1 0 0 0 0,1 1 0 0 0,0-1-1 0 0,-6 5 1 0 0,0 0-58 0 0,-1 1 0 0 0,2 1 0 0 0,-1-1 1 0 0,1 2-1 0 0,0 0 0 0 0,1 0 0 0 0,0 1 0 0 0,1-1 0 0 0,-7 14 0 0 0,3 18-13 0 0,8-21-129 0 0,-4 12 85 0 0,-3-1 0 0 0,-20 45 0 0 0,30-76-104 0 0,1 0 0 0 0,-1 0 0 0 0,1 0 0 0 0,0 0 0 0 0,-1 0 0 0 0,1 0 0 0 0,0 0 0 0 0,-1 0 0 0 0,1 1 0 0 0,0-1 0 0 0,0 0 0 0 0,0 0 0 0 0,0 0 0 0 0,0 0 0 0 0,0 0 0 0 0,0 1-1 0 0,0-1 1 0 0,1 0 0 0 0,-1 0 0 0 0,0 0 0 0 0,1 0 0 0 0,-1 0 0 0 0,1 0 0 0 0,-1 0 0 0 0,1 0 0 0 0,-1 0 0 0 0,2 2 0 0 0,0-2-4 0 0,0 1-1 0 0,1 0 0 0 0,-1-1 0 0 0,0 0 0 0 0,1 1 0 0 0,-1-1 0 0 0,1 0 1 0 0,0 0-1 0 0,-1 0 0 0 0,1-1 0 0 0,4 2 0 0 0,7 0-7 0 0,0-1 1 0 0,0 0-1 0 0,29-3 0 0 0,-34 2 35 0 0,-1-1-1 0 0,1 0 1 0 0,0 0-1 0 0,-1-1 1 0 0,1 0-1 0 0,-1 0 1 0 0,0-1-1 0 0,0 0 1 0 0,0-1-1 0 0,0 0 1 0 0,0 0-1 0 0,-1-1 1 0 0,0 1 0 0 0,0-2-1 0 0,0 1 1 0 0,0-1-1 0 0,-1 0 1 0 0,0 0-1 0 0,0-1 1 0 0,-1 0-1 0 0,0 0 1 0 0,8-14-1 0 0,-4 4 77 0 0,-1-1 1 0 0,-1-1-1 0 0,0 1 0 0 0,-2-1 0 0 0,7-34 1 0 0,-11 47-72 0 0,-1 0 1 0 0,1-1-1 0 0,-1 1 1 0 0,0 0-1 0 0,0-1 1 0 0,-1 1-1 0 0,0 0 1 0 0,0-1-1 0 0,0 1 1 0 0,-1 0-1 0 0,0 0 1 0 0,0 0 0 0 0,-1 0-1 0 0,0 0 1 0 0,0 1-1 0 0,0-1 1 0 0,0 1-1 0 0,-1 0 1 0 0,0 0-1 0 0,0 0 1 0 0,-9-8-1 0 0,10 11-42 0 0,-1-1-1 0 0,1 1 0 0 0,-1 0 0 0 0,0 0 0 0 0,0 0 0 0 0,0 1 0 0 0,0-1 0 0 0,0 1 0 0 0,0 0 0 0 0,0 0 0 0 0,0 1 1 0 0,0-1-1 0 0,0 1 0 0 0,0-1 0 0 0,-1 1 0 0 0,1 1 0 0 0,0-1 0 0 0,0 1 0 0 0,0-1 0 0 0,0 1 0 0 0,-1 0 0 0 0,1 1 1 0 0,0-1-1 0 0,1 1 0 0 0,-1 0 0 0 0,0 0 0 0 0,-5 3 0 0 0,9-4-11 0 0,-1-1 0 0 0,1 1 0 0 0,0 0 0 0 0,-1-1 0 0 0,1 1 0 0 0,0 0 0 0 0,-1-1 1 0 0,1 1-1 0 0,0 0 0 0 0,0-1 0 0 0,0 1 0 0 0,-1 0 0 0 0,1-1 0 0 0,0 1 0 0 0,0 0 0 0 0,0 0 0 0 0,0-1 0 0 0,0 1 0 0 0,1 0 0 0 0,-1-1 0 0 0,0 1 0 0 0,0 0 1 0 0,0 0-1 0 0,1-1 0 0 0,-1 1 0 0 0,0 0 0 0 0,1-1 0 0 0,-1 1 0 0 0,0-1 0 0 0,2 2 0 0 0,18 22-630 0 0,-11-14 229 0 0,47 49-2177 0 0,4-9-1867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44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455 1 2401 0 0,'-38'0'1145'0'0,"0"2"-1"0"0,1 1 1 0 0,-1 2 0 0 0,-40 12-1 0 0,62-13-1068 0 0,1 1-1 0 0,0 0 1 0 0,0 1-1 0 0,0 1 1 0 0,1 0-1 0 0,0 1 1 0 0,0 1 0 0 0,1 0-1 0 0,0 1 1 0 0,1 0-1 0 0,-21 22 1 0 0,29-26-68 0 0,-1 1 1 0 0,1-1-1 0 0,0 1 1 0 0,1 0-1 0 0,0 0 1 0 0,0 1-1 0 0,1-1 0 0 0,-1 0 1 0 0,1 1-1 0 0,1 0 1 0 0,0-1-1 0 0,0 1 1 0 0,0 0-1 0 0,1 0 1 0 0,0 0-1 0 0,2 8 0 0 0,-2 2 22 0 0,0-15-19 0 0,0 0-1 0 0,0 1 1 0 0,0-1-1 0 0,1 0 0 0 0,-1 1 1 0 0,1-1-1 0 0,0 0 1 0 0,0 0-1 0 0,0 0 1 0 0,1 1-1 0 0,-1-1 1 0 0,1-1-1 0 0,-1 1 1 0 0,1 0-1 0 0,0 0 0 0 0,0 0 1 0 0,0-1-1 0 0,1 1 1 0 0,2 2-1 0 0,0-2 9 0 0,-1 0 0 0 0,1 0 0 0 0,0-1 1 0 0,0 0-1 0 0,0 0 0 0 0,0 0 0 0 0,0 0 0 0 0,0-1 0 0 0,1 0 0 0 0,10 1 0 0 0,3-1 69 0 0,0-1 0 0 0,0-1 0 0 0,0-1 0 0 0,1 0 0 0 0,33-10 0 0 0,-41 9-43 0 0,-7 2-21 0 0,1 0-1 0 0,0 0 0 0 0,-1-1 0 0 0,1 0 0 0 0,-1 0 1 0 0,0 0-1 0 0,1 0 0 0 0,-1-1 0 0 0,0 0 1 0 0,-1 0-1 0 0,1-1 0 0 0,5-4 0 0 0,5-21 244 0 0,-5 18-163 0 0,-6 6-54 0 0,0 1 0 0 0,0-1 0 0 0,0 0 0 0 0,0 0 0 0 0,-1-1-1 0 0,4-8 1 0 0,-2-3-26 0 0,-2 0-1 0 0,0 0 0 0 0,-1 0 0 0 0,0 0 0 0 0,-2-1 0 0 0,0 1 1 0 0,-3-17-1 0 0,1-30-4210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48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1441 112 1201 0 0,'-11'-9'1191'0'0,"-1"2"0"0"0,1-1 1 0 0,-20-8-1 0 0,7 7-797 0 0,-1 0 0 0 0,1 2 1 0 0,-1 0-1 0 0,-48-5 0 0 0,36 9 47 0 0,-60 3 1 0 0,25 1-218 0 0,26-3-66 0 0,-163-13 244 0 0,-149 7 150 0 0,217 9-303 0 0,132-1-256 0 0,-23 4 14 0 0,-17 6-87 0 0,-3 4 4 0 0,50-14 72 0 0,0 1 1 0 0,0-1 0 0 0,-1 1 0 0 0,1 0 0 0 0,0 0-1 0 0,0 0 1 0 0,0 0 0 0 0,1 0 0 0 0,-1 0 0 0 0,0 0-1 0 0,0 1 1 0 0,0-1 0 0 0,1 0 0 0 0,-1 1-1 0 0,1 0 1 0 0,-1-1 0 0 0,1 1 0 0 0,0 0 0 0 0,0 0-1 0 0,0 0 1 0 0,-2 3 0 0 0,3-2-4 0 0,-1 0 0 0 0,1-1 0 0 0,-1 1 1 0 0,0 0-1 0 0,0 0 0 0 0,0-1 0 0 0,0 1 0 0 0,-1 0 0 0 0,1-1 1 0 0,-1 1-1 0 0,0-1 0 0 0,1 0 0 0 0,-3 3 0 0 0,-13 19-137 0 0,9-10 86 0 0,6-11 52 0 0,0 0-1 0 0,0 0 1 0 0,0 0 0 0 0,1 0-1 0 0,-1 0 1 0 0,1 1 0 0 0,0-1-1 0 0,0 0 1 0 0,0 1 0 0 0,0-1-1 0 0,1 1 1 0 0,-1-1 0 0 0,1 5-1 0 0,-1 29 9 0 0,0-24-4 0 0,0-1 0 0 0,1 1-1 0 0,0-1 1 0 0,1 1 0 0 0,0-1 0 0 0,1 1 0 0 0,0-1-1 0 0,1 0 1 0 0,1 0 0 0 0,0 0 0 0 0,0 0 0 0 0,8 13-1 0 0,-6-16-15 0 0,-1 1-1 0 0,0 0 0 0 0,6 20 1 0 0,-9-22 21 0 0,1 0 0 0 0,0 0 0 0 0,1-1 0 0 0,-1 1 0 0 0,2-1 0 0 0,8 14 0 0 0,-7-15 0 0 0,0 0 0 0 0,0-1 0 0 0,1 0 0 0 0,-1 0 0 0 0,1 0 0 0 0,0 0-1 0 0,0-1 1 0 0,1-1 0 0 0,-1 1 0 0 0,1-1 0 0 0,0 0 0 0 0,11 2 0 0 0,8 0-27 0 0,1-1 0 0 0,39 1 0 0 0,-44-4 45 0 0,324 19 126 0 0,-115-5-154 0 0,290 29 14 0 0,-270-19-88 0 0,-197-24 85 0 0,1-1 1 0 0,93-14 0 0 0,-96 5 121 0 0,306-37-12 0 0,-264 40-127 0 0,-57-2-67 0 0,-37 8 80 0 0,0 0 1 0 0,0 0 0 0 0,-1 0 0 0 0,1 0 0 0 0,0 0 0 0 0,0 0 0 0 0,-1-1 0 0 0,1 1 0 0 0,0 0-1 0 0,-1 0 1 0 0,1-1 0 0 0,0 1 0 0 0,-1 0 0 0 0,1-1 0 0 0,0 1 0 0 0,-1 0 0 0 0,1-1 0 0 0,-1 1-1 0 0,1-1 1 0 0,-1 1 0 0 0,1-1 0 0 0,-1 0 0 0 0,1 1 0 0 0,-1-1 0 0 0,0 1 0 0 0,1-1 0 0 0,-1 0-1 0 0,0 1 1 0 0,1-1 0 0 0,-1 0 0 0 0,0 1 0 0 0,0-1 0 0 0,0 0 0 0 0,1 0 0 0 0,-1 1 0 0 0,0-1-1 0 0,0 0 1 0 0,0 0 0 0 0,0 1 0 0 0,0-1 0 0 0,-1 0 0 0 0,1 1 0 0 0,0-1 0 0 0,-1-1 0 0 0,-33-43 660 0 0,-49-48 1 0 0,60 67-371 0 0,-1 2-54 0 0,0 1 0 0 0,-2 1 0 0 0,-1 1 0 0 0,0 1 1 0 0,-31-16-1 0 0,-150-66 248 0 0,150 76-299 0 0,28 14-350 0 0,-1 3 1 0 0,0 0-1 0 0,-1 2 0 0 0,0 1 0 0 0,0 1 1 0 0,0 2-1 0 0,0 2 0 0 0,-1 0 1 0 0,1 3-1 0 0,-63 9 0 0 0,79-8-219 0 0,0 0-1 0 0,1 1 1 0 0,-24 9-1 0 0,18 0-553 0 0,21-13 907 0 0,0 0 0 0 0,-1 1 0 0 0,1-1 0 0 0,0 0 0 0 0,0 1 0 0 0,-1-1 0 0 0,1 0 1 0 0,0 0-1 0 0,0 1 0 0 0,0-1 0 0 0,0 0 0 0 0,0 1 0 0 0,0-1 0 0 0,-1 0 0 0 0,1 1 0 0 0,0-1 0 0 0,0 0 0 0 0,0 1 0 0 0,0-1 0 0 0,0 1 0 0 0,0-1 0 0 0,0 0 1 0 0,0 1-1 0 0,0-1 0 0 0,1 0 0 0 0,-1 1 0 0 0,0-1 0 0 0,0 0 0 0 0,0 1 0 0 0,0-1 0 0 0,0 0 0 0 0,1 1 0 0 0,-1-1 0 0 0,0 0 0 0 0,0 0 0 0 0,0 1 1 0 0,1-1-1 0 0,-1 0 0 0 0,1 1 0 0 0,7 4-631 0 0,1-1 1 0 0,1 1 0 0 0,-1-2-1 0 0,20 6 1 0 0,-29-9 640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50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32 542 480 0 0,'0'-7'603'0'0,"1"-1"0"0"0,0 0 0 0 0,0 0-1 0 0,1 1 1 0 0,4-15 0 0 0,-3 15-248 0 0,0-1 1 0 0,-1 0-1 0 0,-1 0 1 0 0,1 0-1 0 0,0-16 1 0 0,-2 4 147 0 0,1 10-295 0 0,-1 0 0 0 0,0 0 0 0 0,0-1 1 0 0,-1 1-1 0 0,0 0 0 0 0,-1 0 0 0 0,0 0 0 0 0,-1 0 0 0 0,0 0 1 0 0,0 1-1 0 0,-8-17 0 0 0,6 20-170 0 0,2 0 0 0 0,-1-1 0 0 0,1 0 0 0 0,0 0 0 0 0,0 0 1 0 0,1 0-1 0 0,0 0 0 0 0,0 0 0 0 0,1-1 0 0 0,0 1 0 0 0,0 0 0 0 0,1-1 0 0 0,0-13 0 0 0,1 20-34 0 0,-1 0 0 0 0,0-1 0 0 0,1 1-1 0 0,-1 0 1 0 0,1 0 0 0 0,-1 1-1 0 0,1-1 1 0 0,0 0 0 0 0,-1 0 0 0 0,1 0-1 0 0,0 0 1 0 0,-1 0 0 0 0,1 1-1 0 0,0-1 1 0 0,0 0 0 0 0,0 1-1 0 0,0-1 1 0 0,0 0 0 0 0,0 1 0 0 0,0 0-1 0 0,0-1 1 0 0,2 0 0 0 0,25-8-10 0 0,-24 8 20 0 0,23-8-37 0 0,0 2 0 0 0,1 0 0 0 0,0 2 0 0 0,52-3 0 0 0,-72 8 5 0 0,0 0 0 0 0,0 0 0 0 0,-1 1 1 0 0,1 1-1 0 0,-1-1 0 0 0,1 1 0 0 0,-1 1 0 0 0,1-1 1 0 0,13 8-1 0 0,-17-8 7 0 0,0 1 0 0 0,-1 0-1 0 0,1 0 1 0 0,-1 0 0 0 0,1 0 0 0 0,-1 1 0 0 0,0 0 0 0 0,0-1 0 0 0,0 1-1 0 0,-1 0 1 0 0,1 0 0 0 0,-1 0 0 0 0,0 1 0 0 0,0-1 0 0 0,-1 1 0 0 0,1-1-1 0 0,1 8 1 0 0,1 9-32 0 0,1 4-122 0 0,16 46 0 0 0,-20-69 162 0 0,-1-1 0 0 0,1 0 0 0 0,0 0 0 0 0,-1 1 0 0 0,1-1 0 0 0,-1 1 0 0 0,0-1 0 0 0,1 0 0 0 0,-1 1 1 0 0,0-1-1 0 0,0 1 0 0 0,0-1 0 0 0,0 1 0 0 0,0-1 0 0 0,0 1 0 0 0,0-1 0 0 0,-1 0 0 0 0,1 1 0 0 0,0-1 0 0 0,-1 1 0 0 0,1-1 0 0 0,-1 0 1 0 0,0 1-1 0 0,1-1 0 0 0,-1 0 0 0 0,0 0 0 0 0,0 0 0 0 0,0 1 0 0 0,0-1 0 0 0,0 0 0 0 0,0 0 0 0 0,0 0 0 0 0,0 0 0 0 0,0-1 0 0 0,0 1 1 0 0,-1 0-1 0 0,1 0 0 0 0,0-1 0 0 0,-3 2 0 0 0,-4 0 25 0 0,1 0 1 0 0,-1-1-1 0 0,1 1 1 0 0,-1-2-1 0 0,0 1 0 0 0,-9-1 1 0 0,16-1-2 0 0,1-1 0 0 0,-1 1 0 0 0,0-1 1 0 0,0 0-1 0 0,1 1 0 0 0,-1-1 0 0 0,1 1 0 0 0,-1-1 0 0 0,1 0 1 0 0,0 1-1 0 0,0-1 0 0 0,0 0 0 0 0,0 0 0 0 0,0 1 0 0 0,0-1 1 0 0,0 0-1 0 0,1-2 0 0 0,-1-2 25 0 0,1-4-7 0 0,0 0-1 0 0,1 0 1 0 0,-1 0 0 0 0,2 0 0 0 0,0 1 0 0 0,0-1 0 0 0,5-9 0 0 0,6-19 50 0 0,-12 31-80 0 0,1 0-1 0 0,0 0 1 0 0,0 1 0 0 0,1-1 0 0 0,0 1-1 0 0,0 0 1 0 0,1 0 0 0 0,-1 0 0 0 0,1 1-1 0 0,0-1 1 0 0,1 1 0 0 0,-1 1 0 0 0,1-1-1 0 0,0 1 1 0 0,1 0 0 0 0,-1 0-1 0 0,0 0 1 0 0,11-3 0 0 0,-12 6-16 0 0,0-1 1 0 0,0 1-1 0 0,0 0 0 0 0,0 0 1 0 0,0 1-1 0 0,1-1 0 0 0,-1 1 1 0 0,0 0-1 0 0,0 1 0 0 0,0-1 1 0 0,1 1-1 0 0,-1 0 1 0 0,0 0-1 0 0,0 1 0 0 0,0-1 1 0 0,0 1-1 0 0,-1 0 0 0 0,1 1 1 0 0,0-1-1 0 0,-1 1 0 0 0,1 0 1 0 0,-1 0-1 0 0,0 0 0 0 0,0 1 1 0 0,0-1-1 0 0,-1 1 0 0 0,1 0 1 0 0,3 6-1 0 0,6 6-28 0 0,0 1-1 0 0,-2 0 0 0 0,0 1 1 0 0,0 0-1 0 0,11 29 1 0 0,-22-44 33 0 0,1 0 0 0 0,0-1 0 0 0,-1 1 0 0 0,0 0 0 0 0,1-1 0 0 0,-1 1 0 0 0,0 0 0 0 0,-1-1 0 0 0,1 1 0 0 0,0 0 0 0 0,-1 0 0 0 0,1-1 0 0 0,-1 1 0 0 0,0-1 0 0 0,0 1 1 0 0,0-1-1 0 0,0 1 0 0 0,0-1 0 0 0,-1 1 0 0 0,1-1 0 0 0,-1 0 0 0 0,1 0 0 0 0,-1 0 0 0 0,0 0 0 0 0,0 0 0 0 0,0 0 0 0 0,0 0 0 0 0,0-1 0 0 0,-1 1 0 0 0,-3 1 0 0 0,-13 14-4 0 0,19-16 7 0 0,-1-1 0 0 0,1 1-1 0 0,0 0 1 0 0,-1-1 0 0 0,1 1 0 0 0,-1-1 0 0 0,0 1-1 0 0,1-1 1 0 0,-1 1 0 0 0,1-1 0 0 0,-1 1 0 0 0,0-1-1 0 0,1 0 1 0 0,-1 1 0 0 0,0-1 0 0 0,0 0 0 0 0,1 1-1 0 0,-1-1 1 0 0,0 0 0 0 0,0 0 0 0 0,1 0-1 0 0,-1 0 1 0 0,0 0 0 0 0,0 0 0 0 0,1 0 0 0 0,-2 0-1 0 0,-5-8 30 0 0,7 8-28 0 0,6-9 1 0 0,-5 8 1 0 0,0 0-1 0 0,1-1 0 0 0,-1 1 1 0 0,0-1-1 0 0,0 1 0 0 0,0-1 1 0 0,0 1-1 0 0,0-1 0 0 0,0 0 1 0 0,-1 1-1 0 0,1-1 1 0 0,0 0-1 0 0,-1 0 0 0 0,0 1 1 0 0,1-1-1 0 0,-1 0 0 0 0,0 0 1 0 0,0-2-1 0 0,0 0 0 0 0,0 0 1 0 0,1 0-1 0 0,-1 0 0 0 0,1 0 1 0 0,0 0-1 0 0,0 0 0 0 0,0 0 1 0 0,1 1-1 0 0,-1-1 0 0 0,1 0 1 0 0,3-6-1 0 0,125-174 131 0 0,-127 178-134 0 0,1 1 0 0 0,-1-1 0 0 0,1 1 0 0 0,1 0 0 0 0,-1 0 0 0 0,0 1 0 0 0,1-1 0 0 0,0 1 0 0 0,0 0 0 0 0,1 0 0 0 0,-1 1 0 0 0,1 0 0 0 0,-1 0 0 0 0,1 0 0 0 0,0 0 0 0 0,0 1 0 0 0,0 0 0 0 0,1 0 0 0 0,-1 1 0 0 0,0 0 0 0 0,1 0 0 0 0,-1 0 0 0 0,1 1 0 0 0,-1 0 0 0 0,1 0 0 0 0,-1 0 0 0 0,1 1 0 0 0,-1 0 0 0 0,0 1 0 0 0,10 2 0 0 0,-12-2 0 0 0,0 0 1 0 0,0-1 0 0 0,0 1 0 0 0,0 1-1 0 0,0-1 1 0 0,0 0 0 0 0,-1 1 0 0 0,0 0-1 0 0,1 0 1 0 0,-1 0 0 0 0,0 0 0 0 0,0 1 0 0 0,-1-1-1 0 0,1 1 1 0 0,-1-1 0 0 0,3 6 0 0 0,1 5 9 0 0,0-1 1 0 0,-2 1-1 0 0,6 19 1 0 0,-4-10 0 0 0,-1-6-7 0 0,0-4 4 0 0,-1 0-1 0 0,0 0 1 0 0,-1 0 0 0 0,-1 1-1 0 0,0-1 1 0 0,0 0-1 0 0,-2 1 1 0 0,0 0 0 0 0,-2 22-1 0 0,-9 3 8 0 0,8-30-4 0 0,0 0 0 0 0,0 0 0 0 0,1 0 0 0 0,1 1-1 0 0,-1 11 1 0 0,2-20-14 0 0,-1 0 0 0 0,1 0 0 0 0,0 0 0 0 0,0 0 0 0 0,0 0 0 0 0,0 0 0 0 0,0 1 1 0 0,0-1-1 0 0,0 0 0 0 0,1 0 0 0 0,-1 0 0 0 0,0 0 0 0 0,0 0 0 0 0,1 0 0 0 0,-1-1 0 0 0,1 1 0 0 0,-1 0 0 0 0,1 0 0 0 0,-1 0 0 0 0,1 0 0 0 0,-1 0 0 0 0,1-1 0 0 0,0 1 0 0 0,0 0 0 0 0,-1 0 0 0 0,1-1 0 0 0,0 1 0 0 0,0-1 0 0 0,1 2 0 0 0,3-2-54 0 0,-1 1 1 0 0,1-1-1 0 0,-1-1 0 0 0,1 1 1 0 0,-1-1-1 0 0,1 1 0 0 0,5-3 0 0 0,11 0-200 0 0,13-3-511 0 0,0-2-1 0 0,0-1 1 0 0,-1-1 0 0 0,34-16-1 0 0,48-29-4420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51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387 176 2961 0 0,'-29'0'1125'0'0,"20"0"-745"0"0,-1 0-1 0 0,0 0 1 0 0,0 1 0 0 0,1 1-1 0 0,-1 0 1 0 0,1 0 0 0 0,-11 4-1 0 0,28-7-285 0 0,0 1 0 0 0,0 1 0 0 0,0-1 0 0 0,0 1 0 0 0,10 3 0 0 0,40 3 289 0 0,-52-6-341 0 0,-1-2 0 0 0,0 1 0 0 0,1-1 0 0 0,-1 0-1 0 0,1 0 1 0 0,-1 0 0 0 0,0-1 0 0 0,0 1 0 0 0,0-1 0 0 0,0-1-1 0 0,7-3 1 0 0,-10 4-27 0 0,0 1 1 0 0,0-1-1 0 0,-1 1 0 0 0,1-1 0 0 0,-1 1 0 0 0,1-1 0 0 0,-1 0 1 0 0,0 0-1 0 0,0 0 0 0 0,0 0 0 0 0,0 0 0 0 0,0 0 0 0 0,0 0 1 0 0,0 0-1 0 0,-1 0 0 0 0,1 0 0 0 0,-1 0 0 0 0,0 0 0 0 0,1-1 1 0 0,-1 1-1 0 0,0 0 0 0 0,0 0 0 0 0,0 0 0 0 0,-1-1 0 0 0,1 1 1 0 0,0 0-1 0 0,-1 0 0 0 0,0 0 0 0 0,1 0 0 0 0,-1 0 0 0 0,-1-3 0 0 0,-2-2 11 0 0,1 1-1 0 0,-1 0 1 0 0,0 0-1 0 0,0 0 1 0 0,0 1-1 0 0,-1-1 1 0 0,0 1-1 0 0,0 0 1 0 0,-1 1-1 0 0,1-1 1 0 0,-1 1-1 0 0,0 0 1 0 0,-8-4 0 0 0,1 1 6 0 0,-1 0 1 0 0,0 1-1 0 0,-1 1 1 0 0,-25-7 0 0 0,30 11-36 0 0,0 0 0 0 0,0 0 0 0 0,0 1 0 0 0,0 0 0 0 0,0 1 0 0 0,0 0 0 0 0,1 1 0 0 0,-1 0 1 0 0,0 0-1 0 0,1 1 0 0 0,-1 0 0 0 0,1 1 0 0 0,0 0 0 0 0,-17 11 0 0 0,11-8-7 0 0,5-2-1 0 0,-1 1-1 0 0,1-1 0 0 0,0 2 0 0 0,1-1 1 0 0,-1 2-1 0 0,1-1 0 0 0,-12 14 1 0 0,17-15 5 0 0,0-1 1 0 0,0 1 0 0 0,1 0-1 0 0,0 0 1 0 0,0 0 0 0 0,0 0-1 0 0,1 0 1 0 0,0 1 0 0 0,0-1-1 0 0,1 1 1 0 0,-1 0 0 0 0,2-1 0 0 0,-1 1-1 0 0,1 10 1 0 0,0-13 1 0 0,0 1 0 0 0,1 0 0 0 0,0 0 0 0 0,0-1-1 0 0,0 1 1 0 0,1-1 0 0 0,-1 1 0 0 0,1-1 0 0 0,0 1 0 0 0,0-1 0 0 0,1 0 0 0 0,-1 0 0 0 0,1 0-1 0 0,0 0 1 0 0,0-1 0 0 0,0 1 0 0 0,1-1 0 0 0,-1 1 0 0 0,1-1 0 0 0,7 5 0 0 0,6 2-40 0 0,0-1-1 0 0,1 0 1 0 0,0-1 0 0 0,20 6 0 0 0,-14-4-265 0 0,1-2 0 0 0,1 0 0 0 0,0-2 0 0 0,0-1 0 0 0,0-1 0 0 0,0-1 0 0 0,1-1 0 0 0,-1-1 0 0 0,1-2 0 0 0,-1 0 0 0 0,41-9 0 0 0,49-24-4387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51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506 94 160 0 0,'0'-3'386'0'0,"0"-1"-1"0"0,0 1 1 0 0,-1 0 0 0 0,1 0 0 0 0,-1 0-1 0 0,0 0 1 0 0,1 0 0 0 0,-1 1-1 0 0,-1-1 1 0 0,1 0 0 0 0,0 0-1 0 0,-1 0 1 0 0,1 1 0 0 0,-1-1-1 0 0,0 1 1 0 0,0 0 0 0 0,0-1 0 0 0,-5-3-1 0 0,2 3-167 0 0,0-1 0 0 0,0 1 0 0 0,-1 0 0 0 0,0 0 0 0 0,0 0 1 0 0,0 1-1 0 0,0 0 0 0 0,-11-2 0 0 0,-11-1-226 0 0,1 2-1 0 0,-1 1 1 0 0,-38 3 0 0 0,63-1 101 0 0,-28 1-12 0 0,1 2 0 0 0,-46 10 0 0 0,62-10-60 0 0,0 1-1 0 0,0 0 1 0 0,0 1-1 0 0,0 1 1 0 0,1 0-1 0 0,-24 16 1 0 0,36-22-22 0 0,1 0 1 0 0,-1 0-1 0 0,1 1 1 0 0,-1-1-1 0 0,1 0 1 0 0,-1 1-1 0 0,1-1 1 0 0,0 1-1 0 0,-1-1 0 0 0,1 0 1 0 0,-1 1-1 0 0,1-1 1 0 0,0 1-1 0 0,-1-1 1 0 0,1 1-1 0 0,0-1 1 0 0,0 1-1 0 0,-1 0 1 0 0,1-1-1 0 0,0 1 1 0 0,0-1-1 0 0,0 1 1 0 0,0-1-1 0 0,0 1 0 0 0,0 0 1 0 0,0-1-1 0 0,0 1 1 0 0,0-1-1 0 0,0 1 1 0 0,0 0-1 0 0,0-1 1 0 0,0 1-1 0 0,0-1 1 0 0,0 1-1 0 0,1-1 1 0 0,-1 1-1 0 0,0-1 0 0 0,1 1 1 0 0,-1 0-1 0 0,0-1 1 0 0,0 0-1 0 0,1 1 1 0 0,-1-1-1 0 0,2 2 1 0 0,19 12-29 0 0,-19-13 29 0 0,23 8-1 0 0,1 0 1 0 0,-1-2 0 0 0,1-1 0 0 0,1-1 0 0 0,42 3 0 0 0,-32-4-73 0 0,49 12 0 0 0,-82-15 72 0 0,1 0 0 0 0,-1 1 0 0 0,0-1 0 0 0,0 1 0 0 0,0 0 0 0 0,0 0-1 0 0,-1 0 1 0 0,1 1 0 0 0,0-1 0 0 0,-1 1 0 0 0,4 3 0 0 0,-6-4 1 0 0,0-1 0 0 0,1 1 0 0 0,-1-1 0 0 0,0 1 0 0 0,-1-1 0 0 0,1 1 0 0 0,0 0-1 0 0,0-1 1 0 0,-1 1 0 0 0,1 0 0 0 0,-1 0 0 0 0,0-1 0 0 0,1 1 0 0 0,-1 0 0 0 0,0 0 0 0 0,0 0 0 0 0,0 0-1 0 0,0-1 1 0 0,-1 3 0 0 0,0 1 0 0 0,-1-1 0 0 0,0 1 0 0 0,0-1 1 0 0,0 1-1 0 0,-1-1 0 0 0,1 0 0 0 0,-1 0 0 0 0,0 0 0 0 0,-1-1 0 0 0,1 1 0 0 0,0-1 0 0 0,-1 1 0 0 0,0-1 0 0 0,0 0 0 0 0,0-1 0 0 0,0 1 0 0 0,-6 2 0 0 0,-14 9-60 0 0,-1-2 0 0 0,-1-1 0 0 0,0-1 0 0 0,-1-1 0 0 0,1-1 0 0 0,-2-1 0 0 0,-40 4 0 0 0,68-11 47 0 0,0-1 0 0 0,0 1 0 0 0,0 0 0 0 0,0 0 0 0 0,0 0 0 0 0,0 0 0 0 0,0-1-1 0 0,0 1 1 0 0,0 0 0 0 0,0 0 0 0 0,0 0 0 0 0,0-1 0 0 0,0 1 0 0 0,0 0 0 0 0,0 0 0 0 0,0 0 0 0 0,0-1-1 0 0,0 1 1 0 0,0 0 0 0 0,0 0 0 0 0,0 0 0 0 0,0-1 0 0 0,0 1 0 0 0,0 0 0 0 0,0 0 0 0 0,0 0 0 0 0,0 0-1 0 0,0-1 1 0 0,-1 1 0 0 0,1 0 0 0 0,0 0 0 0 0,0 0 0 0 0,0 0 0 0 0,0 0 0 0 0,0-1 0 0 0,-1 1 0 0 0,1 0 0 0 0,0 0-1 0 0,0 0 1 0 0,0 0 0 0 0,-1 0 0 0 0,1 0 0 0 0,0 0 0 0 0,0 0 0 0 0,0 0 0 0 0,0 0 0 0 0,-1 0 0 0 0,1 0-1 0 0,0 0 1 0 0,0 0 0 0 0,0 0 0 0 0,-1 0 0 0 0,1 0 0 0 0,0 0 0 0 0,5-5-247 0 0,-3 4 133 0 0,-1 0 0 0 0,1-1-1 0 0,-1 1 1 0 0,0-1-1 0 0,1 1 1 0 0,-1-1 0 0 0,0 1-1 0 0,0-1 1 0 0,0 1 0 0 0,0-1-1 0 0,0 0 1 0 0,0 0-1 0 0,0 0 1 0 0,-1 1 0 0 0,1-1-1 0 0,0 0 1 0 0,-1 0-1 0 0,0 0 1 0 0,0 0 0 0 0,1-2-1 0 0,-1-20-2540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51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725 42 1281 0 0,'0'-2'124'0'0,"0"1"0"0"0,0 0 0 0 0,0-1 0 0 0,0 1 0 0 0,-1 0 0 0 0,1 0 1 0 0,-1-1-1 0 0,1 1 0 0 0,0 0 0 0 0,-1 0 0 0 0,0 0 0 0 0,1 0 1 0 0,-1 0-1 0 0,0 0 0 0 0,1 0 0 0 0,-1 0 0 0 0,0 0 0 0 0,0 0 0 0 0,0 0 1 0 0,0 0-1 0 0,0 0 0 0 0,0 0 0 0 0,0 1 0 0 0,0-1 0 0 0,0 1 1 0 0,-3-2-1 0 0,-1-1 299 0 0,5 3-366 0 0,0 0 0 0 0,1 0 1 0 0,-1 0-1 0 0,0 0 0 0 0,0 0 0 0 0,0 0 1 0 0,1 0-1 0 0,-1-1 0 0 0,0 1 1 0 0,0 0-1 0 0,0 0 0 0 0,0 0 0 0 0,1 0 1 0 0,-1-1-1 0 0,0 1 0 0 0,0 0 1 0 0,0 0-1 0 0,0 0 0 0 0,0 0 0 0 0,1-1 1 0 0,-1 1-1 0 0,0 0 0 0 0,0 0 1 0 0,0 0-1 0 0,0-1 0 0 0,0 1 0 0 0,0 0 1 0 0,0 0-1 0 0,0-1 0 0 0,0 1 1 0 0,0 0-1 0 0,0 0 0 0 0,0 0 0 0 0,0-1 1 0 0,0 1-1 0 0,0 0 0 0 0,0 0 1 0 0,0-1-1 0 0,0 1 0 0 0,0 0 0 0 0,-1 0 1 0 0,1 0-1 0 0,0-1 0 0 0,0 1 1 0 0,0 0-1 0 0,0 0 0 0 0,0 0 0 0 0,0 0 1 0 0,-1-1-1 0 0,1 1 0 0 0,0 0 1 0 0,0 0-1 0 0,-1 0 0 0 0,34 5 411 0 0,-14 3-478 0 0,0 0 0 0 0,28 18 0 0 0,-39-22-7 0 0,0 1-1 0 0,0 1 1 0 0,-1-1-1 0 0,0 2 1 0 0,0-1 0 0 0,0 1-1 0 0,-1-1 1 0 0,7 11 0 0 0,-12-15 16 0 0,1 0 1 0 0,-1 0-1 0 0,0 0 1 0 0,0 0 0 0 0,0 0-1 0 0,-1 0 1 0 0,1 0-1 0 0,0 0 1 0 0,-1 1 0 0 0,1-1-1 0 0,-1 0 1 0 0,0 0-1 0 0,0 1 1 0 0,0-1 0 0 0,0 0-1 0 0,0 0 1 0 0,0 1-1 0 0,-1-1 1 0 0,1 0 0 0 0,-1 0-1 0 0,1 1 1 0 0,-1-1-1 0 0,0 0 1 0 0,0 0 0 0 0,0 0-1 0 0,0 0 1 0 0,0 0-1 0 0,-1 0 1 0 0,1-1 0 0 0,0 1-1 0 0,-1 0 1 0 0,0-1-1 0 0,1 1 1 0 0,-1-1 0 0 0,-3 3-1 0 0,-4 2 20 0 0,-1 0 0 0 0,0-1 0 0 0,0 0 0 0 0,-1 0 0 0 0,-14 4 0 0 0,9-4 28 0 0,-286 97 900 0 0,127-47-386 0 0,150-42-439 0 0,25-13-120 0 0,0 1 1 0 0,0-1 0 0 0,1 0 0 0 0,-1 1-1 0 0,0-1 1 0 0,0 0 0 0 0,0 1 0 0 0,0-1 0 0 0,0 0-1 0 0,0 0 1 0 0,1 1 0 0 0,-1-1 0 0 0,0 0-1 0 0,0 1 1 0 0,0-1 0 0 0,1 0 0 0 0,-1 0-1 0 0,0 1 1 0 0,1-1 0 0 0,-1 0 0 0 0,0 0 0 0 0,0 0-1 0 0,1 0 1 0 0,-1 1 0 0 0,0-1 0 0 0,1 0-1 0 0,-1 0 1 0 0,0 0 0 0 0,1 0 0 0 0,-1 0 0 0 0,0 0-1 0 0,1 0 1 0 0,-1 0 0 0 0,0 0 0 0 0,1 0-1 0 0,-1 0 1 0 0,1 0 0 0 0,58 5 80 0 0,-48-4-100 0 0,31 0-59 0 0,57-5-1 0 0,-49 1 17 0 0,227-4-567 0 0,-264 8 558 0 0,0 1-1 0 0,0-1 1 0 0,21 8 0 0 0,-33-9 66 0 0,0 0 0 0 0,-1 0-1 0 0,1 0 1 0 0,0 0 0 0 0,-1 1 0 0 0,1-1 0 0 0,-1 0 0 0 0,1 0-1 0 0,0 1 1 0 0,-1-1 0 0 0,1 0 0 0 0,-1 1 0 0 0,1-1-1 0 0,-1 1 1 0 0,1-1 0 0 0,-1 1 0 0 0,0-1 0 0 0,1 1 0 0 0,-1-1-1 0 0,1 1 1 0 0,-1-1 0 0 0,0 1 0 0 0,0 0 0 0 0,1-1 0 0 0,-1 1-1 0 0,0-1 1 0 0,0 1 0 0 0,0 0 0 0 0,1-1 0 0 0,-1 2 0 0 0,-1 0 0 0 0,-1 0 1 0 0,1 0-1 0 0,0-1 1 0 0,0 1 0 0 0,-1 0-1 0 0,1-1 1 0 0,-1 1-1 0 0,0-1 1 0 0,1 0 0 0 0,-1 1-1 0 0,0-1 1 0 0,0 0-1 0 0,0 0 1 0 0,1 0 0 0 0,-4 0-1 0 0,-60 28-28 0 0,-1-2 0 0 0,-121 29-1 0 0,119-38-118 0 0,1 3 0 0 0,0 2 0 0 0,-91 47 1 0 0,62-21-1599 0 0,-19-4-2214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52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12 1681 0 0,'0'-6'1681'0'0,"-30"6"-321"0"0,30-6-399 0 0,-30 6 79 0 0,0 0-960 0 0,30 6-560 0 0,0 0-961 0 0,0 7-1520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53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514 95 640 0 0,'0'-1'128'0'0,"0"0"0"0"0,0 0 0 0 0,0 0 0 0 0,0 0 0 0 0,0 1 1 0 0,0-1-1 0 0,0 0 0 0 0,0 0 0 0 0,1 0 0 0 0,-1 0 0 0 0,0 0 0 0 0,1 1 0 0 0,-1-1 0 0 0,0 0 0 0 0,1 0 0 0 0,-1 1 0 0 0,1-1 0 0 0,0 0 0 0 0,-1 1 0 0 0,1-1 0 0 0,-1 0 0 0 0,1 1 0 0 0,0-1 0 0 0,0 1 0 0 0,-1-1 0 0 0,1 1 0 0 0,0-1 0 0 0,0 1 0 0 0,-1 0 0 0 0,1-1 0 0 0,0 1 0 0 0,1 0 0 0 0,-1-1-75 0 0,0 1-1 0 0,-1 0 0 0 0,1 0 0 0 0,0 0 1 0 0,-1 0-1 0 0,1-1 0 0 0,-1 1 0 0 0,1 0 0 0 0,0-1 1 0 0,-1 1-1 0 0,1 0 0 0 0,-1-1 0 0 0,1 1 0 0 0,-1-1 1 0 0,1 1-1 0 0,-1-1 0 0 0,1 1 0 0 0,-1-1 1 0 0,0 1-1 0 0,1-1 0 0 0,-1 1 0 0 0,0-1 0 0 0,1 0 1 0 0,-1 1-1 0 0,0-1 0 0 0,0 0 0 0 0,0 1 0 0 0,1-1 1 0 0,-1 1-1 0 0,0-1 0 0 0,0-1 0 0 0,0 2-24 0 0,0-1 0 0 0,0 1 0 0 0,0-1 0 0 0,0 1 0 0 0,-1-1 0 0 0,1 1 0 0 0,0-1 0 0 0,0 1 0 0 0,0-1 0 0 0,0 1 0 0 0,-1-1 0 0 0,1 1 0 0 0,0-1 0 0 0,0 1 0 0 0,-1 0 0 0 0,1-1 0 0 0,0 1 0 0 0,-1 0 0 0 0,1-1 0 0 0,-1 1 0 0 0,1 0 0 0 0,0-1 0 0 0,-1 1 0 0 0,1 0 0 0 0,-1 0 0 0 0,1-1 0 0 0,-1 1 0 0 0,1 0 0 0 0,0 0 0 0 0,-1 0 0 0 0,1 0 0 0 0,-1 0 0 0 0,1 0 0 0 0,-1-1 0 0 0,1 1 0 0 0,-1 0-1 0 0,1 0 1 0 0,-1 1 0 0 0,0-1 0 0 0,0 0-12 0 0,1 0 0 0 0,-1 0-1 0 0,1 0 1 0 0,-1 0 0 0 0,0 0-1 0 0,1 0 1 0 0,-1 0 0 0 0,0-1-1 0 0,1 1 1 0 0,-1 0 0 0 0,1 0-1 0 0,-1 0 1 0 0,1-1 0 0 0,-1 1-1 0 0,0 0 1 0 0,1-1-1 0 0,-1 1 1 0 0,1 0 0 0 0,-1-1-1 0 0,1 1 1 0 0,0-1 0 0 0,-1 1-1 0 0,1-1 1 0 0,-1 1 0 0 0,1-1-1 0 0,0 1 1 0 0,-1-1 0 0 0,1 1-1 0 0,0-1 1 0 0,-1 1 0 0 0,1-1-1 0 0,0 0 1 0 0,0 1 0 0 0,0-1-1 0 0,0 1 1 0 0,0-1 0 0 0,0 0-1 0 0,0 1 1 0 0,0-1-1 0 0,0 0 1 0 0,-2-1-19 0 0,0 0-1 0 0,0 1 1 0 0,0-1 0 0 0,0 1-1 0 0,0-1 1 0 0,-1 1 0 0 0,1 0-1 0 0,0 0 1 0 0,-1 0 0 0 0,1 0-1 0 0,0 0 1 0 0,-1 0 0 0 0,1 1-1 0 0,-1-1 1 0 0,-4 1 0 0 0,-1-2-18 0 0,-5-1-26 0 0,0 0 1 0 0,0 2-1 0 0,0-1 1 0 0,-17 2-1 0 0,-4 2-57 0 0,1 2 0 0 0,0 1 0 0 0,0 1 0 0 0,-56 20 0 0 0,78-22 84 0 0,-1 0 1 0 0,1 1-1 0 0,0 1 0 0 0,0 0 0 0 0,1 0 0 0 0,-1 1 1 0 0,1 1-1 0 0,-17 15 0 0 0,23-18 20 0 0,-1 1-1 0 0,1-1 0 0 0,-1 1 1 0 0,1 0-1 0 0,1 0 1 0 0,-1 0-1 0 0,1 0 1 0 0,1 1-1 0 0,-1-1 1 0 0,1 1-1 0 0,0 0 1 0 0,0 0-1 0 0,1 0 0 0 0,0 0 1 0 0,-1 12-1 0 0,3-15 4 0 0,-1 0 0 0 0,1 0 0 0 0,-1-1 0 0 0,1 1 0 0 0,0-1 0 0 0,0 1 0 0 0,1-1 0 0 0,-1 1 0 0 0,1-1 0 0 0,0 0 0 0 0,0 0 0 0 0,0 0 0 0 0,0 0 0 0 0,0 0 0 0 0,1 0 0 0 0,-1 0-1 0 0,1-1 1 0 0,0 1 0 0 0,0-1 0 0 0,0 0 0 0 0,0 0 0 0 0,0 0 0 0 0,0 0 0 0 0,0 0 0 0 0,7 2 0 0 0,8 2 12 0 0,1 0-1 0 0,0 0 1 0 0,32 3 0 0 0,-35-6-4 0 0,154 23 25 0 0,-90-16-17 0 0,0 4 0 0 0,92 27 0 0 0,-169-39-19 0 0,4-1 0 0 0,0 1 0 0 0,-1 0 0 0 0,1 0 0 0 0,-1 1 0 0 0,1 0 0 0 0,-1 0 0 0 0,0 1 0 0 0,0-1 0 0 0,0 1 0 0 0,-1 1 0 0 0,1-1 0 0 0,6 8 0 0 0,-11-11 0 0 0,-1 0 0 0 0,1 0 0 0 0,-1 0-1 0 0,1 0 1 0 0,-1 0 0 0 0,1 0 0 0 0,-1 0-1 0 0,0 0 1 0 0,0 0 0 0 0,0 0 0 0 0,1 0-1 0 0,-1 0 1 0 0,0 0 0 0 0,0 0 0 0 0,0 1-1 0 0,-1-1 1 0 0,1 0 0 0 0,0 0 0 0 0,0 0-1 0 0,0 0 1 0 0,-1 0 0 0 0,1 0 0 0 0,-1 0-1 0 0,1 0 1 0 0,-2 1 0 0 0,1 0-2 0 0,-1 1 0 0 0,0-1 1 0 0,-1 0-1 0 0,1 0 0 0 0,0 0 1 0 0,0 0-1 0 0,-1-1 0 0 0,1 1 1 0 0,-4 1-1 0 0,-54 18-41 0 0,5-11 42 0 0,1-3 1 0 0,-1-3 0 0 0,0-1 0 0 0,-70-7-1 0 0,118 3 3 0 0,-44-1 111 0 0,-75-14 1 0 0,120 15-80 0 0,1 0 1 0 0,-1-1-1 0 0,0 0 1 0 0,0 0 0 0 0,1 0-1 0 0,-1-1 1 0 0,-10-6-1 0 0,15 8-25 0 0,0 0 0 0 0,0 1-1 0 0,1-1 1 0 0,-1 0 0 0 0,0 0-1 0 0,0 0 1 0 0,0 0-1 0 0,0 0 1 0 0,1 0 0 0 0,-1 0-1 0 0,1 0 1 0 0,-1 0 0 0 0,1-1-1 0 0,-1 1 1 0 0,1 0 0 0 0,-1 0-1 0 0,1 0 1 0 0,0-1-1 0 0,0 1 1 0 0,0 0 0 0 0,0 0-1 0 0,0-1 1 0 0,0 1 0 0 0,0 0-1 0 0,0 0 1 0 0,0-1 0 0 0,0 1-1 0 0,1 0 1 0 0,-1 0-1 0 0,1 0 1 0 0,-1-1 0 0 0,1 1-1 0 0,-1 0 1 0 0,1 0 0 0 0,-1 0-1 0 0,1 0 1 0 0,0 0 0 0 0,1-1-1 0 0,32-35 59 0 0,1 2 0 0 0,1 2-1 0 0,65-45 1 0 0,-3 13-271 0 0,175-88-1 0 0,-212 121-253 0 0,-21 12-1290 0 0,-10 17-2280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53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530 1 3442 0 0,'-242'14'3374'0'0,"228"-13"-3346"0"0,0 1-1 0 0,0 1 1 0 0,0 0-1 0 0,0 1 1 0 0,1 0-1 0 0,-1 1 0 0 0,1 1 1 0 0,0 0-1 0 0,1 0 1 0 0,-1 2-1 0 0,1-1 0 0 0,1 2 1 0 0,-1-1-1 0 0,2 2 1 0 0,-1-1-1 0 0,1 1 1 0 0,-17 23-1 0 0,17-17 33 0 0,4-8-18 0 0,0 1 0 0 0,1 0 1 0 0,0 1-1 0 0,1-1 0 0 0,-4 12 0 0 0,7-18-30 0 0,0 1 0 0 0,1-1-1 0 0,0 1 1 0 0,0 0-1 0 0,0-1 1 0 0,0 1 0 0 0,0-1-1 0 0,1 1 1 0 0,-1 0-1 0 0,1-1 1 0 0,0 1-1 0 0,0-1 1 0 0,0 0 0 0 0,1 1-1 0 0,-1-1 1 0 0,1 0-1 0 0,0 0 1 0 0,2 3 0 0 0,3 5 22 0 0,0-1 0 0 0,1 0 0 0 0,1 0 0 0 0,-1-1 0 0 0,2 0 0 0 0,-1-1 0 0 0,1 0 0 0 0,11 7 0 0 0,-15-11 2 0 0,0-1 0 0 0,1 0-1 0 0,-1 0 1 0 0,1 0 0 0 0,-1 0 0 0 0,1-1 0 0 0,0 0 0 0 0,0-1 0 0 0,0 0 0 0 0,0 0 0 0 0,0 0-1 0 0,0-1 1 0 0,1 0 0 0 0,-1 0 0 0 0,13-3 0 0 0,-12 1 47 0 0,0-1-1 0 0,1 0 1 0 0,-2-1-1 0 0,15-8 1 0 0,15-7 64 0 0,-36 18-140 0 0,1 1 0 0 0,0-1 0 0 0,-1 1 0 0 0,1-1 0 0 0,0 0-1 0 0,-1 0 1 0 0,1 0 0 0 0,-1 0 0 0 0,1 0 0 0 0,-1 0 0 0 0,0 0 0 0 0,1 0-1 0 0,-1-1 1 0 0,0 1 0 0 0,0-1 0 0 0,0 1 0 0 0,0-1 0 0 0,0 1 0 0 0,0-1-1 0 0,-1 1 1 0 0,1-1 0 0 0,0 0 0 0 0,-1 1 0 0 0,1-1 0 0 0,-1 0 0 0 0,1 0 0 0 0,-1-2-1 0 0,-1-2 11 0 0,0 0-1 0 0,0 1 0 0 0,0 0 1 0 0,-1-1-1 0 0,0 1 0 0 0,0 0 1 0 0,-4-7-1 0 0,4 7-41 0 0,-1 0-1 0 0,1 0 1 0 0,0 0 0 0 0,0-1-1 0 0,1 1 1 0 0,0 0 0 0 0,-1-8-1 0 0,-1-13-651 0 0,3 21-1252 0 0,7 15-690 0 0,-6-9 2415 0 0,24 23-2891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54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596 83 2401 0 0,'-32'-16'1241'0'0,"-1"1"-1"0"0,0 2 1 0 0,-44-11-1 0 0,59 20-1148 0 0,0 0 0 0 0,-1 2 0 0 0,1 0 0 0 0,-1 0 0 0 0,0 2 0 0 0,1 0 0 0 0,-1 2 0 0 0,-20 3-1 0 0,29-3-78 0 0,0 0 0 0 0,0 0-1 0 0,1 1 1 0 0,-1 1-1 0 0,1 0 1 0 0,0 0-1 0 0,0 0 1 0 0,0 1-1 0 0,0 1 1 0 0,1 0 0 0 0,0 0-1 0 0,0 0 1 0 0,1 1-1 0 0,0 0 1 0 0,0 0-1 0 0,-9 14 1 0 0,14-19-13 0 0,-11 15-1 0 0,0 0 0 0 0,-20 38-1 0 0,30-49-2 0 0,0 1-1 0 0,1 0 1 0 0,-1 0-1 0 0,1 0 1 0 0,1 0-1 0 0,-1 0 1 0 0,1 0-1 0 0,1 1 1 0 0,-1-1-1 0 0,1 0 1 0 0,0 1-1 0 0,1-1 1 0 0,1 9-1 0 0,0-6 9 0 0,1 1-1 0 0,-1-1 1 0 0,2 0 0 0 0,-1 0-1 0 0,1-1 1 0 0,1 1 0 0 0,0-1-1 0 0,0 0 1 0 0,1 0-1 0 0,10 12 1 0 0,-10-15-2 0 0,1 0 0 0 0,-1-1 0 0 0,1 1 0 0 0,1-1 0 0 0,-1-1 0 0 0,1 1-1 0 0,0-1 1 0 0,0-1 0 0 0,0 1 0 0 0,0-1 0 0 0,0-1 0 0 0,1 0 0 0 0,13 2 0 0 0,-4 0 5 0 0,0-2 0 0 0,0 0 1 0 0,0-1-1 0 0,0-1 0 0 0,0-1 0 0 0,20-3 0 0 0,-31 3 14 0 0,0-1 0 0 0,0 0 0 0 0,0 0 0 0 0,0-1 0 0 0,0 0-1 0 0,-1 0 1 0 0,1-1 0 0 0,-1 1 0 0 0,0-2 0 0 0,0 1-1 0 0,-1 0 1 0 0,1-1 0 0 0,-1 0 0 0 0,0 0 0 0 0,0-1-1 0 0,0 0 1 0 0,-1 0 0 0 0,0 0 0 0 0,5-10 0 0 0,18-45-381 0 0,32-106-1 0 0,-59 167 296 0 0,1-1 0 0 0,-1 0 0 0 0,1 0-1 0 0,-1 0 1 0 0,0 0 0 0 0,1 1 0 0 0,-1-1-1 0 0,0 0 1 0 0,1 0 0 0 0,-1 0-1 0 0,0 0 1 0 0,0 0 0 0 0,0 0 0 0 0,0 0-1 0 0,0 0 1 0 0,0 0 0 0 0,0 0 0 0 0,0 0-1 0 0,-1 0 1 0 0,1 1 0 0 0,0-1 0 0 0,0 0-1 0 0,-1 0 1 0 0,1 0 0 0 0,0 0-1 0 0,-1 0 1 0 0,0-1 0 0 0,-25 9-3857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08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264 114 3922 0 0,'-18'3'846'0'0,"12"-2"-559"0"0,1 1-1 0 0,-1-1 0 0 0,0-1 1 0 0,0 1-1 0 0,0-1 0 0 0,0 0 0 0 0,0-1 1 0 0,0 1-1 0 0,1-1 0 0 0,-1-1 0 0 0,-8-1 1 0 0,7 1-221 0 0,0 0 0 0 0,0 1 0 0 0,0 0 0 0 0,0 1 1 0 0,0 0-1 0 0,0 0 0 0 0,-1 0 0 0 0,-11 3 0 0 0,-20-1 2967 0 0,39-14 569 0 0,5 6-3509 0 0,251-57 67 0 0,-216 49-160 0 0,-32 10-2 0 0,0 1 0 0 0,0 0 0 0 0,1 1-1 0 0,-1 0 1 0 0,12-1 0 0 0,-15 2-14 0 0,-1 1-1 0 0,1 0 1 0 0,-1 0 0 0 0,1 0-1 0 0,0 1 1 0 0,-1-1 0 0 0,1 1 0 0 0,0 0-1 0 0,-1 0 1 0 0,1 1 0 0 0,-1-1 0 0 0,0 1-1 0 0,7 4 1 0 0,-5-2 17 0 0,-1 0 1 0 0,0 1-1 0 0,0 0 1 0 0,0 0-1 0 0,-1 0 1 0 0,1 0-1 0 0,-1 1 1 0 0,-1 0-1 0 0,6 9 0 0 0,-4-5 22 0 0,0 1 0 0 0,-1 0-1 0 0,0 0 1 0 0,-1 0 0 0 0,0 0-1 0 0,-1 1 1 0 0,0-1 0 0 0,-1 1 0 0 0,0 22-1 0 0,-1-33-17 0 0,0 1-1 0 0,0 0 0 0 0,-1 0 1 0 0,1 0-1 0 0,-1 0 1 0 0,1-1-1 0 0,-1 1 1 0 0,1 0-1 0 0,-1 0 1 0 0,0-1-1 0 0,0 1 0 0 0,0 0 1 0 0,0-1-1 0 0,0 1 1 0 0,0-1-1 0 0,0 1 1 0 0,-2 1-1 0 0,-8 12 10 0 0,2 8 32 0 0,8-19-31 0 0,-1 0 0 0 0,1-1 0 0 0,0 0 0 0 0,-1 1 0 0 0,0-1 0 0 0,0 0 0 0 0,0 1 0 0 0,0-1 0 0 0,0 0 0 0 0,-1-1 0 0 0,-4 6 0 0 0,6-7-10 0 0,-19 16 90 0 0,0 0 0 0 0,-23 13 0 0 0,34-25-32 0 0,0-1-1 0 0,0 0 1 0 0,0 0 0 0 0,-1 0-1 0 0,0-1 1 0 0,1-1 0 0 0,-1 1-1 0 0,-17 0 1 0 0,-24 2-43 0 0,19 0 21 0 0,-1-2 0 0 0,0-1 0 0 0,1-2 1 0 0,-1-1-1 0 0,-45-8 0 0 0,51 0-208 0 0,41 9-6 0 0,0 2 188 0 0,0 1 0 0 0,-1 0 0 0 0,20 7 0 0 0,30 20 432 0 0,100 63-1 0 0,-107-48-272 0 0,-49-39-222 0 0,-1 1 1 0 0,1-1 0 0 0,1-1-1 0 0,-1 0 1 0 0,1 0-1 0 0,0 0 1 0 0,0-1-1 0 0,13 5 1 0 0,-12-5-467 0 0,0-1 0 0 0,0-1 0 0 0,0 0 0 0 0,0 0 0 0 0,0 0 0 0 0,1-1 0 0 0,-1-1 0 0 0,1 0 0 0 0,-1 0 0 0 0,0 0 0 0 0,1-1 0 0 0,-1-1 1 0 0,0 0-1 0 0,0 0 0 0 0,0-1 0 0 0,15-6 0 0 0,36-31-3675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08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542 17 1201 0 0,'-27'-5'1483'0'0,"1"0"1"0"0,-1 2-1 0 0,-39-1 1 0 0,29 5-1094 0 0,-1 1 1 0 0,1 2 0 0 0,-62 14-1 0 0,84-14-291 0 0,1 1 0 0 0,0 0 0 0 0,0 1 0 0 0,0 0 0 0 0,1 1 0 0 0,0 1 0 0 0,0 0 0 0 0,-11 11 0 0 0,20-16-65 0 0,0 0 0 0 0,0 0 0 0 0,0 1 0 0 0,0 0 0 0 0,1 0 0 0 0,0 0 0 0 0,0 0 0 0 0,0 0 0 0 0,0 1 0 0 0,1-1 0 0 0,-1 1 0 0 0,1 0 0 0 0,0 0 0 0 0,1 0 0 0 0,-1 0 0 0 0,1 0 0 0 0,0 0 0 0 0,0 0 0 0 0,0 0 0 0 0,1 1 0 0 0,0-1 0 0 0,0 0-1 0 0,1 0 1 0 0,-1 0 0 0 0,3 9 0 0 0,0-5 29 0 0,1 1 0 0 0,1 0 0 0 0,0-1 0 0 0,0 0 0 0 0,1 0 0 0 0,0 0 0 0 0,1-1 0 0 0,0 0-1 0 0,0 0 1 0 0,1 0 0 0 0,-1-1 0 0 0,2-1 0 0 0,-1 1 0 0 0,1-1 0 0 0,0-1 0 0 0,0 1-1 0 0,11 3 1 0 0,-12-5-3 0 0,0 0 0 0 0,1-1 0 0 0,-1 0 0 0 0,1-1-1 0 0,-1 0 1 0 0,1 0 0 0 0,0-1 0 0 0,-1 0 0 0 0,1 0-1 0 0,0-1 1 0 0,0-1 0 0 0,0 1 0 0 0,-1-1 0 0 0,1-1-1 0 0,0 1 1 0 0,-1-1 0 0 0,1-1 0 0 0,-1 0 0 0 0,0 0-1 0 0,14-7 1 0 0,-20 8-31 0 0,0 1 0 0 0,0 0 0 0 0,0-1 0 0 0,0 1 0 0 0,0-1 0 0 0,0 1 0 0 0,0-1 1 0 0,-1 0-1 0 0,1 0 0 0 0,0 0 0 0 0,-1 0 0 0 0,2-3 0 0 0,2-40 47 0 0,-6 20-201 0 0,1 2-447 0 0,0 0 0 0 0,6-39 0 0 0,14-3-2136 0 0,-15 21-1334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08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78 1681 0 0,'-5'-2'356'0'0,"-11"-4"332"0"0,0 0 0 0 0,0 1 0 0 0,0 1 0 0 0,0 1 0 0 0,-1 0 0 0 0,1 1 0 0 0,-1 1 0 0 0,0 1 0 0 0,1 0-1 0 0,-32 5 1 0 0,35-2-484 0 0,0 2 0 0 0,0 0 0 0 0,0 0-1 0 0,1 1 1 0 0,0 0 0 0 0,0 1-1 0 0,0 1 1 0 0,1 0 0 0 0,0 0 0 0 0,-15 16-1 0 0,21-19-156 0 0,0 1 0 0 0,0 0-1 0 0,1 0 1 0 0,-1 0 0 0 0,1 0-1 0 0,1 1 1 0 0,-1 0 0 0 0,1-1 0 0 0,0 1-1 0 0,1 1 1 0 0,0-1 0 0 0,0 0-1 0 0,0 0 1 0 0,1 1 0 0 0,0-1-1 0 0,1 1 1 0 0,-1-1 0 0 0,1 1-1 0 0,1-1 1 0 0,0 1 0 0 0,2 11 0 0 0,-2-14-26 0 0,1 0 0 0 0,0 0 0 0 0,0-1 0 0 0,0 1 0 0 0,0 0 0 0 0,1-1 0 0 0,0 1 0 0 0,0-1 0 0 0,0 0 0 0 0,0 0 0 0 0,1 0 0 0 0,5 5 0 0 0,52 31 187 0 0,-50-33-169 0 0,26 15 142 0 0,1-1-1 0 0,1-3 1 0 0,1 0 0 0 0,62 17 0 0 0,-88-32-127 0 0,-1 0-1 0 0,1-1 1 0 0,0-1-1 0 0,0 0 1 0 0,0 0-1 0 0,0-2 1 0 0,25-3 0 0 0,-30 2 7 0 0,0 0 1 0 0,1-1 0 0 0,-1-1-1 0 0,-1 1 1 0 0,1-1-1 0 0,0 0 1 0 0,-1-1 0 0 0,0 0-1 0 0,0-1 1 0 0,-1 0 0 0 0,1 0-1 0 0,10-11 1 0 0,-10 8 8 0 0,1-1 0 0 0,-2 0-1 0 0,1 0 1 0 0,-1 0 0 0 0,-1-1 0 0 0,0 0-1 0 0,0 0 1 0 0,-1-1 0 0 0,5-16 0 0 0,-9 20-91 0 0,1 0 1 0 0,-1-1 0 0 0,0 1 0 0 0,0 0-1 0 0,-1-1 1 0 0,-1 1 0 0 0,1-1 0 0 0,-1 1-1 0 0,0 0 1 0 0,-1-1 0 0 0,0 1 0 0 0,-1 0-1 0 0,1 0 1 0 0,-1 1 0 0 0,-5-9 0 0 0,2 5-174 0 0,-1-1 0 0 0,0 2 0 0 0,0-1-1 0 0,-2 1 1 0 0,1 0 0 0 0,-1 1 0 0 0,0 0 0 0 0,-1 0 0 0 0,0 1 0 0 0,-21-13 0 0 0,11 10-473 0 0,0 1 0 0 0,-1 0 0 0 0,0 2 0 0 0,0 1 0 0 0,-24-6 0 0 0,-51-8-3815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07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66 393 1841 0 0,'-45'0'7374'0'0,"34"0"-7572"0"0,10-3 320 0 0,0 0 0 0 0,0 1 0 0 0,0-1 0 0 0,0 0-1 0 0,1 0 1 0 0,-1 1 0 0 0,1-1 0 0 0,0 0 0 0 0,0 0-1 0 0,0 0 1 0 0,0 0 0 0 0,1-5 0 0 0,-1 6 15 0 0,-2-51 1198 0 0,1 36-1111 0 0,0 0 1 0 0,1 0-1 0 0,0-1 1 0 0,2 1-1 0 0,5-28 0 0 0,-3 33-182 0 0,0 0 0 0 0,0 0 0 0 0,1 1-1 0 0,0 0 1 0 0,1 0 0 0 0,0 0-1 0 0,16-18 1 0 0,-13 21-39 0 0,-8 7-5 0 0,1 0-1 0 0,-1-1 1 0 0,1 1-1 0 0,-1 0 0 0 0,1-1 1 0 0,-1 1-1 0 0,0-1 1 0 0,0 1-1 0 0,0-1 1 0 0,0 1-1 0 0,0-1 0 0 0,0 0 1 0 0,0 0-1 0 0,0 1 1 0 0,0-1-1 0 0,-1 0 0 0 0,1 0 1 0 0,-1 0-1 0 0,0 0 1 0 0,1 0-1 0 0,-1-2 1 0 0,-2 3-7 0 0,34-4-9 0 0,-29 4 16 0 0,1 0-1 0 0,-1 0 1 0 0,0 1 0 0 0,1-1-1 0 0,-1 1 1 0 0,0 0 0 0 0,1 0 0 0 0,-1 0-1 0 0,1 1 1 0 0,-1-1 0 0 0,0 1-1 0 0,1 0 1 0 0,-1 0 0 0 0,0 0-1 0 0,0 0 1 0 0,0 1 0 0 0,0-1 0 0 0,0 1-1 0 0,0 0 1 0 0,0 0 0 0 0,0 0-1 0 0,-1 0 1 0 0,1 0 0 0 0,-1 0-1 0 0,1 1 1 0 0,-1-1 0 0 0,0 1 0 0 0,3 4-1 0 0,-1-1 27 0 0,1 1 0 0 0,1-1 0 0 0,-1 0 0 0 0,13 11-1 0 0,-12-13-2 0 0,-1 1-1 0 0,0 0 0 0 0,0 0 0 0 0,0 1 0 0 0,6 9 0 0 0,-8-3 7 0 0,0-1 0 0 0,-1 0-1 0 0,0 1 1 0 0,0-1 0 0 0,-2 1 0 0 0,0 15-1 0 0,-2 26 1308 0 0,1-84-1272 0 0,0 19-36 0 0,0 0-1 0 0,1 0 1 0 0,0 0-1 0 0,1 1 0 0 0,1-1 1 0 0,3-15-1 0 0,-3 20-29 0 0,0 0 1 0 0,1 1-1 0 0,0 0 0 0 0,0-1 1 0 0,0 1-1 0 0,1 0 0 0 0,0 1 1 0 0,0-1-1 0 0,0 1 0 0 0,1-1 0 0 0,0 1 1 0 0,0 1-1 0 0,0-1 0 0 0,1 1 1 0 0,-1 0-1 0 0,1 0 0 0 0,11-5 0 0 0,-11 6-10 0 0,1 1-1 0 0,0 1 1 0 0,0 0-1 0 0,0 0 1 0 0,0 0-1 0 0,0 0 1 0 0,0 1-1 0 0,0 1 1 0 0,0-1-1 0 0,0 1 1 0 0,0 0-1 0 0,0 1 1 0 0,0-1-1 0 0,-1 1 1 0 0,1 1-1 0 0,-1-1 1 0 0,11 6-1 0 0,-7-2 8 0 0,1 0 0 0 0,-1 1 0 0 0,0 0-1 0 0,0 0 1 0 0,-1 1 0 0 0,0 0 0 0 0,-1 1-1 0 0,0 0 1 0 0,10 13 0 0 0,0 7 47 0 0,24 53 0 0 0,-41-80-38 0 0,-1 0 0 0 0,1 0 0 0 0,-1 0 0 0 0,0-1 0 0 0,0 1 0 0 0,0 0 0 0 0,0 0-1 0 0,0 0 1 0 0,0 0 0 0 0,0-1 0 0 0,-1 1 0 0 0,1 0 0 0 0,-1 0 0 0 0,1 0 0 0 0,-1-1 0 0 0,0 1 0 0 0,1 0 0 0 0,-1-1 0 0 0,0 1 0 0 0,0-1 0 0 0,-2 3 0 0 0,-8 6-11 0 0,11-10 10 0 0,0 0 0 0 0,0 1-1 0 0,-1-1 1 0 0,1 0 0 0 0,0 0 0 0 0,0 0 0 0 0,0 0-1 0 0,0 0 1 0 0,0 0 0 0 0,-1 0 0 0 0,1 0 0 0 0,0 0-1 0 0,0 0 1 0 0,0 0 0 0 0,0 0 0 0 0,0 0 0 0 0,-1 0 0 0 0,1 0-1 0 0,0 0 1 0 0,0 0 0 0 0,0 0 0 0 0,0 0 0 0 0,0 0-1 0 0,-1 0 1 0 0,1 0 0 0 0,0 0 0 0 0,0 0 0 0 0,0 0-1 0 0,0 0 1 0 0,0-1 0 0 0,-1 1 0 0 0,1 0 0 0 0,0 0-1 0 0,0 0 1 0 0,0 0 0 0 0,0 0 0 0 0,0 0 0 0 0,0 0 0 0 0,0-1-1 0 0,0 1 1 0 0,0 0 0 0 0,-1 0 0 0 0,1 0 0 0 0,0 0-1 0 0,0 0 1 0 0,0-1 0 0 0,0 1 0 0 0,0 0 0 0 0,0 0-1 0 0,0 0 1 0 0,0 0 0 0 0,0 0 0 0 0,0-1 0 0 0,0 1-1 0 0,0 0 1 0 0,0 0 0 0 0,0-2-5 0 0,0 1-1 0 0,-1 0 1 0 0,0 0 0 0 0,1 0 0 0 0,-1-1-1 0 0,1 1 1 0 0,-1 0 0 0 0,0 0-1 0 0,0 0 1 0 0,0 0 0 0 0,0 0 0 0 0,0 0-1 0 0,0 0 1 0 0,0 1 0 0 0,0-1-1 0 0,0 0 1 0 0,-1 0 0 0 0,-8-8 14 0 0,3-4 28 0 0,1 0-1 0 0,0-1 1 0 0,1 0-1 0 0,-4-18 1 0 0,2 6 14 0 0,4 15-28 0 0,1 8-16 0 0,1 0-1 0 0,0 0 1 0 0,0 0 0 0 0,0 0-1 0 0,0 0 1 0 0,0 0 0 0 0,1 0-1 0 0,0 0 1 0 0,-1-1 0 0 0,1 1-1 0 0,0 0 1 0 0,1 0 0 0 0,-1-1-1 0 0,0 1 1 0 0,1 0 0 0 0,0 0-1 0 0,0 0 1 0 0,0 0 0 0 0,0 0-1 0 0,0 0 1 0 0,1 0 0 0 0,1-3 0 0 0,7-14-30 0 0,-10 19 20 0 0,0 0-1 0 0,1 0 0 0 0,-1 1 0 0 0,0-1 0 0 0,1 0 0 0 0,-1 0 0 0 0,1 0 0 0 0,-1 1 0 0 0,1-1 0 0 0,-1 0 0 0 0,1 0 1 0 0,0 1-1 0 0,0-1 0 0 0,-1 1 0 0 0,1-1 0 0 0,0 0 0 0 0,0 1 0 0 0,-1 0 0 0 0,1-1 0 0 0,0 1 0 0 0,0-1 0 0 0,0 1 1 0 0,0 0-1 0 0,0 0 0 0 0,0-1 0 0 0,-1 1 0 0 0,1 0 0 0 0,0 0 0 0 0,0 0 0 0 0,0 0 0 0 0,0 0 0 0 0,0 0 0 0 0,1 1 0 0 0,14-3-8 0 0,0 0 0 0 0,-1 1 0 0 0,1 1-1 0 0,0 1 1 0 0,0 1 0 0 0,0 0 0 0 0,-1 0-1 0 0,1 2 1 0 0,-1 0 0 0 0,25 10 0 0 0,-30-9 27 0 0,0 0 0 0 0,-1 1 0 0 0,0 0 0 0 0,0 0 0 0 0,0 1 0 0 0,-1 0 0 0 0,0 0 0 0 0,0 1 0 0 0,-1 0 0 0 0,0 1 0 0 0,0 0 1 0 0,-1 0-1 0 0,0 0 0 0 0,-1 0 0 0 0,7 18 0 0 0,-3-8 13 0 0,12 33 62 0 0,-21-49-91 0 0,1 0-1 0 0,0 0 0 0 0,-1 0 0 0 0,0 0 0 0 0,0 0 0 0 0,0 0 0 0 0,0 0 1 0 0,0 0-1 0 0,0 0 0 0 0,-1 0 0 0 0,1 0 0 0 0,-1 0 0 0 0,0 0 0 0 0,0 0 0 0 0,-3 5 1 0 0,-4 5-19 0 0,6-11-10 0 0,0 1 0 0 0,0-1-1 0 0,1 1 1 0 0,-1-1 0 0 0,1 1 0 0 0,0 0 0 0 0,0-1 0 0 0,0 1-1 0 0,0 0 1 0 0,0 0 0 0 0,0 0 0 0 0,1 0 0 0 0,-1 3 0 0 0,1-5-37 0 0,1 0 1 0 0,-1-1-1 0 0,0 1 1 0 0,0-1-1 0 0,0 1 1 0 0,0-1-1 0 0,0 1 1 0 0,0-1-1 0 0,0 1 0 0 0,0 0 1 0 0,0-1-1 0 0,0 1 1 0 0,0-1-1 0 0,0 1 1 0 0,-1-1-1 0 0,1 1 1 0 0,0 0-1 0 0,0-1 1 0 0,0 1-1 0 0,-1-1 1 0 0,1 1-1 0 0,0-1 1 0 0,-1 0-1 0 0,1 1 1 0 0,0-1-1 0 0,-1 1 0 0 0,1-1 1 0 0,-1 1-1 0 0,1-1 1 0 0,-1 0-1 0 0,1 1 1 0 0,-1-1-1 0 0,1 0 1 0 0,-1 0-1 0 0,1 1 1 0 0,-1-1-1 0 0,1 0 1 0 0,-1 0-1 0 0,1 0 1 0 0,-1 0-1 0 0,1 0 1 0 0,-1 0-1 0 0,0 1 1 0 0,1-1-1 0 0,-1 0 0 0 0,1-1 1 0 0,-1 1-1 0 0,1 0 1 0 0,-1 0-1 0 0,0 0 1 0 0,-3-3-4477 0 0,20-8 1154 0 0,-12-1 347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08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94 160 0 0,'-12'5'1903'0'0,"7"-3"-1187"0"0,0-1 0 0 0,0 1 0 0 0,0 0 0 0 0,0 1-1 0 0,0-1 1 0 0,1 1 0 0 0,-6 4 0 0 0,36 5 335 0 0,-18-7-974 0 0,0-1 0 0 0,0 0 0 0 0,0 0 0 0 0,1-1 1 0 0,-1 0-1 0 0,1-1 0 0 0,0 0 0 0 0,0 0 1 0 0,0-1-1 0 0,0 0 0 0 0,0-1 0 0 0,13 0 1 0 0,-7-1-48 0 0,-1-1 1 0 0,1 0 0 0 0,21-7 0 0 0,-31 7-21 0 0,0 0 0 0 0,0 0-1 0 0,0-1 1 0 0,0 0 0 0 0,0 1-1 0 0,0-2 1 0 0,-1 1 0 0 0,0 0 0 0 0,1-1-1 0 0,-1 0 1 0 0,5-7 0 0 0,-8 11-6 0 0,-1-1 0 0 0,1 0 0 0 0,-1 0 0 0 0,1 0 0 0 0,-1 1 0 0 0,0-1 0 0 0,0 0 0 0 0,1 0 0 0 0,-1 0 0 0 0,0 0 1 0 0,0 0-1 0 0,0 0 0 0 0,0 0 0 0 0,0 1 0 0 0,0-1 0 0 0,0 0 0 0 0,0 0 0 0 0,0 0 0 0 0,-1 0 0 0 0,1 0 0 0 0,0 0 0 0 0,0 0 1 0 0,-1 1-1 0 0,1-1 0 0 0,-1 0 0 0 0,1 0 0 0 0,-1 0 0 0 0,0 0 0 0 0,-19-21 105 0 0,16 19-70 0 0,-3-3 54 0 0,0 0 0 0 0,0 0 0 0 0,-1 1 0 0 0,0 0 0 0 0,0 1 0 0 0,0 0 0 0 0,0 0 0 0 0,-1 1 0 0 0,0 0 0 0 0,1 0 0 0 0,-1 1 0 0 0,0 0 0 0 0,-12-1 0 0 0,16 3-46 0 0,0-1 0 0 0,0 1 0 0 0,0 0 0 0 0,0 1 0 0 0,0-1 0 0 0,0 1 0 0 0,0 0-1 0 0,0 0 1 0 0,0 1 0 0 0,1-1 0 0 0,-1 1 0 0 0,0 0 0 0 0,1 0 0 0 0,-1 1 0 0 0,1-1 0 0 0,0 1 0 0 0,0 0-1 0 0,0 0 1 0 0,0 1 0 0 0,1-1 0 0 0,-1 1 0 0 0,1 0 0 0 0,0 0 0 0 0,0 0 0 0 0,-3 5 0 0 0,4-7-33 0 0,-21 49 221 0 0,22-48-247 0 0,0-1 1 0 0,1 1 0 0 0,-1-1 0 0 0,0 1-1 0 0,1-1 1 0 0,0 1 0 0 0,-1-1 0 0 0,1 1 0 0 0,0-1-1 0 0,1 1 1 0 0,-1-1 0 0 0,0 1 0 0 0,1-1-1 0 0,-1 1 1 0 0,1-1 0 0 0,0 1 0 0 0,0-1 0 0 0,0 0-1 0 0,0 1 1 0 0,2 2 0 0 0,1-1-154 0 0,0 0 0 0 0,1 0 0 0 0,0-1 0 0 0,0 1 0 0 0,0-1 0 0 0,0 0 0 0 0,0 0 1 0 0,1-1-1 0 0,0 0 0 0 0,-1 0 0 0 0,1 0 0 0 0,0 0 0 0 0,6 0 0 0 0,6 1-764 0 0,1 0 0 0 0,31-1 0 0 0,15-4-2446 0 0,-5-7-800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08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447 56 1121 0 0,'0'-2'203'0'0,"-1"0"1"0"0,1 1 0 0 0,-1-1 0 0 0,0 0 0 0 0,0 1 0 0 0,0-1 0 0 0,0 0 0 0 0,0 1 0 0 0,0-1 0 0 0,-1 1 0 0 0,1 0 0 0 0,0-1-1 0 0,-1 1 1 0 0,1 0 0 0 0,-1 0 0 0 0,1 0 0 0 0,-4-2 0 0 0,-7-6 1448 0 0,7 6-1421 0 0,0 1 0 0 0,0-1 1 0 0,-1 1-1 0 0,1 0 0 0 0,-1 0 1 0 0,0 1-1 0 0,1 0 0 0 0,-1 0 0 0 0,0 0 1 0 0,0 0-1 0 0,-11 1 0 0 0,-74 5 1126 0 0,84-4-1194 0 0,-31 3 721 0 0,-1 2 0 0 0,1 1-1 0 0,-72 24 1 0 0,109-31-881 0 0,1 0 1 0 0,0 0-1 0 0,0 0 0 0 0,-1 1 0 0 0,1-1 1 0 0,0 0-1 0 0,0 0 0 0 0,-1 0 0 0 0,1 0 1 0 0,0 0-1 0 0,0 0 0 0 0,-1 1 0 0 0,1-1 1 0 0,0 0-1 0 0,0 0 0 0 0,0 0 0 0 0,-1 1 1 0 0,1-1-1 0 0,0 0 0 0 0,0 0 0 0 0,0 0 1 0 0,0 1-1 0 0,0-1 0 0 0,-1 0 0 0 0,1 0 1 0 0,0 1-1 0 0,0-1 0 0 0,0 0 0 0 0,0 1 1 0 0,0-1-1 0 0,0 0 0 0 0,0 0 0 0 0,0 1 1 0 0,0-1-1 0 0,0 0 0 0 0,0 0 0 0 0,0 1 1 0 0,0-1-1 0 0,0 0 0 0 0,0 1 0 0 0,0-1 1 0 0,1 0-1 0 0,-1 0 0 0 0,0 1 0 0 0,0-1 1 0 0,0 0-1 0 0,0 0 0 0 0,0 1 0 0 0,1-1 1 0 0,-1 0-1 0 0,0 0 0 0 0,0 0 0 0 0,0 0 1 0 0,1 1-1 0 0,-1-1 0 0 0,0 0 0 0 0,0 0 1 0 0,1 0-1 0 0,-1 0 0 0 0,0 0 0 0 0,0 1 1 0 0,1-1-1 0 0,-1 0 0 0 0,0 0 0 0 0,0 0 1 0 0,1 0-1 0 0,-1 0 0 0 0,19 8-29 0 0,-18-8 31 0 0,28 7 2 0 0,52 8 0 0 0,-16-4-21 0 0,3 1-83 0 0,50 14-273 0 0,-100-21 319 0 0,-10-4 23 0 0,-1 0 0 0 0,1 1 0 0 0,-1 0 0 0 0,1 0 0 0 0,-1 1 0 0 0,0 0 0 0 0,0 0 0 0 0,0 1 1 0 0,0 0-1 0 0,-1 0 0 0 0,8 7 0 0 0,-14-11 29 0 0,1 1 0 0 0,-1 0 0 0 0,1-1 0 0 0,-1 1 0 0 0,0 0 0 0 0,1-1 0 0 0,-1 1 0 0 0,0 0 0 0 0,0 0 0 0 0,0-1 0 0 0,1 1 0 0 0,-1 0 0 0 0,0 0 0 0 0,0 0 0 0 0,0-1 0 0 0,0 1 0 0 0,0 0 0 0 0,-1 0 0 0 0,1 0 0 0 0,0-1 0 0 0,0 1 0 0 0,0 0 0 0 0,-1 0 0 0 0,1-1 0 0 0,0 1 0 0 0,-1 0 0 0 0,1-1 0 0 0,0 1 0 0 0,-1 0 0 0 0,1-1 0 0 0,-1 1 0 0 0,1-1 0 0 0,-1 1 0 0 0,-1 0 0 0 0,-24 18 110 0 0,9-11-115 0 0,1-1 0 0 0,-1-1 0 0 0,0 0 0 0 0,-1-1 0 0 0,0-1 0 0 0,1-1 0 0 0,-1-1 0 0 0,0 0-1 0 0,-29-1 1 0 0,25-2-608 0 0,1 0 1 0 0,0-2-1 0 0,-1 0 0 0 0,1-1 0 0 0,0-1 0 0 0,1-1 1 0 0,-36-16-1 0 0,21-3-2843 0 0,5-7-1681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09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0 158 1761 0 0,'6'-1'556'0'0,"-1"-1"1"0"0,1 0 0 0 0,-1-1-1 0 0,0 1 1 0 0,0-1-1 0 0,0 0 1 0 0,0 0 0 0 0,-1 0-1 0 0,1-1 1 0 0,-1 0-1 0 0,0 1 1 0 0,0-2-1 0 0,0 1 1 0 0,4-7 0 0 0,-1 3-314 0 0,0 1 0 0 0,0 0 0 0 0,0 0 0 0 0,10-7 0 0 0,33-29-136 0 0,-44 28-257 0 0,-6 11 172 0 0,-1 12 133 0 0,1-6-137 0 0,0-1 0 0 0,0 0 1 0 0,0 1-1 0 0,0-1 0 0 0,-1 1 1 0 0,1-1-1 0 0,0 0 0 0 0,-1 0 1 0 0,1 1-1 0 0,-1-1 0 0 0,0 0 1 0 0,1 0-1 0 0,-1 1 0 0 0,0-1 1 0 0,-2 2-1 0 0,-5 6 102 0 0,4-4-40 0 0,0 0 0 0 0,0 0 0 0 0,0 0 0 0 0,0 1 0 0 0,-4 9 0 0 0,-2 32 391 0 0,6-20-235 0 0,-6 15 58 0 0,6-29-246 0 0,0 1 0 0 0,2-1 0 0 0,0 1 0 0 0,-1 21 0 0 0,3 159-1636 0 0,0-191 1314 0 0,-1 0-1 0 0,1 0 0 0 0,1 0 0 0 0,-1 0 1 0 0,0 0-1 0 0,1 1 0 0 0,-1-1 0 0 0,1 0 0 0 0,2 5 1 0 0,-2-7 20 0 0,0 0 1 0 0,1 0-1 0 0,-1 0 1 0 0,0 0-1 0 0,1 0 1 0 0,-1 0-1 0 0,0 0 1 0 0,1-1 0 0 0,-1 1-1 0 0,1-1 1 0 0,-1 1-1 0 0,1-1 1 0 0,0 1-1 0 0,-1-1 1 0 0,3 0-1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10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60 3041 0 0,'-186'-18'5083'0'0,"45"17"-3229"0"0,136 1-1160 0 0,11-8 2135 0 0,11 8-2993 0 0,-15 1 433 0 0,3-1 38 0 0,-4 0-274 0 0,-1 1-1 0 0,1 0 1 0 0,0-1 0 0 0,-1 1-1 0 0,1 0 1 0 0,0-1-1 0 0,0 1 1 0 0,0-1 0 0 0,-1 1-1 0 0,1-1 1 0 0,0 1 0 0 0,0-1-1 0 0,0 0 1 0 0,0 1-1 0 0,0-1 1 0 0,0 0 0 0 0,0 0-1 0 0,0 0 1 0 0,0 0 0 0 0,0 1-1 0 0,1-2 1 0 0,36 5 121 0 0,-31-4-66 0 0,119 13 259 0 0,519 15 790 0 0,17-49-513 0 0,-547 12-417 0 0,162-33 0 0 0,-269 40-299 0 0,71-10 347 0 0,-75 12-473 0 0,0 0 0 0 0,-1 0 0 0 0,1 0 0 0 0,0 0 0 0 0,0 1 0 0 0,0-1 0 0 0,-1 1-1 0 0,1 0 1 0 0,0 0 0 0 0,0 1 0 0 0,-1-1 0 0 0,1 1 0 0 0,-1-1 0 0 0,0 1 0 0 0,1 0 0 0 0,-1 1 0 0 0,4 2 0 0 0,-4-2-528 0 0,-2-2 514 0 0,0 0 0 0 0,0 0 0 0 0,0 0 0 0 0,0-1 0 0 0,-1 1 0 0 0,1 0 0 0 0,0 0 0 0 0,0 0 0 0 0,-1 0 0 0 0,1 0 0 0 0,-1 1 0 0 0,1-1 0 0 0,-1 0 0 0 0,1 0 0 0 0,-1 0 0 0 0,0 0 0 0 0,1 2 0 0 0,-2 2-656 0 0,-1 0 0 0 0,1 0 0 0 0,-1-1 0 0 0,0 1 1 0 0,0-1-1 0 0,0 1 0 0 0,-1-1 0 0 0,-2 4 0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10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2 228 1921 0 0,'0'-1'58'0'0,"0"1"0"0"0,0 0 0 0 0,0 0 0 0 0,0 0 0 0 0,0 0 0 0 0,-1-1-1 0 0,1 1 1 0 0,0 0 0 0 0,0 0 0 0 0,0 0 0 0 0,0 0 0 0 0,0-1 0 0 0,0 1 0 0 0,0 0 0 0 0,0 0 0 0 0,0 0 0 0 0,0-1 0 0 0,0 1 0 0 0,0 0 0 0 0,0 0 0 0 0,0 0 0 0 0,0-1 0 0 0,0 1 0 0 0,0 0-1 0 0,0 0 1 0 0,0 0 0 0 0,0 0 0 0 0,0-1 0 0 0,0 1 0 0 0,0 0 0 0 0,1 0 0 0 0,-1 0 0 0 0,0-1 0 0 0,0 1 0 0 0,0 0 0 0 0,0 0 0 0 0,0 0 0 0 0,0 0 0 0 0,1 0 0 0 0,-1 0 0 0 0,0-1-1 0 0,0 1 1 0 0,0 0 0 0 0,0 0 0 0 0,1 0 0 0 0,-1 0 0 0 0,0 0 0 0 0,0 0 0 0 0,0 0 0 0 0,1 0 0 0 0,-1 0 0 0 0,0 0 0 0 0,0 0 0 0 0,0 0 0 0 0,1 0 0 0 0,-1 0 0 0 0,0 0 0 0 0,0 0 0 0 0,0 0-1 0 0,0 0 1 0 0,1 0 0 0 0,-1 0 0 0 0,0 0 0 0 0,19-7 1047 0 0,-16 7-967 0 0,-1-1 0 0 0,1 0 0 0 0,0 0 0 0 0,-1 0 0 0 0,0 0 0 0 0,1 0 0 0 0,-1-1 0 0 0,0 1 0 0 0,1-1 0 0 0,-1 0 0 0 0,0 1 0 0 0,0-1 0 0 0,0 0 0 0 0,-1 0 0 0 0,1 0 0 0 0,0-1 0 0 0,2-3 0 0 0,0 0-39 0 0,1 1 0 0 0,0-1 0 0 0,0 1 0 0 0,1 0 0 0 0,-1 0 0 0 0,1 1 0 0 0,8-5 0 0 0,-9 6-64 0 0,0-1-1 0 0,0 1 1 0 0,0-1 0 0 0,0 0-1 0 0,0 0 1 0 0,-1 0 0 0 0,0-1-1 0 0,0 0 1 0 0,0 1 0 0 0,4-10-1 0 0,9-14 172 0 0,-15 26-166 0 0,0-1 1 0 0,0-1 0 0 0,0 1 0 0 0,0 0-1 0 0,0 0 1 0 0,-1-1 0 0 0,0 1 0 0 0,0-1 0 0 0,0 1-1 0 0,2-7 1 0 0,-3 9-12 0 0,1 0-1 0 0,0 0 1 0 0,-1 0 0 0 0,1 0-1 0 0,0 0 1 0 0,0 1 0 0 0,0-1-1 0 0,0 0 1 0 0,0 1 0 0 0,0-1 0 0 0,0 1-1 0 0,0-1 1 0 0,0 1 0 0 0,0-1-1 0 0,0 1 1 0 0,0 0 0 0 0,0-1-1 0 0,0 1 1 0 0,2 0 0 0 0,-18 8 384 0 0,-1 30 161 0 0,-21 31 46 0 0,-61 82 1 0 0,73-115-555 0 0,20-26-67 0 0,0-1 1 0 0,0 1-1 0 0,1 1 1 0 0,0-1-1 0 0,1 0 1 0 0,0 1-1 0 0,1 0 0 0 0,0 0 1 0 0,0 0-1 0 0,1 0 1 0 0,1 0-1 0 0,1 20 0 0 0,-1-19-4 0 0,0-11-13 0 0,0-1 0 0 0,0 0 0 0 0,0 1 0 0 0,0-1 0 0 0,1 0 0 0 0,-1 1 0 0 0,0-1 0 0 0,0 0 0 0 0,0 1 0 0 0,0-1 0 0 0,0 0 0 0 0,1 0 0 0 0,-1 1 0 0 0,0-1-1 0 0,0 0 1 0 0,0 0 0 0 0,1 1 0 0 0,-1-1 0 0 0,0 0 0 0 0,0 0 0 0 0,1 1 0 0 0,-1-1 0 0 0,0 0 0 0 0,1 0 0 0 0,-1 0 0 0 0,0 0 0 0 0,0 0 0 0 0,1 1 0 0 0,-1-1 0 0 0,0 0 0 0 0,1 0 0 0 0,-1 0 0 0 0,0 0 0 0 0,1 0 0 0 0,-1 0 0 0 0,0 0 0 0 0,1 0 0 0 0,-1 0 0 0 0,0 0 0 0 0,1 0 0 0 0,-1-1 0 0 0,20-3-808 0 0,-15 2 448 0 0,17-5-908 0 0,-1 0 0 0 0,0-2 0 0 0,-1 0 0 0 0,32-21 0 0 0,13-21-3102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11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95 800 0 0,'-94'19'4707'0'0,"46"-10"-2474"0"0,0 1 0 0 0,-89 34 0 0 0,132-42-2152 0 0,0 0 1 0 0,1 0 0 0 0,0 0-1 0 0,-1 0 1 0 0,1 1 0 0 0,0-1 0 0 0,0 1-1 0 0,0 0 1 0 0,1 1 0 0 0,-1-1 0 0 0,-5 7-1 0 0,7-6-51 0 0,0 0-1 0 0,1 0 1 0 0,-1 1-1 0 0,1-1 0 0 0,0 1 1 0 0,0-1-1 0 0,1 1 1 0 0,-1 0-1 0 0,1-1 1 0 0,0 1-1 0 0,0 5 1 0 0,0-8-21 0 0,0 1 0 0 0,1-1 1 0 0,-1 1-1 0 0,1-1 1 0 0,-1 1-1 0 0,1-1 1 0 0,0 1-1 0 0,0-1 0 0 0,0 1 1 0 0,0-1-1 0 0,0 0 1 0 0,0 1-1 0 0,1-1 1 0 0,-1 0-1 0 0,1 0 0 0 0,0 0 1 0 0,-1 0-1 0 0,1-1 1 0 0,0 1-1 0 0,0 0 1 0 0,3 1-1 0 0,2 1-4 0 0,1 1 0 0 0,-1-2 0 0 0,1 1 0 0 0,13 3 0 0 0,-14-5 3 0 0,11 4 10 0 0,0-1 0 0 0,1-1 0 0 0,0-1 0 0 0,0 0 0 0 0,0-2 0 0 0,0 0 0 0 0,0-1 0 0 0,0-1 0 0 0,0-1 0 0 0,0 0 0 0 0,-1-1 0 0 0,1-1 0 0 0,-1-1 0 0 0,1-1 0 0 0,-1-1 0 0 0,20-10 0 0 0,-35 14-13 0 0,0 0-1 0 0,1 0 1 0 0,-2-1-1 0 0,1 1 1 0 0,0-1-1 0 0,-1 1 1 0 0,1-1-1 0 0,-1 0 0 0 0,0 0 1 0 0,-1 0-1 0 0,1-1 1 0 0,-1 1-1 0 0,1 0 1 0 0,-1 0-1 0 0,-1-1 1 0 0,1 1-1 0 0,0-1 1 0 0,-1 1-1 0 0,0-1 0 0 0,0 1 1 0 0,-1-1-1 0 0,1 1 1 0 0,-2-6-1 0 0,1 0 27 0 0,-1 1-1 0 0,0-1 0 0 0,0 1 0 0 0,-1 0 1 0 0,0 0-1 0 0,0 0 0 0 0,-1 0 1 0 0,0 0-1 0 0,-1 1 0 0 0,-9-14 1 0 0,-6 1-228 0 0,-1 0 0 0 0,-1 2 0 0 0,-26-18 1 0 0,29 25-1464 0 0,38 14-7085 0 0,11 2 5970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11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0 2801 0 0,'-22'2'631'0'0,"1"1"-1"0"0,-1 0 0 0 0,1 2 0 0 0,0 1 1 0 0,1 0-1 0 0,-1 1 0 0 0,1 2 1 0 0,0 0-1 0 0,1 1 0 0 0,0 0 0 0 0,-27 22 1 0 0,45-31-584 0 0,-1 0 0 0 0,0 0 0 0 0,1 1 0 0 0,-1-1 0 0 0,1 0 0 0 0,0 1 0 0 0,-1 0 0 0 0,1-1 0 0 0,0 1 0 0 0,0 0 0 0 0,0-1 0 0 0,-1 4 1 0 0,11 12 702 0 0,-5-12-605 0 0,3 2-66 0 0,0 0-1 0 0,1 0 1 0 0,0-1 0 0 0,0 0-1 0 0,0-1 1 0 0,0 0 0 0 0,1 0 0 0 0,0-1-1 0 0,0 0 1 0 0,0 0 0 0 0,0-1-1 0 0,1-1 1 0 0,16 4 0 0 0,18 1 46 0 0,76 2 1 0 0,-112-8-92 0 0,4-1-14 0 0,1 2-43 0 0,1-2-1 0 0,-1 1 1 0 0,1-2 0 0 0,-1 0 0 0 0,24-5-1 0 0,-36 5 25 0 0,0 0-1 0 0,-1 0 0 0 0,1 0 0 0 0,0 0 0 0 0,-1 0 0 0 0,1-1 1 0 0,-1 1-1 0 0,1 0 0 0 0,-1 0 0 0 0,1 0 0 0 0,-1-1 1 0 0,0 1-1 0 0,0 0 0 0 0,0-1 0 0 0,0 1 0 0 0,0 0 1 0 0,0 0-1 0 0,0-1 0 0 0,0 1 0 0 0,0 0 0 0 0,-1-2 0 0 0,-5-29 103 0 0,1 25-175 0 0,0 1 0 0 0,0-1-1 0 0,0 1 1 0 0,-1 0 0 0 0,0 1 0 0 0,0-1 0 0 0,-1 1-1 0 0,1 1 1 0 0,-1-1 0 0 0,0 1 0 0 0,-1 0-1 0 0,-8-3 1 0 0,-6-5-416 0 0,-43-26-2354 0 0,4 10-1813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8:11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1115 147 1761 0 0,'0'-1'80'0'0,"0"0"0"0"0,0 0 0 0 0,0 0 0 0 0,0 0 0 0 0,0 0 0 0 0,0 0 1 0 0,1 0-1 0 0,-1 0 0 0 0,0 0 0 0 0,1 0 0 0 0,-1 0 0 0 0,1 0 0 0 0,-1 0 0 0 0,1 0 1 0 0,-1 0-1 0 0,1 1 0 0 0,0-1 0 0 0,-1 0 0 0 0,1 0 0 0 0,0 1 0 0 0,0-1 0 0 0,-1 0 0 0 0,1 1 1 0 0,0-1-1 0 0,0 1 0 0 0,0-1 0 0 0,2 0 0 0 0,-3 1-16 0 0,1 0 0 0 0,0-1-1 0 0,0 1 1 0 0,0-1 0 0 0,-1 1 0 0 0,1-1-1 0 0,0 1 1 0 0,0-1 0 0 0,-1 1 0 0 0,1-1-1 0 0,0 0 1 0 0,-1 1 0 0 0,1-1 0 0 0,-1 0-1 0 0,1 1 1 0 0,-1-1 0 0 0,1 0 0 0 0,-1 0-1 0 0,0 0 1 0 0,1 1 0 0 0,-1-1 0 0 0,0 0 0 0 0,0 0-1 0 0,1 0 1 0 0,-1 0 0 0 0,0 0 0 0 0,0-1-1 0 0,0 1-32 0 0,0 0-1 0 0,0 1 1 0 0,0-1 0 0 0,0 0-1 0 0,-1 0 1 0 0,1 0-1 0 0,0 1 1 0 0,0-1-1 0 0,-1 0 1 0 0,1 1 0 0 0,-1-1-1 0 0,1 0 1 0 0,0 0-1 0 0,-1 1 1 0 0,1-1-1 0 0,-1 1 1 0 0,0-1 0 0 0,1 0-1 0 0,-1 1 1 0 0,1-1-1 0 0,-1 1 1 0 0,0-1-1 0 0,1 1 1 0 0,-1 0 0 0 0,0-1-1 0 0,0 1 1 0 0,1 0-1 0 0,-1-1 1 0 0,0 1-1 0 0,0 0 1 0 0,1 0 0 0 0,-2 0-1 0 0,1 0-15 0 0,1 0 1 0 0,-1 0-1 0 0,1-1 0 0 0,-1 1 0 0 0,0 0 0 0 0,1 0 1 0 0,-1 0-1 0 0,1 0 0 0 0,-1-1 0 0 0,1 1 1 0 0,-1 0-1 0 0,1-1 0 0 0,-1 1 0 0 0,1 0 0 0 0,-1-1 1 0 0,1 1-1 0 0,-1-1 0 0 0,1 1 0 0 0,0 0 1 0 0,-1-1-1 0 0,1 1 0 0 0,0-1 0 0 0,-1 1 0 0 0,1-1 1 0 0,0 1-1 0 0,0-1 0 0 0,-1 0 0 0 0,1 1 1 0 0,0-1-1 0 0,0 0 0 0 0,-5-1 145 0 0,-15-4-80 0 0,13-2-63 0 0,4 3-7 0 0,-4 3 43 0 0,6 2-36 0 0,0 0-1 0 0,0-1 1 0 0,0 1-1 0 0,0 0 0 0 0,0 0 1 0 0,1-1-1 0 0,-1 1 1 0 0,0-1-1 0 0,0 1 0 0 0,0-1 1 0 0,1 1-1 0 0,-1-1 0 0 0,0 1 1 0 0,0-1-1 0 0,1 1 1 0 0,-1-1-1 0 0,1 0 0 0 0,-1 0 1 0 0,1 1-1 0 0,-1-1 0 0 0,1 0 1 0 0,-1 0-1 0 0,1 0 1 0 0,0 1-1 0 0,-1-1 0 0 0,1 0 1 0 0,0 0-1 0 0,0 0 0 0 0,-1 0 1 0 0,1 0-1 0 0,0 0 1 0 0,0 0-1 0 0,0 1 0 0 0,0-3 1 0 0,-5 2 143 0 0,-42-6 547 0 0,-84 0-1 0 0,-18-2-38 0 0,123 8-631 0 0,0 1 1 0 0,-1 1 0 0 0,1 1-1 0 0,0 1 1 0 0,0 1-1 0 0,0 2 1 0 0,-43 14 0 0 0,-30 7 128 0 0,73-21-172 0 0,0 2 1 0 0,0 1 0 0 0,0 0-1 0 0,2 2 1 0 0,-1 2 0 0 0,1 0-1 0 0,1 1 1 0 0,0 1 0 0 0,-31 28-1 0 0,-6 27-20 0 0,57-67 21 0 0,0 0-1 0 0,0-1 1 0 0,1 1 0 0 0,-1 0 0 0 0,1 1 0 0 0,0-1 0 0 0,0 0 0 0 0,0 1 0 0 0,0-1 0 0 0,0 1 0 0 0,1-1 0 0 0,-1 1 0 0 0,1 0 0 0 0,0 0 0 0 0,0 0 0 0 0,1 0 0 0 0,-1 0 0 0 0,1-1-1 0 0,0 1 1 0 0,0 0 0 0 0,0 0 0 0 0,0 0 0 0 0,1 0 0 0 0,0 0 0 0 0,0 0 0 0 0,0 0 0 0 0,0 0 0 0 0,2 3 0 0 0,4 5-6 0 0,0-1 0 0 0,1-1 0 0 0,0 1 1 0 0,1-1-1 0 0,0-1 0 0 0,0 0 0 0 0,1 0 0 0 0,0-1 0 0 0,1 0 0 0 0,0 0 1 0 0,0-2-1 0 0,0 1 0 0 0,1-1 0 0 0,0-1 0 0 0,24 8 0 0 0,131 37-5 0 0,-37-13-34 0 0,-74-21 48 0 0,0-3-1 0 0,1-2 1 0 0,0-3 0 0 0,1-2 0 0 0,79-2-1 0 0,185 1-63 0 0,181-15 226 0 0,-468 8-172 0 0,-1 0-22 0 0,53 4 0 0 0,-70-1 34 0 0,0-1 0 0 0,0-1 0 0 0,0 0 0 0 0,21-5 0 0 0,12 0 0 0 0,1-2-22 0 0,0-3-1 0 0,82-26 1 0 0,-89 26 86 0 0,-32 9-64 0 0,-1-1 1 0 0,0 0-1 0 0,0 0 1 0 0,16-8 0 0 0,-22-1-1 0 0,0-2 0 0 0,1 11 0 0 0,-6 3 0 0 0,1 0 0 0 0,0 0 0 0 0,0 0 0 0 0,0-1 0 0 0,-1 1 0 0 0,1 0 0 0 0,0-1 0 0 0,0 1 0 0 0,-1 0 0 0 0,1-1 0 0 0,0 1 0 0 0,-1-1 0 0 0,1 1 0 0 0,0-1 0 0 0,-1 0 0 0 0,1 1 0 0 0,-1-1 0 0 0,1 0 0 0 0,-1 1 0 0 0,1-1 0 0 0,-1 0 0 0 0,1 1 0 0 0,-1-1 0 0 0,0 0 0 0 0,1 0 0 0 0,-1 0 0 0 0,0 1 0 0 0,0-1 0 0 0,0 0 0 0 0,0 0 0 0 0,1 0 0 0 0,-1 1 0 0 0,0-1 0 0 0,0 0 0 0 0,-1 0 0 0 0,1 0 0 0 0,0 0 0 0 0,0 1 0 0 0,0-1 0 0 0,0 0 0 0 0,-1 0 0 0 0,1 0 0 0 0,-1-1 0 0 0,-21-33 30 0 0,13 20-4 0 0,0 0 0 0 0,-1 0 0 0 0,0 1 0 0 0,-21-20 0 0 0,8 9 13 0 0,12 12-8 0 0,0 1-1 0 0,-1 0 0 0 0,-26-19 0 0 0,-28-5 47 0 0,0 3-1 0 0,-2 3 1 0 0,-78-24 0 0 0,39 25 188 0 0,-220-28 0 0 0,309 54-208 0 0,-62-4 328 0 0,-147 5 0 0 0,-40-2 512 0 0,261 4-933 0 0,-60-1 164 0 0,64 0-219 0 0,0 1-1 0 0,1 0 1 0 0,-1 0 0 0 0,0 1-1 0 0,1-1 1 0 0,-1 0 0 0 0,0 1-1 0 0,0-1 1 0 0,1 1 0 0 0,-1-1 0 0 0,1 1-1 0 0,-1 0 1 0 0,0-1 0 0 0,1 1-1 0 0,-1 0 1 0 0,1 0 0 0 0,0 0-1 0 0,-1 1 1 0 0,1-1 0 0 0,0 0-1 0 0,0 0 1 0 0,0 1 0 0 0,0-1 0 0 0,0 0-1 0 0,0 1 1 0 0,0-1 0 0 0,0 1-1 0 0,0 0 1 0 0,1-1 0 0 0,-1 1-1 0 0,1-1 1 0 0,-1 4 0 0 0,1 22-2190 0 0,0 9-1001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9:23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8046 4402 0 0,'0'-79'3402'0'0,"0"77"-3388"0"0,0 1 1 0 0,0 0 0 0 0,0-1 0 0 0,0 1 0 0 0,0-1 0 0 0,0 1 0 0 0,0 0 0 0 0,1-1 0 0 0,-1 1 0 0 0,1-1 0 0 0,-1 1 0 0 0,1 0 0 0 0,0 0-1 0 0,-1-1 1 0 0,1 1 0 0 0,0 0 0 0 0,0 0 0 0 0,0 0 0 0 0,-1 0 0 0 0,1 0 0 0 0,1 0 0 0 0,-1 0 0 0 0,0 0 0 0 0,2-1 0 0 0,-2 1-16 0 0,0 1 1 0 0,0-1-1 0 0,0 0 1 0 0,0 0-1 0 0,0 1 1 0 0,-1-1-1 0 0,1 0 0 0 0,0 0 1 0 0,0 0-1 0 0,-1 0 1 0 0,1 0-1 0 0,0 0 1 0 0,-1 0-1 0 0,1 0 1 0 0,-1-1-1 0 0,1 1 1 0 0,-1 0-1 0 0,0 0 1 0 0,1 0-1 0 0,-1 0 1 0 0,0-1-1 0 0,0 1 1 0 0,0 0-1 0 0,0-2 1 0 0,0-1 17 0 0,1 0 0 0 0,0 0-1 0 0,0 0 1 0 0,0 0 0 0 0,0 0 0 0 0,1 1 0 0 0,-1-1 0 0 0,1 0 0 0 0,0 1 0 0 0,0 0 0 0 0,0-1-1 0 0,1 1 1 0 0,-1 0 0 0 0,4-3 0 0 0,-2 1 25 0 0,-1 1-1 0 0,1-1 1 0 0,-1 0-1 0 0,0 0 1 0 0,0 0-1 0 0,-1 0 1 0 0,0 0-1 0 0,2-6 1 0 0,-1-3 39 0 0,-2 0-1 0 0,0 1 1 0 0,0-18 0 0 0,3-43 143 0 0,2 54-173 0 0,0 1 0 0 0,1 1 0 0 0,15-28 1 0 0,-14 30 5 0 0,0-1 1 0 0,-1 0 0 0 0,-1 0-1 0 0,5-20 1 0 0,3-39 107 0 0,-4 0-1 0 0,1-114 1 0 0,-13 155-113 0 0,-1 0 0 0 0,-2 0 0 0 0,-13-46 0 0 0,11 51-7 0 0,-1 4 79 0 0,-1 1 1 0 0,-1 0-1 0 0,-16-29 0 0 0,-7-15 86 0 0,17 30-127 0 0,-1 0 70 0 0,1-1 0 0 0,3 0-1 0 0,-10-45 1 0 0,13-1-60 0 0,1 41-80 0 0,3 18 14 0 0,2 1 0 0 0,-2-49 0 0 0,4 42 34 0 0,-12-67 1 0 0,9 67 29 0 0,-5-67 1 0 0,10-155 82 0 0,2 231-135 0 0,0 0 1 0 0,2 0-1 0 0,0 1 0 0 0,2-1 1 0 0,16-44-1 0 0,-1 4-22 0 0,-11 31-3 0 0,1 1-1 0 0,2 1 0 0 0,2 0 1 0 0,26-44-1 0 0,24-37 16 0 0,-40 67 23 0 0,56-80 0 0 0,-58 97-69 0 0,1 1-1 0 0,1 1 0 0 0,2 1 0 0 0,0 2 0 0 0,33-22 1 0 0,-45 32-63 0 0,0 0 1 0 0,-1 0-1 0 0,0-2 1 0 0,-1 0-1 0 0,-1 0 1 0 0,19-30-1 0 0,6-7-97 0 0,156-245 1055 0 0,-85 121-489 0 0,-86 144-314 0 0,-2-2 0 0 0,20-46 0 0 0,-34 63-11 0 0,0 0-1 0 0,0-1 1 0 0,-2 1 0 0 0,0-1-1 0 0,-1 0 1 0 0,-1 0-1 0 0,0-21 1 0 0,-1 18 31 0 0,-1 0 0 0 0,-1 0 0 0 0,-1 0 0 0 0,-1 0 0 0 0,-1 1 0 0 0,0-1 0 0 0,-12-30 0 0 0,6 35-70 0 0,9 14-15 0 0,-1 1-1 0 0,1-1 0 0 0,0 1 0 0 0,0-1 0 0 0,0 0 0 0 0,0 0 0 0 0,0 1 1 0 0,0-1-1 0 0,0 0 0 0 0,1 0 0 0 0,-1 0 0 0 0,1 0 0 0 0,-1 0 0 0 0,1 0 0 0 0,0 0 1 0 0,0 0-1 0 0,0 0 0 0 0,0 0 0 0 0,0 0 0 0 0,0 0 0 0 0,0 0 0 0 0,1 0 0 0 0,-1 0 1 0 0,2-3-1 0 0,43-87 324 0 0,-44 90-333 0 0,0 1 1 0 0,0 0-1 0 0,-1 0 0 0 0,1 0 1 0 0,0 0-1 0 0,0 0 0 0 0,1 0 1 0 0,-1 0-1 0 0,0 0 0 0 0,0 0 0 0 0,0 1 1 0 0,1-1-1 0 0,-1 0 0 0 0,0 1 1 0 0,1-1-1 0 0,-1 1 0 0 0,3-1 1 0 0,-3 1-79 0 0,-16 2 57 0 0,15-3 21 0 0,0 1 0 0 0,0 0 0 0 0,0 0 0 0 0,-1 0 0 0 0,1 0 0 0 0,0 0 0 0 0,0 0 0 0 0,0 0 0 0 0,0 0 0 0 0,-1 0 0 0 0,1 0 0 0 0,0 0 0 0 0,0 0 0 0 0,0 0 0 0 0,0 0 0 0 0,-1 0 0 0 0,1 0 0 0 0,0 0 0 0 0,0 0 0 0 0,0 0 0 0 0,0 0 0 0 0,0 0 0 0 0,-1 0 0 0 0,1 0-1 0 0,0 0 1 0 0,0 1 0 0 0,0-1 0 0 0,0 0 0 0 0,0 0 0 0 0,-1 0 0 0 0,1 0 0 0 0,0 0 0 0 0,0 0 0 0 0,0 0 0 0 0,0 1 0 0 0,0-1 0 0 0,0 0 0 0 0,0 0 0 0 0,0 0 0 0 0,0 0 0 0 0,-1 0 0 0 0,1 1 0 0 0,0-1 0 0 0,0 0 0 0 0,0 0 0 0 0,0 0 0 0 0,0 0 0 0 0,0 1 0 0 0,0-1 0 0 0,0 0 0 0 0,0 0 0 0 0,0 0 0 0 0,0 0 0 0 0,0 1 0 0 0,0-1 0 0 0,0 0 0 0 0,0 0 0 0 0,1 0 0 0 0,-1 6 254 0 0,0-5-174 0 0,0-1-75 0 0,0-1-1 0 0,1 1 0 0 0,-1 0 1 0 0,0-1-1 0 0,0 1 0 0 0,0 0 1 0 0,0-1-1 0 0,0 1 0 0 0,0 0 1 0 0,0-1-1 0 0,0 1 0 0 0,0 0 0 0 0,0-1 1 0 0,0 1-1 0 0,0 0 0 0 0,0-1 1 0 0,0 1-1 0 0,0 0 0 0 0,0-1 1 0 0,-1 1-1 0 0,1 0 0 0 0,0-1 1 0 0,0 1-1 0 0,0 0 0 0 0,0-1 1 0 0,-1 1-1 0 0,1 0 0 0 0,0-1 1 0 0,0 1-1 0 0,-1 0 0 0 0,1 0 1 0 0,0 0-1 0 0,-1-1 0 0 0,1 1 1 0 0,0 0-1 0 0,-1 0 0 0 0,0-1 2 0 0,0 1-1 0 0,0 0 0 0 0,0-1 1 0 0,1 1-1 0 0,-1-1 1 0 0,0 1-1 0 0,0 0 0 0 0,0-1 1 0 0,1 0-1 0 0,-1 1 1 0 0,0-1-1 0 0,0 0 0 0 0,1 1 1 0 0,-1-1-1 0 0,1 0 0 0 0,-1 0 1 0 0,0 1-1 0 0,1-1 1 0 0,0 0-1 0 0,-1 0 0 0 0,1 0 1 0 0,-1 0-1 0 0,1 0 1 0 0,0 0-1 0 0,0 0 0 0 0,0 1 1 0 0,-1-3-1 0 0,-7-23 84 0 0,3 16-81 0 0,1 0 0 0 0,1 0 0 0 0,-1 0 0 0 0,2 0 0 0 0,-1-1 0 0 0,1 0 0 0 0,1 1 0 0 0,0-1 0 0 0,1-17 0 0 0,-2 2-22 0 0,0 0 0 0 0,-9-37 0 0 0,6 35 6 0 0,0 0 0 0 0,0-42 0 0 0,3 45 39 0 0,0 0 0 0 0,-8-36 1 0 0,5 42-55 0 0,2-1 1 0 0,0 1 0 0 0,1-1-1 0 0,1 0 1 0 0,3-35 0 0 0,48-167-888 0 0,-31 153 478 0 0,18-127 0 0 0,-32-82 588 0 0,-6 169-112 0 0,1 51-46 0 0,-2 1 0 0 0,-3-1 1 0 0,-3 1-1 0 0,-2 1 0 0 0,-2 0 1 0 0,-3 0-1 0 0,-22-53 0 0 0,5 40 11 0 0,15 33-40 0 0,-20-59 0 0 0,24 52 20 0 0,-2-1-77 0 0,-12-72 0 0 0,11 5-299 0 0,-4-171 1 0 0,19 256 323 0 0,1-1 0 0 0,1 1 0 0 0,2-1 0 0 0,0 1 0 0 0,2 0 0 0 0,15-50 0 0 0,0 19 50 0 0,-16 43 37 0 0,1 0 0 0 0,1 0 0 0 0,0 0 0 0 0,8-13 0 0 0,9 4-247 0 0,-36 31-101 0 0,68 23-9 0 0,234 71 545 0 0,-106-40-104 0 0,-137-49-106 0 0,0-1 1 0 0,1-3-1 0 0,-1-1 1 0 0,56 0-1 0 0,-22 0 79 0 0,0-7 93 0 0,-75-1-41 0 0,-5-1-118 0 0,0 1-2 0 0,0-1 1 0 0,0 0 0 0 0,0 0 0 0 0,0 1-1 0 0,-1-1 1 0 0,1 0 0 0 0,0 1 0 0 0,0-1-1 0 0,-1 0 1 0 0,1 1 0 0 0,-1-1 0 0 0,1 0-1 0 0,0 1 1 0 0,-1-1 0 0 0,1 1-1 0 0,-1-1 1 0 0,1 1 0 0 0,-1-1 0 0 0,0 1-1 0 0,1-1 1 0 0,-1 1 0 0 0,1 0 0 0 0,-1-1-1 0 0,0 1 1 0 0,1 0 0 0 0,-1-1 0 0 0,0 1-1 0 0,0 0 1 0 0,0 0 0 0 0,-245-135 1040 0 0,110 50-635 0 0,67 39-550 0 0,-1 3 0 0 0,-113-49 0 0 0,111 70-962 0 0,70 21 989 0 0,-1 0-1 0 0,0 1 1 0 0,0-1 0 0 0,0 1-1 0 0,0 0 1 0 0,0-1 0 0 0,0 2 0 0 0,0-1-1 0 0,1 0 1 0 0,-1 0 0 0 0,0 1-1 0 0,0-1 1 0 0,0 1 0 0 0,0 0-1 0 0,1 0 1 0 0,-1 0 0 0 0,0 1-1 0 0,1-1 1 0 0,-1 0 0 0 0,1 1-1 0 0,-4 2 1 0 0,4-1-56 0 0,1-1 0 0 0,0 1 0 0 0,-1 0 0 0 0,1-1 0 0 0,0 1 0 0 0,0 0 0 0 0,1 0 0 0 0,-1 0 0 0 0,1-1-1 0 0,-1 5 1 0 0,-2 11-720 0 0,-22 70-3562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9:23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1196 1 1761 0 0,'-182'25'7043'0'0,"-83"-14"-5122"0"0,53 22-2321 0 0,31 5 160 0 0,67 20 480 0 0,-7 24-80 0 0,30 26-480 0 0,61-6-401 0 0,30-6-2720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56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2 296 720 0 0,'0'0'2762'0'0,"5"0"-241"0"0,12 0 686 0 0,-39 0 1176 0 0,21 0-4322 0 0,1-1 0 0 0,0 1-1 0 0,0 0 1 0 0,0-1 0 0 0,0 1 0 0 0,-1-1 0 0 0,1 1 0 0 0,0 0-1 0 0,0-1 1 0 0,0 1 0 0 0,0 0 0 0 0,0-1 0 0 0,0 1 0 0 0,0-1 0 0 0,0 1-1 0 0,0 0 1 0 0,0-1 0 0 0,0 1 0 0 0,1 0 0 0 0,-1-1 0 0 0,0 1-1 0 0,0-1 1 0 0,0 1 0 0 0,0 0 0 0 0,0-1 0 0 0,1 1 0 0 0,-1 0-1 0 0,0-1 1 0 0,0 1 0 0 0,1 0 0 0 0,-1 0 0 0 0,0-1 0 0 0,1 1-1 0 0,-1 0 1 0 0,0 0 0 0 0,1-1 0 0 0,-1 1 0 0 0,0 0 0 0 0,1 0 0 0 0,0 0-1 0 0,19-4 135 0 0,0-1 1 0 0,0 0-1 0 0,0-2 0 0 0,32-14 0 0 0,-8 4-50 0 0,-5 3-54 0 0,-1-2 0 0 0,0-1 0 0 0,-1-2 0 0 0,-1-1 1 0 0,42-32-1 0 0,7-13 149 0 0,-80 47-183 0 0,-5 16 19 0 0,0 6 58 0 0,0 4-101 0 0,-1 0 0 0 0,1 0 1 0 0,-1-1-1 0 0,-1 1 0 0 0,0-1 0 0 0,0 1 1 0 0,-3 7-1 0 0,-7 29 74 0 0,6 11-7 0 0,3-1 0 0 0,5 67-1 0 0,0-27-184 0 0,-2-90 8 0 0,0 0 0 0 0,0-1 1 0 0,0 1-1 0 0,1 0 1 0 0,-1 0-1 0 0,1 0 1 0 0,0-1-1 0 0,0 1 0 0 0,1-1 1 0 0,-1 1-1 0 0,1-1 1 0 0,0 1-1 0 0,0-1 1 0 0,0 0-1 0 0,0 0 0 0 0,0 0 1 0 0,1 0-1 0 0,-1 0 1 0 0,1 0-1 0 0,0-1 0 0 0,0 1 1 0 0,0-1-1 0 0,0 0 1 0 0,0 0-1 0 0,1 0 1 0 0,-1 0-1 0 0,0 0 0 0 0,1-1 1 0 0,0 0-1 0 0,-1 0 1 0 0,1 0-1 0 0,5 1 0 0 0,5 0-620 0 0,0-1-1 0 0,0 0 0 0 0,-1-1 0 0 0,1 0 0 0 0,0-1 0 0 0,0-1 0 0 0,24-5 0 0 0,53-21-5078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56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0 1121 0 0,'-5'0'2161'0'0,"-12"1"-547"0"0,1 0 1 0 0,-33 8 0 0 0,-70 26 703 0 0,119-35-2304 0 0,-11 4 135 0 0,1 0 1 0 0,-1 0-1 0 0,1 1 1 0 0,-10 7-1 0 0,17-11-117 0 0,1 1-1 0 0,0-1 1 0 0,-1 1 0 0 0,1 0 0 0 0,0 0 0 0 0,0 0-1 0 0,0 0 1 0 0,0 0 0 0 0,1 0 0 0 0,-1 1-1 0 0,0-1 1 0 0,1 0 0 0 0,0 1 0 0 0,-1 0-1 0 0,1-1 1 0 0,0 1 0 0 0,0 0 0 0 0,1-1 0 0 0,-1 1-1 0 0,0 5 1 0 0,1-6 9 0 0,0 0 1 0 0,1 0-1 0 0,-1 0 0 0 0,0 0 1 0 0,1-1-1 0 0,-1 1 0 0 0,1 0 1 0 0,0 0-1 0 0,0 0 0 0 0,0-1 1 0 0,-1 1-1 0 0,2 0 0 0 0,-1-1 1 0 0,0 1-1 0 0,0-1 0 0 0,0 1 0 0 0,4 2 1 0 0,3 5 201 0 0,-4-4-173 0 0,1-1 0 0 0,-1 1 0 0 0,1-1-1 0 0,-1 0 1 0 0,1-1 0 0 0,1 1 0 0 0,-1-1 0 0 0,0 0-1 0 0,1 0 1 0 0,0 0 0 0 0,-1-1 0 0 0,1 0 0 0 0,11 2-1 0 0,-4-1-27 0 0,1 0 0 0 0,-1-1-1 0 0,1-1 1 0 0,-1 0 0 0 0,23-2-1 0 0,-23-1 2 0 0,-1-1-1 0 0,0 0 0 0 0,0 0 1 0 0,-1-1-1 0 0,18-9 0 0 0,-25 12-20 0 0,-1 0-1 0 0,0-1 0 0 0,1 1 0 0 0,-1-1 0 0 0,0 0 1 0 0,0 0-1 0 0,0 0 0 0 0,0 0 0 0 0,-1-1 0 0 0,1 1 1 0 0,0-1-1 0 0,-1 0 0 0 0,0 1 0 0 0,0-1 0 0 0,0 0 1 0 0,0-1-1 0 0,0 1 0 0 0,0 0 0 0 0,-1 0 0 0 0,0-1 1 0 0,2-5-1 0 0,-3 4-56 0 0,1 0 0 0 0,-2 0 1 0 0,1 0-1 0 0,-1 0 0 0 0,1 0 1 0 0,-1 0-1 0 0,-1 0 0 0 0,1 0 1 0 0,-1 1-1 0 0,0-1 0 0 0,0 0 1 0 0,0 1-1 0 0,-1-1 0 0 0,1 1 1 0 0,-1 0-1 0 0,0 0 0 0 0,0 0 0 0 0,-1 0 1 0 0,1 1-1 0 0,-1-1 0 0 0,0 1 1 0 0,0 0-1 0 0,0 0 0 0 0,0 0 1 0 0,0 1-1 0 0,-1-1 0 0 0,1 1 1 0 0,-1 0-1 0 0,-7-2 0 0 0,-10-2-6100 0 0,30 8 1834 0 0,6 1 4319 0 0,16 3-2566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6:57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45 480 0 0,'-20'0'1519'0'0,"10"-1"-698"0"0,1 1 1 0 0,-1 0 0 0 0,1 1-1 0 0,-1 0 1 0 0,1 1 0 0 0,-14 4-1 0 0,-44 7 917 0 0,39-8-968 0 0,1 1 0 0 0,-28 9-1 0 0,49-13-616 0 0,1 0 0 0 0,-1 0 0 0 0,1 0 0 0 0,-1 1 1 0 0,1 0-1 0 0,0 0 0 0 0,0 1 0 0 0,0-1 0 0 0,0 1 0 0 0,1 0 0 0 0,0 1 0 0 0,0-1 0 0 0,0 1 0 0 0,0-1 0 0 0,-3 6 1 0 0,-23 46 339 0 0,29-56-487 0 0,1 1 1 0 0,0-1-1 0 0,-1 1 0 0 0,1-1 0 0 0,0 1 1 0 0,-1 0-1 0 0,1-1 0 0 0,0 1 0 0 0,0-1 1 0 0,-1 1-1 0 0,1 0 0 0 0,0-1 0 0 0,0 1 1 0 0,0 0-1 0 0,0 0 0 0 0,0-1 0 0 0,0 1 1 0 0,0 0-1 0 0,0-1 0 0 0,0 1 1 0 0,0 0-1 0 0,1-1 0 0 0,-1 1 0 0 0,0 0 1 0 0,0-1-1 0 0,1 1 0 0 0,-1-1 0 0 0,0 1 1 0 0,1 0-1 0 0,-1-1 0 0 0,0 1 0 0 0,1-1 1 0 0,-1 1-1 0 0,1 0 0 0 0,24 11 64 0 0,-21-11-65 0 0,31 11-11 0 0,1-1 1 0 0,0-2-1 0 0,47 5 1 0 0,-64-12 19 0 0,1 0 1 0 0,-1-2-1 0 0,0 0 0 0 0,1-1 0 0 0,-1-1 1 0 0,0-1-1 0 0,0 0 0 0 0,24-9 0 0 0,-42 12-8 0 0,1-1-1 0 0,-1 0 1 0 0,1 1-1 0 0,-1-1 0 0 0,1 0 1 0 0,-1 0-1 0 0,0 0 1 0 0,1 0-1 0 0,-1 0 1 0 0,0 0-1 0 0,0 0 1 0 0,0-1-1 0 0,0 1 0 0 0,0 0 1 0 0,0-1-1 0 0,0 1 1 0 0,0 0-1 0 0,0-1 1 0 0,-1 1-1 0 0,1-1 1 0 0,0-2-1 0 0,0 2 7 0 0,-1-1-1 0 0,0 0 1 0 0,0 0 0 0 0,0 0 0 0 0,0 1-1 0 0,0-1 1 0 0,-1 0 0 0 0,1 0-1 0 0,-1 1 1 0 0,0-1 0 0 0,0 0-1 0 0,0 1 1 0 0,0-1 0 0 0,0 0-1 0 0,-2-2 1 0 0,-12-15 53 0 0,0 0-1 0 0,-1 1 0 0 0,-1 1 1 0 0,0 1-1 0 0,-39-29 1 0 0,44 38-127 0 0,1 0 0 0 0,-2 1 1 0 0,1 0-1 0 0,-1 1 0 0 0,0 0 0 0 0,-15-4 0 0 0,21 8-247 0 0,-1 0 0 0 0,1 1 1 0 0,-1 0-1 0 0,0 0 0 0 0,-10 1 0 0 0,13 0-289 0 0,-1 1-1 0 0,1 0 1 0 0,0 0 0 0 0,0 0 0 0 0,-1 0-1 0 0,1 1 1 0 0,0 0 0 0 0,-7 3 0 0 0,-18 14-5165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01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1 305 1841 0 0,'14'-9'3142'0'0,"-4"4"-2549"0"0,-9 1 1314 0 0,-13 2-976 0 0,12 1-102 0 0,12-3-161 0 0,-12 4-622 0 0,1 0 0 0 0,-1 0 0 0 0,1 0 0 0 0,-1-1 0 0 0,0 1 0 0 0,1 0 0 0 0,-1 0 0 0 0,0-1 0 0 0,1 1 0 0 0,-1 0 0 0 0,0-1 0 0 0,1 1 0 0 0,-1-1 0 0 0,0 1 0 0 0,0 0 0 0 0,1-1 0 0 0,-1 1 0 0 0,0-1 0 0 0,0 1 0 0 0,0 0 0 0 0,0-1 0 0 0,0 1 0 0 0,0-1 0 0 0,0 1 0 0 0,1-1 0 0 0,-1 1 0 0 0,0-1 0 0 0,3-9 427 0 0,8 1-96 0 0,0 0 0 0 0,0 0-1 0 0,19-9 1 0 0,23-18 357 0 0,-3 0-268 0 0,-41 31-402 0 0,-1 0 0 0 0,0-1 0 0 0,0 0 0 0 0,-1 0-1 0 0,1 0 1 0 0,-2-1 0 0 0,1 0 0 0 0,8-11 0 0 0,-9 11-53 0 0,1 0 0 0 0,1 0 0 0 0,-1 1 1 0 0,1 0-1 0 0,0 0 0 0 0,0 1 0 0 0,1 0 1 0 0,0 1-1 0 0,0 0 0 0 0,10-4 0 0 0,-7 3 26 0 0,-7-2-25 0 0,-5 9 2 0 0,0 2 2 0 0,0 0-1 0 0,-1 0 0 0 0,1 0 1 0 0,-1 0-1 0 0,0 0 0 0 0,0 0 1 0 0,0 0-1 0 0,-1 0 1 0 0,0-1-1 0 0,1 1 0 0 0,-5 5 1 0 0,-8 19 173 0 0,8-11-54 0 0,0 0 0 0 0,1 1 1 0 0,1 0-1 0 0,1 0 0 0 0,0 0 1 0 0,0 35-1 0 0,2-27-50 0 0,-2 0-1 0 0,-10 47 1 0 0,9-57-38 0 0,0-1-1 0 0,1 1 1 0 0,1 0 0 0 0,0 0-1 0 0,2 0 1 0 0,0 0-1 0 0,0 0 1 0 0,2 0 0 0 0,3 18-1 0 0,-4-29-41 0 0,0-1 0 0 0,1 0 0 0 0,-1 0 0 0 0,1 0-1 0 0,0 0 1 0 0,0-1 0 0 0,0 1 0 0 0,1 0 0 0 0,0-1 0 0 0,-1 0-1 0 0,1 0 1 0 0,4 4 0 0 0,-6-6-102 0 0,1 0-1 0 0,0 0 1 0 0,-1 0 0 0 0,1 0 0 0 0,0 0 0 0 0,0 0-1 0 0,0-1 1 0 0,0 1 0 0 0,0-1 0 0 0,0 1-1 0 0,0-1 1 0 0,0 0 0 0 0,0 1 0 0 0,0-1-1 0 0,0 0 1 0 0,0-1 0 0 0,0 1 0 0 0,0 0-1 0 0,0 0 1 0 0,0-1 0 0 0,0 1 0 0 0,0-1-1 0 0,0 0 1 0 0,0 0 0 0 0,-1 1 0 0 0,1-1-1 0 0,0 0 1 0 0,0-1 0 0 0,2-1 0 0 0,57-48-4826 0 0,24-26-1920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01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277 134 3842 0 0,'-52'9'3478'0'0,"34"-7"-3069"0"0,0 0-1 0 0,0 2 1 0 0,0 0-1 0 0,1 0 1 0 0,-1 2-1 0 0,2 0 1 0 0,-1 1-1 0 0,0 1 1 0 0,-15 10-1 0 0,29-16-343 0 0,0 0 0 0 0,1 0 0 0 0,-1 0-1 0 0,1 1 1 0 0,0-1 0 0 0,-1 0 0 0 0,1 1-1 0 0,0 0 1 0 0,1-1 0 0 0,-1 1 0 0 0,0 0-1 0 0,1 0 1 0 0,-1 0 0 0 0,1 0 0 0 0,0 0 0 0 0,0 0-1 0 0,0 0 1 0 0,1 1 0 0 0,-1-1 0 0 0,1 0-1 0 0,0 0 1 0 0,-1 1 0 0 0,2-1 0 0 0,-1 0 0 0 0,0 0-1 0 0,1 1 1 0 0,-1-1 0 0 0,1 0 0 0 0,0 0-1 0 0,0 0 1 0 0,0 0 0 0 0,0 0 0 0 0,3 5-1 0 0,0-1-24 0 0,0-1 0 0 0,1 1 0 0 0,0-1 0 0 0,0 0 0 0 0,0 0 0 0 0,0 0 0 0 0,1-1 0 0 0,0 0 0 0 0,0 0 0 0 0,1 0 0 0 0,-1-1 0 0 0,15 7-1 0 0,-1-4-40 0 0,0-1-1 0 0,0 0 0 0 0,0-2 0 0 0,1 0 0 0 0,0-2 0 0 0,-1 0 0 0 0,1-1 0 0 0,0-1 0 0 0,0-1 0 0 0,0-1 1 0 0,0 0-1 0 0,-1-2 0 0 0,40-12 0 0 0,-51 13-8 0 0,0-1 0 0 0,0 0-1 0 0,-1 0 1 0 0,1-1 0 0 0,-1 0 0 0 0,0 0 0 0 0,-1-1 0 0 0,1 0 0 0 0,-1-1 0 0 0,0 1-1 0 0,-1-1 1 0 0,1-1 0 0 0,-1 1 0 0 0,-1-1 0 0 0,0 0 0 0 0,0 0 0 0 0,0-1 0 0 0,-1 1 0 0 0,4-12-1 0 0,-5 12-60 0 0,0 0-1 0 0,-1 0 0 0 0,0-1 1 0 0,0 1-1 0 0,-1-1 0 0 0,0 1 1 0 0,0-1-1 0 0,-1 1 0 0 0,0-1 1 0 0,-1 0-1 0 0,0 1 0 0 0,0-1 1 0 0,-1 1-1 0 0,0-1 0 0 0,0 1 1 0 0,-1 0-1 0 0,0 0 0 0 0,-1 0 1 0 0,1 0-1 0 0,-9-11 0 0 0,8 13-168 0 0,-1 0-1 0 0,0 1 0 0 0,0 0 1 0 0,0 0-1 0 0,-1 1 0 0 0,1-1 1 0 0,-1 1-1 0 0,0 0 0 0 0,0 1 0 0 0,-1-1 1 0 0,1 1-1 0 0,-1 0 0 0 0,1 1 1 0 0,-1 0-1 0 0,0 0 0 0 0,0 0 1 0 0,0 1-1 0 0,0 0 0 0 0,0 0 1 0 0,-1 1-1 0 0,1 0 0 0 0,-8 1 0 0 0,-40 10-2613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02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0 1121 0 0,'-25'1'2193'0'0,"0"1"1"0"0,-26 5-1 0 0,5 3-761 0 0,-48 16 0 0 0,89-24-1273 0 0,0 0 0 0 0,0 0 0 0 0,1 0 0 0 0,-1 1 1 0 0,0 0-1 0 0,1-1 0 0 0,0 2 0 0 0,0-1 0 0 0,0 0 0 0 0,0 1 0 0 0,0 0 1 0 0,1 0-1 0 0,-1 0 0 0 0,1 0 0 0 0,0 1 0 0 0,1-1 0 0 0,-1 1 0 0 0,1 0 1 0 0,-1-1-1 0 0,-1 9 0 0 0,4-12-153 0 0,-1 1 28 0 0,0 0-1 0 0,1 1 1 0 0,-1-1-1 0 0,1 0 1 0 0,0 1 0 0 0,0-1-1 0 0,0 0 1 0 0,0 1-1 0 0,0-1 1 0 0,0 1-1 0 0,1-1 1 0 0,-1 0 0 0 0,1 1-1 0 0,-1-1 1 0 0,1 0-1 0 0,0 0 1 0 0,0 0-1 0 0,0 1 1 0 0,0-1 0 0 0,0 0-1 0 0,1 0 1 0 0,-1-1-1 0 0,1 1 1 0 0,-1 0-1 0 0,3 2 1 0 0,6 6 32 0 0,1 0 0 0 0,0-1 0 0 0,11 8 0 0 0,-11-8-2 0 0,6 2-19 0 0,0 0 0 0 0,0-1 0 0 0,1 0 0 0 0,0-2 0 0 0,0 0 0 0 0,1-1 0 0 0,27 6 0 0 0,140 18 77 0 0,-150-26-138 0 0,-8-2-7 0 0,-2 1-24 0 0,0-1-1 0 0,1-1 1 0 0,47-4-1 0 0,-65 2 34 0 0,0-2 1 0 0,1 0-1 0 0,-1 0 0 0 0,15-5 0 0 0,-23 6 14 0 0,1 1 0 0 0,-1-1 0 0 0,1 1 0 0 0,-1-1 1 0 0,0 1-1 0 0,1-1 0 0 0,-1 0 0 0 0,0 0 0 0 0,1 1 0 0 0,-1-1 0 0 0,0 0 0 0 0,0 0 0 0 0,0-1 0 0 0,0 1 0 0 0,0 0 0 0 0,0 0 0 0 0,0 0 0 0 0,0-1 0 0 0,-1 1 0 0 0,1 0 0 0 0,0-1 0 0 0,-1 1 0 0 0,1 0 1 0 0,-1-1-1 0 0,1 1 0 0 0,-1-1 0 0 0,0 1 0 0 0,1-1 0 0 0,-1 1 0 0 0,0-1 0 0 0,0 1 0 0 0,0-1 0 0 0,0 0 0 0 0,-1 1 0 0 0,1-1 0 0 0,0 1 0 0 0,-1 0 0 0 0,1-1 0 0 0,-2-2 0 0 0,-1-2 10 0 0,-1 0-1 0 0,-1 0 1 0 0,1 0-1 0 0,-1 1 1 0 0,0-1 0 0 0,-9-6-1 0 0,-13-14 11 0 0,-90-78 41 0 0,99 90-83 0 0,0 1-1 0 0,-1 0 1 0 0,0 2-1 0 0,-1 0 1 0 0,-29-11 0 0 0,-31 2-632 0 0,75 19 349 0 0,1 0 0 0 0,-1 1 0 0 0,1 0-1 0 0,-1 0 1 0 0,0 0 0 0 0,1 1 0 0 0,-8 1 0 0 0,11-2 168 0 0,1 0 0 0 0,-1 0 0 0 0,0 0 0 0 0,0 0 1 0 0,0 1-1 0 0,1-1 0 0 0,-1 0 0 0 0,0 1 0 0 0,0-1 0 0 0,1 0 1 0 0,-1 1-1 0 0,0-1 0 0 0,1 1 0 0 0,-1-1 0 0 0,0 1 0 0 0,1 0 0 0 0,-1-1 1 0 0,1 1-1 0 0,-1-1 0 0 0,1 1 0 0 0,-1 0 0 0 0,1 0 0 0 0,0-1 0 0 0,-1 1 1 0 0,1 0-1 0 0,-1 1 0 0 0,2-1-141 0 0,0 0 0 0 0,0 0 0 0 0,-1 0 0 0 0,1 0 0 0 0,0 0 0 0 0,0 0 1 0 0,0 0-1 0 0,0 0 0 0 0,0-1 0 0 0,0 1 0 0 0,1 0 0 0 0,-1 0 0 0 0,0-1 0 0 0,0 1 0 0 0,0-1 0 0 0,1 1 1 0 0,1-1-1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02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0 1281 0 0,'-30'0'2241'0'0,"-1"8"-481"0"0,1-2-319 0 0,0 5 80 0 0,-30 35 160 0 0,-1 4-961 0 0,61 2-640 0 0,0-2-80 0 0,0 8 80 0 0,31-8-160 0 0,-1-12-720 0 0,0-13-1441 0 0,-30-11-3122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03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0 6003 0 0,'-61'0'3681'0'0,"1"0"-2080"0"0,60 8-240 0 0,30-8-1281 0 0,0 6-400 0 0,1-6-721 0 0,29 5-1280 0 0,0 3-640 0 0,-29-8-81 0 0,29 6 401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03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20 2161 0 0,'-30'-12'3362'0'0,"6"5"-161"0"0,-6 7-960 0 0,30 7-1201 0 0,0-1-2080 0 0,0 0-2322 0 0,0 1-479 0 0,0-1 639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22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1134 116 2321 0 0,'-5'0'615'0'0,"4"0"-495"0"0,0 1-1 0 0,0-1 1 0 0,0 0-1 0 0,0 0 1 0 0,0 0-1 0 0,0 0 1 0 0,0 1-1 0 0,0-1 1 0 0,1-1 0 0 0,-1 1-1 0 0,0 0 1 0 0,0 0-1 0 0,0 0 1 0 0,0 0-1 0 0,0-1 1 0 0,0 1-1 0 0,0 0 1 0 0,1-1-1 0 0,-1 1 1 0 0,0 0 0 0 0,0-1-1 0 0,0 1 1 0 0,1-1-1 0 0,-1 0 1 0 0,0 1-1 0 0,1-1 1 0 0,-1 0-1 0 0,-1-1 1 0 0,2 1-9 0 0,-1 0 1 0 0,0-1-1 0 0,0 1 0 0 0,0 0 1 0 0,0-1-1 0 0,0 1 1 0 0,0 0-1 0 0,0 0 0 0 0,0 0 1 0 0,-1 0-1 0 0,1 0 0 0 0,0 0 1 0 0,-1 0-1 0 0,1 0 1 0 0,-1 1-1 0 0,1-1 0 0 0,-3 0 1 0 0,-8-6 671 0 0,7 5-627 0 0,4 1-135 0 0,0 1 0 0 0,0 0-1 0 0,0-1 1 0 0,0 1-1 0 0,0 0 1 0 0,0-1 0 0 0,0 1-1 0 0,0-1 1 0 0,0 0 0 0 0,0 1-1 0 0,1-1 1 0 0,-1 0-1 0 0,0 0 1 0 0,0 1 0 0 0,0-1-1 0 0,1 0 1 0 0,-1 0-1 0 0,1 0 1 0 0,-1 0 0 0 0,1 0-1 0 0,-1 0 1 0 0,1 0-1 0 0,-1 0 1 0 0,1 0 0 0 0,0 0-1 0 0,-1 0 1 0 0,1-1 0 0 0,-1 0 2 0 0,1 0 1 0 0,-1 1-1 0 0,0-1 1 0 0,0 0-1 0 0,0 1 1 0 0,0-1 0 0 0,0 1-1 0 0,0-1 1 0 0,-1 1-1 0 0,1 0 1 0 0,0-1-1 0 0,-1 1 1 0 0,1 0 0 0 0,-1 0-1 0 0,0 0 1 0 0,1 0-1 0 0,-1 0 1 0 0,0 0-1 0 0,1 1 1 0 0,-1-1 0 0 0,0 0-1 0 0,-3 0 1 0 0,-48-14 341 0 0,49 15-325 0 0,-34-6 144 0 0,-1 2 0 0 0,0 1 0 0 0,0 3 0 0 0,-1 1 0 0 0,-62 10 0 0 0,43-5 6 0 0,-15-2 13 0 0,55-5-172 0 0,0 1 0 0 0,0 2-1 0 0,0 0 1 0 0,0 0 0 0 0,0 2 0 0 0,1 0-1 0 0,0 2 1 0 0,-29 11 0 0 0,10 2-53 0 0,27-15 18 0 0,0 0-1 0 0,0 1 1 0 0,1 0-1 0 0,0 1 1 0 0,0 0-1 0 0,0 0 1 0 0,1 1-1 0 0,0 0 1 0 0,0 1-1 0 0,1-1 1 0 0,0 1-1 0 0,-8 13 1 0 0,-46 52-63 0 0,47-46 55 0 0,9-16-2 0 0,-1-1 1 0 0,1 0-1 0 0,-2 0 1 0 0,-11 14-1 0 0,15-20 13 0 0,0-1 0 0 0,0 1 0 0 0,1 0 0 0 0,-1 0 0 0 0,1 0 0 0 0,0 0 0 0 0,0 0 0 0 0,0 1 0 0 0,1-1 0 0 0,0 0 0 0 0,0 1 0 0 0,0 0 0 0 0,0-1 0 0 0,0 1 0 0 0,1 8 0 0 0,-6 30 4 0 0,-3-20-3 0 0,8-20 0 0 0,-1 0 0 0 0,1 0 0 0 0,0-1 0 0 0,0 1 0 0 0,0 0 0 0 0,0 0 0 0 0,0 0 0 0 0,1 1 0 0 0,0-1 0 0 0,-1 0 0 0 0,1 0 0 0 0,0 0 0 0 0,0 0 0 0 0,1 0 0 0 0,-1 0 0 0 0,2 4 0 0 0,6 12-8 0 0,-6-15 1 0 0,0 0-1 0 0,-1 0 1 0 0,1 0 0 0 0,-1 0 0 0 0,0 0-1 0 0,0 0 1 0 0,0 1 0 0 0,-1-1 0 0 0,1 5 0 0 0,-1-6 3 0 0,0 1 0 0 0,0 0 0 0 0,1 0 0 0 0,0 0 0 0 0,-1-1 0 0 0,1 1 0 0 0,1 0 0 0 0,-1-1 0 0 0,1 1 0 0 0,-1-1 0 0 0,1 1 0 0 0,0-1 0 0 0,0 0 0 0 0,4 6 0 0 0,44 33-49 0 0,-1-1 32 0 0,-27-18 2 0 0,0 0 0 0 0,1-1-1 0 0,2-2 1 0 0,0 0 0 0 0,1-2 0 0 0,0 0-1 0 0,2-2 1 0 0,47 21 0 0 0,16-3-35 0 0,-28-9 8 0 0,1-2-1 0 0,1-3 0 0 0,129 22 1 0 0,199-18 119 0 0,-308-21-66 0 0,376 25 305 0 0,-27-1-77 0 0,-350-23-42 0 0,138-13 1 0 0,-179 7-181 0 0,-23 2-10 0 0,-1-1 0 0 0,0 0 1 0 0,30-8-1 0 0,-23 4 116 0 0,-1-1 0 0 0,0-1-1 0 0,0-1 1 0 0,-1-1 0 0 0,0-1 0 0 0,-1-1-1 0 0,0-2 1 0 0,-1 0 0 0 0,32-25-1 0 0,-50 34-89 0 0,0 0-1 0 0,0 0 1 0 0,-1 0-1 0 0,1 0 1 0 0,-1-1-1 0 0,0 0 1 0 0,3-6-1 0 0,18-25 65 0 0,-21 34-84 0 0,0 0 1 0 0,-1-1 0 0 0,0 0-1 0 0,0 1 1 0 0,1-1 0 0 0,-2 0-1 0 0,1 0 1 0 0,0 0 0 0 0,-1 0-1 0 0,1-1 1 0 0,-1 1 0 0 0,0 0-1 0 0,0-1 1 0 0,0 1 0 0 0,0 0-1 0 0,-1-1 1 0 0,1-5 0 0 0,6-31 42 0 0,-2 19-43 0 0,1 4 8 0 0,-2 0 0 0 0,0 0 0 0 0,-2 0 0 0 0,2-20 0 0 0,-3 32-9 0 0,-1 0 1 0 0,0 0 0 0 0,1 0-1 0 0,-2 0 1 0 0,1 0 0 0 0,0 0-1 0 0,-1 0 1 0 0,0 0 0 0 0,0 0-1 0 0,-1 0 1 0 0,1 0 0 0 0,-1 1-1 0 0,0-1 1 0 0,-1 1 0 0 0,1-1-1 0 0,-1 1 1 0 0,1 0 0 0 0,-1 0-1 0 0,-5-5 1 0 0,3 3 7 0 0,0 0 0 0 0,1-1-1 0 0,0 1 1 0 0,0-1 0 0 0,0 1 0 0 0,-3-11-1 0 0,-20-31 35 0 0,19 37-42 0 0,-1 0 0 0 0,0 0 0 0 0,0 1 0 0 0,-1 1 0 0 0,-1 0 0 0 0,1 0 0 0 0,-1 1 0 0 0,-1 0 0 0 0,-19-9 0 0 0,-206-126 139 0 0,148 89-60 0 0,59 34-52 0 0,0 2 0 0 0,-1 1 0 0 0,-35-13 0 0 0,-1 8-14 0 0,-1 4 1 0 0,-1 3-1 0 0,0 3 1 0 0,0 2 0 0 0,-1 4-1 0 0,-93 3 1 0 0,-32 14-4 0 0,-196 35-1 0 0,307-33-141 0 0,1 4-1 0 0,-132 43 1 0 0,203-55-86 0 0,1 0 1 0 0,0 0-1 0 0,0 1 1 0 0,0 0-1 0 0,-11 10 0 0 0,20-16 148 0 0,1 1 0 0 0,-1 0 0 0 0,1 0-1 0 0,-1 0 1 0 0,1 1 0 0 0,0-1 0 0 0,0 0-1 0 0,-1 0 1 0 0,1 1 0 0 0,0-1-1 0 0,0 1 1 0 0,0-1 0 0 0,1 1 0 0 0,-1-1-1 0 0,0 1 1 0 0,1 0 0 0 0,-1-1 0 0 0,0 1-1 0 0,1 0 1 0 0,0-1 0 0 0,-1 1 0 0 0,1 0-1 0 0,0 0 1 0 0,0-1 0 0 0,0 1-1 0 0,0 0 1 0 0,0 0 0 0 0,1-1 0 0 0,-1 1-1 0 0,0 0 1 0 0,1-1 0 0 0,0 1 0 0 0,-1 0-1 0 0,1-1 1 0 0,0 1 0 0 0,0-1-1 0 0,-1 1 1 0 0,1-1 0 0 0,0 1 0 0 0,1-1-1 0 0,-1 1 1 0 0,2 1 0 0 0,7 5-392 0 0,1-1 1 0 0,-1-1-1 0 0,1 0 1 0 0,0 0-1 0 0,17 5 1 0 0,88 34-4536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7:24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1621 93 480 0 0,'2'-1'237'0'0,"0"0"0"0"0,0 0 0 0 0,0 0 0 0 0,-1-1-1 0 0,1 1 1 0 0,0-1 0 0 0,-1 1 0 0 0,1-1 0 0 0,-1 0 0 0 0,1 1-1 0 0,-1-1 1 0 0,0 0 0 0 0,1 0 0 0 0,-1 0 0 0 0,0 0 0 0 0,1-4 0 0 0,-2 5-127 0 0,-1 0 0 0 0,1 0 0 0 0,0 0 0 0 0,-1-1 1 0 0,1 1-1 0 0,0 0 0 0 0,-1 0 0 0 0,1 0 1 0 0,-1 0-1 0 0,0 0 0 0 0,1 0 0 0 0,-1 0 1 0 0,0 0-1 0 0,0 0 0 0 0,0 0 0 0 0,0 0 0 0 0,1 0 1 0 0,-1 1-1 0 0,0-1 0 0 0,0 0 0 0 0,-1 1 1 0 0,1-1-1 0 0,0 0 0 0 0,0 1 0 0 0,0-1 0 0 0,0 1 1 0 0,0 0-1 0 0,-1-1 0 0 0,1 1 0 0 0,-2 0 1 0 0,-25-7 430 0 0,1 2 1 0 0,-1 0-1 0 0,-46 0 1 0 0,29 2-254 0 0,-39-5 175 0 0,0 4-1 0 0,-115 10 0 0 0,182-4-434 0 0,0 0-1 0 0,-30 9 0 0 0,3-1-15 0 0,20-5 30 0 0,-45 15 1 0 0,-19 5 32 0 0,-173 18-8 0 0,228-37-135 0 0,1 2 0 0 0,-45 16 0 0 0,32-9 31 0 0,37-12 58 0 0,-8 1-55 0 0,1 2-1 0 0,0-1 0 0 0,0 2 1 0 0,-17 9-1 0 0,29-14 25 0 0,0 0 0 0 0,0 1-1 0 0,0-1 1 0 0,0 1 0 0 0,0-1 0 0 0,0 1 0 0 0,1 0-1 0 0,-1 0 1 0 0,1 0 0 0 0,0 1 0 0 0,0-1 0 0 0,0 0 0 0 0,1 1-1 0 0,-1-1 1 0 0,1 1 0 0 0,-1 0 0 0 0,1-1 0 0 0,1 1-1 0 0,-1 0 1 0 0,0 0 0 0 0,1-1 0 0 0,0 6 0 0 0,0-5 10 0 0,1 1 0 0 0,-1 0 0 0 0,0-1 0 0 0,0 1 0 0 0,0 0 0 0 0,-1 0 0 0 0,1-1 0 0 0,-1 1 0 0 0,0-1 0 0 0,0 1 0 0 0,-1-1 0 0 0,0 1 0 0 0,0-1 0 0 0,0 0 0 0 0,0 1 0 0 0,0-1 0 0 0,-1 0 0 0 0,0-1 0 0 0,0 1 0 0 0,-4 4 0 0 0,-19 25-14 0 0,23-28 12 0 0,-1 0 0 0 0,1 0 0 0 0,-1 0 1 0 0,0-1-1 0 0,-1 0 0 0 0,-6 6 0 0 0,5-6-3 0 0,0 1-11 0 0,0-1 0 0 0,0 1 0 0 0,0 0 0 0 0,1 0 0 0 0,-7 8 0 0 0,10-10 54 0 0,0 1-1 0 0,0-1 1 0 0,1 1-1 0 0,-1-1 1 0 0,1 1-1 0 0,0 0 1 0 0,0 0-1 0 0,1 0 1 0 0,-1-1-1 0 0,1 1 1 0 0,-1 0-1 0 0,2 6 1 0 0,-1 1 76 0 0,-1-7-113 0 0,0-1 0 0 0,1 1-1 0 0,0 0 1 0 0,0-1 0 0 0,0 1 0 0 0,0-1 0 0 0,1 1-1 0 0,-1-1 1 0 0,1 1 0 0 0,0-1 0 0 0,0 1 0 0 0,0-1-1 0 0,0 1 1 0 0,1-1 0 0 0,-1 0 0 0 0,1 0 0 0 0,0 0-1 0 0,0 0 1 0 0,0 0 0 0 0,0 0 0 0 0,1-1 0 0 0,-1 1-1 0 0,6 4 1 0 0,71 46 117 0 0,3-3 0 0 0,1-3 0 0 0,3-4-1 0 0,1-4 1 0 0,99 29 0 0 0,172 12 120 0 0,-340-77-236 0 0,203 27 318 0 0,-141-24-59 0 0,0-3 0 0 0,97-10 0 0 0,19 0-97 0 0,259-13 348 0 0,-372 14-477 0 0,-1-4 157 0 0,-1-4-1 0 0,121-36 1 0 0,-176 43-126 0 0,127-46 88 0 0,-34 9-68 0 0,112-44-60 0 0,-213 78-25 0 0,0 0-1 0 0,-1-1 0 0 0,0-1 0 0 0,-1 0 0 0 0,-1-1 0 0 0,0-1 0 0 0,24-29 0 0 0,-39 43-1 0 0,56-60-79 0 0,-46 35 160 0 0,-7 23-80 0 0,16-12 86 0 0,-19 14-87 0 0,1-1 1 0 0,-1 1-1 0 0,1-1 1 0 0,-1 1-1 0 0,0-1 1 0 0,1 0-1 0 0,-1 1 1 0 0,0-1-1 0 0,0 1 1 0 0,1-1-1 0 0,-1 0 1 0 0,0 1-1 0 0,0-1 1 0 0,0 0-1 0 0,0 0 1 0 0,0 1-1 0 0,0-1 1 0 0,0 0-1 0 0,0 1 1 0 0,0-1-1 0 0,0 0 1 0 0,0 1-1 0 0,0-1 1 0 0,-1 0-1 0 0,1 1 1 0 0,0-1-1 0 0,0 0 1 0 0,-1 1-1 0 0,1-1 1 0 0,0 1-1 0 0,-1-1 1 0 0,1 0-1 0 0,-1 1 1 0 0,1-1-1 0 0,-1 1 1 0 0,0-1-1 0 0,-6-5-23 0 0,6 4 18 0 0,-1 1 0 0 0,1 0 0 0 0,0 0 0 0 0,-1-1 1 0 0,1 1-1 0 0,0-1 0 0 0,0 1 0 0 0,0-1 0 0 0,0 1 0 0 0,0-1 1 0 0,0 0-1 0 0,0 1 0 0 0,0-1 0 0 0,1 0 0 0 0,-1 0 1 0 0,1 0-1 0 0,-1 1 0 0 0,1-1 0 0 0,0 0 0 0 0,0-4 0 0 0,-1 3 2 0 0,0-1 0 0 0,1 0 0 0 0,-2 1-1 0 0,1-1 1 0 0,0 1 0 0 0,-1 0-1 0 0,1-1 1 0 0,-1 1 0 0 0,0 0-1 0 0,0 0 1 0 0,-1 0 0 0 0,1 0-1 0 0,0 0 1 0 0,-1 0 0 0 0,0 1-1 0 0,0-1 1 0 0,-3-1 0 0 0,-18-20-12 0 0,16 14 30 0 0,-1 0 0 0 0,-1 1 0 0 0,0 0 0 0 0,0 1 0 0 0,0 0-1 0 0,-1 1 1 0 0,-17-9 0 0 0,9 5 35 0 0,-30-16-6 0 0,-1 2 1 0 0,-1 3-1 0 0,-96-30 1 0 0,-159-15 49 0 0,165 48-96 0 0,0 5 1 0 0,-1 7-1 0 0,0 6 0 0 0,-256 30 1 0 0,327-20-10 0 0,-383 56-67 0 0,4 39-191 0 0,422-96 34 0 0,1 2-1 0 0,-1 0 0 0 0,-40 24 0 0 0,48-17-686 0 0,20-17 899 0 0,0 0 0 0 0,0 1 1 0 0,0-1-1 0 0,0 0 0 0 0,-1 0 0 0 0,1 1 0 0 0,0-1 0 0 0,0 0 0 0 0,0 1 0 0 0,0-1 0 0 0,0 0 0 0 0,0 1 1 0 0,0-1-1 0 0,0 0 0 0 0,0 1 0 0 0,0-1 0 0 0,0 0 0 0 0,0 0 0 0 0,0 1 0 0 0,0-1 0 0 0,1 0 0 0 0,-1 1 1 0 0,0-1-1 0 0,0 0 0 0 0,0 1 0 0 0,0-1 0 0 0,0 0 0 0 0,1 0 0 0 0,-1 1 0 0 0,0-1 0 0 0,0 0 0 0 0,1 0 1 0 0,-1 0-1 0 0,0 1 0 0 0,0-1 0 0 0,1 0 0 0 0,-1 0 0 0 0,1 0 0 0 0,6 3-327 0 0,0 0 0 0 0,1-1 0 0 0,0-1 0 0 0,-1 1 0 0 0,12 0 0 0 0,117 11-3358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9:27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2036 107 80 0 0,'0'-1'185'0'0,"0"0"0"0"0,0 0 0 0 0,-1 0 0 0 0,1 0 0 0 0,0 0 0 0 0,-1 0 0 0 0,1 1 0 0 0,-1-1 0 0 0,1 0 0 0 0,-1 0 0 0 0,1 0 0 0 0,-1 0 0 0 0,0 1 0 0 0,1-1 0 0 0,-1 0 0 0 0,0 1 0 0 0,0-1 0 0 0,1 0 0 0 0,-1 1 0 0 0,0-1 0 0 0,0 1 0 0 0,0-1 0 0 0,0 1-1 0 0,0 0 1 0 0,-1-1 0 0 0,-16-12 1369 0 0,11 8-1199 0 0,6 4-304 0 0,0 1 0 0 0,-1-1 0 0 0,1 0 1 0 0,0 0-1 0 0,0 1 0 0 0,0-1 1 0 0,0 0-1 0 0,0 0 0 0 0,0 0 0 0 0,0 0 1 0 0,0 0-1 0 0,1 0 0 0 0,-1-1 1 0 0,0 1-1 0 0,1 0 0 0 0,-1 0 0 0 0,1 0 1 0 0,-1-1-1 0 0,1 1 0 0 0,-1 0 0 0 0,1-1 1 0 0,0-1-1 0 0,-1 2-12 0 0,1-1 1 0 0,-1 1-1 0 0,1 0 1 0 0,-1 0-1 0 0,0-1 1 0 0,1 1-1 0 0,-1 0 1 0 0,0 0-1 0 0,0 0 1 0 0,0 0-1 0 0,0 0 1 0 0,0 0-1 0 0,0 0 0 0 0,0 0 1 0 0,0 0-1 0 0,0 1 1 0 0,0-1-1 0 0,-1 0 1 0 0,1 1-1 0 0,0-1 1 0 0,0 1-1 0 0,-3-1 1 0 0,-33-9 506 0 0,8 8-327 0 0,-1 2-1 0 0,1 2 1 0 0,-1 0-1 0 0,1 2 1 0 0,-34 9 0 0 0,31-6-118 0 0,0-2-1 0 0,-40 1 1 0 0,-28 2 206 0 0,-46-1-200 0 0,134-6-98 0 0,-1 1 1 0 0,1 1-1 0 0,1-1 1 0 0,-1 2 0 0 0,0 0-1 0 0,-15 8 1 0 0,-35 11 3 0 0,47-19 3 0 0,-236 55 274 0 0,238-57-279 0 0,-6 1-48 0 0,1 0-1 0 0,-1 1 1 0 0,1 1 0 0 0,-1 1-1 0 0,-21 10 1 0 0,-29 17 129 0 0,39-20-159 0 0,1 2 1 0 0,0 0 0 0 0,0 2-1 0 0,-26 22 1 0 0,-151 115 26 0 0,197-146 36 0 0,-1-1 0 0 0,0 0 1 0 0,-1-1-1 0 0,-14 7 0 0 0,-30 20 23 0 0,48-29-40 0 0,0 0 0 0 0,0 0 0 0 0,-1-1 1 0 0,1 1-1 0 0,-10 1 0 0 0,13-4 20 0 0,0 0 0 0 0,0 0-1 0 0,0 0 1 0 0,1 1 0 0 0,-1-1 0 0 0,0 1 0 0 0,1 0-1 0 0,-1 0 1 0 0,1 0 0 0 0,0 1 0 0 0,0-1-1 0 0,0 1 1 0 0,0-1 0 0 0,0 1 0 0 0,0 0 0 0 0,1 0-1 0 0,-4 6 1 0 0,-4 14 242 0 0,8-17-190 0 0,0-1 1 0 0,0 1-1 0 0,-1-1 0 0 0,0 0 1 0 0,0 1-1 0 0,-7 8 0 0 0,6-10-50 0 0,0 2 0 0 0,1-1 0 0 0,0 0 0 0 0,0 1 0 0 0,1-1 0 0 0,-1 1 0 0 0,1 0-1 0 0,0 0 1 0 0,1-1 0 0 0,-1 2 0 0 0,0 7 0 0 0,1 75 57 0 0,3-45 60 0 0,-2-42-121 0 0,0 0 0 0 0,0 0 0 0 0,0 0 0 0 0,1 0-1 0 0,-1-1 1 0 0,1 1 0 0 0,-1 0 0 0 0,1 0 0 0 0,0 0 0 0 0,0-1 0 0 0,0 1-1 0 0,0 0 1 0 0,0-1 0 0 0,0 1 0 0 0,0-1 0 0 0,1 0 0 0 0,1 3 0 0 0,7 7-8 0 0,-1 7 1 0 0,-7-15 7 0 0,-1 0-1 0 0,1 0 1 0 0,0 0 0 0 0,0 0 0 0 0,0 0-1 0 0,0-1 1 0 0,0 1 0 0 0,0-1-1 0 0,1 1 1 0 0,-1-1 0 0 0,1 0-1 0 0,3 2 1 0 0,5 4 8 0 0,28 21 140 0 0,2-2 0 0 0,78 40 0 0 0,138 28-211 0 0,-30-39 219 0 0,239 27 0 0 0,-274-72-202 0 0,-87-8 98 0 0,54 6 7 0 0,224 20-18 0 0,-322-25-34 0 0,1-3 1 0 0,81-8-1 0 0,118-26 116 0 0,-224 28-93 0 0,124-25-27 0 0,9-1-147 0 0,166-20 374 0 0,-312 44-243 0 0,0-1 0 0 0,-1-1 0 0 0,0-1 0 0 0,29-18 0 0 0,-47 24 24 0 0,0 1-1 0 0,-1-1 1 0 0,1 0 0 0 0,-1-1 0 0 0,0 1-1 0 0,0-1 1 0 0,0 0 0 0 0,-1 0-1 0 0,0 0 1 0 0,4-7 0 0 0,-4 6 0 0 0,0 1 1 0 0,1-1-1 0 0,-1 1 0 0 0,1 0 1 0 0,0 0-1 0 0,0 0 0 0 0,1 1 1 0 0,7-7-1 0 0,0 2-21 0 0,-1-1-1 0 0,-1 0 1 0 0,0 0 0 0 0,0-1 0 0 0,-1 0-1 0 0,-1-1 1 0 0,0 0 0 0 0,13-25 0 0 0,1-1-28 0 0,-6 11-12 0 0,-2-2-1 0 0,12-32 1 0 0,-21 18 38 0 0,-6 38 6 0 0,1 0 0 0 0,1 0-1 0 0,-1 0 1 0 0,1 0 0 0 0,0 0-1 0 0,2-7 1 0 0,0 4-5 0 0,-2 6 10 0 0,0 0-1 0 0,0 0 0 0 0,0 0 0 0 0,-1 1 1 0 0,1-1-1 0 0,0 0 0 0 0,-1 0 0 0 0,1-1 1 0 0,-1 1-1 0 0,0 0 0 0 0,0 0 0 0 0,0 0 1 0 0,0 0-1 0 0,0 0 0 0 0,0 0 0 0 0,0 0 1 0 0,-1 0-1 0 0,1 0 0 0 0,-1 0 0 0 0,1 0 1 0 0,-1 0-1 0 0,0 0 0 0 0,0 0 0 0 0,-2-3 1 0 0,1-2 2 0 0,-8-36 82 0 0,-11-3 27 0 0,14 22-216 0 0,6 17 63 0 0,-1 0 0 0 0,-1 0-1 0 0,1 0 1 0 0,-1 0-1 0 0,0 0 1 0 0,-1 1-1 0 0,-6-10 1 0 0,3 6 33 0 0,-4-6 51 0 0,-1 0 0 0 0,0 1 0 0 0,-1 0 0 0 0,0 1 0 0 0,-2 0 0 0 0,-28-20 0 0 0,26 22-56 0 0,2 2 29 0 0,0 0-1 0 0,-33-14 1 0 0,21 13 19 0 0,8 4-14 0 0,2 0 1 0 0,-31-19 0 0 0,-97-43 129 0 0,19 11-132 0 0,85 40-24 0 0,-1 1 0 0 0,-1 3 0 0 0,-1 1 0 0 0,-74-11 0 0 0,44 9-20 0 0,-34-1 54 0 0,-1 4 0 0 0,-147 4 0 0 0,142 5 64 0 0,-514 29 139 0 0,551-18-196 0 0,0 3 0 0 0,-75 21 0 0 0,127-26-67 0 0,1 1 1 0 0,0 1-1 0 0,0 1 1 0 0,1 1-1 0 0,-23 14 1 0 0,43-22 3 0 0,0 0 1 0 0,0 0 0 0 0,1 0 0 0 0,-1 0 0 0 0,0 0 0 0 0,1 1 0 0 0,0 0 0 0 0,0-1-1 0 0,0 1 1 0 0,0 0 0 0 0,0 0 0 0 0,0 0 0 0 0,1 0 0 0 0,0 0 0 0 0,-1 0 0 0 0,1 1-1 0 0,0-1 1 0 0,0 0 0 0 0,1 1 0 0 0,-1-1 0 0 0,1 1 0 0 0,0-1 0 0 0,0 1 0 0 0,0-1-1 0 0,0 0 1 0 0,1 1 0 0 0,-1-1 0 0 0,1 1 0 0 0,0-1 0 0 0,0 0 0 0 0,0 0 0 0 0,0 1-1 0 0,0-1 1 0 0,1 0 0 0 0,3 5 0 0 0,1-1-134 0 0,0 0-1 0 0,1 0 1 0 0,-1 0-1 0 0,2-1 1 0 0,-1 0 0 0 0,1 0-1 0 0,0-1 1 0 0,0 0-1 0 0,17 7 1 0 0,136 48-3330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01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1 403 6403 0 0,'5'-31'4180'0'0,"-4"30"-4160"0"0,0 0 0 0 0,1 0 1 0 0,-1 0-1 0 0,0 0 1 0 0,0 0-1 0 0,1 0 1 0 0,-1 0-1 0 0,0 0 1 0 0,1 1-1 0 0,-1-1 0 0 0,1 0 1 0 0,-1 1-1 0 0,1-1 1 0 0,-1 1-1 0 0,1 0 1 0 0,-1-1-1 0 0,1 1 1 0 0,2 0-1 0 0,27-8 614 0 0,-18 3-301 0 0,-2 1-194 0 0,0 0 0 0 0,-1 0 0 0 0,1-1-1 0 0,-1-1 1 0 0,0 0 0 0 0,-1 0 0 0 0,0-1 0 0 0,0 0-1 0 0,9-9 1 0 0,123-137 822 0 0,-86 83-721 0 0,-37 32-216 0 0,-18 38-19 0 0,1 0 0 0 0,-1-1 0 0 0,0 1 0 0 0,1-1 0 0 0,-1 1 0 0 0,0 0 0 0 0,0-1 0 0 0,1 1 0 0 0,-1-1 0 0 0,0 1 0 0 0,0-1 0 0 0,0 1 0 0 0,0-1 0 0 0,1 1 0 0 0,-1-1 0 0 0,0 1 0 0 0,0-1 0 0 0,0 1 0 0 0,0-1 0 0 0,0 1 0 0 0,0-1 0 0 0,0 1 0 0 0,-1-1 0 0 0,1 1 0 0 0,0-1 0 0 0,0 1 0 0 0,0-1 0 0 0,0 1 0 0 0,-1-1 1 0 0,1 1-1 0 0,0-1 0 0 0,0 1 0 0 0,-1-1 0 0 0,1 1 0 0 0,0 0 0 0 0,-1-1 0 0 0,1 1 0 0 0,-1 0 0 0 0,1-1 0 0 0,0 1 0 0 0,-1 0 0 0 0,0-1 0 0 0,1 1-8 0 0,0 0 0 0 0,-1 0 0 0 0,1 0 1 0 0,0 0-1 0 0,-1 0 0 0 0,1 0 0 0 0,0 0 0 0 0,0 0 1 0 0,-1 0-1 0 0,1 0 0 0 0,0 1 0 0 0,0-1 0 0 0,-1 0 1 0 0,1 0-1 0 0,0 0 0 0 0,0 0 0 0 0,-1 0 0 0 0,1 1 1 0 0,0-1-1 0 0,0 0 0 0 0,-1 0 0 0 0,1 0 1 0 0,0 1-1 0 0,0-1 0 0 0,0 0 0 0 0,0 0 0 0 0,0 1 1 0 0,-1-1-1 0 0,1 0 0 0 0,0 0 0 0 0,0 1 0 0 0,0-1 1 0 0,0 0-1 0 0,0 1 0 0 0,0-1 0 0 0,0 0 0 0 0,0 1 1 0 0,-3 6-52 0 0,-12 28-79 0 0,2 1 0 0 0,1 0 0 0 0,2 0 0 0 0,2 1 0 0 0,-5 42 0 0 0,-1 196-1244 0 0,13-263 1097 0 0,2-1 0 0 0,0 0 0 0 0,0 1-1 0 0,1-1 1 0 0,0 0 0 0 0,1 0-1 0 0,7 19 1 0 0,-7-24 15 0 0,0-1 0 0 0,0 0 0 0 0,0 0 0 0 0,0 0 0 0 0,1 0 1 0 0,0-1-1 0 0,0 1 0 0 0,0-1 0 0 0,1 0 0 0 0,-1 0 0 0 0,1-1 0 0 0,0 1 0 0 0,0-1 0 0 0,6 3 0 0 0,-8-5-348 0 0,0 0-1 0 0,-1 1 0 0 0,1-2 1 0 0,0 1-1 0 0,0 0 0 0 0,0-1 1 0 0,0 1-1 0 0,0-1 1 0 0,6 0-1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01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1102 17 2161 0 0,'-93'-9'2761'0'0,"-99"1"1"0"0,149 10-2154 0 0,0 1 0 0 0,0 2 0 0 0,1 2 1 0 0,-75 23-1 0 0,75-16-577 0 0,0 2 1 0 0,1 2-1 0 0,0 2 1 0 0,2 1-1 0 0,0 2 1 0 0,-68 55-1 0 0,91-65-22 0 0,1 1 1 0 0,1 0-1 0 0,0 1 1 0 0,1 1-1 0 0,0 0 1 0 0,1 0-1 0 0,1 2 1 0 0,1-1-1 0 0,0 1 1 0 0,2 1-1 0 0,0 0 1 0 0,1 0-1 0 0,0 0 1 0 0,2 1-1 0 0,0 0 1 0 0,2 0-1 0 0,0 0 1 0 0,0 23-1 0 0,6-16 3 0 0,1-1 0 0 0,0-1 0 0 0,3 1 0 0 0,0-1-1 0 0,1 0 1 0 0,1 0 0 0 0,2-1 0 0 0,22 37 0 0 0,-18-36 105 0 0,1-1 0 0 0,1 0 0 0 0,1-1 0 0 0,1-2 0 0 0,1 1 0 0 0,1-2 0 0 0,1-1 0 0 0,0-1 0 0 0,2-1 0 0 0,0 0 0 0 0,1-2 0 0 0,39 17 0 0 0,-13-9-75 0 0,1-3 0 0 0,1-3 0 0 0,0-1 1 0 0,2-3-1 0 0,83 9 0 0 0,-89-18-64 0 0,-1-2 0 0 0,1-2 0 0 0,0-3 0 0 0,0-1 0 0 0,-1-3 0 0 0,0-2 1 0 0,0-2-1 0 0,-1-2 0 0 0,0-2 0 0 0,-2-2 0 0 0,0-2 0 0 0,0-2 0 0 0,76-50 0 0 0,-93 54 7 0 0,-2-2 0 0 0,-1-1 0 0 0,0 0 0 0 0,-2-2 1 0 0,0-1-1 0 0,-2-1 0 0 0,20-27 0 0 0,-27 30-9 0 0,-1-1 0 0 0,-1 0 0 0 0,-1 0-1 0 0,-1-1 1 0 0,-1-1 0 0 0,-1 1 0 0 0,-1-1 0 0 0,-1-1 0 0 0,3-33 0 0 0,-7 46 3 0 0,-2 0 0 0 0,1-1 0 0 0,-2 1-1 0 0,0 0 1 0 0,0-1 0 0 0,-1 1 0 0 0,-1 0 0 0 0,0 0 0 0 0,0 0 0 0 0,-2 0 0 0 0,1 1 0 0 0,-1-1-1 0 0,-1 1 1 0 0,0 1 0 0 0,0-1 0 0 0,-1 1 0 0 0,-1 0 0 0 0,0 0 0 0 0,0 1 0 0 0,-1 0-1 0 0,0 1 1 0 0,0 0 0 0 0,-1 0 0 0 0,0 1 0 0 0,0 0 0 0 0,-1 0 0 0 0,0 2 0 0 0,0-1-1 0 0,0 1 1 0 0,-1 1 0 0 0,0 0 0 0 0,0 1 0 0 0,0 0 0 0 0,0 1 0 0 0,-23-2 0 0 0,19 4-285 0 0,0 2 1 0 0,1-1 0 0 0,-1 2 0 0 0,1 0 0 0 0,0 1 0 0 0,0 0 0 0 0,-19 9 0 0 0,-7 6-1748 0 0,-41 25 1 0 0,55-28 1021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04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96 2881 0 0,'-9'-1'1026'0'0,"-43"-11"3371"0"0,51 12-4282 0 0,-1-1 0 0 0,1 1 0 0 0,-1 0 0 0 0,1-1 0 0 0,-1 1 0 0 0,1-1 0 0 0,0 1 0 0 0,-1-1 0 0 0,1 0 0 0 0,0 0 0 0 0,-1 0 0 0 0,1 0 0 0 0,0 0 0 0 0,0 0 0 0 0,0 0 0 0 0,0 0 0 0 0,0 0-1 0 0,0 0 1 0 0,0 0 0 0 0,0-1 0 0 0,0 1 0 0 0,1 0 0 0 0,-1-1 0 0 0,0-1 0 0 0,1 2-87 0 0,1 0-1 0 0,-1 0 0 0 0,1 0 0 0 0,0 0 0 0 0,-1 0 0 0 0,1 0 1 0 0,0 0-1 0 0,0 0 0 0 0,0 0 0 0 0,0 1 0 0 0,0-1 0 0 0,0 0 0 0 0,0 0 1 0 0,0 1-1 0 0,0-1 0 0 0,0 1 0 0 0,0-1 0 0 0,0 1 0 0 0,0-1 1 0 0,1 1-1 0 0,-1 0 0 0 0,0 0 0 0 0,2-1 0 0 0,3-1 55 0 0,20-7-51 0 0,1 1 0 0 0,0 1 0 0 0,0 1 0 0 0,0 2 0 0 0,1 0 0 0 0,0 2 0 0 0,52 3 0 0 0,-31 2-153 0 0,0 3 0 0 0,-1 2 0 0 0,69 20 0 0 0,-106-25 50 0 0,29 13-213 0 0,-39-15 274 0 0,0 0 1 0 0,0-1 0 0 0,0 1-1 0 0,0 0 1 0 0,0 0-1 0 0,0 0 1 0 0,-1 0-1 0 0,1 0 1 0 0,0 0 0 0 0,-1 1-1 0 0,1-1 1 0 0,-1 0-1 0 0,1 0 1 0 0,-1 0-1 0 0,0 0 1 0 0,0 1 0 0 0,1-1-1 0 0,-1 0 1 0 0,0 0-1 0 0,0 1 1 0 0,0-1 0 0 0,0 0-1 0 0,0 0 1 0 0,0 1-1 0 0,-1-1 1 0 0,1 0-1 0 0,0 0 1 0 0,-1 1 0 0 0,1-1-1 0 0,-1 2 1 0 0,-4 7 11 0 0,1 1 1 0 0,-2-1-1 0 0,1 0 0 0 0,-1 0 1 0 0,-1-1-1 0 0,1 0 1 0 0,-2 0-1 0 0,1 0 0 0 0,-1-1 1 0 0,-11 9-1 0 0,4-5 101 0 0,-1-2-1 0 0,0 1 0 0 0,-1-2 1 0 0,0 0-1 0 0,-30 11 1 0 0,6-7 189 0 0,-1-2 1 0 0,0-1 0 0 0,-1-3 0 0 0,0-1-1 0 0,-45 0 1 0 0,46-5-239 0 0,1-2 1 0 0,-77-11-1 0 0,116 12-63 0 0,1-1 0 0 0,-1 1-1 0 0,0-1 1 0 0,1 1 0 0 0,-1-1-1 0 0,0 1 1 0 0,1-1 0 0 0,-1 0-1 0 0,1 0 1 0 0,-1 0 0 0 0,1 0-1 0 0,-1 0 1 0 0,1 0 0 0 0,0 0-1 0 0,-1-1 1 0 0,1 1 0 0 0,0 0-1 0 0,0-1 1 0 0,0 1 0 0 0,0 0-1 0 0,0-1 1 0 0,0 0 0 0 0,1 1-1 0 0,-1-1 1 0 0,0 1 0 0 0,1-1-1 0 0,-1 0 1 0 0,1 0 0 0 0,0 1-1 0 0,0-1 1 0 0,-1 0 0 0 0,1-3-1 0 0,1 3-4 0 0,-1 0-1 0 0,0-1 0 0 0,1 1 0 0 0,0 0 0 0 0,-1-1 0 0 0,1 1 1 0 0,0 0-1 0 0,0 0 0 0 0,1 0 0 0 0,-1 0 0 0 0,0 0 1 0 0,1 0-1 0 0,-1 0 0 0 0,1 0 0 0 0,-1 0 0 0 0,1 1 1 0 0,0-1-1 0 0,0 1 0 0 0,0-1 0 0 0,0 1 0 0 0,0 0 0 0 0,0 0 1 0 0,4-2-1 0 0,1 0-9 0 0,0 1 0 0 0,0 0-1 0 0,0 1 1 0 0,0-1 0 0 0,0 1 0 0 0,0 1 0 0 0,13 0 0 0 0,1 2-46 0 0,-1 1 0 0 0,36 9 0 0 0,34 16-122 0 0,122 55-1 0 0,-192-74 172 0 0,44 24 24 0 0,-60-30 55 0 0,0 0 0 0 0,0-1 1 0 0,-1 2-1 0 0,1-1 0 0 0,-1 0 1 0 0,0 1-1 0 0,0-1 0 0 0,0 1 0 0 0,0 0 1 0 0,-1 0-1 0 0,4 6 0 0 0,-1 2 191 0 0,-5-11-262 0 0,0 0 0 0 0,0 0 0 0 0,0 1 0 0 0,1-1-1 0 0,-1 0 1 0 0,0 0 0 0 0,1 0 0 0 0,-1 0 0 0 0,1 0-1 0 0,-1-1 1 0 0,1 1 0 0 0,0 0 0 0 0,-1 0 0 0 0,1 0 0 0 0,0 0-1 0 0,0-1 1 0 0,0 1 0 0 0,-1 0 0 0 0,1-1 0 0 0,0 1 0 0 0,0 0-1 0 0,0-1 1 0 0,0 0 0 0 0,0 1 0 0 0,0-1 0 0 0,0 1-1 0 0,0-1 1 0 0,0 0 0 0 0,0 0 0 0 0,0 0 0 0 0,1 1 0 0 0,-1-1-1 0 0,0 0 1 0 0,0 0 0 0 0,0 0 0 0 0,0-1 0 0 0,0 1 0 0 0,0 0-1 0 0,0 0 1 0 0,2-1 0 0 0,4 0-481 0 0,0 0 0 0 0,0-1 1 0 0,0 1-1 0 0,0-2 0 0 0,0 1 0 0 0,-1 0 1 0 0,1-1-1 0 0,-1-1 0 0 0,0 1 0 0 0,8-6 0 0 0,16-15-4000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04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1186 74 1201 0 0,'-238'-60'8162'0'0,"201"54"-7866"0"0,0 2 1 0 0,0 1-1 0 0,0 2 1 0 0,-65 6-1 0 0,52 2-226 0 0,0 2 1 0 0,1 3-1 0 0,0 1 1 0 0,1 3 0 0 0,1 1-1 0 0,-67 35 1 0 0,85-34-66 0 0,0 2 1 0 0,1 0 0 0 0,1 2 0 0 0,1 1 0 0 0,1 1 0 0 0,2 2 0 0 0,0 0 0 0 0,-33 50 0 0 0,52-71 9 0 0,1 0 0 0 0,1 0 0 0 0,-1 0 0 0 0,1 0 0 0 0,0 0 0 0 0,0 1-1 0 0,0-1 1 0 0,1 1 0 0 0,-1-1 0 0 0,2 1 0 0 0,-1 0 0 0 0,0 0 0 0 0,1-1 0 0 0,0 1 0 0 0,1 0 0 0 0,-1-1 0 0 0,1 1 0 0 0,0 0 0 0 0,0-1 0 0 0,1 1 0 0 0,0-1 0 0 0,0 0-1 0 0,0 1 1 0 0,0-1 0 0 0,5 6 0 0 0,1 1 65 0 0,0-1 0 0 0,1-1 0 0 0,1 1 0 0 0,0-2 0 0 0,0 1 0 0 0,0-1 0 0 0,2-1-1 0 0,-1 0 1 0 0,1 0 0 0 0,17 8 0 0 0,29 10 332 0 0,1-2 0 0 0,89 23 1 0 0,140 19 1111 0 0,-211-54-1404 0 0,1-4 1 0 0,0-2-1 0 0,0-5 0 0 0,0-2 0 0 0,0-4 0 0 0,139-27 0 0 0,-176 24-162 0 0,0-2 0 0 0,0-2 0 0 0,-1-1 0 0 0,-1-2 0 0 0,47-25-1 0 0,-75 34-10 0 0,0-2-1 0 0,0 1 0 0 0,0-1 0 0 0,-1-1 0 0 0,0 0 1 0 0,-1 0-1 0 0,0-1 0 0 0,14-21 0 0 0,-18 24 13 0 0,-1-1 1 0 0,0 0-1 0 0,0-1 0 0 0,-1 1 1 0 0,0 0-1 0 0,-1-1 0 0 0,0 0 0 0 0,0 0 1 0 0,-1 1-1 0 0,0-1 0 0 0,-1 0 1 0 0,0 0-1 0 0,0 0 0 0 0,-2-13 0 0 0,0 9 7 0 0,-1 1 0 0 0,0 0 0 0 0,-1 0 0 0 0,0 0 0 0 0,0 0 0 0 0,-2 0 0 0 0,1 1-1 0 0,-2 0 1 0 0,1 0 0 0 0,-1 1 0 0 0,-1 0 0 0 0,0 0 0 0 0,0 1 0 0 0,-1 0-1 0 0,0 0 1 0 0,-1 1 0 0 0,0 0 0 0 0,0 0 0 0 0,-21-10 0 0 0,3 4-196 0 0,0 1-1 0 0,-1 2 1 0 0,-1 1 0 0 0,1 1 0 0 0,-2 2-1 0 0,-57-7 1 0 0,33 7-1064 0 0,-67 3 0 0 0,-53 17-2603 0 0,170-13 3766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02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0 348 320 0 0,'7'-3'2338'0'0,"-6"3"-2049"0"0,0 0-1 0 0,0 0 1 0 0,1-1-1 0 0,-1 1 0 0 0,0 0 1 0 0,0-1-1 0 0,0 1 1 0 0,0-1-1 0 0,0 1 0 0 0,0-1 1 0 0,0 0-1 0 0,0 0 0 0 0,0 1 1 0 0,0-1-1 0 0,0 0 1 0 0,-1 0-1 0 0,1 0 0 0 0,0 0 1 0 0,-1 0-1 0 0,1 0 0 0 0,0 0 1 0 0,-1 0-1 0 0,1 0 1 0 0,-1 0-1 0 0,1 0 0 0 0,-1-2 1 0 0,0 3-249 0 0,1-1 0 0 0,-1 1 0 0 0,0-1 0 0 0,0 1-1 0 0,1-1 1 0 0,-1 1 0 0 0,0 0 0 0 0,1-1 0 0 0,-1 1 0 0 0,0-1 0 0 0,1 1 0 0 0,-1 0 0 0 0,0 0 0 0 0,1-1 0 0 0,-1 1 0 0 0,1 0 0 0 0,-1-1 0 0 0,1 1-1 0 0,-1 0 1 0 0,0 0 0 0 0,1 0 0 0 0,-1 0 0 0 0,1-1 0 0 0,-1 1 0 0 0,1 0 0 0 0,-1 0 0 0 0,1 0 0 0 0,-1 0 0 0 0,1 0 0 0 0,-1 0 0 0 0,1 0 0 0 0,-1 0 0 0 0,1 1-1 0 0,-1-1 1 0 0,2 0 0 0 0,-2 0-44 0 0,1 1 0 0 0,-1-1-1 0 0,1 0 1 0 0,-1 0 0 0 0,1 0-1 0 0,-1 0 1 0 0,0 0-1 0 0,1 0 1 0 0,-1 0 0 0 0,1 0-1 0 0,-1 0 1 0 0,1 0 0 0 0,-1 0-1 0 0,1 0 1 0 0,-1 0 0 0 0,1 0-1 0 0,-1-1 1 0 0,1 1-1 0 0,-1 0 1 0 0,0 0 0 0 0,1 0-1 0 0,-1-1 1 0 0,1 1 0 0 0,-1 0-1 0 0,0-1 1 0 0,1 1 0 0 0,-1 0-1 0 0,0-1 1 0 0,1 1 0 0 0,-1 0-1 0 0,0-1 1 0 0,1 1-1 0 0,-1-1 1 0 0,0 1 0 0 0,0-1-1 0 0,6-2 139 0 0,29-21 359 0 0,111-48 534 0 0,85-70-159 0 0,-230 141-865 0 0,1 0 8 0 0,0 0 0 0 0,1 0 0 0 0,-1 0 0 0 0,0-1 0 0 0,0 1-1 0 0,-1 0 1 0 0,1-1 0 0 0,0 0 0 0 0,0 1 0 0 0,-1-1 0 0 0,1 0 0 0 0,-1 0-1 0 0,1 0 1 0 0,-1 0 0 0 0,0 0 0 0 0,0 0 0 0 0,0 0 0 0 0,0-1 0 0 0,0 1-1 0 0,0 0 1 0 0,-1-1 0 0 0,1-2 0 0 0,0 3 1 0 0,-1 1 0 0 0,0 0 1 0 0,1 0-1 0 0,-1 0 0 0 0,1 0 0 0 0,-1 0 1 0 0,1 0-1 0 0,-1 0 0 0 0,1 0 0 0 0,0 0 1 0 0,0 0-1 0 0,-1 0 0 0 0,1 1 0 0 0,0-1 1 0 0,0 0-1 0 0,0 0 0 0 0,0 1 0 0 0,0-1 1 0 0,0 0-1 0 0,0 1 0 0 0,2-1 0 0 0,1-3 163 0 0,-21 3-5 0 0,2 8 150 0 0,7-3-306 0 0,-1 0 0 0 0,1 0 0 0 0,0 1 0 0 0,0 0 0 0 0,1 0 1 0 0,-1 1-1 0 0,1 0 0 0 0,1 0 0 0 0,-1 1 0 0 0,1 0 0 0 0,-9 12 0 0 0,-2 4 77 0 0,2 1-1 0 0,-22 46 0 0 0,30-52-80 0 0,0 0 0 0 0,1 0 1 0 0,1 1-1 0 0,1 0 0 0 0,1 0 0 0 0,0 0 0 0 0,1 0 1 0 0,1 1-1 0 0,1-1 0 0 0,1 0 0 0 0,1 1 0 0 0,0-1 1 0 0,2 0-1 0 0,0 0 0 0 0,1 0 0 0 0,10 25 0 0 0,-12-39-149 0 0,0 1-1 0 0,0 0 0 0 0,0-1 0 0 0,1 0 0 0 0,0 0 0 0 0,0 0 1 0 0,0 0-1 0 0,1-1 0 0 0,0 1 0 0 0,0-1 0 0 0,0 0 0 0 0,0-1 1 0 0,0 1-1 0 0,1-1 0 0 0,0 0 0 0 0,-1 0 0 0 0,1-1 0 0 0,0 0 1 0 0,12 3-1 0 0,-2-2-238 0 0,0-1 0 0 0,1 0 0 0 0,-1-2 0 0 0,1 0 0 0 0,-1 0 0 0 0,18-4 0 0 0,-17 2-553 0 0,1-2 1 0 0,0 0 0 0 0,23-9-1 0 0,45-23-4992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03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391 140 1601 0 0,'-18'-6'1697'0'0,"-1"0"0"0"0,0 1 0 0 0,-34-5 0 0 0,25 8-713 0 0,0 1 1 0 0,0 1-1 0 0,-45 6 0 0 0,67-5-969 0 0,1-1 0 0 0,0 1 0 0 0,0 0 0 0 0,-1 1 1 0 0,1-1-1 0 0,0 1 0 0 0,0 0 0 0 0,0 0 0 0 0,0 1 0 0 0,1-1 1 0 0,-1 1-1 0 0,1 0 0 0 0,-1 0 0 0 0,1 1 0 0 0,0-1 1 0 0,0 1-1 0 0,1 0 0 0 0,-1 0 0 0 0,1 0 0 0 0,0 1 0 0 0,0-1 1 0 0,0 1-1 0 0,1-1 0 0 0,-1 1 0 0 0,1 0 0 0 0,0 0 0 0 0,0 0 1 0 0,-1 9-1 0 0,0-1-3 0 0,1 0 0 0 0,0 1 1 0 0,1-1-1 0 0,0 0 0 0 0,2 21 1 0 0,-1-28 34 0 0,0 0 0 0 0,1-1 0 0 0,0 1 0 0 0,0-1 0 0 0,1 1 0 0 0,-1-1 0 0 0,1 1 0 0 0,0-1 0 0 0,1 0 0 0 0,-1 0 1 0 0,1 0-1 0 0,0 0 0 0 0,0-1 0 0 0,1 1 0 0 0,5 5 0 0 0,4-1 32 0 0,0-1 0 0 0,1-1 0 0 0,-1 0 0 0 0,1-1 0 0 0,1 0 1 0 0,-1-1-1 0 0,1-1 0 0 0,0 0 0 0 0,0-1 0 0 0,0-1 0 0 0,0 0 0 0 0,30-1 0 0 0,-18-1-14 0 0,0-1 0 0 0,0-1-1 0 0,-1-1 1 0 0,1-2-1 0 0,-1-1 1 0 0,31-10 0 0 0,-36 7-46 0 0,-1-1 1 0 0,0-1 0 0 0,-1-1 0 0 0,0 0-1 0 0,32-29 1 0 0,-40 32 8 0 0,9-9 33 0 0,0 0-1 0 0,-1-1 1 0 0,29-38-1 0 0,-39 45-73 0 0,-1-1-1 0 0,0 0 1 0 0,0-1-1 0 0,-2 1 1 0 0,1-1-1 0 0,-2-1 0 0 0,0 1 1 0 0,3-16-1 0 0,-7 27-19 0 0,-1 0 0 0 0,1 0-1 0 0,-1 0 1 0 0,1 0-1 0 0,-1 0 1 0 0,0 0 0 0 0,-1 0-1 0 0,1 0 1 0 0,0-1-1 0 0,-1 1 1 0 0,0 0 0 0 0,1 0-1 0 0,-1 1 1 0 0,0-1-1 0 0,-1 0 1 0 0,1 0 0 0 0,0 0-1 0 0,-1 1 1 0 0,0-1 0 0 0,0 0-1 0 0,1 1 1 0 0,-5-4-1 0 0,4 4-166 0 0,0 1 0 0 0,0 0 0 0 0,0-1 0 0 0,0 1 0 0 0,0 0 0 0 0,0 0 0 0 0,0 1 0 0 0,-1-1 0 0 0,1 0-1 0 0,0 1 1 0 0,-5-1 0 0 0,4 0-437 0 0,0 1 1 0 0,-1 0-1 0 0,1 1 0 0 0,0-1 0 0 0,0 1 0 0 0,0-1 0 0 0,0 1 0 0 0,0 0 1 0 0,-6 2-1 0 0,-16 3-3085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03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649 10 1921 0 0,'-24'-4'1737'0'0,"1"1"0"0"0,-46 1 0 0 0,-96 19 1467 0 0,124-11-2442 0 0,24-4-538 0 0,-13 2 146 0 0,1 1 0 0 0,-31 9 0 0 0,47-9-327 0 0,0 0 1 0 0,0 1-1 0 0,0 0 0 0 0,0 1 1 0 0,1 0-1 0 0,0 1 1 0 0,-14 13-1 0 0,15-12 7 0 0,-31 30 199 0 0,40-36-220 0 0,-1 0-1 0 0,1 0 0 0 0,0 0 0 0 0,0 0 0 0 0,0 0 0 0 0,1 1 0 0 0,-1-1 0 0 0,1 0 0 0 0,0 1 0 0 0,0-1 0 0 0,0 1 0 0 0,0 0 0 0 0,1-1 0 0 0,-1 5 1 0 0,3 4 62 0 0,0 0 1 0 0,0 0 0 0 0,2-1 0 0 0,-1 1 0 0 0,2-1 0 0 0,-1 1 0 0 0,1-1 0 0 0,1-1 0 0 0,0 1-1 0 0,1-1 1 0 0,0 0 0 0 0,0 0 0 0 0,1-1 0 0 0,0 0 0 0 0,1 0 0 0 0,0-1 0 0 0,18 12 0 0 0,-1-3 37 0 0,2-2 0 0 0,0-1-1 0 0,0-1 1 0 0,1-1 0 0 0,1-2 0 0 0,0-1 0 0 0,0-1 0 0 0,63 7 0 0 0,-60-14-117 0 0,1-1 0 0 0,0-1 0 0 0,-1-2-1 0 0,1-2 1 0 0,32-8 0 0 0,-49 8-9 0 0,1-1 0 0 0,-1 0 0 0 0,1-1 0 0 0,-2 0 0 0 0,1-2 0 0 0,-1 0 0 0 0,-1-1 0 0 0,1 0 0 0 0,-2-1 0 0 0,1-1 0 0 0,13-15 0 0 0,-16 13-32 0 0,-2 0-1 0 0,0-1 1 0 0,0 1 0 0 0,-2-2-1 0 0,0 1 1 0 0,0-1 0 0 0,-2-1 0 0 0,0 1-1 0 0,-1-1 1 0 0,5-23 0 0 0,-9 32-153 0 0,0 0 1 0 0,-1 0-1 0 0,1 0 1 0 0,-1 0 0 0 0,-1 0-1 0 0,0 1 1 0 0,0-1-1 0 0,0 0 1 0 0,-1 0-1 0 0,0 1 1 0 0,-4-10-1 0 0,3 12-134 0 0,1 0 0 0 0,-1 0 0 0 0,-1 0 0 0 0,1 0 0 0 0,-1 1-1 0 0,0 0 1 0 0,0 0 0 0 0,0 0 0 0 0,0 0 0 0 0,-1 0 0 0 0,0 1-1 0 0,1 0 1 0 0,-1 0 0 0 0,0 0 0 0 0,-1 1 0 0 0,1-1 0 0 0,-7-1-1 0 0,-73-13-5832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06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25 240 0 0,'-31'-13'1601'0'0,"31"7"560"0"0,0 0-1761 0 0,0 12-4562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08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1588 212 480 0 0,'-27'-12'2347'0'0,"-11"-4"295"0"0,5 10-1802 0 0,9 3 40 0 0,1-2 1 0 0,1-1 0 0 0,-27-10-1 0 0,28 11-700 0 0,-1 1 0 0 0,0 1 1 0 0,0 1-1 0 0,0 1 0 0 0,-39 3 0 0 0,30-2-127 0 0,-240-11 415 0 0,161 3-262 0 0,-167 10 0 0 0,135 22 101 0 0,13-1 93 0 0,109-21-386 0 0,0 1 0 0 0,0 1-1 0 0,-35 13 1 0 0,48-15-28 0 0,-1 1-1 0 0,1 0 1 0 0,0 0-1 0 0,1 1 1 0 0,-1 0-1 0 0,1 0 1 0 0,-1 1-1 0 0,1-1 1 0 0,1 1-1 0 0,-1 1 1 0 0,1-1-1 0 0,-9 12 1 0 0,9 8 1 0 0,0-1-14 0 0,3-21 14 0 0,-1 1 10 0 0,0-1 0 0 0,1 1 0 0 0,0-1-1 0 0,0 1 1 0 0,0 0 0 0 0,0 0 0 0 0,0 0 0 0 0,1 0 0 0 0,0 0-1 0 0,0 0 1 0 0,0 1 0 0 0,0-1 0 0 0,0 0 0 0 0,1 0 0 0 0,0 1-1 0 0,1 5 1 0 0,-1 257 243 0 0,0-261-240 0 0,1 0 0 0 0,-1-1 0 0 0,2 1 0 0 0,-1 0-1 0 0,1-1 1 0 0,-1 1 0 0 0,1-1 0 0 0,1 0 0 0 0,-1 0-1 0 0,1 0 1 0 0,0 0 0 0 0,0 0 0 0 0,5 5 0 0 0,16 30-64 0 0,-17-20 20 0 0,-7-17 40 0 0,1-1 1 0 0,0 1-1 0 0,-1-1 0 0 0,1 1 0 0 0,0-1 0 0 0,1 0 0 0 0,-1 1 1 0 0,0-1-1 0 0,1 0 0 0 0,-1 0 0 0 0,1 0 0 0 0,0 0 0 0 0,0 0 1 0 0,-1 0-1 0 0,1 0 0 0 0,0-1 0 0 0,1 1 0 0 0,-1-1 0 0 0,4 3 1 0 0,22 8 52 0 0,-21-10-31 0 0,0 1-1 0 0,0 0 1 0 0,0 0 0 0 0,0 1 0 0 0,-1 0-1 0 0,11 7 1 0 0,3 5-62 0 0,2-2 0 0 0,0 0 0 0 0,0-1 0 0 0,38 14 0 0 0,0 1 51 0 0,-26-12-20 0 0,1-2 0 0 0,0-1 0 0 0,70 15 0 0 0,113 5 7 0 0,-42-8 77 0 0,-47 0-56 0 0,158 24-297 0 0,-253-47 288 0 0,0-2-1 0 0,34-4 0 0 0,3 1-7 0 0,45-2 150 0 0,215-36 1 0 0,-296 35-140 0 0,39-10 122 0 0,0-3 0 0 0,128-53 0 0 0,-101 34 50 0 0,19-15 49 0 0,-79 33-105 0 0,65-23 0 0 0,-103 42-127 0 0,0-1 1 0 0,0 0-1 0 0,0 0 0 0 0,0 1 1 0 0,0-2-1 0 0,0 1 1 0 0,-1 0-1 0 0,1 0 0 0 0,-1-1 1 0 0,1 0-1 0 0,-1 1 0 0 0,0-1 1 0 0,3-5-1 0 0,15-17-28 0 0,-12 18 64 0 0,-1 1 1 0 0,0-1-1 0 0,-1 0 1 0 0,0-1-1 0 0,8-11 1 0 0,-12 14-11 0 0,0-1 1 0 0,0 1 0 0 0,0 0-1 0 0,-1-1 1 0 0,1 0 0 0 0,-1 1-1 0 0,-1-1 1 0 0,1 0 0 0 0,-1-10-1 0 0,1-8 58 0 0,0 19-87 0 0,0 0 0 0 0,0 0 0 0 0,-1 0 0 0 0,0 0 0 0 0,0 0 0 0 0,0 0-1 0 0,0 0 1 0 0,-1 0 0 0 0,0 0 0 0 0,0 0 0 0 0,0 0 0 0 0,-1 0 0 0 0,0 0 0 0 0,0 1-1 0 0,-2-5 1 0 0,-107-101 32 0 0,92 92 10 0 0,-1 1-1 0 0,-1 1 0 0 0,0 1 1 0 0,-2 0-1 0 0,1 2 1 0 0,-1 1-1 0 0,-40-15 1 0 0,13 4 18 0 0,-113-47-2 0 0,-2 7 1 0 0,-199-47-1 0 0,276 87-130 0 0,-2 5 1 0 0,0 4-1 0 0,-95-3 0 0 0,159 15 10 0 0,1 2 1 0 0,-1 1-1 0 0,0 1 0 0 0,0 1 1 0 0,1 1-1 0 0,0 1 0 0 0,-27 9 1 0 0,46-12-53 0 0,1 0 1 0 0,0 0-1 0 0,0 1 1 0 0,0-1-1 0 0,0 1 1 0 0,0 0-1 0 0,0 0 1 0 0,1 1-1 0 0,-1-1 1 0 0,1 1-1 0 0,0 0 1 0 0,0 0-1 0 0,0 1 1 0 0,1-1-1 0 0,0 1 1 0 0,0-1-1 0 0,0 1 1 0 0,0 0-1 0 0,1 0 1 0 0,-1 1-1 0 0,1-1 1 0 0,1 0-1 0 0,-1 1 1 0 0,1-1-1 0 0,0 1 1 0 0,0 0-1 0 0,1-1 1 0 0,-1 1-1 0 0,1 0 1 0 0,1-1-1 0 0,-1 1 1 0 0,1 0 0 0 0,1 6-1 0 0,18 69-3149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9:57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293 606 5603 0 0,'-26'-7'5522'0'0,"28"7"-5490"0"0,-1 0-17 0 0,0 0 0 0 0,0 0 0 0 0,1 0 0 0 0,-1 0 0 0 0,0 0 0 0 0,0 0 0 0 0,0 0 1 0 0,1 0-1 0 0,-1 1 0 0 0,0-1 0 0 0,0 0 0 0 0,0 1 0 0 0,0-1 0 0 0,0 1 0 0 0,0 0 0 0 0,0-1 0 0 0,0 1 0 0 0,0-1 1 0 0,2 2 852 0 0,-4-2-857 0 0,1-1-1 0 0,0 1 0 0 0,0-1 0 0 0,0 1 0 0 0,-1-1 1 0 0,1 1-1 0 0,0-1 0 0 0,0 1 0 0 0,0-1 0 0 0,0 1 1 0 0,0-1-1 0 0,0 1 0 0 0,0-1 0 0 0,0 1 0 0 0,0-1 1 0 0,1 0-1 0 0,-1 1 0 0 0,0-1 0 0 0,0 1 0 0 0,0-1 1 0 0,1 1-1 0 0,-1 0 0 0 0,0-1 0 0 0,0 1 0 0 0,1-1 1 0 0,-1 1-1 0 0,0-1 0 0 0,1 1 0 0 0,-1 0 0 0 0,1-1 1 0 0,-1 1-1 0 0,0 0 0 0 0,2-1 0 0 0,27-34 279 0 0,-2-2-1 0 0,-1 0 0 0 0,21-42 1 0 0,0 1 118 0 0,-37 63-314 0 0,-1-1 1 0 0,0-1-1 0 0,-1 1 0 0 0,0-1 1 0 0,-2-1-1 0 0,9-32 0 0 0,-9 34-28 0 0,0 0 0 0 0,1 0 0 0 0,0 1 0 0 0,18-25 0 0 0,-1-1 91 0 0,-24 40-151 0 0,5-19 62 0 0,-5 12-59 0 0,0 7-75 0 0,-1 1 60 0 0,1 0 0 0 0,0 0 0 0 0,0 1 0 0 0,0-1 0 0 0,0 0 0 0 0,0 0 0 0 0,0 0 0 0 0,0 1 0 0 0,-1-1 0 0 0,1 0 0 0 0,0 0 0 0 0,0 1 0 0 0,0-1 0 0 0,0 0 0 0 0,0 0-1 0 0,0 0 1 0 0,0 1 0 0 0,0-1 0 0 0,0 0 0 0 0,0 0 0 0 0,0 1 0 0 0,1-1 0 0 0,-1 0 0 0 0,0 0 0 0 0,0 0 0 0 0,0 1 0 0 0,0-1 0 0 0,0 0 0 0 0,0 0 0 0 0,0 0 0 0 0,1 1 0 0 0,-1-1 0 0 0,0 0 0 0 0,0 0 0 0 0,0 0 0 0 0,0 0 0 0 0,1 1 0 0 0,-1-1 0 0 0,0 0 0 0 0,0 0 0 0 0,0 0 0 0 0,1 0 0 0 0,-1 0 0 0 0,0 0 0 0 0,0 0-1 0 0,0 0 1 0 0,1 0 0 0 0,-1 1 0 0 0,0-1 0 0 0,0 0 0 0 0,1 0 0 0 0,-1 0 0 0 0,0 0 0 0 0,1-1 0 0 0,0 2-14 0 0,1 0 0 0 0,0 0 1 0 0,-1 0-1 0 0,1 0 0 0 0,-1 0 0 0 0,1 0 0 0 0,-1 0 0 0 0,1 0 0 0 0,-1 1 0 0 0,0-1 0 0 0,0 0 1 0 0,0 1-1 0 0,0-1 0 0 0,0 1 0 0 0,0 0 0 0 0,0-1 0 0 0,0 1 0 0 0,0 0 0 0 0,-1-1 0 0 0,1 1 1 0 0,-1 0-1 0 0,1 0 0 0 0,-1-1 0 0 0,0 1 0 0 0,1 0 0 0 0,-1 0 0 0 0,0 2 0 0 0,-1 67-233 0 0,0-43 293 0 0,1 192 428 0 0,1-205-450 0 0,1-1 0 0 0,0 0 0 0 0,1 0 0 0 0,1 0-1 0 0,0 0 1 0 0,1-1 0 0 0,1 1 0 0 0,13 23 0 0 0,-5-8-9 0 0,0 5 18 0 0,-2 2-1 0 0,13 60 1 0 0,-21-78-23 0 0,-1-7 2 0 0,-2 0 0 0 0,0 1 0 0 0,0-1 0 0 0,-1 0 0 0 0,-1 0 0 0 0,1 1 0 0 0,-2-1 0 0 0,0 0 0 0 0,0 0 0 0 0,-1 0 0 0 0,0 0 0 0 0,-1-1 0 0 0,0 1 0 0 0,-1-1 0 0 0,0 0 0 0 0,-1 0 0 0 0,0 0 0 0 0,0-1 0 0 0,-1 0 0 0 0,-10 11 1 0 0,8-11-35 0 0,1 0 1 0 0,-2-1 0 0 0,1 0 0 0 0,-1-1 0 0 0,0 1 0 0 0,-1-2 0 0 0,0 0 0 0 0,0 0 0 0 0,0-1 0 0 0,0 0 0 0 0,-1-1 0 0 0,0 0 0 0 0,0-1 0 0 0,0 0 0 0 0,0-1 0 0 0,-1 0 0 0 0,1-1 0 0 0,-20-1 0 0 0,1-4-45 0 0,2-1-1 0 0,-1-1 1 0 0,0-1-1 0 0,1-2 1 0 0,1-1 0 0 0,-1-1-1 0 0,2-2 1 0 0,0-1 0 0 0,-35-23-1 0 0,50 29 97 0 0,0-1-1 0 0,1 0 1 0 0,1 0-1 0 0,0-2 1 0 0,0 1-1 0 0,1-1 1 0 0,0 0-1 0 0,1-1 0 0 0,0 0 1 0 0,1 0-1 0 0,0-1 1 0 0,1 0-1 0 0,1 0 1 0 0,0-1-1 0 0,0 1 1 0 0,1-1-1 0 0,1 0 1 0 0,-2-26-1 0 0,5 36-16 0 0,0-1-1 0 0,1 1 1 0 0,-1-1-1 0 0,1 1 1 0 0,0 0-1 0 0,1 0 1 0 0,-1-1-1 0 0,1 1 1 0 0,-1 0-1 0 0,1 0 1 0 0,0 1-1 0 0,1-1 1 0 0,-1 0-1 0 0,6-5 1 0 0,-2 3-9 0 0,0 0-1 0 0,0 0 1 0 0,1 1 0 0 0,0 0 0 0 0,0 0-1 0 0,0 1 1 0 0,1-1 0 0 0,7-2-1 0 0,63-21-350 0 0,0 3-1 0 0,2 4 0 0 0,0 3 0 0 0,102-10 0 0 0,24 7-2019 0 0,5 2-3122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9:57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321 108 1521 0 0,'-122'-14'6771'0'0,"108"12"-6277"0"0,-1-2 1 0 0,1 0-1 0 0,0 0 0 0 0,0-1 0 0 0,1-1 1 0 0,-21-12-1 0 0,-47-19 226 0 0,81 37-706 0 0,1 0 0 0 0,-1 0 0 0 0,0 0 0 0 0,0 0 0 0 0,1 0 0 0 0,-1 0 0 0 0,0 0 0 0 0,1 0 0 0 0,-1 0 0 0 0,0 0 0 0 0,0 0 0 0 0,1 0-1 0 0,-1-1 1 0 0,0 1 0 0 0,0 0 0 0 0,0 0 0 0 0,1 0 0 0 0,-1 0 0 0 0,0-1 0 0 0,0 1 0 0 0,0 0 0 0 0,1 0 0 0 0,-1-1 0 0 0,0 1 0 0 0,0 0 0 0 0,0 0-1 0 0,0-1 1 0 0,0 1 0 0 0,1 0 0 0 0,-1 0 0 0 0,0-1 0 0 0,0 1 0 0 0,0 0 0 0 0,0-1 0 0 0,0 1 0 0 0,0 0 0 0 0,0 0 0 0 0,0-1 0 0 0,0 1 0 0 0,0 0 0 0 0,0 0-1 0 0,0-1 1 0 0,0 1 0 0 0,-1 0 0 0 0,1-1 0 0 0,0 1 0 0 0,0 0 0 0 0,0 0 0 0 0,0-1 0 0 0,0 1 0 0 0,-1 0 0 0 0,1 0 0 0 0,0 0 0 0 0,0-1 0 0 0,0 1-1 0 0,-1 0 1 0 0,1 0 0 0 0,0 0 0 0 0,0-1 0 0 0,-1 1 0 0 0,28-2 201 0 0,-27 2-212 0 0,260 12 1506 0 0,18 1-3259 0 0,-207-10-45 0 0,-23 1-1668 0 0,-47-4 3359 0 0,45 1-3711 0 0,-36-1 413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9:57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5042 0 0,'-60'19'3602'0'0,"60"-11"-2562"0"0,0-3-719 0 0,0 1 639 0 0,30-6-720 0 0,0 0 0 0 0,0 0 80 0 0,0 8-80 0 0,0-8-79 0 0,85 6-322 0 0,6 7-799 0 0,90-2-5603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9:58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106 263 1121 0 0,'-1'0'204'0'0,"0"0"1"0"0,-1 0 0 0 0,1 0-1 0 0,0 0 1 0 0,0 0 0 0 0,0-1-1 0 0,0 1 1 0 0,0 0 0 0 0,0-1-1 0 0,0 1 1 0 0,0 0 0 0 0,0-1-1 0 0,0 0 1 0 0,0 1 0 0 0,0-1-1 0 0,0 1 1 0 0,0-1 0 0 0,0 0-1 0 0,0 0 1 0 0,0 0 0 0 0,1 1-1 0 0,-1-1 1 0 0,0 0 0 0 0,1 0-1 0 0,-1 0 1 0 0,1 0 0 0 0,-1 0-1 0 0,0-1 1 0 0,2 0 19 0 0,0 0 1 0 0,0 0-1 0 0,0 1 0 0 0,1-1 1 0 0,-1 1-1 0 0,0-1 0 0 0,1 1 0 0 0,-1 0 1 0 0,1-1-1 0 0,-1 1 0 0 0,1 0 1 0 0,0 0-1 0 0,0 0 0 0 0,-1 0 1 0 0,5-1-1 0 0,7-6-110 0 0,-1-1 0 0 0,0 0 0 0 0,0-1 0 0 0,-1 0 0 0 0,0-1 0 0 0,-1-1 0 0 0,11-14 0 0 0,-8 10-36 0 0,0 1 1 0 0,1 0 0 0 0,25-20 0 0 0,16-9-106 0 0,-51 41-19 0 0,-4 3 43 0 0,0 0-1 0 0,0 1 1 0 0,0-1 0 0 0,0 0 0 0 0,0 0 0 0 0,0 0-1 0 0,0 0 1 0 0,0 0 0 0 0,0 0 0 0 0,0 0 0 0 0,0 0-1 0 0,0 0 1 0 0,0 0 0 0 0,0 0 0 0 0,0 0-1 0 0,0 0 1 0 0,0 1 0 0 0,0-1 0 0 0,0 0 0 0 0,0 0-1 0 0,0 0 1 0 0,1 0 0 0 0,-1 0 0 0 0,0 0 0 0 0,0 0-1 0 0,0 0 1 0 0,0 0 0 0 0,0 0 0 0 0,0 0-1 0 0,0 0 1 0 0,0 0 0 0 0,0 0 0 0 0,0 0 0 0 0,0 0-1 0 0,0 0 1 0 0,0 0 0 0 0,0 0 0 0 0,1 0 0 0 0,-1 0-1 0 0,0 0 1 0 0,0 0 0 0 0,0 0 0 0 0,0 0 0 0 0,0 0-1 0 0,0 0 1 0 0,0 0 0 0 0,-1 14 14 0 0,1-7 7 0 0,-1 0 1 0 0,0 0 0 0 0,0 0-1 0 0,0 0 1 0 0,-1 0 0 0 0,-1 0-1 0 0,1-1 1 0 0,-1 1-1 0 0,0-1 1 0 0,0 0 0 0 0,-1 1-1 0 0,1-2 1 0 0,-2 1 0 0 0,1 0-1 0 0,0-1 1 0 0,-8 7 0 0 0,-11 8 11 0 0,0 0 1 0 0,-45 28-1 0 0,48-36 13 0 0,1 1 0 0 0,0 1 1 0 0,1 0-1 0 0,1 1 0 0 0,-26 29 0 0 0,27-24-6 0 0,13-18-55 0 0,0 1 1 0 0,1 0-1 0 0,-1-1 1 0 0,1 1-1 0 0,-1 0 0 0 0,1 0 1 0 0,0 0-1 0 0,0 1 1 0 0,0-1-1 0 0,1 0 1 0 0,-3 8-1 0 0,9-9-52 0 0,-1 1-1 0 0,1-1 1 0 0,0 1-1 0 0,-1-2 1 0 0,1 1 0 0 0,0 0-1 0 0,0-1 1 0 0,0 0-1 0 0,1 0 1 0 0,-1 0-1 0 0,0-1 1 0 0,9 0 0 0 0,-1 0-256 0 0,0 1 1 0 0,0-2-1 0 0,0 0 1 0 0,0-1 0 0 0,15-3-1 0 0,-19 1-370 0 0,0 1 0 0 0,-1-1-1 0 0,1 0 1 0 0,12-9 0 0 0,14-18-4307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9:58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507 61 560 0 0,'-59'-1'1890'0'0,"0"2"0"0"0,0 3 0 0 0,1 2-1 0 0,-1 3 1 0 0,-63 18 0 0 0,113-24-1887 0 0,0 1-1 0 0,0-1 1 0 0,0 2 0 0 0,1-1 0 0 0,-15 11-1 0 0,21-14 0 0 0,1 0 0 0 0,-1 0 1 0 0,1 0-1 0 0,-1 1 0 0 0,1-1 0 0 0,-1 0 0 0 0,1 1 0 0 0,0-1 0 0 0,-1 1 0 0 0,1 0 0 0 0,0-1 0 0 0,0 1 0 0 0,0 0 0 0 0,1-1 0 0 0,-1 1 0 0 0,0 0 0 0 0,1 0 0 0 0,-1 0 0 0 0,1 0 0 0 0,-1 0 0 0 0,1 0 0 0 0,0 0 0 0 0,0 0 0 0 0,0 0 0 0 0,0-1 0 0 0,0 1 0 0 0,0 0 0 0 0,1 0 0 0 0,-1 0 0 0 0,1 0 0 0 0,-1 0 0 0 0,1 0 0 0 0,0 0 0 0 0,0-1 0 0 0,-1 1 0 0 0,1 0 0 0 0,2 2 0 0 0,5 6 24 0 0,1-1 0 0 0,0 1-1 0 0,0-2 1 0 0,1 1 0 0 0,0-1-1 0 0,1-1 1 0 0,0 0 0 0 0,0-1-1 0 0,0 0 1 0 0,1 0 0 0 0,0-1 0 0 0,23 6-1 0 0,-25-8 1 0 0,0 0 0 0 0,1-1 0 0 0,-1-1 0 0 0,1 0 0 0 0,-1 0 0 0 0,1-1 0 0 0,-1 0-1 0 0,1-1 1 0 0,-1 0 0 0 0,1-1 0 0 0,-1 0 0 0 0,0 0 0 0 0,0-1 0 0 0,0-1 0 0 0,0 0 0 0 0,0 0 0 0 0,9-6 0 0 0,-12 5-9 0 0,-1 0 1 0 0,0 0-1 0 0,-1 0 1 0 0,1 0 0 0 0,-1-1-1 0 0,0 0 1 0 0,-1 0 0 0 0,1-1-1 0 0,-1 1 1 0 0,-1-1 0 0 0,1 0-1 0 0,-1 0 1 0 0,0 0 0 0 0,-1 0-1 0 0,1-1 1 0 0,1-10 0 0 0,0-10-213 0 0,0 0 0 0 0,-2 0 0 0 0,-2-30 0 0 0,0 43-86 0 0,0 14 247 0 0,0 1-1 0 0,1 0 1 0 0,-1-1-1 0 0,0 1 1 0 0,0 0-1 0 0,0 0 1 0 0,0-1-1 0 0,0 1 1 0 0,0 0-1 0 0,1-1 1 0 0,-1 1-1 0 0,0 0 1 0 0,0-1-1 0 0,0 1 1 0 0,0 0-1 0 0,0-1 0 0 0,0 1 1 0 0,0 0-1 0 0,0-1 1 0 0,0 1-1 0 0,-1 0 1 0 0,1-1-1 0 0,0 1 1 0 0,0 0-1 0 0,0-1 1 0 0,0 1-1 0 0,0 0 1 0 0,-1-1-1 0 0,1 1 1 0 0,0 0-1 0 0,0 0 1 0 0,0-1-1 0 0,-1 1 1 0 0,1 0-1 0 0,0 0 1 0 0,0-1-1 0 0,-1 1 1 0 0,1 0-1 0 0,0 0 1 0 0,0 0-1 0 0,-1 0 1 0 0,1-1-1 0 0,0 1 1 0 0,-1 0-1 0 0,1 0 1 0 0,0 0-1 0 0,-1 0 1 0 0,1 0-1 0 0,0 0 1 0 0,-1 0-1 0 0,1 0 1 0 0,0 0-1 0 0,-1 0 1 0 0,1 0-1 0 0,0 0 1 0 0,-1 0-1 0 0,1 0 1 0 0,0 0-1 0 0,-1 0 0 0 0,1 1 1 0 0,0-1-1 0 0,-1 0 1 0 0,1 0-1 0 0,0 0 1 0 0,0 0-1 0 0,-1 1 1 0 0,-15 16-3819 0 0,14-15 2228 0 0,-23 12-1256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9:59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425 11 2081 0 0,'-44'-6'2217'0'0,"0"2"1"0"0,-73 3-1 0 0,104 2-2049 0 0,0 0 0 0 0,0 1 0 0 0,0 1 0 0 0,1-1 0 0 0,-1 2 0 0 0,1 0 0 0 0,-1 0 0 0 0,1 2 0 0 0,1-1 0 0 0,-1 1 0 0 0,1 1 0 0 0,0 0 0 0 0,-12 10 0 0 0,19-13-142 0 0,0 0-1 0 0,1 1 0 0 0,0-1 1 0 0,-1 1-1 0 0,2-1 1 0 0,-1 1-1 0 0,1 0 1 0 0,-1 0-1 0 0,1 0 0 0 0,1 0 1 0 0,-1 0-1 0 0,1 1 1 0 0,0-1-1 0 0,0 0 1 0 0,0 1-1 0 0,1-1 0 0 0,0 1 1 0 0,0-1-1 0 0,1 9 1 0 0,-1-5 52 0 0,0-6-65 0 0,0-1 0 0 0,0 1 0 0 0,1-1 1 0 0,-1 1-1 0 0,1 0 0 0 0,-1-1 0 0 0,1 1 0 0 0,0-1 0 0 0,0 1 0 0 0,0-1 1 0 0,0 0-1 0 0,0 1 0 0 0,1-1 0 0 0,-1 0 0 0 0,0 0 0 0 0,1 0 0 0 0,0 0 1 0 0,0 0-1 0 0,0 0 0 0 0,-1 0 0 0 0,1-1 0 0 0,1 1 0 0 0,-1-1 0 0 0,0 1 1 0 0,0-1-1 0 0,1 0 0 0 0,-1 0 0 0 0,0 0 0 0 0,1 0 0 0 0,-1 0 0 0 0,1-1 1 0 0,0 1-1 0 0,-1-1 0 0 0,1 1 0 0 0,-1-1 0 0 0,1 0 0 0 0,0 0 0 0 0,-1 0 1 0 0,5-1-1 0 0,4 0 13 0 0,-1 0 0 0 0,0-1 0 0 0,0 0 0 0 0,0-1 0 0 0,0 0 0 0 0,0 0 1 0 0,-1-1-1 0 0,1 0 0 0 0,9-6 0 0 0,-13 5-54 0 0,-1 0 0 0 0,0 0 0 0 0,-1-1-1 0 0,1 0 1 0 0,-1 1 0 0 0,0-1 0 0 0,0 0 0 0 0,-1-1 0 0 0,0 1-1 0 0,5-14 1 0 0,-3 7-196 0 0,-4 8-110 0 0,1 0-1 0 0,-1 0 0 0 0,0 0 1 0 0,0 0-1 0 0,-1-1 0 0 0,1 1 1 0 0,-1 0-1 0 0,-1-11 0 0 0,0-2-2282 0 0,1 18 2617 0 0,0 0-104 0 0,0-1 0 0 0,0 1 1 0 0,0-1-1 0 0,0 1 0 0 0,0-1 0 0 0,0 1 0 0 0,0-1 0 0 0,0 1 0 0 0,0-1 1 0 0,0 1-1 0 0,0 0 0 0 0,0-1 0 0 0,-1 1 0 0 0,1-1 0 0 0,0 1 1 0 0,0-1-1 0 0,0 1 0 0 0,-1-1 0 0 0,1 1 0 0 0,0 0 0 0 0,0-1 0 0 0,-1 1 1 0 0,1 0-1 0 0,0-1 0 0 0,-1 1 0 0 0,1 0 0 0 0,-1-1 0 0 0,-24-1-2724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9:59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0 320 0 0,'0'14'2641'0'0,"-30"24"1041"0"0,-61 20-320 0 0,31-1-2002 0 0,0-7-639 0 0,-1-5 319 0 0,1-1-320 0 0,30 2-560 0 0,30-2-160 0 0,0-5-800 0 0,0-28-1281 0 0,60-3-160 0 0,-60-16-3121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49:59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64 1281 0 0,'-90'-19'7363'0'0,"29"-1"-4162"0"0,31 1-2960 0 0,0 13-482 0 0,60 12-79 0 0,0 2 0 0 0,0 3-240 0 0,31 3-1681 0 0,-1-3-1521 0 0,31 9-480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11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1885 541 80 0 0,'-69'-10'5914'0'0,"46"7"-5226"0"0,1 0-1 0 0,-1-1 0 0 0,1-1 1 0 0,-36-14-1 0 0,40 12-630 0 0,-1 1 1 0 0,0 1-1 0 0,-1 0 0 0 0,1 2 1 0 0,-36-2-1 0 0,-121 6 26 0 0,-25 24 130 0 0,76-7-147 0 0,-111 12 188 0 0,215-29-157 0 0,0-1-1 0 0,-37-5 1 0 0,37 3-66 0 0,-51 0-15 0 0,38 14-18 0 0,19-5 1 0 0,4-2 21 0 0,0 2 0 0 0,0 0-1 0 0,-15 12 1 0 0,13-9 7 0 0,-1 0 0 0 0,-25 13 0 0 0,-7 2-11 0 0,2 2 0 0 0,2 2 0 0 0,0 2 0 0 0,-46 45 0 0 0,73-62 1 0 0,0 0-1 0 0,-1 0 1 0 0,-24 14 0 0 0,33-23-21 0 0,0 0 1 0 0,1 1 0 0 0,-1-1 0 0 0,1 1 0 0 0,-10 13-1 0 0,6-8-30 0 0,9-7 29 0 0,0-1 0 0 0,0 0 0 0 0,0 1 0 0 0,0-1 0 0 0,1 1 0 0 0,-1-1 0 0 0,1 1 0 0 0,0-1 0 0 0,0 1 0 0 0,0-1 0 0 0,1 1 0 0 0,-1-1 0 0 0,1 1 0 0 0,0-1 0 0 0,2 6 0 0 0,10 25 52 0 0,-2-4-70 0 0,20 39-1 0 0,-24-55 20 0 0,-1-1 0 0 0,-1 1-1 0 0,-1 1 1 0 0,4 16-1 0 0,-6-21-2 0 0,0 1 0 0 0,1-1 0 0 0,0 0 0 0 0,1 0 0 0 0,0 0 0 0 0,0 0 0 0 0,1-1 0 0 0,1 0 0 0 0,-1 0 0 0 0,2 0 0 0 0,8 10 0 0 0,47 26-29 0 0,-13-11 72 0 0,-39-25-36 0 0,1 0 0 0 0,1 0 0 0 0,-1-1 0 0 0,1 0 0 0 0,1-1 0 0 0,-1-1 0 0 0,1 0 0 0 0,1-1 0 0 0,-1 0 0 0 0,27 5 0 0 0,371 61-14 0 0,-169-27-119 0 0,387 27 213 0 0,-303-42-107 0 0,-218-24 43 0 0,1-5-1 0 0,-1-4 1 0 0,1-6-1 0 0,-2-4 1 0 0,166-43 0 0 0,-185 33 29 0 0,37-10-28 0 0,254-36 1 0 0,-132 43-85 0 0,-224 24 114 0 0,0-2 0 0 0,26-9 0 0 0,6-1-28 0 0,478-87-32 0 0,-502 96-155 0 0,53-18 1 0 0,-18 5 21 0 0,-40 9 36 0 0,-23 8 84 0 0,0 1 1 0 0,0-1 0 0 0,0 1 0 0 0,0 0 0 0 0,1 0 0 0 0,-1 0 0 0 0,0 1 0 0 0,0-1 0 0 0,1 1 0 0 0,3 0 0 0 0,18 0-42 0 0,35-6 54 0 0,26-8 13 0 0,-68 10 21 0 0,-1-1 0 0 0,1-1-1 0 0,-1 0 1 0 0,0-1 0 0 0,0 0 0 0 0,30-20 0 0 0,-25 18-8 0 0,-14 8-12 0 0,-3-3-1 0 0,-5-78 640 0 0,0 81-635 0 0,0 0 1 0 0,0 0-1 0 0,-1-1 0 0 0,1 1 0 0 0,0 0 1 0 0,-1 0-1 0 0,1-1 0 0 0,-1 1 0 0 0,1 0 1 0 0,-1 0-1 0 0,1 0 0 0 0,-1 0 1 0 0,0 0-1 0 0,1 0 0 0 0,-1 0 0 0 0,0 0 1 0 0,0 0-1 0 0,0 0 0 0 0,0 0 0 0 0,0 1 1 0 0,0-1-1 0 0,0 0 0 0 0,-2 0 1 0 0,-5-6 27 0 0,2 0-11 0 0,-1-3-7 0 0,0 1 0 0 0,0 0 1 0 0,-1 1-1 0 0,0 0 0 0 0,-1 0 0 0 0,0 1 0 0 0,0 0 0 0 0,-1 1 0 0 0,-11-7 0 0 0,-8-4 21 0 0,-68-33 155 0 0,51 32-117 0 0,12 5 9 0 0,-52-27 0 0 0,29 9-27 0 0,23 14-4 0 0,0-2 1 0 0,-51-40 0 0 0,73 49-53 0 0,-38-30-9 0 0,-2 1 0 0 0,-76-42 0 0 0,72 47 41 0 0,36 22 42 0 0,0 0 0 0 0,-34-14 0 0 0,-367-146 908 0 0,304 122-1057 0 0,57 27-2 0 0,-1 2 1 0 0,-122-23-1 0 0,-131-1 796 0 0,98 17-261 0 0,-250-24-287 0 0,209 27 45 0 0,199 20-246 0 0,1 3 0 0 0,0 3 0 0 0,-103 13-1 0 0,-252 49 258 0 0,408-62-235 0 0,-48 10-55 0 0,50-11 30 0 0,1 1-1 0 0,-1-1 0 0 0,1 1 1 0 0,-1-1-1 0 0,1 1 0 0 0,-1 0 1 0 0,1 0-1 0 0,-1 0 0 0 0,1 0 1 0 0,0 0-1 0 0,0 0 0 0 0,-1 0 1 0 0,1 0-1 0 0,0 0 0 0 0,0 1 1 0 0,0-1-1 0 0,0 0 0 0 0,0 1 1 0 0,1-1-1 0 0,-1 1 0 0 0,0-1 0 0 0,1 1 1 0 0,-1-1-1 0 0,1 1 0 0 0,-1-1 1 0 0,1 1-1 0 0,-1 2 0 0 0,5 11-326 0 0,0 1 0 0 0,0 0 0 0 0,2-1 0 0 0,0 0 0 0 0,0 0-1 0 0,2-1 1 0 0,15 24 0 0 0,-12-24 107 0 0,0 0-1 0 0,1-1 1 0 0,1 0-1 0 0,25 20 1 0 0,78 45-2095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19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197 256 80 0 0,'-57'-19'8505'0'0,"44"17"-8002"0"0,0 1-1 0 0,0 0 1 0 0,0 1 0 0 0,-23 3-1 0 0,-9-5 931 0 0,39 1-366 0 0,22 4-472 0 0,-11-2 486 0 0,0-2-1015 0 0,5-2-68 0 0,0 0 0 0 0,0 0 0 0 0,0-1 0 0 0,0-1-1 0 0,-1 0 1 0 0,16-10 0 0 0,58-47-25 0 0,-14 9 16 0 0,-51 42 19 0 0,-13 8-1 0 0,-1 0-1 0 0,1 0 1 0 0,-1-1-1 0 0,0 1 1 0 0,0-1-1 0 0,0 0 1 0 0,0 0-1 0 0,4-7 1 0 0,-3 6 4 0 0,1 1 1 0 0,0-1-1 0 0,-1 1 0 0 0,1 0 1 0 0,1 1-1 0 0,8-4 1 0 0,-15 7-18 0 0,0 0 0 0 0,0 0-1 0 0,0 0 1 0 0,0 0 0 0 0,0 0 0 0 0,0 0 0 0 0,0 0 0 0 0,0 0 0 0 0,0 1 0 0 0,0-1 0 0 0,0 0 0 0 0,-1 0-1 0 0,1 0 1 0 0,0 0 0 0 0,0 0 0 0 0,0 0 0 0 0,0 1 0 0 0,0-1 0 0 0,0 0 0 0 0,0 0 0 0 0,0 0 0 0 0,0 0-1 0 0,0 0 1 0 0,0 0 0 0 0,0 1 0 0 0,0-1 0 0 0,1 0 0 0 0,-1 0 0 0 0,0 0 0 0 0,0 0 0 0 0,0 0 0 0 0,0 0 0 0 0,0 1-1 0 0,0-1 1 0 0,0 0 0 0 0,0 0 0 0 0,0 0 0 0 0,0 0 0 0 0,0 0 0 0 0,0 0 0 0 0,1 0 0 0 0,-1 0 0 0 0,0 0-1 0 0,0 1 1 0 0,0-1 0 0 0,0 0 0 0 0,0 0 0 0 0,0 0 0 0 0,1 0 0 0 0,-1 0 0 0 0,0 0 0 0 0,0 0 0 0 0,0 0-1 0 0,0 0 1 0 0,0 0 0 0 0,0 0 0 0 0,1 0 0 0 0,-14 20-246 0 0,-2 5-23 0 0,8-8 201 0 0,1 2 1 0 0,1-1-1 0 0,1 1 0 0 0,0-1 0 0 0,-1 22 0 0 0,2-15 132 0 0,-1 0-1 0 0,-1 0 0 0 0,-12 35 1 0 0,10-42-21 0 0,1 1-1 0 0,1 0 1 0 0,1 0 0 0 0,1 0-1 0 0,0 0 1 0 0,1 1 0 0 0,2 30-1 0 0,0-48-104 0 0,-1-1-1 0 0,1 1 0 0 0,1-1 0 0 0,-1 1 0 0 0,0-1 1 0 0,0 1-1 0 0,0-1 0 0 0,1 1 0 0 0,-1-1 0 0 0,1 1 1 0 0,-1-1-1 0 0,1 1 0 0 0,0-1 0 0 0,-1 0 0 0 0,1 1 1 0 0,0-1-1 0 0,0 0 0 0 0,0 0 0 0 0,0 0 0 0 0,0 0 1 0 0,0 0-1 0 0,0 0 0 0 0,1 0 0 0 0,-1 0 0 0 0,0 0 1 0 0,0 0-1 0 0,1 0 0 0 0,-1-1 0 0 0,1 1 0 0 0,-1-1 0 0 0,0 1 1 0 0,1-1-1 0 0,-1 1 0 0 0,1-1 0 0 0,-1 0 0 0 0,1 0 1 0 0,-1 0-1 0 0,1 0 0 0 0,2 0 0 0 0,6-1-279 0 0,0 0-1 0 0,0-1 0 0 0,-1 0 0 0 0,18-6 1 0 0,-17 5 215 0 0,-3 1-126 0 0,0 0 1 0 0,0 0-1 0 0,-1-1 1 0 0,1 0-1 0 0,-1 0 1 0 0,0-1-1 0 0,9-5 1 0 0,-10 3-398 0 0,0 1 0 0 0,0-1 0 0 0,0 0 1 0 0,-1-1-1 0 0,7-11 0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20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91 2001 0 0,'-25'5'1489'0'0,"10"-3"-556"0"0,-1 1-1 0 0,1 1 1 0 0,0 0-1 0 0,0 1 1 0 0,0 1-1 0 0,-20 10 1 0 0,32-14-912 0 0,1 0 0 0 0,-1-1 0 0 0,1 1 0 0 0,0 0 0 0 0,0 0 0 0 0,0 1 0 0 0,0-1 0 0 0,0 0 0 0 0,0 1 0 0 0,1-1 0 0 0,-1 1 0 0 0,1-1 0 0 0,0 1 0 0 0,-1 0 0 0 0,1 0 0 0 0,1-1 0 0 0,-1 1 0 0 0,0 0 0 0 0,1 0 0 0 0,-1 0 0 0 0,1 0 0 0 0,0 0 1 0 0,0 0-1 0 0,0 0 0 0 0,0 0 0 0 0,1 0 0 0 0,-1 0 0 0 0,2 4 0 0 0,2 8-2 0 0,0-2 1 0 0,0 1-1 0 0,2 0 0 0 0,11 21 1 0 0,-15-32-16 0 0,0 0 1 0 0,0-1-1 0 0,1 1 0 0 0,-1 0 1 0 0,1-1-1 0 0,0 0 0 0 0,0 1 1 0 0,0-1-1 0 0,0 0 0 0 0,0-1 1 0 0,0 1-1 0 0,0 0 0 0 0,1-1 1 0 0,-1 0-1 0 0,0 0 0 0 0,1 0 1 0 0,-1 0-1 0 0,1 0 0 0 0,4-1 1 0 0,7 2 16 0 0,0-1 1 0 0,0-1 0 0 0,22-2-1 0 0,-8-2 153 0 0,0-1-1 0 0,28-9 1 0 0,-53 13-140 0 0,-1-1 0 0 0,1 0 0 0 0,-1 0 0 0 0,0 0 0 0 0,1 0 0 0 0,-1 0 0 0 0,0-1 0 0 0,-1 1 0 0 0,1-1 0 0 0,0 0 0 0 0,-1 0 0 0 0,1 0-1 0 0,-1 0 1 0 0,0 0 0 0 0,0 0 0 0 0,0-1 0 0 0,0 1 0 0 0,-1-1 0 0 0,0 1 0 0 0,1-1 0 0 0,-1 0 0 0 0,0 1 0 0 0,-1-1 0 0 0,1-4 0 0 0,2-12 63 0 0,-2 0-1 0 0,0 0 0 0 0,-2-27 0 0 0,0 19-50 0 0,1 16-70 0 0,0 3-115 0 0,0 0 1 0 0,0 0 0 0 0,-1 0-1 0 0,0 0 1 0 0,-4-13-1 0 0,5 21 6 0 0,-1-1 1 0 0,1 0-1 0 0,-1 1 0 0 0,0-1 0 0 0,0 1 0 0 0,0-1 0 0 0,0 1 0 0 0,0-1 0 0 0,0 1 0 0 0,0 0 0 0 0,0 0 0 0 0,0-1 0 0 0,-1 1 0 0 0,1 0 0 0 0,0 0 0 0 0,-1 0 0 0 0,1 0 0 0 0,-1 0 0 0 0,1 1 0 0 0,-1-1 0 0 0,0 0 0 0 0,1 1 0 0 0,-1-1 0 0 0,0 1 0 0 0,1 0 0 0 0,-1-1 0 0 0,0 1 0 0 0,0 0 0 0 0,1 0 0 0 0,-1 0 0 0 0,0 0 0 0 0,1 0 0 0 0,-4 1 0 0 0,-25 6-3508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20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23 1601 0 0,'-1'-1'164'0'0,"0"0"1"0"0,0 0-1 0 0,1 0 1 0 0,-1 0-1 0 0,0 0 1 0 0,0 0-1 0 0,0 0 1 0 0,0 0-1 0 0,0 0 1 0 0,-1 0-1 0 0,1 1 0 0 0,0-1 1 0 0,0 0-1 0 0,0 1 1 0 0,-1-1-1 0 0,1 1 1 0 0,0-1-1 0 0,-1 1 1 0 0,1 0-1 0 0,-2-1 1 0 0,-33-5 1863 0 0,21 8-1783 0 0,1 0-1 0 0,-1 1 1 0 0,1 0-1 0 0,0 1 1 0 0,0 1 0 0 0,0 1-1 0 0,0 0 1 0 0,1 0-1 0 0,0 1 1 0 0,1 1-1 0 0,-17 12 1 0 0,24-16-226 0 0,1-1 1 0 0,0 1 0 0 0,-1 0-1 0 0,1 0 1 0 0,1 0-1 0 0,-1 0 1 0 0,0 1-1 0 0,1 0 1 0 0,0 0-1 0 0,0 0 1 0 0,1 0 0 0 0,-1 0-1 0 0,1 0 1 0 0,-2 8-1 0 0,1 3 13 0 0,1 1 0 0 0,0-1 0 0 0,2 32 0 0 0,0-34 0 0 0,0-11-26 0 0,-1 2 2 0 0,0 0 0 0 0,1 0-1 0 0,0 1 1 0 0,0-1-1 0 0,0 0 1 0 0,1 0 0 0 0,0 0-1 0 0,0 0 1 0 0,0 0 0 0 0,1 0-1 0 0,-1 0 1 0 0,1 0-1 0 0,0-1 1 0 0,0 1 0 0 0,1 0-1 0 0,0-1 1 0 0,-1 0-1 0 0,2 0 1 0 0,-1 0 0 0 0,0 0-1 0 0,8 6 1 0 0,1-2 7 0 0,-1-2 0 0 0,2 1 0 0 0,-1-2 1 0 0,1 0-1 0 0,-1 0 0 0 0,1-1 0 0 0,23 3 0 0 0,-10-2 28 0 0,1-2 0 0 0,-1-1 0 0 0,30-1 0 0 0,-46-2-29 0 0,1 0 0 0 0,0 0 0 0 0,0-1-1 0 0,0-1 1 0 0,-1 1 0 0 0,1-2 0 0 0,-1 0 0 0 0,0 0-1 0 0,0-1 1 0 0,0 0 0 0 0,-1 0 0 0 0,0-1 0 0 0,0 0-1 0 0,0-1 1 0 0,-1 0 0 0 0,0-1 0 0 0,0 1-1 0 0,-1-2 1 0 0,0 1 0 0 0,0-1 0 0 0,-1 0 0 0 0,0 0-1 0 0,0-1 1 0 0,-1 1 0 0 0,-1-1 0 0 0,0 0 0 0 0,0-1-1 0 0,-1 1 1 0 0,4-22 0 0 0,1-25-1061 0 0,-8 53 724 0 0,1-1-1 0 0,-1 1 1 0 0,0 0 0 0 0,-1-1 0 0 0,1 1 0 0 0,-1-1-1 0 0,0 1 1 0 0,0 0 0 0 0,0-1 0 0 0,-3-5 0 0 0,3 8-36 0 0,-1 1-1 0 0,1-1 1 0 0,-1 1 0 0 0,1-1 0 0 0,-1 1 0 0 0,1 0 0 0 0,-1 0 0 0 0,0 0 0 0 0,0 0-1 0 0,0 0 1 0 0,0 0 0 0 0,-3 0 0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20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33 4242 0 0,'-121'6'5282'0'0,"1"0"-2720"0"0,89-6-1602 0 0,31-6 721 0 0,0 0-1041 0 0,31 6-80 0 0,-1 0-400 0 0,60-5-80 0 0,1 5-80 0 0,90-14-400 0 0,24 8-640 0 0,-24-1-1601 0 0,-60 14-721 0 0,-61-7 321 0 0,-60-7-721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21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0 1201 0 0,'-31'0'4562'0'0,"1"0"-2321"0"0,30 6-641 0 0,0 0-1199 0 0,0 1-241 0 0,0 24 80 0 0,-30 27 160 0 0,0-1-160 0 0,30-7-80 0 0,0 8-160 0 0,0 5 0 0 0,0-5-400 0 0,60-14-721 0 0,1-5-4001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21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176 144 2561 0 0,'-59'-7'4539'0'0,"47"6"-3943"0"0,-1 0 0 0 0,0-1 0 0 0,0 0 0 0 0,1-1 0 0 0,-1 0 0 0 0,-23-10 0 0 0,35 11-540 0 0,1 0 0 0 0,-1 0 0 0 0,0 0 0 0 0,1 0 0 0 0,-1 0 0 0 0,1 0 0 0 0,-1 0 0 0 0,1 0 0 0 0,0 0 0 0 0,0 0 0 0 0,0 0 0 0 0,0 0 0 0 0,0-1 0 0 0,1 1 0 0 0,-1 0 0 0 0,1 0 0 0 0,-1 0 0 0 0,1 0 0 0 0,1-3 0 0 0,4-2-62 0 0,0 1-1 0 0,0 0 0 0 0,0 0 1 0 0,1 1-1 0 0,0 0 0 0 0,0 0 1 0 0,0 1-1 0 0,1 0 0 0 0,13-6 1 0 0,4 4-88 0 0,-20 2-24 0 0,-5 4 61 0 0,5 10-61 0 0,-2-4 116 0 0,-1 0 0 0 0,0-1 0 0 0,0 1 0 0 0,-1 0 0 0 0,0 0 0 0 0,0 0 0 0 0,0 0 0 0 0,0 0 0 0 0,-1 0 0 0 0,0 1 0 0 0,0-1 0 0 0,-1 0 0 0 0,0 0 0 0 0,0 0 0 0 0,-4 11 0 0 0,-1 16 34 0 0,0 15 23 0 0,3-21-32 0 0,-1 0 0 0 0,-2 0 0 0 0,-10 34 0 0 0,14-57-23 0 0,-3 10-31 0 0,0 0 1 0 0,0 0-1 0 0,1 0 1 0 0,1 1-1 0 0,0 0 1 0 0,0 22-1 0 0,3-35-3 0 0,-1 0 0 0 0,1 0 0 0 0,0-1 0 0 0,1 1 0 0 0,-1 0 0 0 0,0 0 0 0 0,0 0 0 0 0,1 0 0 0 0,-1-1-1 0 0,1 1 1 0 0,0 0 0 0 0,0 0 0 0 0,-1-1 0 0 0,1 1 0 0 0,0 0 0 0 0,0-1 0 0 0,0 1 0 0 0,1-1 0 0 0,-1 1 0 0 0,0-1 0 0 0,1 0 0 0 0,-1 0 0 0 0,0 1 0 0 0,1-1-1 0 0,0 0 1 0 0,-1 0 0 0 0,1 0 0 0 0,-1-1 0 0 0,1 1 0 0 0,0 0 0 0 0,0-1 0 0 0,0 1 0 0 0,-1-1 0 0 0,1 1 0 0 0,0-1 0 0 0,3 0 0 0 0,2 0-202 0 0,0 0 0 0 0,0-1 0 0 0,-1 0 0 0 0,1 0 0 0 0,0 0 0 0 0,-1-1 1 0 0,0 0-1 0 0,1 0 0 0 0,-1-1 0 0 0,6-3 0 0 0,49-34-3619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22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1 1201 0 0,'-140'36'6517'0'0,"18"7"-4404"0"0,110-38-2026 0 0,-1 1 0 0 0,1 0 0 0 0,1 1 0 0 0,-1 0-1 0 0,1 1 1 0 0,0 0 0 0 0,-11 11 0 0 0,20-16-76 0 0,-1 0 0 0 0,0 0-1 0 0,1 0 1 0 0,0 0 0 0 0,-1 0 0 0 0,1 1 0 0 0,0-1 0 0 0,1 0-1 0 0,-1 1 1 0 0,1 0 0 0 0,-1-1 0 0 0,1 1 0 0 0,0 0 0 0 0,1 0-1 0 0,-1 0 1 0 0,1-1 0 0 0,-1 1 0 0 0,1 0 0 0 0,0 0 0 0 0,0 0-1 0 0,1 0 1 0 0,-1 0 0 0 0,1 0 0 0 0,0-1 0 0 0,0 1-1 0 0,2 5 1 0 0,0-5 10 0 0,0 0 0 0 0,1 1 0 0 0,-1-2-1 0 0,1 1 1 0 0,0 0 0 0 0,0-1 0 0 0,0 1-1 0 0,0-1 1 0 0,0-1 0 0 0,1 1 0 0 0,-1 0-1 0 0,1-1 1 0 0,0 0 0 0 0,0 0 0 0 0,0 0-1 0 0,0-1 1 0 0,0 0 0 0 0,0 0 0 0 0,6 1-1 0 0,13 2 73 0 0,0-1 0 0 0,38-1 0 0 0,-50-2-51 0 0,1 0 0 0 0,0-2 0 0 0,0 1 0 0 0,13-5 0 0 0,-13 3 1 0 0,-8 2-40 0 0,0 0-1 0 0,0-1 0 0 0,0 1 0 0 0,0-1 1 0 0,-1 0-1 0 0,1-1 0 0 0,-1 1 0 0 0,1-1 0 0 0,-1 0 1 0 0,0 0-1 0 0,0 0 0 0 0,0 0 0 0 0,-1-1 1 0 0,1 0-1 0 0,-1 0 0 0 0,0 0 0 0 0,0 0 0 0 0,0 0 1 0 0,0 0-1 0 0,-1-1 0 0 0,0 0 0 0 0,0 1 1 0 0,0-1-1 0 0,0 0 0 0 0,-1 0 0 0 0,0 0 0 0 0,0 0 1 0 0,0 0-1 0 0,0-8 0 0 0,-1 13-42 0 0,0-1 0 0 0,0 1 0 0 0,0-1 0 0 0,0 0 0 0 0,0 1-1 0 0,0-1 1 0 0,0 0 0 0 0,0 1 0 0 0,0-1 0 0 0,-1 1 0 0 0,1-1 0 0 0,0 0 0 0 0,0 1 0 0 0,0-1-1 0 0,-1 1 1 0 0,1-1 0 0 0,0 1 0 0 0,-1-1 0 0 0,1 1 0 0 0,0-1 0 0 0,-1 1 0 0 0,1-1 0 0 0,-1 1-1 0 0,1-1 1 0 0,-1 1 0 0 0,1 0 0 0 0,-1-1 0 0 0,1 1 0 0 0,-1 0 0 0 0,1 0 0 0 0,-1-1 0 0 0,0 1 0 0 0,1 0-1 0 0,-1 0 1 0 0,1 0 0 0 0,-1 0 0 0 0,0-1 0 0 0,1 1 0 0 0,-1 0 0 0 0,0 0 0 0 0,-11-4-2361 0 0,9-8-2371 0 0,3 6 2077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22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524 13 80 0 0,'-10'-6'2241'0'0,"-9"3"-1475"0"0,0 1 0 0 0,0 1 0 0 0,0 1 0 0 0,-1 0 0 0 0,1 1 0 0 0,-37 8 0 0 0,33-4-487 0 0,0 2-1 0 0,0 0 1 0 0,1 1 0 0 0,0 2 0 0 0,0 0 0 0 0,1 1 0 0 0,1 1 0 0 0,0 1 0 0 0,-20 18-1 0 0,29-22-259 0 0,2 1-1 0 0,-1 1 0 0 0,1 0 0 0 0,1 0 0 0 0,0 1 1 0 0,1 0-1 0 0,0 0 0 0 0,1 0 0 0 0,0 1 0 0 0,-4 15 1 0 0,8-24-6 0 0,0 0 0 0 0,0 0 1 0 0,0 0-1 0 0,0 1 0 0 0,1-1 1 0 0,0 0-1 0 0,0 1 0 0 0,0-1 1 0 0,0 1-1 0 0,1 0 0 0 0,0-1 1 0 0,0 1-1 0 0,0-1 0 0 0,0 1 1 0 0,1 0-1 0 0,0-1 0 0 0,0 1 1 0 0,0-1-1 0 0,0 1 0 0 0,1-1 1 0 0,2 5-1 0 0,-2-4 3 0 0,0-1 0 0 0,0 0-1 0 0,1 0 1 0 0,0-1 0 0 0,-1 1 0 0 0,1 0 0 0 0,1-1 0 0 0,-1 0-1 0 0,0 0 1 0 0,1 0 0 0 0,-1 0 0 0 0,1 0 0 0 0,0-1 0 0 0,0 0-1 0 0,0 0 1 0 0,0 0 0 0 0,1 0 0 0 0,-1 0 0 0 0,0-1-1 0 0,1 0 1 0 0,-1 0 0 0 0,10 1 0 0 0,3-1 26 0 0,0 0 0 0 0,-1-1 0 0 0,1-1 0 0 0,31-5 0 0 0,-40 5-26 0 0,-1-1 0 0 0,1 0 1 0 0,-1-1-1 0 0,0 0 1 0 0,0 0-1 0 0,0 0 0 0 0,0-1 1 0 0,0 0-1 0 0,-1 0 1 0 0,1 0-1 0 0,-1-1 0 0 0,-1 0 1 0 0,11-12-1 0 0,-13 14-170 0 0,-1 0-1 0 0,1 0 1 0 0,-1 0-1 0 0,0-1 1 0 0,0 1-1 0 0,0-1 1 0 0,-1 1 0 0 0,1-1-1 0 0,-1 0 1 0 0,0 1-1 0 0,0-1 1 0 0,0 0-1 0 0,-1 0 1 0 0,1 0-1 0 0,-1 0 1 0 0,0 0-1 0 0,0 0 1 0 0,0 0 0 0 0,-1 0-1 0 0,1 0 1 0 0,-1 0-1 0 0,0 1 1 0 0,0-1-1 0 0,0 0 1 0 0,-1 0-1 0 0,1 1 1 0 0,-4-6-1 0 0,0 2-553 0 0,0 1-1 0 0,-1 0 0 0 0,1 1 0 0 0,-1-1 0 0 0,-1 1 0 0 0,-9-7 0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25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1017 79 1681 0 0,'-4'0'2187'0'0,"-13"0"104"0"0,9 1-1998 0 0,1-1 0 0 0,0 0-1 0 0,-1 0 1 0 0,1-1-1 0 0,-1 0 1 0 0,1 0 0 0 0,-1 0-1 0 0,1-1 1 0 0,0 0 0 0 0,0-1-1 0 0,-11-5 1 0 0,6 3-158 0 0,1 1 1 0 0,-1 0-1 0 0,0 1 1 0 0,0 0-1 0 0,-1 1 0 0 0,-13-1 1 0 0,-22-5 277 0 0,6 0-165 0 0,-64-2 0 0 0,12 2-91 0 0,17 6-49 0 0,4 3 11 0 0,63 0-129 0 0,1-1 0 0 0,-1 2 0 0 0,1 0-1 0 0,0 0 1 0 0,0 0 0 0 0,0 1 0 0 0,0 0 0 0 0,-10 6 0 0 0,-70 44-87 0 0,65-38 58 0 0,-6 6 37 0 0,-47 44 0 0 0,38-32-74 0 0,38-31 81 0 0,0 1 1 0 0,0-1-1 0 0,0 0 0 0 0,0 1 0 0 0,1-1 0 0 0,-1 1 0 0 0,1-1 0 0 0,-1 1 1 0 0,1-1-1 0 0,0 1 0 0 0,0-1 0 0 0,0 1 0 0 0,0-1 0 0 0,1 1 0 0 0,0 2 0 0 0,-1 3-7 0 0,0 122-238 0 0,1-127 240 0 0,-1 0 0 0 0,0 1 0 0 0,1-1 0 0 0,0 1 0 0 0,0-1 0 0 0,0 0 0 0 0,0 0 0 0 0,1 1 0 0 0,-1-1 0 0 0,1 0 0 0 0,2 3 0 0 0,-2-3 0 0 0,0 0 0 0 0,0 0 0 0 0,-1 0 0 0 0,1 1 0 0 0,-1-1 0 0 0,0 0 0 0 0,1 1 0 0 0,-2-1 0 0 0,1 1 0 0 0,0-1 0 0 0,-1 5 0 0 0,1-4-2 0 0,-1-1 0 0 0,0 0 0 0 0,1 1 0 0 0,-1-1 0 0 0,1 0 0 0 0,0 0-1 0 0,0 0 1 0 0,0 1 0 0 0,1-1 0 0 0,-1 0 0 0 0,1 0 0 0 0,3 5 0 0 0,-3-6 0 0 0,0 1 0 0 0,-1-1 0 0 0,1 1 0 0 0,-1 0 0 0 0,0 0 0 0 0,0-1 0 0 0,0 1 0 0 0,0 0 0 0 0,0 0 0 0 0,0 0 0 0 0,-1 0 0 0 0,1 6 0 0 0,0-3 2 0 0,0 0 0 0 0,1-1 1 0 0,0 1-1 0 0,0 0 0 0 0,0-1 1 0 0,1 1-1 0 0,-1-1 0 0 0,2 0 1 0 0,-1 1-1 0 0,0-2 0 0 0,7 8 0 0 0,10 18-30 0 0,-8-5-22 0 0,11 14 91 0 0,-20-35-38 0 0,0-1 0 0 0,0 0-1 0 0,0 1 1 0 0,-1 0 0 0 0,1 0 0 0 0,-1-1 0 0 0,0 1 0 0 0,0 0-1 0 0,-1 1 1 0 0,1-1 0 0 0,-1 0 0 0 0,0 0 0 0 0,0 1 0 0 0,0-1-1 0 0,-1 6 1 0 0,0-8-1 0 0,1 0-1 0 0,-1 0 1 0 0,0 0-1 0 0,1 0 1 0 0,-1 0 0 0 0,1 0-1 0 0,-1 0 1 0 0,1 0-1 0 0,0 0 1 0 0,0 0-1 0 0,0 0 1 0 0,0-1-1 0 0,0 1 1 0 0,1 0-1 0 0,-1-1 1 0 0,0 1 0 0 0,1-1-1 0 0,-1 1 1 0 0,1-1-1 0 0,2 2 1 0 0,42 20-13 0 0,-4-1 22 0 0,-34-17-10 0 0,0 0 1 0 0,0-1 0 0 0,1 0-1 0 0,-1 0 1 0 0,13 3-1 0 0,-12-4-20 0 0,-1 0-1 0 0,0 1 0 0 0,1-1 0 0 0,-1 2 0 0 0,9 5 0 0 0,0 3 17 0 0,2-2 0 0 0,21 12-1 0 0,10 5 9 0 0,-30-17-43 0 0,1-1 0 0 0,0 0 0 0 0,37 10 0 0 0,-48-16 22 0 0,0-1 1 0 0,-1 0-1 0 0,1-1 0 0 0,0 0 0 0 0,0-1 1 0 0,19 1-1 0 0,4 1-18 0 0,32 7 67 0 0,0-3 0 0 0,1-3 0 0 0,-1-3 0 0 0,73-8 0 0 0,-90 4-26 0 0,158-15 75 0 0,-164 11 5 0 0,78-24 0 0 0,-101 25-81 0 0,-2 0 28 0 0,-1 0 1 0 0,0-2 0 0 0,-1 1-1 0 0,16-12 1 0 0,25-12 97 0 0,4-14 30 0 0,-55 42-148 0 0,0-1-1 0 0,0 0 1 0 0,0 0 0 0 0,0 0-1 0 0,-1 0 1 0 0,8-10 0 0 0,12-12-1 0 0,-4 13-8 0 0,-18 13-1 0 0,0-1 1 0 0,0 0 0 0 0,0 0-1 0 0,0-1 1 0 0,0 1 0 0 0,0 0-1 0 0,0-1 1 0 0,0 1 0 0 0,-1-1-1 0 0,1 1 1 0 0,0-1 0 0 0,-1 0 0 0 0,1 0-1 0 0,-1 1 1 0 0,0-1 0 0 0,0 0-1 0 0,0 0 1 0 0,0-1 0 0 0,0 1-1 0 0,0 0 1 0 0,0 0 0 0 0,-1 0-1 0 0,1-4 1 0 0,0 5-2 0 0,-1 0 0 0 0,1 0 0 0 0,0-1 0 0 0,-1 1-1 0 0,1 0 1 0 0,0 0 0 0 0,0 0 0 0 0,-1 0 0 0 0,1 0 0 0 0,0 1 0 0 0,0-1-1 0 0,0 0 1 0 0,0 0 0 0 0,0 0 0 0 0,0 1 0 0 0,1-1 0 0 0,-1 1 0 0 0,0-1-1 0 0,0 1 1 0 0,3-1 0 0 0,0-1 8 0 0,19-16 40 0 0,-20 17-45 0 0,0-1 1 0 0,0 0-1 0 0,-1 1 0 0 0,1-1 0 0 0,-1 0 1 0 0,1 0-1 0 0,-1-1 0 0 0,0 1 0 0 0,0 0 1 0 0,0-1-1 0 0,0 1 0 0 0,0-1 0 0 0,0 0 1 0 0,-1 0-1 0 0,0 0 0 0 0,1 1 1 0 0,-1-1-1 0 0,0 0 0 0 0,0 0 0 0 0,-1-1 1 0 0,1 1-1 0 0,0 0 0 0 0,-1 0 0 0 0,0 0 1 0 0,0-5-1 0 0,0 7-1 0 0,0 0 0 0 0,0-1-1 0 0,0 1 1 0 0,-1 0 0 0 0,1 0 0 0 0,0 0 0 0 0,-1 0 0 0 0,1 0 0 0 0,0-1-1 0 0,-1 1 1 0 0,1 0 0 0 0,-1 0 0 0 0,0 0 0 0 0,1 0 0 0 0,-1 1 0 0 0,0-1-1 0 0,0 0 1 0 0,1 0 0 0 0,-1 0 0 0 0,0 0 0 0 0,0 1 0 0 0,0-1 0 0 0,-2 0-1 0 0,2 0-2 0 0,0 0 0 0 0,0 1 0 0 0,0-1 0 0 0,0 0 0 0 0,0 0 0 0 0,0 0 0 0 0,0 0 0 0 0,0 0 0 0 0,1 0 0 0 0,-1 0 0 0 0,0 0 0 0 0,1 0-1 0 0,-1 0 1 0 0,0 0 0 0 0,1 0 0 0 0,-1-1 0 0 0,1 1 0 0 0,0 0 0 0 0,-1 0 0 0 0,1-1 0 0 0,0 1 0 0 0,0 0 0 0 0,0-3 0 0 0,-1 1 1 0 0,0 0 1 0 0,1 0-1 0 0,-1 0 1 0 0,0 0-1 0 0,-1 0 1 0 0,1 0 0 0 0,0 0-1 0 0,-1 1 1 0 0,0-1-1 0 0,0 0 1 0 0,0 1-1 0 0,0-1 1 0 0,0 1 0 0 0,0 0-1 0 0,0 0 1 0 0,-6-4-1 0 0,-52-36 95 0 0,31 24-45 0 0,-297-203 82 0 0,285 192-124 0 0,-2 1 0 0 0,-89-41 0 0 0,64 43 166 0 0,-101-26-1 0 0,85 28 117 0 0,68 18-327 0 0,-1 1 0 0 0,1 0-1 0 0,-1 1 1 0 0,0 1-1 0 0,1 1 1 0 0,-1 0 0 0 0,-1 1-1 0 0,1 1 1 0 0,0 0 0 0 0,-32 6-1 0 0,39-4-64 0 0,4-2 62 0 0,0 1 0 0 0,0 0 0 0 0,0 1 0 0 0,0-1 0 0 0,0 1-1 0 0,-8 4 1 0 0,12-5-16 0 0,0 0 0 0 0,1 1 1 0 0,-1-1-1 0 0,0 1 0 0 0,1-1 0 0 0,-1 1 0 0 0,1-1 0 0 0,-1 1 0 0 0,1 0 0 0 0,0 0 0 0 0,0 0 0 0 0,-1 0 1 0 0,1 0-1 0 0,1 0 0 0 0,-1 0 0 0 0,0 0 0 0 0,0 0 0 0 0,1 0 0 0 0,-1 0 0 0 0,1 0 0 0 0,0 1 0 0 0,0-1 1 0 0,0 0-1 0 0,0 3 0 0 0,5 54-2386 0 0,20 4-2748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26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749 1 720 0 0,'0'0'1641'0'0,"-5"0"-214"0"0,-13 0-641 0 0,-13-1-192 0 0,0 2 0 0 0,0 2 0 0 0,-39 7 0 0 0,-111 20-87 0 0,150-26-338 0 0,23-4-83 0 0,0 0-1 0 0,1 1 0 0 0,-1 0 0 0 0,1 1 1 0 0,-1 0-1 0 0,1 0 0 0 0,0 0 0 0 0,0 1 0 0 0,0 0 1 0 0,-9 5-1 0 0,4 1-2 0 0,0 0-1 0 0,-1-2 1 0 0,0 1 0 0 0,-21 8-1 0 0,26-13-36 0 0,1 1 0 0 0,1 1-1 0 0,-1-1 1 0 0,0 1-1 0 0,1 0 1 0 0,0 0-1 0 0,1 1 1 0 0,-1 0 0 0 0,1 0-1 0 0,0 0 1 0 0,-8 14-1 0 0,12-19-45 0 0,0 1 0 0 0,1 0 0 0 0,-1-1 0 0 0,0 1 0 0 0,1-1 0 0 0,-1 1 0 0 0,1 0 0 0 0,-1 0 0 0 0,1-1 0 0 0,0 1 0 0 0,0 0 0 0 0,0 0 0 0 0,0 2 0 0 0,-4 16 0 0 0,-3-10 5 0 0,5-7 0 0 0,0 0 0 0 0,0 0-1 0 0,0 0 1 0 0,0 0 0 0 0,1 0-1 0 0,-1 1 1 0 0,1-1 0 0 0,0 1-1 0 0,0-1 1 0 0,0 1 0 0 0,0-1 0 0 0,1 1-1 0 0,0-1 1 0 0,-1 1 0 0 0,2 6-1 0 0,-2 16 12 0 0,0-19-9 0 0,1 0 0 0 0,-1 0 0 0 0,2-1 1 0 0,-1 1-1 0 0,1 0 0 0 0,0 0 0 0 0,0 0 0 0 0,3 7 0 0 0,3 0-7 0 0,-7-13 2 0 0,1 0 0 0 0,-1 0 0 0 0,1 0 1 0 0,-1 0-1 0 0,1 0 0 0 0,-1 0 0 0 0,1 0 0 0 0,-1 0 0 0 0,0 0 1 0 0,1 0-1 0 0,-1 0 0 0 0,0 0 0 0 0,0 0 0 0 0,0 1 1 0 0,0-1-1 0 0,0 0 0 0 0,0 0 0 0 0,0 0 0 0 0,-1 0 0 0 0,1 0 1 0 0,0 0-1 0 0,0 0 0 0 0,-1 0 0 0 0,1 0 0 0 0,-1 0 0 0 0,1 0 1 0 0,-1 0-1 0 0,1 0 0 0 0,-1 0 0 0 0,0 0 0 0 0,1 0 1 0 0,-1-1-1 0 0,0 1 0 0 0,0 0 0 0 0,0 0 0 0 0,-1 0 0 0 0,0 2 2 0 0,1 0-1 0 0,0 0 0 0 0,0 0 0 0 0,0 0 0 0 0,0 0 0 0 0,1 0 1 0 0,-1 0-1 0 0,1 0 0 0 0,0 0 0 0 0,0 0 0 0 0,0 0 1 0 0,0 0-1 0 0,0 0 0 0 0,2 5 0 0 0,-2-4-2 0 0,1-1-1 0 0,-1 0 0 0 0,0 1 1 0 0,0-1-1 0 0,0 1 1 0 0,0-1-1 0 0,0 0 1 0 0,-1 1-1 0 0,1-1 1 0 0,-1 0-1 0 0,-2 6 1 0 0,-4 3-11 0 0,4-9 4 0 0,1 0 0 0 0,0 0-1 0 0,0 1 1 0 0,1-1-1 0 0,-1 1 1 0 0,1-1-1 0 0,-1 1 1 0 0,1 0-1 0 0,0-1 1 0 0,1 1-1 0 0,-1 0 1 0 0,1 0-1 0 0,0-1 1 0 0,0 7-1 0 0,0 97 127 0 0,0-105-122 0 0,0 0-1 0 0,-1 0 1 0 0,1-1-1 0 0,0 1 1 0 0,-1 0-1 0 0,1 0 1 0 0,-1 0-1 0 0,1-1 1 0 0,-1 1-1 0 0,0 0 1 0 0,0 0-1 0 0,0-1 0 0 0,0 1 1 0 0,0-1-1 0 0,0 1 1 0 0,0-1-1 0 0,-3 3 1 0 0,3-2-3 0 0,-1-1 1 0 0,1 1-1 0 0,-1-1 0 0 0,1 1 1 0 0,0 0-1 0 0,0-1 0 0 0,0 1 1 0 0,0 0-1 0 0,0 0 1 0 0,0 0-1 0 0,1 0 0 0 0,-1 0 1 0 0,1 0-1 0 0,-1 0 0 0 0,1 0 1 0 0,0 0-1 0 0,-1 0 0 0 0,1 2 1 0 0,0-1 7 0 0,0 0 0 0 0,0-1 1 0 0,1 1-1 0 0,-1 0 0 0 0,1 0 1 0 0,-1-1-1 0 0,1 1 0 0 0,0-1 0 0 0,0 1 1 0 0,0-1-1 0 0,0 1 0 0 0,0-1 1 0 0,1 1-1 0 0,-1-1 0 0 0,1 0 1 0 0,-1 0-1 0 0,1 0 0 0 0,2 2 0 0 0,2 3 1 0 0,-5-5-1 0 0,0 0-1 0 0,0 0 0 0 0,0 0 0 0 0,0 1 0 0 0,0-1 0 0 0,-1 0 0 0 0,1 0 0 0 0,0 1 0 0 0,-1-1 0 0 0,0 1 0 0 0,0-1 0 0 0,0 0 0 0 0,0 1 0 0 0,0-1 0 0 0,0 1 0 0 0,0-1 0 0 0,-2 4 0 0 0,2-3-3 0 0,-1-1-1 0 0,1 1 0 0 0,0-1 1 0 0,-1 1-1 0 0,1 0 0 0 0,0-1 1 0 0,1 1-1 0 0,-1-1 0 0 0,0 1 1 0 0,1-1-1 0 0,0 1 0 0 0,-1-1 0 0 0,3 5 1 0 0,-1-3-1 0 0,0 0 0 0 0,1 0 0 0 0,-1-1 1 0 0,1 1-1 0 0,0 0 0 0 0,0-1 0 0 0,0 0 1 0 0,1 0-1 0 0,-1 0 0 0 0,1 0 0 0 0,0 0 0 0 0,0-1 1 0 0,0 1-1 0 0,7 2 0 0 0,55 18-67 0 0,-40-13 70 0 0,0-1-1 0 0,0-1 1 0 0,35 5-1 0 0,1-4-56 0 0,22 2 71 0 0,112 1 0 0 0,-71-13 20 0 0,0-4 1 0 0,153-28-1 0 0,-232 26 65 0 0,-33 6-72 0 0,-1-1 0 0 0,0-1 0 0 0,0 0 0 0 0,18-7 1 0 0,58-19 141 0 0,81-33 102 0 0,-147 52-236 0 0,-1 0-1 0 0,0-2 0 0 0,-1 0 0 0 0,0-2 0 0 0,27-23 0 0 0,-29 17 46 0 0,-1-1 0 0 0,-1 0-1 0 0,-1-1 1 0 0,-1-1 0 0 0,20-43-1 0 0,-16 30 38 0 0,35-51 1 0 0,2 5 27 0 0,-54 81-143 0 0,0 0-1 0 0,0 1 0 0 0,-1-1 1 0 0,1 0-1 0 0,0 1 1 0 0,-1-1-1 0 0,1 0 0 0 0,-1 0 1 0 0,1 0-1 0 0,-1 1 1 0 0,1-1-1 0 0,-1 0 0 0 0,0 0 1 0 0,1 0-1 0 0,-1 0 1 0 0,0 0-1 0 0,0 0 0 0 0,0 0 1 0 0,0 0-1 0 0,0 0 1 0 0,0 0-1 0 0,0 1 0 0 0,0-1 1 0 0,0 0-1 0 0,0 0 1 0 0,0 0-1 0 0,0 0 0 0 0,-1 0 1 0 0,1 0-1 0 0,0 0 0 0 0,-1 0 1 0 0,1 0-1 0 0,-1 1 1 0 0,1-1-1 0 0,-1-1 0 0 0,-25-18-4 0 0,22 18 12 0 0,-2-3 15 0 0,-1 1 1 0 0,1-2-1 0 0,0 1 0 0 0,0-1 1 0 0,-8-10-1 0 0,7 8-1 0 0,1 0-1 0 0,-2 0 1 0 0,1 1-1 0 0,-1 1 1 0 0,-11-9-1 0 0,-33-15 15 0 0,-1 3 0 0 0,-2 2 0 0 0,0 2 0 0 0,-83-23 0 0 0,-243-34 132 0 0,355 75-210 0 0,0 2 0 0 0,-1 0 0 0 0,1 2 0 0 0,-1 1 0 0 0,1 1 0 0 0,-1 2 0 0 0,1 0 0 0 0,0 2 0 0 0,0 1 0 0 0,-37 13 0 0 0,53-15-141 0 0,1 0-1 0 0,-1 1 1 0 0,1 0 0 0 0,0 1 0 0 0,1 0-1 0 0,-1 0 1 0 0,1 1 0 0 0,1 0-1 0 0,-1 1 1 0 0,1-1 0 0 0,0 1 0 0 0,1 1-1 0 0,0-1 1 0 0,0 1 0 0 0,1 0-1 0 0,0 1 1 0 0,0-1 0 0 0,1 1-1 0 0,1 0 1 0 0,0 0 0 0 0,-4 18 0 0 0,2 32-4462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28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148 150 1761 0 0,'-6'-7'1069'0'0,"4"6"-882"0"0,1-1-1 0 0,-1 1 1 0 0,0-1 0 0 0,1 1-1 0 0,-1-1 1 0 0,1 0 0 0 0,0 0-1 0 0,-1 0 1 0 0,1 0 0 0 0,0 0-1 0 0,0 0 1 0 0,0 0 0 0 0,1 0-1 0 0,-1 0 1 0 0,0 0 0 0 0,1 0 0 0 0,-1 0-1 0 0,1-1 1 0 0,0 1 0 0 0,0 0-1 0 0,0 0 1 0 0,0 0 0 0 0,0-1-1 0 0,0 1 1 0 0,1 0 0 0 0,0-3-1 0 0,2-1-28 0 0,1 0 0 0 0,0 0-1 0 0,0 1 1 0 0,0-1 0 0 0,0 1-1 0 0,1 0 1 0 0,0 0-1 0 0,0 1 1 0 0,0-1 0 0 0,7-3-1 0 0,4 2-98 0 0,-1 1-1 0 0,1 1 0 0 0,-1 0 0 0 0,1 2 0 0 0,0 0 0 0 0,0 0 0 0 0,1 1 0 0 0,-1 1 0 0 0,0 1 1 0 0,0 0-1 0 0,0 1 0 0 0,0 1 0 0 0,24 7 0 0 0,76 20-58 0 0,-109-28-6 0 0,1 1 0 0 0,0 0 0 0 0,-1 0-1 0 0,0 0 1 0 0,1 1 0 0 0,11 9 0 0 0,-17-11 5 0 0,1 0-1 0 0,-1 1 1 0 0,0-1 0 0 0,0 1 0 0 0,0 0 0 0 0,0-1 0 0 0,0 1-1 0 0,-1 0 1 0 0,1 0 0 0 0,-1 0 0 0 0,0 0 0 0 0,0 1 0 0 0,0-1-1 0 0,0 0 1 0 0,-1 0 0 0 0,1 1 0 0 0,-1-1 0 0 0,0 0 0 0 0,0 4-1 0 0,1 23 5 0 0,-3 45 22 0 0,2-71-21 0 0,-1 1 0 0 0,0-1-1 0 0,0 1 1 0 0,0-1 0 0 0,-1 1 0 0 0,0-1-1 0 0,0 0 1 0 0,0 0 0 0 0,0 1-1 0 0,0-2 1 0 0,-1 1 0 0 0,0 0 0 0 0,-4 5-1 0 0,-56 58 135 0 0,47-48-91 0 0,0-1 0 0 0,-1-1 1 0 0,0-1-1 0 0,-35 25 0 0 0,12-16 68 0 0,5-2 260 0 0,-2-1-1 0 0,-54 23 0 0 0,78-40-308 0 0,0 0 0 0 0,0-1-1 0 0,0-1 1 0 0,-1 0 0 0 0,1-1 0 0 0,-1 0 0 0 0,1-1-1 0 0,-1-1 1 0 0,0 0 0 0 0,0-1 0 0 0,-23-4 0 0 0,36 5-60 0 0,-1 0 1 0 0,0-1-1 0 0,1 1 1 0 0,-1-1-1 0 0,1 0 1 0 0,-1 1-1 0 0,1-1 1 0 0,-1 0-1 0 0,1 0 1 0 0,-1 0-1 0 0,1 0 1 0 0,0 0-1 0 0,-1 0 1 0 0,1 0-1 0 0,0-1 1 0 0,0 1-1 0 0,0 0 1 0 0,0-1-1 0 0,-2-2 1 0 0,3 2 0 0 0,-1 0 1 0 0,1-1 0 0 0,-1 1 0 0 0,1 0 0 0 0,0-1 0 0 0,-1 1 0 0 0,1-1 0 0 0,0 1 0 0 0,1 0 0 0 0,-1-1-1 0 0,0 1 1 0 0,1-1 0 0 0,-1 1 0 0 0,1 0 0 0 0,0 0 0 0 0,0-1 0 0 0,0 1 0 0 0,1-2 0 0 0,11-31 5 0 0,-11 26-14 0 0,0 1-1 0 0,1 0 1 0 0,0 0-1 0 0,1 0 1 0 0,-1 0-1 0 0,2 1 1 0 0,-1-1-1 0 0,8-8 1 0 0,-8 12-16 0 0,0-1-1 0 0,0 1 1 0 0,1 1 0 0 0,0-1 0 0 0,0 1 0 0 0,0-1 0 0 0,0 1 0 0 0,9-3 0 0 0,-10 5 8 0 0,0 0 0 0 0,1 1 0 0 0,-1 0 1 0 0,0-1-1 0 0,0 1 0 0 0,1 1 1 0 0,-1-1-1 0 0,0 1 0 0 0,0-1 0 0 0,0 1 1 0 0,0 0-1 0 0,0 1 0 0 0,0-1 1 0 0,0 1-1 0 0,7 4 0 0 0,4 2 46 0 0,-1 2 0 0 0,0 0 0 0 0,-1 0 1 0 0,0 1-1 0 0,0 1 0 0 0,-1 0 0 0 0,11 15 0 0 0,36 36 120 0 0,-8-23-77 0 0,-37-25-86 0 0,-13-14-3 0 0,-1 0 0 0 0,1 0 1 0 0,0 0-1 0 0,0 0 0 0 0,0 0 0 0 0,0 0 0 0 0,0 0 0 0 0,1-1 1 0 0,-1 1-1 0 0,0 0 0 0 0,0-1 0 0 0,0 1 0 0 0,1-1 0 0 0,-1 1 0 0 0,0-1 1 0 0,0 0-1 0 0,1 1 0 0 0,-1-1 0 0 0,0 0 0 0 0,1 0 0 0 0,-1 0 1 0 0,0 0-1 0 0,1 0 0 0 0,1-1 0 0 0,22 3-538 0 0,1-2 0 0 0,-1-1 0 0 0,1-1 0 0 0,-1-1 0 0 0,0-2 1 0 0,0 0-1 0 0,39-14 0 0 0,46-22-4362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28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655 83 1681 0 0,'-24'-10'1589'0'0,"12"5"-1114"0"0,0 0 1 0 0,0 1 0 0 0,0 0-1 0 0,0 1 1 0 0,0 0-1 0 0,-1 1 1 0 0,0 0 0 0 0,1 1-1 0 0,-1 1 1 0 0,0 0 0 0 0,-18 3-1 0 0,18-2-368 0 0,-40 4 217 0 0,0 2-1 0 0,1 2 1 0 0,-89 29-1 0 0,125-32-260 0 0,0 0 1 0 0,0 2-1 0 0,-28 17 0 0 0,40-23-49 0 0,0 1 4 0 0,0-1 0 0 0,1 1 0 0 0,-1 0 0 0 0,0 0 0 0 0,1 0 0 0 0,-1 0 0 0 0,1 1 0 0 0,0-1 0 0 0,0 1 0 0 0,1 0 0 0 0,-1 0 0 0 0,1 0 1 0 0,0 0-1 0 0,0 0 0 0 0,0 0 0 0 0,0 1 0 0 0,1-1 0 0 0,0 1 0 0 0,0-1 0 0 0,0 1 0 0 0,0 0 0 0 0,1-1 0 0 0,-1 1 0 0 0,1 0 0 0 0,1-1 0 0 0,-1 1 0 0 0,1 0 0 0 0,-1-1 0 0 0,1 1 0 0 0,1-1 0 0 0,1 8 0 0 0,1-5 21 0 0,-1 1-1 0 0,1-1 0 0 0,0 1 0 0 0,1-1 1 0 0,0 0-1 0 0,0-1 0 0 0,0 1 0 0 0,1-1 0 0 0,0 0 1 0 0,0 0-1 0 0,1-1 0 0 0,-1 0 0 0 0,1 0 0 0 0,0-1 1 0 0,1 1-1 0 0,13 5 0 0 0,-3-3-27 0 0,1-1-1 0 0,-1-1 1 0 0,1 0-1 0 0,0-2 1 0 0,1 0-1 0 0,-1-1 1 0 0,0 0-1 0 0,1-2 1 0 0,-1-1-1 0 0,1 0 1 0 0,-1-1-1 0 0,1-1 1 0 0,-1-1 0 0 0,0-1-1 0 0,-1 0 1 0 0,1-2-1 0 0,-1 0 1 0 0,27-15-1 0 0,-38 18 3 0 0,-1 0 0 0 0,0 0 0 0 0,0 0 0 0 0,-1-1 0 0 0,1 0 1 0 0,-1-1-1 0 0,0 1 0 0 0,0-1 0 0 0,-1 0 0 0 0,0 0 0 0 0,0 0 0 0 0,0-1 0 0 0,-1 1 0 0 0,0-1 0 0 0,4-12 0 0 0,-3-1-66 0 0,-1 0 0 0 0,0 0-1 0 0,-2 0 1 0 0,-1-30 0 0 0,0 27-143 0 0,1-2-328 0 0,-1 17 115 0 0,1 1-1 0 0,-1-1 0 0 0,0 1 0 0 0,0-1 0 0 0,-1 0 1 0 0,0 1-1 0 0,-4-14 0 0 0,3 19 137 0 0,1 0 0 0 0,-1 0-1 0 0,1 0 1 0 0,-1 0 0 0 0,0 0 0 0 0,0 0-1 0 0,0 0 1 0 0,0 1 0 0 0,0-1 0 0 0,-5-2 0 0 0,7 4 223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29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520 21 2961 0 0,'-54'-9'2065'0'0,"0"4"-1"0"0,-86 0 1 0 0,126 5-2004 0 0,-1 1 0 0 0,0 1 0 0 0,1 0 0 0 0,-1 1 0 0 0,1 0 1 0 0,0 1-1 0 0,0 1 0 0 0,0 0 0 0 0,0 1 0 0 0,1 1 0 0 0,0 0 0 0 0,1 0 0 0 0,-1 2 0 0 0,-17 14 0 0 0,26-20-56 0 0,0 1 1 0 0,0 0-1 0 0,1 0 0 0 0,-1 0 0 0 0,1 0 0 0 0,0 0 0 0 0,0 0 1 0 0,0 1-1 0 0,0 0 0 0 0,1 0 0 0 0,0-1 0 0 0,0 1 0 0 0,0 0 1 0 0,1 1-1 0 0,0-1 0 0 0,0 0 0 0 0,0 0 0 0 0,0 1 0 0 0,1-1 1 0 0,0 0-1 0 0,0 1 0 0 0,0-1 0 0 0,1 0 0 0 0,0 0 0 0 0,0 1 1 0 0,3 8-1 0 0,4 3 50 0 0,2 0 0 0 0,-1-1 1 0 0,2 0-1 0 0,0 0 0 0 0,1-1 0 0 0,17 16 1 0 0,-19-20-9 0 0,5 5 14 0 0,1 0 0 0 0,1-1 0 0 0,1 0 0 0 0,0-2 0 0 0,0 0 0 0 0,1-1 0 0 0,1-1-1 0 0,29 12 1 0 0,9-2 92 0 0,101 25 0 0 0,-139-41-133 0 0,30 8 21 0 0,75 8 0 0 0,-112-19-41 0 0,1-1 0 0 0,0-1 1 0 0,0 0-1 0 0,-1-1 1 0 0,1 0-1 0 0,-1-1 1 0 0,1-1-1 0 0,-1 0 0 0 0,0-1 1 0 0,18-7-1 0 0,-25 8 8 0 0,0 0-1 0 0,-1-1 0 0 0,0 1 0 0 0,0-1 1 0 0,0 0-1 0 0,0 0 0 0 0,-1-1 1 0 0,1 1-1 0 0,-1-1 0 0 0,0 0 0 0 0,-1 0 1 0 0,1 0-1 0 0,-1-1 0 0 0,4-7 0 0 0,-3 2 25 0 0,0 0 0 0 0,-1 0 0 0 0,0 0-1 0 0,0-1 1 0 0,-2 1 0 0 0,1 0-1 0 0,-1-16 1 0 0,-2-2 17 0 0,-1 0-1 0 0,-2 0 1 0 0,0 1-1 0 0,-2 0 0 0 0,-12-36 1 0 0,11 42-142 0 0,-1 1 1 0 0,-19-35 0 0 0,24 49-41 0 0,-2 0 0 0 0,1 1 1 0 0,-1 0-1 0 0,0 0 1 0 0,0 0-1 0 0,0 0 1 0 0,-1 1-1 0 0,0 0 0 0 0,0 0 1 0 0,-1 0-1 0 0,1 1 1 0 0,-10-5-1 0 0,5 5-272 0 0,-1 0 0 0 0,1 1-1 0 0,-1 0 1 0 0,0 1 0 0 0,0 0 0 0 0,0 1 0 0 0,-17 0 0 0 0,-4 3-2343 0 0,-55 9 0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36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1803 10 1121 0 0,'-7'-1'681'0'0,"-4"-2"116"0"0,0 1 0 0 0,0 0 0 0 0,0 1-1 0 0,0 1 1 0 0,0 0 0 0 0,0 0 0 0 0,-21 4 0 0 0,21-3-703 0 0,0 0 0 0 0,0 0 0 0 0,-21-3 0 0 0,-34 1 237 0 0,-501 13 1190 0 0,439-13-1395 0 0,20-2-62 0 0,-129 13-1 0 0,183 4-52 0 0,13-1-48 0 0,29-11 21 0 0,2-1 8 0 0,1 1-1 0 0,0 0 0 0 0,0 1 1 0 0,0 0-1 0 0,-13 7 1 0 0,16-1 5 0 0,6-9 3 0 0,0 1 1 0 0,0-1-1 0 0,0 1 1 0 0,0-1-1 0 0,0 1 1 0 0,0-1-1 0 0,0 1 1 0 0,-1-1 0 0 0,1 1-1 0 0,0-1 1 0 0,0 1-1 0 0,-1-1 1 0 0,1 1-1 0 0,0-1 1 0 0,0 1-1 0 0,-1-1 1 0 0,1 0 0 0 0,-1 1-1 0 0,1-1 1 0 0,0 0-1 0 0,-1 1 1 0 0,1-1-1 0 0,-1 0 1 0 0,1 1-1 0 0,-1-1 1 0 0,1 0 0 0 0,0 0-1 0 0,-1 0 1 0 0,0 1-1 0 0,-1 0 8 0 0,-32 15 22 0 0,-41 16-1 0 0,66-30-13 0 0,8-2-20 0 0,0 0 0 0 0,0 0-1 0 0,0 0 1 0 0,1 0 0 0 0,-1 1 0 0 0,0-1 0 0 0,0 0 0 0 0,0 0 0 0 0,0 0-1 0 0,1 1 1 0 0,-1-1 0 0 0,0 1 0 0 0,0-1 0 0 0,1 0 0 0 0,-1 1-1 0 0,0-1 1 0 0,1 1 0 0 0,-1-1 0 0 0,0 1 0 0 0,1 0 0 0 0,-1-1 0 0 0,1 1-1 0 0,-1 0 1 0 0,1-1 0 0 0,-1 1 0 0 0,1 0 0 0 0,0 0 0 0 0,-1-1 0 0 0,1 1-1 0 0,0 0 1 0 0,-1 0 0 0 0,1 0 0 0 0,0 0 0 0 0,0-1 0 0 0,0 3-1 0 0,0-2-8 0 0,0 0-1 0 0,0 0 0 0 0,0 0 0 0 0,-1 0 0 0 0,1 0 0 0 0,0 0 0 0 0,0 0 0 0 0,-1 0 0 0 0,1 0 0 0 0,-1 0 0 0 0,1 0 0 0 0,-1 0 0 0 0,1 0 0 0 0,-1 0 0 0 0,1 0 0 0 0,-1 0 0 0 0,0 0 0 0 0,0 0 0 0 0,1-1 0 0 0,-2 2 0 0 0,-14 9 113 0 0,-1 0-1 0 0,1-1 1 0 0,-28 11 0 0 0,31-15-54 0 0,8-3-52 0 0,0 1 0 0 0,0-1 0 0 0,0 1 0 0 0,1 0 0 0 0,-1 1 0 0 0,1-1 0 0 0,0 1 0 0 0,1-1 0 0 0,-1 1 0 0 0,1 0 0 0 0,0 0 0 0 0,-5 12 0 0 0,6-13 5 0 0,-1 3-3 0 0,2 0 1 0 0,-1 0 0 0 0,1 0-1 0 0,0 1 1 0 0,0-1 0 0 0,1 0-1 0 0,0 1 1 0 0,0-1-1 0 0,2 8 1 0 0,0 13-19 0 0,-2-21 21 0 0,1 1-1 0 0,1 0 1 0 0,0 0-1 0 0,0-1 1 0 0,0 1-1 0 0,1-1 1 0 0,0 0-1 0 0,0 0 1 0 0,1 0-1 0 0,0 0 1 0 0,0 0-1 0 0,1-1 1 0 0,-1 0-1 0 0,2 0 1 0 0,-1 0-1 0 0,9 7 1 0 0,9 7-15 0 0,1-1 0 0 0,51 31 0 0 0,-56-40 6 0 0,0-2 0 0 0,1 0 0 0 0,1-1 0 0 0,-1-1 1 0 0,1-1-1 0 0,33 4 0 0 0,7 3 20 0 0,245 74-67 0 0,-78-19-4 0 0,-112-35-124 0 0,-42-11 177 0 0,0-3 0 0 0,149 17 0 0 0,-54-33-18 0 0,214-23 0 0 0,-167 5-80 0 0,-178 14 79 0 0,386-32 19 0 0,-329 20 106 0 0,-1-3 0 0 0,135-44 0 0 0,-3-3 130 0 0,-178 48-178 0 0,-46 15-43 0 0,-1 0-1 0 0,0 1 0 0 0,1-1 1 0 0,-1 0-1 0 0,0 0 1 0 0,0 0-1 0 0,1 0 0 0 0,-1 0 1 0 0,0 0-1 0 0,0 0 1 0 0,0 0-1 0 0,0 0 0 0 0,0-1 1 0 0,0 1-1 0 0,-1 0 0 0 0,1-1 1 0 0,0 1-1 0 0,-1-1 1 0 0,1 1-1 0 0,-1 0 0 0 0,1-1 1 0 0,0-2-1 0 0,-1 0 16 0 0,0 0 0 0 0,1 0 0 0 0,-1 0 0 0 0,1 0-1 0 0,0 0 1 0 0,1 1 0 0 0,-1-1 0 0 0,1 0 0 0 0,2-4 0 0 0,9-24 90 0 0,-10 11-54 0 0,-1 1 0 0 0,-1-1 0 0 0,-2-28 0 0 0,1 17-45 0 0,0 28-6 0 0,0 0 0 0 0,0 0 0 0 0,0 0-1 0 0,-1 0 1 0 0,1 1 0 0 0,-1-1 0 0 0,0 0-1 0 0,0 0 1 0 0,0 0 0 0 0,-1 1 0 0 0,1-1-1 0 0,-1 1 1 0 0,0-1 0 0 0,0 1 0 0 0,0 0 0 0 0,-1-1-1 0 0,1 1 1 0 0,-1 0 0 0 0,0 1 0 0 0,1-1-1 0 0,-1 0 1 0 0,0 1 0 0 0,-1 0 0 0 0,-4-4-1 0 0,-1 0 11 0 0,-19-13 38 0 0,-1 1-1 0 0,-2 2 0 0 0,1 0 1 0 0,-2 3-1 0 0,0 0 1 0 0,0 2-1 0 0,-65-13 0 0 0,6 8 7 0 0,-139-7 0 0 0,128 20-73 0 0,1 4-1 0 0,-110 17 1 0 0,-175 46-507 0 0,373-61 490 0 0,-19 2-103 0 0,0 1 0 0 0,0 2 0 0 0,1 1 0 0 0,0 1 0 0 0,1 2 1 0 0,-40 21-1 0 0,66-31 5 0 0,1 0 0 0 0,-1 1 0 0 0,1-1-1 0 0,0 1 1 0 0,0 0 0 0 0,0-1 0 0 0,0 2 0 0 0,0-1 0 0 0,-3 6 0 0 0,1 18-2833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41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242 108 2881 0 0,'-26'6'2575'0'0,"21"-9"-43"0"0,5 7-1663 0 0,-5-4-602 0 0,-45 0 200 0 0,50 0-462 0 0,0 0 0 0 0,-1 0-1 0 0,1 0 1 0 0,0 0 0 0 0,0 0 0 0 0,0 0-1 0 0,-1 0 1 0 0,1 0 0 0 0,0 0 0 0 0,0 0-1 0 0,0 0 1 0 0,0 0 0 0 0,-1 0 0 0 0,1 0-1 0 0,0 0 1 0 0,0 0 0 0 0,0 0 0 0 0,0 0-1 0 0,-1 0 1 0 0,1 0 0 0 0,0-1 0 0 0,0 1-1 0 0,0 0 1 0 0,0 0 0 0 0,0 0 0 0 0,-1 0-1 0 0,1 0 1 0 0,0-1 0 0 0,0 1 0 0 0,0 0 0 0 0,0 0-1 0 0,0 0 1 0 0,0 0 0 0 0,0-1 0 0 0,0 1-1 0 0,0 0 1 0 0,0 0 0 0 0,0 0 0 0 0,0-1-1 0 0,0 1 1 0 0,0 0 0 0 0,0 0 0 0 0,0 0-1 0 0,0-1 1 0 0,0 1 0 0 0,0 0 0 0 0,-5-8 185 0 0,4 8-183 0 0,-1-1 0 0 0,1 1 0 0 0,0-1 1 0 0,-1 0-1 0 0,1 1 0 0 0,0-1 0 0 0,0 0 0 0 0,0 1 1 0 0,-1-1-1 0 0,1 0 0 0 0,0 0 0 0 0,0 0 1 0 0,0 0-1 0 0,0 0 0 0 0,1 0 0 0 0,-1-1 1 0 0,0 1-1 0 0,0 0 0 0 0,0-2 0 0 0,-2-35 270 0 0,3 30-232 0 0,0-28 129 0 0,0 35-121 0 0,-1 33-262 0 0,2-18 218 0 0,-1-9-1 0 0,0-1 0 0 0,0 1 0 0 0,-1-1 0 0 0,1 0 0 0 0,-1 1 0 0 0,0-1-1 0 0,0 0 1 0 0,0 1 0 0 0,-1-1 0 0 0,1 0 0 0 0,-1 0 0 0 0,0 0 0 0 0,0 0 0 0 0,-1-1 0 0 0,1 1 0 0 0,-1-1 0 0 0,0 1-1 0 0,0-1 1 0 0,0 0 0 0 0,0 0 0 0 0,0 0 0 0 0,-1 0 0 0 0,1-1 0 0 0,-1 1 0 0 0,0-1 0 0 0,-5 2 0 0 0,-28 20 2 0 0,35-22-6 0 0,0-1 1 0 0,0 1-1 0 0,0-1 0 0 0,1 1 1 0 0,-1 0-1 0 0,1-1 0 0 0,-1 1 1 0 0,1 0-1 0 0,0 0 0 0 0,-1 0 1 0 0,1 0-1 0 0,0 0 1 0 0,1 1-1 0 0,-1-1 0 0 0,-1 4 1 0 0,3-5-6 0 0,0 1 0 0 0,0-1 0 0 0,0 1 0 0 0,0-1 0 0 0,0 1 0 0 0,0-1 0 0 0,0 0 0 0 0,0 1 1 0 0,1-1-1 0 0,-1 0 0 0 0,1 0 0 0 0,-1 0 0 0 0,1 0 0 0 0,-1 0 0 0 0,1 0 0 0 0,-1-1 0 0 0,1 1 0 0 0,0 0 1 0 0,-1-1-1 0 0,1 0 0 0 0,3 1 0 0 0,52 14-45 0 0,-51-14 45 0 0,55 9 17 0 0,1-3 0 0 0,91-1 0 0 0,-77-5 3 0 0,-30 1-17 0 0,34 1-30 0 0,95-9 0 0 0,-174 6 29 0 0,1 0 1 0 0,-1 0-1 0 0,1-1 0 0 0,-1 1 1 0 0,1-1-1 0 0,-1 1 0 0 0,0-1 0 0 0,1 1 1 0 0,-1-1-1 0 0,1 0 0 0 0,-1 0 0 0 0,0 1 1 0 0,0-1-1 0 0,0 0 0 0 0,1 0 0 0 0,-1 0 1 0 0,0-1-1 0 0,0 1 0 0 0,0 0 0 0 0,-1 0 1 0 0,1-1-1 0 0,0 1 0 0 0,0 0 0 0 0,0-3 1 0 0,0 2 0 0 0,0-1 1 0 0,-1 1 0 0 0,0-1-1 0 0,1 1 1 0 0,-1-1 0 0 0,0 1-1 0 0,0-1 1 0 0,0 1 0 0 0,-1-1 0 0 0,1 1-1 0 0,0-1 1 0 0,-1 1 0 0 0,0 0-1 0 0,0-1 1 0 0,0 1 0 0 0,0 0 0 0 0,-1-3-1 0 0,-48-64 145 0 0,42 50-102 0 0,6 15-41 0 0,1-1-1 0 0,-1 1 1 0 0,0 0-1 0 0,0 0 1 0 0,0 1-1 0 0,-1-1 1 0 0,1 0-1 0 0,-1 1 1 0 0,-6-6-1 0 0,-5-6-8 0 0,12 12-1 0 0,-1 1 0 0 0,1-1 1 0 0,-1 0-1 0 0,0 1 0 0 0,0-1 0 0 0,0 1 1 0 0,0 0-1 0 0,-1 0 0 0 0,1 0 0 0 0,-1 0 1 0 0,1 1-1 0 0,-7-3 0 0 0,11 4 1 0 0,0 0 1 0 0,-1 0-1 0 0,1 0 1 0 0,0 0-1 0 0,0 0 0 0 0,0 0 1 0 0,-1 0-1 0 0,1 0 0 0 0,0 0 1 0 0,0 0-1 0 0,0 0 1 0 0,-1 1-1 0 0,1-1 0 0 0,0 0 1 0 0,0 0-1 0 0,-1 1 0 0 0,1-1 1 0 0,0 1-1 0 0,-1-1 1 0 0,1 1-1 0 0,0-1 0 0 0,-1 1 1 0 0,1-1-1 0 0,-1 1 0 0 0,1-1 1 0 0,-1 1-1 0 0,1 0 1 0 0,-1-1-1 0 0,1 1 0 0 0,-1 0 1 0 0,1 1-1 0 0,9 30 4 0 0,-7-20 3 0 0,-1-5 8 0 0,3 9 0 0 0,0-1 0 0 0,-1 1-1 0 0,-1 0 1 0 0,0 0 0 0 0,-1 1-1 0 0,-1-1 1 0 0,-1 1 0 0 0,0-1-1 0 0,-5 29 1 0 0,-15 14 177 0 0,14-32-103 0 0,5-20-62 0 0,-1 1 0 0 0,0-1 0 0 0,0 0-1 0 0,0 0 1 0 0,-1 0 0 0 0,0 0-1 0 0,-1-1 1 0 0,-6 12 0 0 0,1-7-33 0 0,7-9 5 0 0,0 1 1 0 0,0-1-1 0 0,0 0 1 0 0,0 1-1 0 0,1-1 1 0 0,-1 1-1 0 0,1 0 1 0 0,-1-1-1 0 0,1 1 1 0 0,0 0-1 0 0,0 0 1 0 0,1 0-1 0 0,-1 0 1 0 0,0 5 0 0 0,1-7-1 0 0,1-1 1 0 0,0 1 0 0 0,-1-1 0 0 0,1 1-1 0 0,0-1 1 0 0,-1 1 0 0 0,1-1 0 0 0,0 1 0 0 0,0-1-1 0 0,-1 1 1 0 0,1-1 0 0 0,0 0 0 0 0,0 0 0 0 0,0 1-1 0 0,-1-1 1 0 0,1 0 0 0 0,0 0 0 0 0,0 0 0 0 0,0 0-1 0 0,0 0 1 0 0,0 0 0 0 0,-1 0 0 0 0,1 0 0 0 0,0 0-1 0 0,0 0 1 0 0,0-1 0 0 0,0 1 0 0 0,-1 0 0 0 0,1-1-1 0 0,0 1 1 0 0,1-1 0 0 0,7-1-122 0 0,4 1-391 0 0,-1 0-1 0 0,1-1 1 0 0,-1-1 0 0 0,0 0-1 0 0,1-1 1 0 0,-1 0 0 0 0,-1-1-1 0 0,1 0 1 0 0,-1-1 0 0 0,0 0-1 0 0,0-1 1 0 0,0 0 0 0 0,11-11-1 0 0,8-12-2189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42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216 102 640 0 0,'-33'-1'2282'0'0,"-30"2"-140"0"0,59-1-2021 0 0,0 1 0 0 0,0 0 1 0 0,1 0-1 0 0,-1 0 0 0 0,1 0 0 0 0,-1 1 1 0 0,1 0-1 0 0,-1 0 0 0 0,1 0 1 0 0,0 0-1 0 0,0 0 0 0 0,0 0 1 0 0,0 1-1 0 0,-4 3 0 0 0,-1 4 135 0 0,1 0 0 0 0,0 0 0 0 0,0 0-1 0 0,1 1 1 0 0,0 0 0 0 0,1 0 0 0 0,-7 24 0 0 0,11-31-233 0 0,-1 0 1 0 0,1 0 0 0 0,0 0-1 0 0,1 0 1 0 0,-1 0-1 0 0,1 0 1 0 0,0 0 0 0 0,0 0-1 0 0,0 1 1 0 0,1-1-1 0 0,-1 0 1 0 0,1 0 0 0 0,0 0-1 0 0,0 0 1 0 0,1 0 0 0 0,-1 0-1 0 0,1 0 1 0 0,-1-1-1 0 0,1 1 1 0 0,1 0 0 0 0,-1-1-1 0 0,0 1 1 0 0,1-1 0 0 0,0 0-1 0 0,0 0 1 0 0,0 0-1 0 0,5 4 1 0 0,1-1 3 0 0,0-1 0 0 0,1 0-1 0 0,-1-1 1 0 0,1 0 0 0 0,0-1-1 0 0,0 1 1 0 0,0-2 0 0 0,1 0 0 0 0,-1 0-1 0 0,0-1 1 0 0,1 0 0 0 0,-1 0-1 0 0,15-2 1 0 0,-18 0-15 0 0,0 0 0 0 0,0 0 1 0 0,0 0-1 0 0,0-1 0 0 0,0 0 0 0 0,-1 0 0 0 0,1-1 0 0 0,-1 1 1 0 0,1-2-1 0 0,-1 1 0 0 0,0-1 0 0 0,0 0 0 0 0,0 0 0 0 0,-1 0 0 0 0,0-1 1 0 0,1 0-1 0 0,-2 0 0 0 0,1 0 0 0 0,0-1 0 0 0,-1 1 0 0 0,0-1 1 0 0,3-7-1 0 0,-2 3 1 0 0,-1 0 1 0 0,0-1-1 0 0,0 1 1 0 0,-1-1-1 0 0,-1 1 1 0 0,1-1-1 0 0,-2 0 1 0 0,0 0-1 0 0,0-18 1 0 0,-1 22-11 0 0,-1 0 0 0 0,0 1 0 0 0,0-1-1 0 0,-1 0 1 0 0,0 0 0 0 0,0 1 0 0 0,0-1 0 0 0,-1 1 0 0 0,0 0 0 0 0,0 0-1 0 0,-1 0 1 0 0,0 0 0 0 0,0 0 0 0 0,0 1 0 0 0,-1 0 0 0 0,1 0 0 0 0,-9-7-1 0 0,-8-8-536 0 0,19 16 117 0 0,-1 1 1 0 0,0 0 0 0 0,-1 0 0 0 0,1 0 0 0 0,-1 0 0 0 0,1 1 0 0 0,-1-1 0 0 0,0 1 0 0 0,-5-3 0 0 0,-16-2-2839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42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412 13 640 0 0,'0'0'109'0'0,"-1"-1"-1"0"0,1 0 0 0 0,0 0 0 0 0,-1 1 1 0 0,1-1-1 0 0,-1 0 0 0 0,1 0 0 0 0,-1 1 1 0 0,0-1-1 0 0,1 1 0 0 0,-1-1 0 0 0,0 1 1 0 0,1-1-1 0 0,-1 1 0 0 0,0-1 0 0 0,1 1 1 0 0,-1-1-1 0 0,0 1 0 0 0,0 0 0 0 0,0-1 1 0 0,1 1-1 0 0,-1 0 0 0 0,0 0 1 0 0,0 0-1 0 0,0 0 0 0 0,0 0 0 0 0,1 0 1 0 0,-1 0-1 0 0,0 0 0 0 0,0 0 0 0 0,0 0 1 0 0,0 0-1 0 0,-1 1 0 0 0,-38 5 1587 0 0,7 2-1140 0 0,2 2-1 0 0,-1 1 1 0 0,2 2-1 0 0,-1 1 1 0 0,2 1-1 0 0,-47 32 1 0 0,70-44-542 0 0,1 1 0 0 0,0 0 1 0 0,0 1-1 0 0,0-1 0 0 0,1 1 0 0 0,-1 0 1 0 0,1 0-1 0 0,0 0 0 0 0,0 1 1 0 0,1-1-1 0 0,0 1 0 0 0,0 0 0 0 0,0 0 1 0 0,1 0-1 0 0,0 1 0 0 0,0-1 0 0 0,0 0 1 0 0,1 1-1 0 0,-1 7 0 0 0,2-13-11 0 0,-5 18 17 0 0,3-15-8 0 0,1-1 0 0 0,-1 1 0 0 0,1 0 0 0 0,0 0 0 0 0,0-1 0 0 0,1 1 0 0 0,-1 0 1 0 0,1 0-1 0 0,0 0 0 0 0,0 0 0 0 0,0 0 0 0 0,0 0 0 0 0,1 0 0 0 0,0 0 0 0 0,0-1 0 0 0,0 1 0 0 0,0 0 0 0 0,0 0 0 0 0,1-1 0 0 0,0 1 0 0 0,-1-1 0 0 0,1 1 0 0 0,1-1 0 0 0,-1 0 0 0 0,4 4 0 0 0,3 2 15 0 0,1 0-1 0 0,0 0 0 0 0,1-1 0 0 0,0-1 1 0 0,0 1-1 0 0,1-2 0 0 0,-1 0 0 0 0,1 0 1 0 0,1-1-1 0 0,-1-1 0 0 0,16 4 0 0 0,5 0 0 0 0,0-2-1 0 0,0-1 0 0 0,45 0 1 0 0,-60-4-18 0 0,0-1 0 0 0,1 0 0 0 0,-1-2 0 0 0,0 0 0 0 0,0-1 0 0 0,28-8 0 0 0,-41 9 11 0 0,-1 1 0 0 0,1-1 0 0 0,-1-1 0 0 0,1 1 0 0 0,-1-1 0 0 0,0 0 0 0 0,0 0 0 0 0,0 0 1 0 0,0 0-1 0 0,0-1 0 0 0,-1 1 0 0 0,1-1 0 0 0,-1 0 0 0 0,0 0 0 0 0,0 0 0 0 0,-1-1 0 0 0,1 1 0 0 0,-1-1 0 0 0,0 1 0 0 0,0-1 1 0 0,-1 0-1 0 0,1 0 0 0 0,-1 0 0 0 0,0 0 0 0 0,-1 0 0 0 0,1 0 0 0 0,-1 0 0 0 0,0-7 0 0 0,0 3-14 0 0,-1 1-1 0 0,0-1 0 0 0,-1 1 1 0 0,0 0-1 0 0,0-1 0 0 0,-1 1 1 0 0,0 0-1 0 0,0 1 1 0 0,-1-1-1 0 0,0 0 0 0 0,0 1 1 0 0,-1 0-1 0 0,0 0 0 0 0,0 0 1 0 0,-1 1-1 0 0,1 0 0 0 0,-1 0 1 0 0,-1 0-1 0 0,1 1 0 0 0,-1 0 1 0 0,0 0-1 0 0,0 0 1 0 0,-10-3-1 0 0,1 0-454 0 0,0 0 0 0 0,0 2-1 0 0,-1 0 1 0 0,0 1 0 0 0,0 0 0 0 0,0 2 0 0 0,-1 0 0 0 0,1 0-1 0 0,-1 2 1 0 0,-27 1 0 0 0,-45 10-5072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2:00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497 237 1681 0 0,'-5'0'591'0'0,"4"0"-463"0"0,0 0 1 0 0,-1 0 0 0 0,1 0 0 0 0,0 0 0 0 0,0 0-1 0 0,0-1 1 0 0,0 1 0 0 0,0 0 0 0 0,0 0 0 0 0,0-1-1 0 0,0 1 1 0 0,0-1 0 0 0,0 1 0 0 0,0-1-1 0 0,0 1 1 0 0,0-1 0 0 0,0 0 0 0 0,0 1 0 0 0,0-1-1 0 0,0 0 1 0 0,0 0 0 0 0,1 0 0 0 0,-2-1-1 0 0,-3 0 1113 0 0,-15-2-294 0 0,19 4-883 0 0,1-1 1 0 0,-1 1-1 0 0,1-1 1 0 0,-1 1-1 0 0,1-1 0 0 0,-1 1 1 0 0,1-1-1 0 0,-1 1 0 0 0,1-1 1 0 0,0 0-1 0 0,-1 1 1 0 0,1-1-1 0 0,0 0 0 0 0,0 1 1 0 0,-1-1-1 0 0,1 0 0 0 0,0 0 1 0 0,0 1-1 0 0,0-1 1 0 0,0 0-1 0 0,0 1 0 0 0,0-1 1 0 0,0 0-1 0 0,0 0 0 0 0,0 1 1 0 0,0-1-1 0 0,1-1 1 0 0,5-19 240 0 0,14 1-199 0 0,-12 9-86 0 0,1 0-1 0 0,0 1 1 0 0,1 1-1 0 0,-1 0 1 0 0,2 0-1 0 0,0 1 1 0 0,0 0-1 0 0,0 1 1 0 0,1 0-1 0 0,19-8 1 0 0,-7 4 14 0 0,0 1 1 0 0,1 1-1 0 0,0 2 1 0 0,52-9-1 0 0,-65 15-32 0 0,-1 1 0 0 0,1 0 0 0 0,0 1-1 0 0,0 0 1 0 0,-1 1 0 0 0,1 0 0 0 0,17 6-1 0 0,-26-7 3 0 0,1 0-1 0 0,0 0 1 0 0,-1 0-1 0 0,1 1 1 0 0,-1-1-1 0 0,1 1 0 0 0,-1 0 1 0 0,0 0-1 0 0,0 0 1 0 0,0 0-1 0 0,0 0 1 0 0,0 1-1 0 0,0 0 0 0 0,-1-1 1 0 0,1 1-1 0 0,-1 0 1 0 0,0 0-1 0 0,1 0 1 0 0,-2 1-1 0 0,1-1 0 0 0,0 1 1 0 0,-1-1-1 0 0,1 1 1 0 0,-1-1-1 0 0,0 1 1 0 0,1 6-1 0 0,-3 0 9 0 0,0-1 1 0 0,0 0-1 0 0,-1 0 1 0 0,0 0-1 0 0,-1-1 1 0 0,0 1-1 0 0,0 0 1 0 0,-1-1-1 0 0,0 0 0 0 0,-1 0 1 0 0,0 0-1 0 0,0 0 1 0 0,0-1-1 0 0,-1 0 1 0 0,0 0-1 0 0,-1-1 1 0 0,-12 11-1 0 0,-6 3-11 0 0,0-2-1 0 0,-1-1 1 0 0,-1-1-1 0 0,-29 13 1 0 0,23-12 20 0 0,-1-2 0 0 0,0-1 0 0 0,-1-2 0 0 0,0-2 0 0 0,-1-1 0 0 0,-59 8 0 0 0,-81-5 5 0 0,157-12-16 0 0,1 0 0 0 0,-1-1 0 0 0,1-1 0 0 0,0-1 0 0 0,-1-1 0 0 0,1 0 0 0 0,-28-12 0 0 0,40 13-3 0 0,0 1 0 0 0,1-1-1 0 0,0-1 1 0 0,0 1 0 0 0,0-1-1 0 0,0 0 1 0 0,1 0 0 0 0,-1 0-1 0 0,-5-7 1 0 0,11 10-7 0 0,-1 0 0 0 0,1 0 0 0 0,-1 0 0 0 0,1 0 0 0 0,0 1 0 0 0,0-1 0 0 0,-1 0 0 0 0,1 1 0 0 0,0-1 0 0 0,0 0 0 0 0,0 1 0 0 0,0-1 0 0 0,0 1 0 0 0,-1-1 0 0 0,1 1 0 0 0,0 0 0 0 0,0-1 0 0 0,0 1 0 0 0,0 0 0 0 0,0 0 0 0 0,2 0 0 0 0,0-1 0 0 0,0 1 0 0 0,0-1 1 0 0,0 1-1 0 0,0 0 0 0 0,-1 0 0 0 0,1 0 0 0 0,0 1 1 0 0,0-1-1 0 0,0 1 0 0 0,-1-1 0 0 0,1 1 0 0 0,0 0 1 0 0,0 0-1 0 0,-1 0 0 0 0,1 1 0 0 0,-1-1 0 0 0,4 3 1 0 0,17 7 8 0 0,81 38 18 0 0,154 97 0 0 0,-238-131-57 0 0,1-2 1 0 0,1-1 0 0 0,0 0 0 0 0,30 11 0 0 0,-36-18-124 0 0,1-1 0 0 0,-1 0 1 0 0,1-2-1 0 0,0 1 1 0 0,0-2-1 0 0,27-1 1 0 0,-36 0-148 0 0,-1-1 1 0 0,1 0 0 0 0,0 0-1 0 0,-1 0 1 0 0,1-1-1 0 0,-1 0 1 0 0,1-1 0 0 0,11-5-1 0 0,-15 5-202 0 0,0 0 0 0 0,0 0 0 0 0,0-1 0 0 0,-1 1 0 0 0,1-1 0 0 0,-1 0 0 0 0,0 0 0 0 0,0 0 0 0 0,0 0 0 0 0,3-7 0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2:01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1223 48 3442 0 0,'-32'-10'2153'0'0,"9"2"-1652"0"0,0 0 1 0 0,-1 2-1 0 0,1 1 1 0 0,-2 1-1 0 0,-47-3 1 0 0,0 13-307 0 0,0 3-1 0 0,0 3 1 0 0,1 3 0 0 0,-73 26 0 0 0,99-25-178 0 0,1 3 0 0 0,1 1 0 0 0,1 2 0 0 0,1 2 0 0 0,1 2 0 0 0,1 1 0 0 0,1 2 0 0 0,2 2 0 0 0,1 1-1 0 0,-40 48 1 0 0,64-67 8 0 0,1 0-1 0 0,1 1 1 0 0,0 0-1 0 0,1 1 1 0 0,0-1-1 0 0,1 1 1 0 0,1 1-1 0 0,1-1 1 0 0,0 1-1 0 0,1 0 1 0 0,0 1-1 0 0,2-1 1 0 0,-1 0-1 0 0,2 1 1 0 0,2 32-1 0 0,0-36 11 0 0,1 0 0 0 0,1 0-1 0 0,0 0 1 0 0,1 0 0 0 0,0-1 0 0 0,1 0-1 0 0,0 1 1 0 0,1-2 0 0 0,1 1-1 0 0,0-1 1 0 0,0 0 0 0 0,1 0-1 0 0,0-1 1 0 0,1 0 0 0 0,0 0 0 0 0,1-1-1 0 0,0 0 1 0 0,0-1 0 0 0,1 0-1 0 0,16 9 1 0 0,6 0 20 0 0,2-2-1 0 0,-1-1 1 0 0,2-1 0 0 0,0-2-1 0 0,0-2 1 0 0,1-1 0 0 0,41 3-1 0 0,-3-4 14 0 0,1-3 0 0 0,122-11-1 0 0,-148 2-24 0 0,0-1 0 0 0,-1-3 0 0 0,0-3 0 0 0,-1-1-1 0 0,0-2 1 0 0,-1-3 0 0 0,60-31 0 0 0,-84 37-24 0 0,-1 0 0 0 0,-1-2 0 0 0,0-1 0 0 0,-1-1 0 0 0,-1 0 0 0 0,0-1 1 0 0,-1-1-1 0 0,-1-1 0 0 0,-1-1 0 0 0,0 0 0 0 0,-2-1 0 0 0,0 0 0 0 0,-2-2 0 0 0,0 1 0 0 0,-1-1 0 0 0,9-31 0 0 0,-11 25-111 0 0,-1 0 0 0 0,-2-1 0 0 0,5-52 0 0 0,-10 75-13 0 0,-1 0-1 0 0,0 1 0 0 0,0-1 0 0 0,-1 0 1 0 0,1 0-1 0 0,-2 1 0 0 0,1-1 0 0 0,-1 0 1 0 0,0 1-1 0 0,0 0 0 0 0,-1-1 0 0 0,1 1 1 0 0,-2 0-1 0 0,1 0 0 0 0,-1 1 0 0 0,1-1 0 0 0,-1 1 1 0 0,-1-1-1 0 0,1 1 0 0 0,-1 1 0 0 0,-7-7 1 0 0,8 8-111 0 0,0 1 1 0 0,0 0 0 0 0,0-1 0 0 0,-1 1 0 0 0,1 1-1 0 0,0-1 1 0 0,-1 1 0 0 0,0-1 0 0 0,1 1 0 0 0,-1 1-1 0 0,1-1 1 0 0,-1 1 0 0 0,0 0 0 0 0,-5 0 0 0 0,-125 13-4774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30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322 116 2881 0 0,'-38'-8'1554'0'0,"1"-2"0"0"0,0-1 0 0 0,-62-30 0 0 0,93 39-1431 0 0,1-1-1 0 0,-1 1 0 0 0,0 0 0 0 0,0 0 0 0 0,1 1 0 0 0,-1-1 0 0 0,-1 1 0 0 0,1 1 0 0 0,-9-1 0 0 0,-28-4 258 0 0,64-5-353 0 0,162 0-27 0 0,-100 7 0 0 0,-38 2 0 0 0,59 5 0 0 0,-37 1 0 0 0,-52-5 1 0 0,-9 0-2 0 0,0-1-1 0 0,0 1 1 0 0,0 1 0 0 0,0-1-1 0 0,-1 1 1 0 0,1 0 0 0 0,0 1-1 0 0,0-1 1 0 0,-1 1 0 0 0,8 3 0 0 0,-11 4-26 0 0,-14 4 0 0 0,-15 3 65 0 0,1-1-1 0 0,-2-1 1 0 0,0-2 0 0 0,-1 0-1 0 0,0-2 1 0 0,-50 11 0 0 0,24-10 33 0 0,0-3-1 0 0,0-2 1 0 0,-58-1 0 0 0,83-5-84 0 0,156-13-202 0 0,-10-1 270 0 0,219 9 11 0 0,-314 5-66 0 0,20 1-3 0 0,25-2-36 0 0,-1 4 0 0 0,110 18 0 0 0,-159-17 34 0 0,0 0 0 0 0,27 11 0 0 0,-39-13 6 0 0,1 0 0 0 0,-1 0 1 0 0,0 0-1 0 0,0 1 0 0 0,0 0 0 0 0,0 0 0 0 0,-1 0 1 0 0,1 0-1 0 0,-1 0 0 0 0,0 1 0 0 0,0-1 0 0 0,3 5 0 0 0,-6-7 3 0 0,1 1 0 0 0,-1-1-1 0 0,1 1 1 0 0,-1-1-1 0 0,0 0 1 0 0,1 1 0 0 0,-1-1-1 0 0,0 1 1 0 0,0-1 0 0 0,0 1-1 0 0,0-1 1 0 0,0 1-1 0 0,-1-1 1 0 0,1 1 0 0 0,0-1-1 0 0,-1 1 1 0 0,1-1 0 0 0,-1 0-1 0 0,1 1 1 0 0,-1-1-1 0 0,0 0 1 0 0,0 1 0 0 0,1-1-1 0 0,-1 0 1 0 0,0 0 0 0 0,0 0-1 0 0,0 0 1 0 0,0 0-1 0 0,-1 0 1 0 0,1 0 0 0 0,0 0-1 0 0,0 0 1 0 0,0 0-1 0 0,-1-1 1 0 0,-1 2 0 0 0,-54 25 76 0 0,47-23-64 0 0,-25 9 46 0 0,-1 0 1 0 0,0-3-1 0 0,-1-1 0 0 0,-1-1 0 0 0,-46 2 1 0 0,-95 21 1033 0 0,32-4-338 0 0,91-20-779 0 0,5 1-749 0 0,-54 0 0 0 0,103-8 590 0 0,0 0-1 0 0,0 0 0 0 0,-1 0 1 0 0,1 0-1 0 0,0-1 1 0 0,0 1-1 0 0,0 0 0 0 0,0-1 1 0 0,-1 0-1 0 0,1 1 1 0 0,0-1-1 0 0,-2-1 0 0 0,4 1-38 0 0,-1 0 0 0 0,0 1 0 0 0,1-1 0 0 0,0 0 0 0 0,-1 0 0 0 0,1 1 0 0 0,-1-1 0 0 0,1 0 0 0 0,0 0 0 0 0,0 0 0 0 0,-1 0 0 0 0,1 1 0 0 0,0-1 0 0 0,0 0 0 0 0,0 0 0 0 0,0 0 0 0 0,0 0 0 0 0,0-1-1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31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687 22 3442 0 0,'-58'-6'1750'0'0,"-173"-10"698"0"0,204 16-2253 0 0,-1 1 0 0 0,1 2 0 0 0,-1 0-1 0 0,1 2 1 0 0,1 1 0 0 0,-34 12 0 0 0,47-13-175 0 0,0 1 1 0 0,1 1-1 0 0,0 0 0 0 0,0 0 1 0 0,1 1-1 0 0,0 0 1 0 0,0 1-1 0 0,1 1 0 0 0,-15 17 1 0 0,20-21-20 0 0,0 0 0 0 0,1 0 0 0 0,0 0 0 0 0,0 1 1 0 0,0 0-1 0 0,1 0 0 0 0,0 0 0 0 0,0 0 1 0 0,1 0-1 0 0,0 1 0 0 0,0-1 0 0 0,1 1 1 0 0,0-1-1 0 0,0 1 0 0 0,1-1 0 0 0,0 1 0 0 0,0 0 1 0 0,2 12-1 0 0,2-7 7 0 0,-1-1 0 0 0,1 1 0 0 0,1-1 0 0 0,0 0 0 0 0,1 0 0 0 0,0 0 0 0 0,1-1 0 0 0,0 0 0 0 0,1-1 0 0 0,0 1 0 0 0,1-1 0 0 0,0-1 0 0 0,0 0 1 0 0,1 0-1 0 0,0-1 0 0 0,1 0 0 0 0,0 0 0 0 0,0-2 0 0 0,15 8 0 0 0,20 6 79 0 0,0-2 1 0 0,2-3 0 0 0,89 18-1 0 0,-101-24-38 0 0,97 14 141 0 0,1-6 0 0 0,0-5 0 0 0,169-8 0 0 0,33-24-141 0 0,-273 11-17 0 0,-1-1-1 0 0,0-4 0 0 0,68-24 0 0 0,-115 33-24 0 0,0-1 0 0 0,0 0 0 0 0,-1-1-1 0 0,0-1 1 0 0,16-11 0 0 0,-26 16-12 0 0,0-1-1 0 0,0 1 1 0 0,-1 0 0 0 0,1-1-1 0 0,-1 0 1 0 0,0 0-1 0 0,0 0 1 0 0,0 0 0 0 0,-1 0-1 0 0,0 0 1 0 0,1-1-1 0 0,-1 1 1 0 0,-1-1 0 0 0,1 0-1 0 0,-1 0 1 0 0,0 1-1 0 0,0-1 1 0 0,0 0 0 0 0,0-9-1 0 0,-2 3 7 0 0,0 1 0 0 0,-1-1-1 0 0,0 0 1 0 0,-1 1-1 0 0,0 0 1 0 0,-1 0 0 0 0,0 0-1 0 0,0 0 1 0 0,-1 0 0 0 0,-1 1-1 0 0,1 0 1 0 0,-13-15 0 0 0,3 5 40 0 0,-2 0 0 0 0,0 2 0 0 0,-1 0 0 0 0,-33-24 0 0 0,23 23-23 0 0,0 2 1 0 0,0 1 0 0 0,-2 1-1 0 0,0 2 1 0 0,0 0-1 0 0,-1 2 1 0 0,0 2 0 0 0,-1 1-1 0 0,-43-5 1 0 0,27 8-179 0 0,-1 1 0 0 0,1 3 0 0 0,0 1 0 0 0,-1 3 0 0 0,-70 14 0 0 0,92-11-1047 0 0,-46 17 0 0 0,-18 12-3996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33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84 1441 0 0,'0'0'4708'0'0,"0"0"-4692"0"0,0 0-1 0 0,0 0 0 0 0,0 0 0 0 0,0 0 0 0 0,0 0 0 0 0,0-1 0 0 0,0 1 0 0 0,0 0 0 0 0,0 0 0 0 0,1 0 0 0 0,-1 0 0 0 0,0-1 0 0 0,0 1 0 0 0,0 0 0 0 0,0 0 0 0 0,0 0 0 0 0,0 0 0 0 0,0-1 1 0 0,0 1-1 0 0,0 0 0 0 0,0 0 0 0 0,0 0 0 0 0,0 0 0 0 0,0-1 0 0 0,0 1 0 0 0,0 0 0 0 0,-1 0 0 0 0,1 0 0 0 0,0 0 0 0 0,0 0 0 0 0,0-1 0 0 0,0 1 0 0 0,0 0 0 0 0,0 0 0 0 0,0 0 0 0 0,0 0 1 0 0,0 0-1 0 0,-1 0 0 0 0,1-1 0 0 0,0 1 0 0 0,0 0 0 0 0,0 0 0 0 0,0 0 0 0 0,0 0 0 0 0,-1 0 0 0 0,1 0 0 0 0,0 0 0 0 0,0 0 0 0 0,0 0 0 0 0,0 0 0 0 0,-1 0 0 0 0,1 0 0 0 0,0 0 0 0 0,0 0 0 0 0,0 0 1 0 0,0 0-1 0 0,-1 0 0 0 0,1 0 0 0 0,0 0 0 0 0,0 0 0 0 0,0 0 0 0 0,0 0 0 0 0,0 0 0 0 0,-1 0 0 0 0,1 0 0 0 0,0 0 0 0 0,0 0 0 0 0,0 0 0 0 0,-1 1 0 0 0,-20-7 1021 0 0,20 6-927 0 0,0-1-1 0 0,0 1 1 0 0,-1-1 0 0 0,1 1-1 0 0,0-1 1 0 0,-1 1 0 0 0,1-1-1 0 0,-1 1 1 0 0,1 0 0 0 0,0 0 0 0 0,-1 0-1 0 0,1 0 1 0 0,-1 0 0 0 0,1 0-1 0 0,-3 1 1 0 0,12-7 6 0 0,0 0-1 0 0,0 1 1 0 0,0 0 0 0 0,11-4-1 0 0,11-1-95 0 0,0 2-1 0 0,1 1 0 0 0,0 2 1 0 0,38-2-1 0 0,-61 6-15 0 0,0 0 1 0 0,0 1-1 0 0,1 0 1 0 0,-1 1-1 0 0,0 0 1 0 0,0 0-1 0 0,0 1 0 0 0,0 0 1 0 0,0 0-1 0 0,-1 1 1 0 0,1 0-1 0 0,0 0 1 0 0,-1 1-1 0 0,0 0 0 0 0,0 0 1 0 0,0 1-1 0 0,-1 0 1 0 0,1 0-1 0 0,8 9 1 0 0,-14-11-1 0 0,1 0 1 0 0,-1 0 0 0 0,0 0 0 0 0,0 0 0 0 0,0 0-1 0 0,-1 0 1 0 0,1 1 0 0 0,-1-1 0 0 0,0 0 0 0 0,1 0 0 0 0,-1 0-1 0 0,-1 1 1 0 0,1-1 0 0 0,0 0 0 0 0,-2 4 0 0 0,1 10 15 0 0,1-2-5 0 0,1-9-18 0 0,-1 0 0 0 0,0 0 0 0 0,0 1 1 0 0,0-1-1 0 0,0 0 0 0 0,-1 0 0 0 0,0 0 1 0 0,0 0-1 0 0,-1 0 0 0 0,0 0 0 0 0,0-1 1 0 0,0 1-1 0 0,-1 0 0 0 0,0-1 0 0 0,0 0 1 0 0,0 1-1 0 0,-4 4 0 0 0,-18 15 37 0 0,-96 96 241 0 0,114-116-267 0 0,0-1 1 0 0,-1 0-1 0 0,1 0 0 0 0,-1 0 1 0 0,0-1-1 0 0,1 0 1 0 0,-1-1-1 0 0,-1 1 0 0 0,1-2 1 0 0,0 1-1 0 0,-9 0 0 0 0,-13 0 9 0 0,-50-3 0 0 0,71 1-44 0 0,1-1 0 0 0,-1 0 0 0 0,0 0 0 0 0,0-1 0 0 0,1 0 0 0 0,-1-1 0 0 0,-11-4 0 0 0,18 5 26 0 0,-1 1-1 0 0,0-1 0 0 0,1 1 1 0 0,0-1-1 0 0,-1 0 0 0 0,1 0 1 0 0,0 0-1 0 0,0 0 0 0 0,0 0 1 0 0,0-1-1 0 0,0 1 0 0 0,0-1 1 0 0,1 1-1 0 0,-1-1 0 0 0,1 1 0 0 0,0-1 1 0 0,0 0-1 0 0,0 0 0 0 0,0 0 1 0 0,0 0-1 0 0,1 0 0 0 0,-1 1 1 0 0,1-1-1 0 0,0 0 0 0 0,0-4 1 0 0,0 6-2 0 0,0-1 1 0 0,0 1 0 0 0,0-1 0 0 0,1 1-1 0 0,-1-1 1 0 0,1 1 0 0 0,-1-1-1 0 0,1 1 1 0 0,-1-1 0 0 0,1 1 0 0 0,0-1-1 0 0,0 1 1 0 0,0 0 0 0 0,0 0 0 0 0,0-1-1 0 0,0 1 1 0 0,0 0 0 0 0,0 0-1 0 0,0 0 1 0 0,2-1 0 0 0,6-6-8 0 0,-4 4 3 0 0,0 0 1 0 0,0 0 0 0 0,0 0 0 0 0,1 1-1 0 0,0 0 1 0 0,0 0 0 0 0,-1 0 0 0 0,2 1-1 0 0,-1 0 1 0 0,0 0 0 0 0,0 1-1 0 0,1 0 1 0 0,-1 0 0 0 0,1 0 0 0 0,-1 0-1 0 0,1 1 1 0 0,6 1 0 0 0,12 0 0 0 0,0 1-1 0 0,-1 1 1 0 0,44 11 0 0 0,-27-2-7 0 0,-1 3 1 0 0,-1 1 0 0 0,0 2-1 0 0,49 31 1 0 0,-82-46 15 0 0,0 0-1 0 0,-1 1 1 0 0,1 0 0 0 0,-1 0 0 0 0,0 0 0 0 0,0 1-1 0 0,0 0 1 0 0,0 0 0 0 0,-1 0 0 0 0,0 0-1 0 0,0 1 1 0 0,0 0 0 0 0,-1-1 0 0 0,4 10 0 0 0,-3-10-251 0 0,0-1 1 0 0,0 1 0 0 0,0-1 0 0 0,0-1 0 0 0,0 1 0 0 0,1 0 0 0 0,0-1 0 0 0,0 0-1 0 0,0 0 1 0 0,0-1 0 0 0,0 1 0 0 0,0-1 0 0 0,1 0 0 0 0,10 2 0 0 0,-11-3-4221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33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572 4 2241 0 0,'-49'-4'2746'0'0,"-89"6"0"0"0,103 1-2429 0 0,-1 1-1 0 0,0 2 0 0 0,1 1 1 0 0,0 2-1 0 0,-38 15 0 0 0,65-20-304 0 0,1 0-1 0 0,0 0 1 0 0,1 1 0 0 0,-1 0 0 0 0,1 0-1 0 0,0 0 1 0 0,0 1 0 0 0,0 0-1 0 0,1 0 1 0 0,0 0 0 0 0,0 1-1 0 0,1 0 1 0 0,0 0 0 0 0,-7 14-1 0 0,-2 3 54 0 0,10-19-47 0 0,-20 43 156 0 0,23-46-166 0 0,-1 1 0 0 0,0-1 0 0 0,1 0 0 0 0,0 0 0 0 0,-1 1 0 0 0,1-1 0 0 0,0 0-1 0 0,0 1 1 0 0,1-1 0 0 0,-1 0 0 0 0,0 0 0 0 0,1 1 0 0 0,-1-1 0 0 0,1 0 0 0 0,0 0 0 0 0,0 0-1 0 0,0 0 1 0 0,0 1 0 0 0,0-1 0 0 0,0-1 0 0 0,0 1 0 0 0,3 3 0 0 0,2 1 10 0 0,1-1 0 0 0,0 0 0 0 0,0-1 0 0 0,0 1 0 0 0,1-2 0 0 0,-1 1 0 0 0,1-1 0 0 0,16 5 0 0 0,78 17 112 0 0,-89-22-116 0 0,47 9 61 0 0,119 7-1 0 0,-146-18-57 0 0,1-2 1 0 0,-1-1-1 0 0,1-2 1 0 0,-1-1-1 0 0,39-12 1 0 0,-64 15-16 0 0,2 0 19 0 0,0-1 0 0 0,0-1 0 0 0,0 1 1 0 0,0-2-1 0 0,15-8 0 0 0,-22 10-5 0 0,0 1 0 0 0,0 0 0 0 0,0-1 0 0 0,-1 0 0 0 0,1 0 0 0 0,-1 0 0 0 0,0 0 0 0 0,0 0 0 0 0,0 0 0 0 0,0 0 0 0 0,0-1 0 0 0,-1 1 0 0 0,1-1-1 0 0,-1 1 1 0 0,0-1 0 0 0,0 0 0 0 0,0 1 0 0 0,-1-1 0 0 0,1 0 0 0 0,-1 0 0 0 0,0-5 0 0 0,-1 2 11 0 0,0-1 0 0 0,-1 0 0 0 0,0 0 0 0 0,-1 0 0 0 0,1 1 1 0 0,-1-1-1 0 0,-1 1 0 0 0,1 0 0 0 0,-1 0 0 0 0,0 0 0 0 0,-1 1 0 0 0,0-1 0 0 0,0 1 0 0 0,0 0 0 0 0,-1 1 0 0 0,0-1 0 0 0,0 1 0 0 0,0 0 0 0 0,-1 0 0 0 0,0 1 1 0 0,-10-5-1 0 0,6 2-316 0 0,0 1 1 0 0,-1 1-1 0 0,1 0 1 0 0,-1 0 0 0 0,0 2-1 0 0,0-1 1 0 0,-1 1 0 0 0,1 1-1 0 0,-1 0 1 0 0,1 1 0 0 0,-1 0-1 0 0,1 1 1 0 0,-19 2 0 0 0,31-2 210 0 0,0 0 0 0 0,0 0 0 0 0,-1 0 0 0 0,1 0 0 0 0,0 0 1 0 0,0 0-1 0 0,0 0 0 0 0,-1 0 0 0 0,1 0 0 0 0,0 0 0 0 0,0 0 1 0 0,0 0-1 0 0,-1 0 0 0 0,1 0 0 0 0,0 1 0 0 0,0-1 0 0 0,0 0 1 0 0,0 0-1 0 0,-1 0 0 0 0,1 0 0 0 0,0 0 0 0 0,0 0 0 0 0,0 0 1 0 0,0 1-1 0 0,0-1 0 0 0,-1 0 0 0 0,1 0 0 0 0,0 0 0 0 0,0 0 1 0 0,0 0-1 0 0,0 1 0 0 0,0-1 0 0 0,0 0 0 0 0,0 0 0 0 0,0 0 0 0 0,0 1 1 0 0,-1-1-1 0 0,1 0 0 0 0,0 0 0 0 0,0 0 0 0 0,0 0 0 0 0,0 1 1 0 0,0-1-1 0 0,0 0 0 0 0,0 0 0 0 0,0 0 0 0 0,0 1 0 0 0,1-1 1 0 0,-1 0-1 0 0,0 0 0 0 0,0 0 0 0 0,0 1 0 0 0,0 5-3080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34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656 55 880 0 0,'-27'-10'1511'0'0,"1"0"-1"0"0,-1 2 0 0 0,0 1 0 0 0,-46-5 0 0 0,35 8-1043 0 0,-1 1 0 0 0,0 3-1 0 0,1 1 1 0 0,-66 10 0 0 0,88-8-457 0 0,1 1 0 0 0,0 1 0 0 0,0 0 0 0 0,1 1 0 0 0,0 1 0 0 0,0 0 0 0 0,0 1 0 0 0,1 1 0 0 0,0 0 0 0 0,0 0 0 0 0,-16 18 0 0 0,26-25-6 0 0,0 0 1 0 0,1 1-1 0 0,-1-1 0 0 0,1 1 0 0 0,0-1 1 0 0,0 1-1 0 0,0 0 0 0 0,0 0 1 0 0,0 0-1 0 0,1 0 0 0 0,-1 0 1 0 0,1 0-1 0 0,0 1 0 0 0,0-1 1 0 0,0 0-1 0 0,0 1 0 0 0,0-1 0 0 0,1 1 1 0 0,0-1-1 0 0,0 1 0 0 0,0-1 1 0 0,0 1-1 0 0,0-1 0 0 0,1 1 1 0 0,-1-1-1 0 0,1 0 0 0 0,0 1 0 0 0,0-1 1 0 0,0 0-1 0 0,3 6 0 0 0,1-1 16 0 0,1 0-1 0 0,0 0 1 0 0,0-1-1 0 0,0 0 0 0 0,1 0 1 0 0,0 0-1 0 0,0-1 1 0 0,1 0-1 0 0,-1 0 0 0 0,15 7 1 0 0,16 7 20 0 0,2-3 0 0 0,0 0 0 0 0,0-3 0 0 0,1-1 0 0 0,1-3 0 0 0,44 7 0 0 0,-24-8 10 0 0,0-3 0 0 0,1-2 0 0 0,91-7 0 0 0,-133 1-21 0 0,0-2 1 0 0,0 0-1 0 0,0-1 0 0 0,-1-1 1 0 0,0-1-1 0 0,38-18 0 0 0,-54 23-21 0 0,7-3 14 0 0,-3 1-2 0 0,0 1-1 0 0,0-1 0 0 0,0 0 0 0 0,0-1 0 0 0,11-9 0 0 0,-17 12-10 0 0,-1 0-1 0 0,1 0 1 0 0,0 0-1 0 0,-1 0 0 0 0,1 0 1 0 0,-1-1-1 0 0,0 1 1 0 0,0 0-1 0 0,1-1 0 0 0,-2 1 1 0 0,1-1-1 0 0,0 1 1 0 0,0-1-1 0 0,-1 1 0 0 0,0-1 1 0 0,1 0-1 0 0,-1 1 1 0 0,0-1-1 0 0,0 0 0 0 0,0 1 1 0 0,-1-1-1 0 0,1 1 0 0 0,-1-1 1 0 0,0-2-1 0 0,-2-3-1 0 0,0 0-1 0 0,0 0 0 0 0,-1 1 1 0 0,0-1-1 0 0,0 1 0 0 0,-1 0 0 0 0,0 0 1 0 0,0 1-1 0 0,-1-1 0 0 0,0 1 1 0 0,0 1-1 0 0,0-1 0 0 0,-1 1 1 0 0,1 0-1 0 0,-1 0 0 0 0,-1 1 0 0 0,1 0 1 0 0,-15-6-1 0 0,0 1-366 0 0,-1 1 0 0 0,0 1 0 0 0,0 1 0 0 0,0 1-1 0 0,-33-2 1 0 0,34 5-640 0 0,-1 2-1 0 0,-31 4 1 0 0,-62 8-3989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38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 20 1441 0 0,'-19'11'1510'0'0,"13"-7"-1154"0"0,1-1 0 0 0,0 1 0 0 0,-1-1 0 0 0,0-1 0 0 0,1 1-1 0 0,-1-1 1 0 0,0 0 0 0 0,-1 0 0 0 0,-6 0 0 0 0,-108-13 2325 0 0,96 21-1721 0 0,1-3-442 0 0,38-5-489 0 0,-8-6-87 0 0,-7 8 76 0 0,1-4-16 0 0,0 1 0 0 0,1-1 0 0 0,-1 0 0 0 0,0 1 0 0 0,1-1 0 0 0,-1 1 0 0 0,0-1-1 0 0,1 0 1 0 0,-1 1 0 0 0,0-1 0 0 0,1 0 0 0 0,-1 1 0 0 0,0-1 0 0 0,1 0 0 0 0,-1 0 0 0 0,1 1 0 0 0,-1-1 0 0 0,1 0-1 0 0,-1 0 1 0 0,1 0 0 0 0,-1 1 0 0 0,1-1 0 0 0,-1 0 0 0 0,1 0 0 0 0,-1 0 0 0 0,1 0 0 0 0,-1 0 0 0 0,1 0-1 0 0,-1 0 1 0 0,1 0 0 0 0,-1-1 0 0 0,1 1 0 0 0,-1 0 0 0 0,1 0 0 0 0,0 0 0 0 0,-1-1 0 0 0,1 1 0 0 0,-1 0 0 0 0,1 0-1 0 0,-1 0 1 0 0,1 0 0 0 0,-1 0 0 0 0,1 0 0 0 0,-1 0 0 0 0,1 0 0 0 0,-1 0 0 0 0,1 0 0 0 0,-1 0 0 0 0,1 0-1 0 0,-1 0 1 0 0,0 0 0 0 0,1 1 0 0 0,-1-1 0 0 0,1 0 0 0 0,-1 0 0 0 0,1 0 0 0 0,-1 1 0 0 0,1-1 0 0 0,-1 0 0 0 0,0 1-1 0 0,1-1 1 0 0,-1 0 0 0 0,0 1 0 0 0,1-1 0 0 0,-1 0 0 0 0,0 1 0 0 0,0-1 0 0 0,1 1 0 0 0,-1 0 0 0 0,1-1 4 0 0,-1 1 0 0 0,1 0 1 0 0,0 0-1 0 0,0 0 0 0 0,0 0 0 0 0,-1 0 1 0 0,1-1-1 0 0,0 1 0 0 0,0 0 1 0 0,0-1-1 0 0,0 1 0 0 0,0-1 1 0 0,0 1-1 0 0,0-1 0 0 0,0 1 0 0 0,1-1 1 0 0,-1 0-1 0 0,0 1 0 0 0,0-1 1 0 0,0 0-1 0 0,2 0 0 0 0,35 6 98 0 0,-33-5-93 0 0,55 7 149 0 0,160 15 220 0 0,-180-21-318 0 0,0-2-1 0 0,0-2 1 0 0,62-10 0 0 0,-98 11-146 0 0,1 0-1 0 0,-1 0 1 0 0,1-1-1 0 0,-1 1 0 0 0,0-1 1 0 0,1 0-1 0 0,-1-1 1 0 0,0 1-1 0 0,0-1 1 0 0,5-4-1 0 0,-8 6-57 0 0,0 0 0 0 0,0 0-1 0 0,0 0 1 0 0,0 0 0 0 0,0-1 0 0 0,-1 1-1 0 0,1 0 1 0 0,0-1 0 0 0,-1 1 0 0 0,1-1-1 0 0,-1 1 1 0 0,1 0 0 0 0,-1-1-1 0 0,0 1 1 0 0,1-1 0 0 0,-1 0 0 0 0,0 1-1 0 0,0-1 1 0 0,0 1 0 0 0,0-1 0 0 0,0 1-1 0 0,-1-1 1 0 0,1 1 0 0 0,0-1-1 0 0,-1 1 1 0 0,1-1 0 0 0,-1 1 0 0 0,1-1-1 0 0,-1 1 1 0 0,0 0 0 0 0,0-1 0 0 0,1 1-1 0 0,-1 0 1 0 0,0 0 0 0 0,0 0-1 0 0,0-1 1 0 0,-2 0 0 0 0,-46-35-3828 0 0,48 37 3885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38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6 800 0 0,'0'-6'4082'0'0,"-30"20"-2241"0"0,0 30 80 0 0,-1 33-720 0 0,31-2-961 0 0,0 2-240 0 0,31-20 0 0 0,-1-7 0 0 0,30-17 160 0 0,31-27-320 0 0,23-31-1361 0 0,7-27-4002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39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376 122 480 0 0,'-26'0'3042'0'0,"21"-2"-21"0"0,0-4-2067 0 0,5 6-930 0 0,-19-10 357 0 0,19 10-370 0 0,-1-1 0 0 0,1 1 0 0 0,0 0 0 0 0,-1 0 0 0 0,1-1-1 0 0,-1 1 1 0 0,1 0 0 0 0,0-1 0 0 0,-1 1 0 0 0,1-1 0 0 0,0 1 0 0 0,0-1 0 0 0,-1 1 0 0 0,1 0 0 0 0,0-1 0 0 0,0 1-1 0 0,-1-1 1 0 0,1 1 0 0 0,0-1 0 0 0,0 1 0 0 0,0-1 0 0 0,0 1 0 0 0,0-1 0 0 0,0 1 0 0 0,0-1 0 0 0,0 1 0 0 0,0-1-1 0 0,0 1 1 0 0,0-1 0 0 0,0 1 0 0 0,0-1 0 0 0,1 1 0 0 0,-1-1 0 0 0,0 1 0 0 0,0-1 0 0 0,0 1 0 0 0,1-1 0 0 0,-1 1-1 0 0,0-1 1 0 0,1 1 0 0 0,-1 0 0 0 0,0-1 0 0 0,1 1 0 0 0,-1-1 0 0 0,1 1 0 0 0,10-9 99 0 0,-1 1 0 0 0,2 0 0 0 0,-1 1 0 0 0,1 1 1 0 0,0 0-1 0 0,0 0 0 0 0,1 1 0 0 0,-1 1 0 0 0,18-4 0 0 0,-1 2-8 0 0,0 2-1 0 0,0 0 1 0 0,41 2-1 0 0,-67 2-94 0 0,0 0-1 0 0,0 0 0 0 0,0 0 1 0 0,0 1-1 0 0,-1-1 0 0 0,1 1 1 0 0,0 0-1 0 0,0-1 0 0 0,0 1 1 0 0,-1 1-1 0 0,1-1 1 0 0,0 0-1 0 0,-1 1 0 0 0,1-1 1 0 0,-1 1-1 0 0,0 0 0 0 0,0 0 1 0 0,1 0-1 0 0,-1 0 0 0 0,0 0 1 0 0,2 3-1 0 0,-3-2-1 0 0,0 0 0 0 0,1-1 0 0 0,-1 1 0 0 0,-1 0 0 0 0,1 0 0 0 0,0 0 0 0 0,-1 0 0 0 0,1 0 0 0 0,-1 0-1 0 0,0 1 1 0 0,0-1 0 0 0,0 0 0 0 0,-1 0 0 0 0,1 0 0 0 0,-1 0 0 0 0,1 0 0 0 0,-1 0 0 0 0,0 0 0 0 0,0 0 0 0 0,0-1 0 0 0,-1 1 0 0 0,-2 4 0 0 0,-3 5 15 0 0,0 0 0 0 0,-1-1 1 0 0,-1 0-1 0 0,0 0 0 0 0,0-1 1 0 0,-1 0-1 0 0,0 0 0 0 0,-1-1 1 0 0,-13 9-1 0 0,3-5 25 0 0,0-1 0 0 0,0-1-1 0 0,-1-1 1 0 0,-46 15 0 0 0,35-16 25 0 0,-1-1 0 0 0,0-2 0 0 0,0-1 0 0 0,0-2 0 0 0,-1-1 0 0 0,1-2 0 0 0,-59-6 0 0 0,27-1 357 0 0,54 4-434 0 0,22 2-60 0 0,22 2-46 0 0,81 20 214 0 0,252 57 612 0 0,-282-54-745 0 0,-31-7 84 0 0,1-3-1 0 0,0-1 1 0 0,1-4 0 0 0,68 5-1 0 0,-108-14-193 0 0,0-1 0 0 0,-1-1 0 0 0,1 0 0 0 0,-1-1 0 0 0,1 0 0 0 0,-1-1 0 0 0,0-1 0 0 0,0 0-1 0 0,-1-1 1 0 0,17-9 0 0 0,-19 9-249 0 0,-1 0 1 0 0,0-1-1 0 0,-1 0 0 0 0,1 0 0 0 0,-1-1 1 0 0,-1 0-1 0 0,1 0 0 0 0,-2 0 0 0 0,1-1 1 0 0,-1-1-1 0 0,0 1 0 0 0,6-14 0 0 0,-10 15-249 0 0,0 0 0 0 0,0 0-1 0 0,0 1 1 0 0,-1-1 0 0 0,-1 0-1 0 0,1-16 1 0 0,-1 19 293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39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449 0 1441 0 0,'5'0'1894'0'0,"8"1"315"0"0,-15-1-543 0 0,-31 2 348 0 0,-41 1-1100 0 0,43 1-724 0 0,0 1 0 0 0,0 2 0 0 0,-52 17 0 0 0,65-17-111 0 0,1 1-1 0 0,0 0 0 0 0,1 1 1 0 0,0 1-1 0 0,0 1 1 0 0,1 0-1 0 0,-21 20 0 0 0,34-29-47 0 0,-1 1 0 0 0,0-1 0 0 0,1 1 0 0 0,-1 0 0 0 0,1 0 0 0 0,0 0 0 0 0,0 0 0 0 0,0 1 0 0 0,1-1 0 0 0,-1 0 0 0 0,1 1 0 0 0,0-1-1 0 0,0 1 1 0 0,0 0 0 0 0,0-1 0 0 0,0 1 0 0 0,1 0 0 0 0,0-1 0 0 0,0 1 0 0 0,0 0 0 0 0,0 3 0 0 0,1-3 12 0 0,1 0 0 0 0,-1 0 0 0 0,1-1 0 0 0,0 1 0 0 0,0-1 0 0 0,0 1 0 0 0,0-1 0 0 0,1 0 0 0 0,-1 0 0 0 0,1 0 0 0 0,0 0 0 0 0,0-1 0 0 0,0 1 0 0 0,0-1 0 0 0,0 1 0 0 0,1-1 1 0 0,-1 0-1 0 0,1-1 0 0 0,-1 1 0 0 0,1 0 0 0 0,7 1 0 0 0,16 5 25 0 0,1-2 0 0 0,0-1-1 0 0,1-1 1 0 0,-1-2 0 0 0,1 0 0 0 0,-1-2 0 0 0,1-1 0 0 0,-1-1 0 0 0,1-2 0 0 0,40-10 0 0 0,-37 4-165 0 0,0-1 0 0 0,0-2 1 0 0,-1-1-1 0 0,-1-1 1 0 0,42-28-1 0 0,-45 24-1782 0 0,0-2 0 0 0,46-46 1 0 0,-43 39-2204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0:39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475 1 1601 0 0,'-6'0'461'0'0,"1"0"0"0"0,-1 1 0 0 0,0-1 0 0 0,0 1 0 0 0,1 1 0 0 0,-1-1 0 0 0,-5 3 0 0 0,-18 5 720 0 0,19-7-786 0 0,-35 11 534 0 0,1 1 1 0 0,1 2-1 0 0,-42 23 0 0 0,73-33-899 0 0,0 0-1 0 0,1 1 1 0 0,0 0 0 0 0,0 1-1 0 0,0 1 1 0 0,1-1-1 0 0,0 2 1 0 0,1-1-1 0 0,0 1 1 0 0,0 1 0 0 0,1 0-1 0 0,0 0 1 0 0,1 0-1 0 0,1 1 1 0 0,0 0 0 0 0,-9 24-1 0 0,14-32-5 0 0,1-1 0 0 0,-1 1 0 0 0,1-1 0 0 0,-1 1 0 0 0,1-1 0 0 0,0 1 0 0 0,0-1 0 0 0,1 1 0 0 0,-1-1 0 0 0,1 0 0 0 0,-1 1 0 0 0,1-1 0 0 0,0 1 0 0 0,1-1-1 0 0,-1 0 1 0 0,0 0 0 0 0,1 0 0 0 0,0 0 0 0 0,0 0 0 0 0,0 0 0 0 0,0 0 0 0 0,0 0 0 0 0,0-1 0 0 0,1 1 0 0 0,-1-1 0 0 0,1 0 0 0 0,4 4 0 0 0,7 2 86 0 0,0 0 0 0 0,0-1 0 0 0,1 0 1 0 0,25 8-1 0 0,-26-10-38 0 0,22 8 7 0 0,-1-1-1 0 0,2-2 1 0 0,-1-2-1 0 0,53 5 1 0 0,-79-11-61 0 0,0-2 0 0 0,0 1 0 0 0,0-1-1 0 0,0-1 1 0 0,0 0 0 0 0,-1 0 0 0 0,1-1 0 0 0,0 0 0 0 0,0-1 0 0 0,-1 0 0 0 0,1-1 0 0 0,-1 1 0 0 0,0-2 0 0 0,0 1 0 0 0,-1-1 0 0 0,1-1-1 0 0,-1 0 1 0 0,0 0 0 0 0,-1 0 0 0 0,1-1 0 0 0,9-12 0 0 0,-14 14-48 0 0,0 0 0 0 0,0-1 0 0 0,0 1 0 0 0,-1-1 0 0 0,0 0 0 0 0,0 0 0 0 0,0 1 0 0 0,-1-1 0 0 0,0 0-1 0 0,0 0 1 0 0,0-1 0 0 0,-1 1 0 0 0,0 0 0 0 0,0 0 0 0 0,-1 0 0 0 0,-1-11 0 0 0,-1 7-238 0 0,1 0 1 0 0,-1 0-1 0 0,-1 0 0 0 0,1 1 0 0 0,-2-1 1 0 0,1 1-1 0 0,-1 0 0 0 0,-1 0 1 0 0,-10-13-1 0 0,13 18 39 0 0,-1 1 1 0 0,1 0-1 0 0,-1-1 1 0 0,0 2-1 0 0,0-1 1 0 0,0 0-1 0 0,0 1 1 0 0,0-1-1 0 0,-1 1 0 0 0,1 1 1 0 0,-1-1-1 0 0,1 0 1 0 0,-1 1-1 0 0,-9-1 1 0 0,-23-2-2567 0 0,-61 1 0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1:57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154 391 960 0 0,'-6'0'8727'0'0,"5"0"-8682"0"0,0 0 0 0 0,0 0 0 0 0,1 1 1 0 0,-1-1-1 0 0,0 0 0 0 0,0 0 0 0 0,0 0 0 0 0,0 0 0 0 0,1 0 0 0 0,-1 0 0 0 0,0 0 0 0 0,0 0 0 0 0,0 0 0 0 0,1 0 1 0 0,-1-1-1 0 0,0 1 0 0 0,0 0 0 0 0,0 0 0 0 0,1-1 0 0 0,-1 1 0 0 0,0-1 0 0 0,0 1 0 0 0,1 0 0 0 0,-1-1 1 0 0,0 1-1 0 0,1-1 0 0 0,-1 0 0 0 0,1 1 0 0 0,-1-1 0 0 0,0-1 0 0 0,1 2-27 0 0,0-1 0 0 0,0 1 1 0 0,0 0-1 0 0,-1-1 0 0 0,1 1 0 0 0,0-1 0 0 0,0 1 1 0 0,0-1-1 0 0,-1 1 0 0 0,1 0 0 0 0,0-1 0 0 0,-1 1 1 0 0,1-1-1 0 0,0 1 0 0 0,-1 0 0 0 0,1-1 0 0 0,0 1 1 0 0,-1 0-1 0 0,1 0 0 0 0,0-1 0 0 0,-1 1 0 0 0,1 0 0 0 0,-1 0 1 0 0,1-1-1 0 0,-1 1 0 0 0,1 0 0 0 0,-1 0 0 0 0,1 0 1 0 0,-1 0-1 0 0,1 0 0 0 0,-1 0 0 0 0,1 0 0 0 0,0 0 1 0 0,-2 0-1 0 0,2 0-8 0 0,-1 0 0 0 0,0 0 0 0 0,0 0-1 0 0,1 0 1 0 0,-1 0 0 0 0,0 0 0 0 0,1-1 0 0 0,-1 1 0 0 0,0 0 0 0 0,1 0 0 0 0,-1 0 0 0 0,0-1 0 0 0,1 1 0 0 0,-1 0 0 0 0,1-1 0 0 0,-1 1-1 0 0,0-1 1 0 0,1 1 0 0 0,-1-1 0 0 0,1 1 0 0 0,-1-1 0 0 0,1 1 0 0 0,0-1 0 0 0,-1 1 0 0 0,1-1 0 0 0,0 0 0 0 0,-1 1 0 0 0,1-1 0 0 0,0 0-1 0 0,-1 1 1 0 0,1-1 0 0 0,0 0 0 0 0,0 1 0 0 0,0-1 0 0 0,0 0 0 0 0,0 1 0 0 0,0-2 0 0 0,1-19 400 0 0,1 0 0 0 0,1 1 0 0 0,11-41 1 0 0,1-1 456 0 0,-10 45-649 0 0,0 0 1 0 0,1 0 0 0 0,10-18-1 0 0,2-6 148 0 0,-13 7-33 0 0,-4 24 164 0 0,-2 14 1141 0 0,0 11-1485 0 0,-1 0 1 0 0,-1 0-1 0 0,0 0 1 0 0,-1 0-1 0 0,0-1 0 0 0,-2 1 1 0 0,-7 16-1 0 0,-6 15 127 0 0,-72 192-53 0 0,84-222-491 0 0,0 1-1 0 0,1 1 1 0 0,1-1-1 0 0,-5 24 0 0 0,9-37 58 0 0,1 0 0 0 0,-1 0-1 0 0,1 0 1 0 0,0 0-1 0 0,0 0 1 0 0,0 0-1 0 0,1-1 1 0 0,-1 1 0 0 0,1 0-1 0 0,0 0 1 0 0,0 0-1 0 0,0-1 1 0 0,0 1 0 0 0,1-1-1 0 0,0 1 1 0 0,0-1-1 0 0,0 1 1 0 0,0-1-1 0 0,0 0 1 0 0,0 0 0 0 0,1 0-1 0 0,0 0 1 0 0,-1 0-1 0 0,1-1 1 0 0,0 1-1 0 0,5 2 1 0 0,0-1-345 0 0,1 0 0 0 0,-1-1 0 0 0,1 0 0 0 0,-1 0 0 0 0,1-1 0 0 0,0 0 1 0 0,12 1-1 0 0,61-5-5230 0 0,-74 1 5174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1:58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749 109 4242 0 0,'-337'42'3947'0'0,"296"-34"-3903"0"0,1 2 0 0 0,0 1 0 0 0,0 2 0 0 0,1 2 0 0 0,1 2 0 0 0,-45 26 0 0 0,76-39-11 0 0,1 0 0 0 0,-1 1-1 0 0,1 0 1 0 0,0 0 0 0 0,1 0 0 0 0,-1 1-1 0 0,1 0 1 0 0,0 0 0 0 0,0 0 0 0 0,1 0-1 0 0,-7 14 1 0 0,7-9-2 0 0,0 0 0 0 0,1 0 0 0 0,1 1 0 0 0,0-1 0 0 0,0 1 0 0 0,1 0 0 0 0,1 19 0 0 0,1 5 75 0 0,1-1 0 0 0,1 1 0 0 0,2-1 1 0 0,10 35-1 0 0,-9-48-49 0 0,1-1-1 0 0,1-1 1 0 0,0 1-1 0 0,2-1 1 0 0,0-1-1 0 0,2 0 1 0 0,0 0-1 0 0,15 17 1 0 0,-8-14 17 0 0,1 0 1 0 0,1-2-1 0 0,1 0 0 0 0,41 28 0 0 0,-46-37-35 0 0,0-2 0 0 0,0 0 0 0 0,1-1-1 0 0,0 0 1 0 0,1-2 0 0 0,-1 0 0 0 0,1-1 0 0 0,25 3-1 0 0,-14-5 11 0 0,-1-1-1 0 0,1-1 0 0 0,0-2 0 0 0,0-1 1 0 0,-1-1-1 0 0,0-2 0 0 0,1-1 0 0 0,-2-1 1 0 0,1-2-1 0 0,-1 0 0 0 0,47-24 1 0 0,-41 14-1 0 0,0-1 0 0 0,-2-1 0 0 0,0-2 1 0 0,-2-1-1 0 0,0-1 0 0 0,-2-2 1 0 0,-1-1-1 0 0,38-50 0 0 0,-35 36-8 0 0,-2 0 0 0 0,-2-2 0 0 0,-1-1 0 0 0,-3-1 0 0 0,28-82 0 0 0,-45 111-31 0 0,-1-1 0 0 0,0 0 0 0 0,-1 0 0 0 0,-1 0-1 0 0,-1-1 1 0 0,0 1 0 0 0,-2 0 0 0 0,0-1 0 0 0,-1 1 0 0 0,-7-32-1 0 0,7 41-26 0 0,-1 1-1 0 0,0 0 0 0 0,0 0 0 0 0,-1 0 0 0 0,0 0 0 0 0,0 0 1 0 0,-1 1-1 0 0,0 0 0 0 0,0 0 0 0 0,-1 0 0 0 0,0 1 0 0 0,0-1 1 0 0,0 2-1 0 0,-1-1 0 0 0,0 0 0 0 0,0 1 0 0 0,0 1 0 0 0,-1-1 1 0 0,1 1-1 0 0,-1 0 0 0 0,0 1 0 0 0,-1 0 0 0 0,1 0 1 0 0,-17-2-1 0 0,8 2-229 0 0,1 2 0 0 0,-1 0 1 0 0,1 1-1 0 0,-1 1 0 0 0,1 1 0 0 0,-26 5 1 0 0,-1 4-1454 0 0,-65 27 0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1:59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1 516 2241 0 0,'1'4'4565'0'0,"3"-9"-2921"0"0,16-20-1090 0 0,-9 12-328 0 0,-1 0-1 0 0,0 0 0 0 0,0-1 1 0 0,-1 0-1 0 0,-1-1 1 0 0,-1 0-1 0 0,0-1 1 0 0,-1 1-1 0 0,5-20 0 0 0,4-4 85 0 0,2-1-1 0 0,2 2 0 0 0,1 0 0 0 0,2 2 0 0 0,36-47 0 0 0,-44 67-220 0 0,7-11 93 0 0,-17 19-31 0 0,-8 7 67 0 0,4 2-212 0 0,-1-1 0 0 0,0 1 0 0 0,1 0 0 0 0,-1-1 0 0 0,1 1 0 0 0,-1 0 0 0 0,1 0-1 0 0,-1 0 1 0 0,1 0 0 0 0,0-1 0 0 0,-1 1 0 0 0,1 0 0 0 0,0 0 0 0 0,0 0 0 0 0,-1 0 0 0 0,1 0 0 0 0,0 0 0 0 0,0 0 0 0 0,0 0 0 0 0,0 1 0 0 0,-8 31 56 0 0,-64 107 254 0 0,-36 80 147 0 0,98-195-395 0 0,1 1 0 0 0,1 1 0 0 0,1 0-1 0 0,1 0 1 0 0,1 1 0 0 0,-1 46 0 0 0,4-43-42 0 0,2-21-31 0 0,-1 1 0 0 0,1-1-1 0 0,0 1 1 0 0,3 11 0 0 0,-3-20-35 0 0,1 1 0 0 0,-1-1 0 0 0,1 1 0 0 0,0-1 0 0 0,0 1 0 0 0,0-1 0 0 0,0 0 0 0 0,0 0 0 0 0,1 0 0 0 0,-1 1-1 0 0,1-1 1 0 0,-1 0 0 0 0,1-1 0 0 0,0 1 0 0 0,0 0 0 0 0,0 0 0 0 0,0-1 0 0 0,0 1 0 0 0,0-1 0 0 0,0 0 0 0 0,4 2 0 0 0,3-1-191 0 0,-1 0 0 0 0,1 0 0 0 0,-1-1 0 0 0,1 0 1 0 0,0-1-1 0 0,-1 0 0 0 0,1 0 0 0 0,0-1 0 0 0,-1 0 0 0 0,1 0 0 0 0,0-1 0 0 0,-1 0 0 0 0,0-1 0 0 0,1 0 0 0 0,13-7 0 0 0,94-42-4304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2:09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1024 32 2241 0 0,'0'-1'67'0'0,"0"0"0"0"0,0 1 0 0 0,0-1 0 0 0,0 0 0 0 0,0 1 0 0 0,0-1 0 0 0,0 0 0 0 0,-1 1 0 0 0,1-1 0 0 0,0 1 0 0 0,0-1 0 0 0,-1 0 0 0 0,1 1 0 0 0,0-1 0 0 0,-1 1 0 0 0,1-1 0 0 0,0 1 0 0 0,-1-1 0 0 0,1 1 0 0 0,-1-1 0 0 0,1 1 0 0 0,-1 0 0 0 0,1-1 0 0 0,-1 1 0 0 0,1-1 0 0 0,-1 1 0 0 0,1 0 0 0 0,-1 0 0 0 0,0-1 0 0 0,1 1 0 0 0,-1 0 0 0 0,1 0 0 0 0,-1 0 0 0 0,0 0 0 0 0,1-1 0 0 0,-1 1 0 0 0,-1 0 0 0 0,2 0-8 0 0,-1 0-1 0 0,1 0 1 0 0,-1 0 0 0 0,0 0-1 0 0,1 0 1 0 0,-1 0 0 0 0,1 0-1 0 0,-1 0 1 0 0,1 0 0 0 0,-1-1-1 0 0,0 1 1 0 0,1 0 0 0 0,-1 0-1 0 0,1-1 1 0 0,-1 1 0 0 0,1-1-1 0 0,-1 1 1 0 0,1 0 0 0 0,0-1-1 0 0,-1 1 1 0 0,1-1 0 0 0,-1 1-1 0 0,1-1 1 0 0,0 1 0 0 0,-1-1-1 0 0,1 1 1 0 0,0-1 0 0 0,0 1 0 0 0,0-1-1 0 0,-1 1 1 0 0,1-1 0 0 0,0 0-1 0 0,0 1 1 0 0,0-1 0 0 0,0 1-1 0 0,0-1 1 0 0,0 0 0 0 0,-5 1 341 0 0,-196 0 40 0 0,182 1-417 0 0,1 0 0 0 0,1 2 0 0 0,-1 0 0 0 0,-24 8 1 0 0,-36 7-7 0 0,66-16 12 0 0,1 1 0 0 0,-1 0 0 0 0,0 0-1 0 0,1 2 1 0 0,0-1 0 0 0,0 1-1 0 0,0 1 1 0 0,0 0 0 0 0,1 1 0 0 0,0 0-1 0 0,1 0 1 0 0,-11 10 0 0 0,4-6 35 0 0,-1 0 1 0 0,-23 10-1 0 0,24-13-65 0 0,1 0 0 0 0,0 1-1 0 0,0 0 1 0 0,-21 18 0 0 0,-36 33-48 0 0,52-45 62 0 0,1 1-1 0 0,0 0 0 0 0,2 1 1 0 0,-17 20-1 0 0,29-30-18 0 0,1 0 1 0 0,0 0-1 0 0,0 1 1 0 0,0-1 0 0 0,1 1-1 0 0,-3 14 1 0 0,3-12-5 0 0,-1-1 1 0 0,1 1 0 0 0,-2 0 0 0 0,1-1 0 0 0,-7 10 0 0 0,6-12 7 0 0,1 1 1 0 0,0-1 0 0 0,0 1 0 0 0,1 0-1 0 0,0 0 1 0 0,1 0 0 0 0,-1 0 0 0 0,2 1 0 0 0,-1-1-1 0 0,1 1 1 0 0,0-1 0 0 0,1 1 0 0 0,0-1 0 0 0,0 1-1 0 0,1-1 1 0 0,0 1 0 0 0,4 12 0 0 0,-2-10 3 0 0,0 0 1 0 0,2 0 0 0 0,-1 0 0 0 0,1-1-1 0 0,1 1 1 0 0,0-1 0 0 0,0-1-1 0 0,1 1 1 0 0,0-1 0 0 0,0 0-1 0 0,1-1 1 0 0,16 14 0 0 0,8 0 3 0 0,0 0 0 0 0,2-3 0 0 0,0-1 0 0 0,1-1 0 0 0,0-2 0 0 0,2-1 0 0 0,-1-2 0 0 0,2-2 0 0 0,0-1 1 0 0,48 5-1 0 0,-65-12 7 0 0,0-1 0 0 0,-1 0 1 0 0,1-2-1 0 0,0 0 1 0 0,0-1-1 0 0,-1-1 1 0 0,23-7-1 0 0,-33 7 14 0 0,0 0 1 0 0,0-1-1 0 0,0 0 1 0 0,-1 0-1 0 0,1-1 1 0 0,-1-1-1 0 0,-1 1 1 0 0,1-2-1 0 0,-1 1 1 0 0,0-1-1 0 0,0 0 1 0 0,-1-1-1 0 0,0 1 1 0 0,0-1-1 0 0,7-13 1 0 0,-3 1-8 0 0,-2-1 1 0 0,0 0-1 0 0,-1 0 1 0 0,-1-1-1 0 0,-1 0 1 0 0,-2-1-1 0 0,0 1 1 0 0,-1-1-1 0 0,-1 0 1 0 0,-1 0-1 0 0,-1 0 1 0 0,-4-30-1 0 0,3 44-20 0 0,0 1-1 0 0,-1-1 1 0 0,-1 1-1 0 0,0 0 1 0 0,0-1-1 0 0,0 1 1 0 0,-1 1-1 0 0,0-1 1 0 0,0 0-1 0 0,-1 1 1 0 0,0 0-1 0 0,-1 0 1 0 0,1 0-1 0 0,-1 1 0 0 0,-12-10 1 0 0,6 7-5 0 0,-1 1-1 0 0,0 0 1 0 0,0 1-1 0 0,-1 0 1 0 0,1 1 0 0 0,-1 1-1 0 0,-1 0 1 0 0,-22-5 0 0 0,3 4-40 0 0,0 2 0 0 0,-1 1 1 0 0,0 1-1 0 0,1 2 1 0 0,-1 1-1 0 0,0 2 0 0 0,-38 9 1 0 0,50-7-226 0 0,0 1 0 0 0,0 1-1 0 0,-25 12 1 0 0,-46 35-2077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2:10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1 880 0 0,'0'0'1374'0'0,"1"3"377"0"0,-7-1-1167 0 0,5-2-577 0 0,0 0 2 0 0,0 0 1 0 0,0-1-1 0 0,0 1 1 0 0,1 0-1 0 0,-1 0 0 0 0,0 0 1 0 0,0 0-1 0 0,0 0 1 0 0,0 0-1 0 0,0 0 0 0 0,0 0 1 0 0,1 0-1 0 0,-1 1 1 0 0,0-1-1 0 0,0 0 0 0 0,0 0 1 0 0,0 1-1 0 0,1-1 1 0 0,-1 1-1 0 0,0-1 1 0 0,0 1-1 0 0,1-1 0 0 0,-1 1 1 0 0,0-1-1 0 0,1 1 1 0 0,-1-1-1 0 0,0 1 0 0 0,0 1 1 0 0,-4-2 83 0 0,-15 1-13 0 0,15 3 0 0 0,5-3 374 0 0,2-1-643 0 0,-1 0 148 0 0,1 0-1 0 0,0 0 0 0 0,0 0 0 0 0,0 0 1 0 0,-1-1-1 0 0,1 1 0 0 0,0 0 0 0 0,-1-1 1 0 0,1 1-1 0 0,0-1 0 0 0,1-1 0 0 0,-2 2-42 0 0,4-1-890 0 0,-5 7-2774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2:13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30 2081 0 0,'-13'-4'762'0'0,"0"0"-1"0"0,1 2 1 0 0,-1-1 0 0 0,0 2 0 0 0,-17-1 0 0 0,24 2-682 0 0,0 0 0 0 0,0 0 1 0 0,0 0-1 0 0,0 1 1 0 0,0-1-1 0 0,0 2 0 0 0,0-1 1 0 0,0 1-1 0 0,0 0 1 0 0,0 0-1 0 0,1 0 0 0 0,-7 4 1 0 0,12-6-79 0 0,-1 1 1 0 0,1 0 0 0 0,-1-1-1 0 0,1 1 1 0 0,-1 0 0 0 0,1 0-1 0 0,0-1 1 0 0,-1 1-1 0 0,1 0 1 0 0,0 0 0 0 0,-1 0-1 0 0,1 0 1 0 0,0-1 0 0 0,0 1-1 0 0,0 0 1 0 0,0 0-1 0 0,0 0 1 0 0,0 0 0 0 0,0 1-1 0 0,-5 18 13 0 0,-45 60 51 0 0,49-77-65 0 0,-1 0 0 0 0,1 0 0 0 0,0 0-1 0 0,0 0 1 0 0,1 0 0 0 0,-1 0 0 0 0,1 0 0 0 0,-1 0-1 0 0,1 1 1 0 0,0-1 0 0 0,0 0 0 0 0,0 0 0 0 0,1 1-1 0 0,0 2 1 0 0,0 11-13 0 0,-1-12 21 0 0,0 0-1 0 0,0 0 0 0 0,1-1 1 0 0,0 1-1 0 0,0 0 0 0 0,0 0 1 0 0,0 0-1 0 0,1 0 1 0 0,0-1-1 0 0,0 1 0 0 0,0-1 1 0 0,0 0-1 0 0,1 1 0 0 0,0-1 1 0 0,5 6-1 0 0,-2-1 18 0 0,-2-3-29 0 0,-1-1-1 0 0,0 1 1 0 0,0 0-1 0 0,0 0 1 0 0,-1 0-1 0 0,0 0 0 0 0,0 1 1 0 0,-1-1-1 0 0,0 0 1 0 0,0 1-1 0 0,0-1 1 0 0,-1 1-1 0 0,0-1 1 0 0,-1 10-1 0 0,1-11 4 0 0,0 1 1 0 0,-1-1-1 0 0,0 0 0 0 0,0 0 1 0 0,0 0-1 0 0,-1 0 0 0 0,0 0 0 0 0,0 0 1 0 0,0 0-1 0 0,0-1 0 0 0,-1 1 1 0 0,0-1-1 0 0,0 0 0 0 0,0 0 1 0 0,-5 5-1 0 0,-13 21 48 0 0,15-19-36 0 0,5-10-8 0 0,1 0-1 0 0,-1 0 0 0 0,1 0 0 0 0,-1 0 0 0 0,1 0 0 0 0,-1 0 0 0 0,0 0 0 0 0,0 0 1 0 0,1-1-1 0 0,-1 1 0 0 0,0 0 0 0 0,0 0 0 0 0,0-1 0 0 0,0 1 0 0 0,0 0 0 0 0,0-1 1 0 0,0 1-1 0 0,0-1 0 0 0,0 1 0 0 0,0-1 0 0 0,0 0 0 0 0,0 1 0 0 0,-1-1 0 0 0,1 0 1 0 0,-1 0-1 0 0,-24 2 108 0 0,20-9-47 0 0,14-9 68 0 0,70-93 96 0 0,-47 63-142 0 0,65-72 0 0 0,-73 97-73 0 0,0 0 0 0 0,2 2 0 0 0,30-19 1 0 0,-31 23-6 0 0,-1-1 0 0 0,0-2 0 0 0,-2 0 0 0 0,29-30 0 0 0,-20 18-8 0 0,-20 22-83 0 0,-11 9-156 0 0,-20 12-652 0 0,3-1-337 0 0,-13 11-1533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2:13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507 79 2561 0 0,'-297'31'5189'0'0,"272"-28"-5076"0"0,15-2-134 0 0,0 0 1 0 0,0 0-1 0 0,0 1 0 0 0,1 1 1 0 0,-1 0-1 0 0,1 0 1 0 0,-1 0-1 0 0,1 1 0 0 0,-9 6 1 0 0,13-8 6 0 0,-3 2 14 0 0,0 0-1 0 0,1 1 1 0 0,-1 0 0 0 0,1 0-1 0 0,-11 10 1 0 0,16-13 5 0 0,0 0 1 0 0,0 1 0 0 0,1-1-1 0 0,-1 0 1 0 0,1 1 0 0 0,0-1-1 0 0,-1 1 1 0 0,1-1 0 0 0,0 1-1 0 0,1 0 1 0 0,-1-1 0 0 0,0 1 0 0 0,1 0-1 0 0,-1 0 1 0 0,1-1 0 0 0,0 1-1 0 0,0 0 1 0 0,0 0 0 0 0,0 0-1 0 0,1-1 1 0 0,-1 1 0 0 0,1 0-1 0 0,1 4 1 0 0,3 8 15 0 0,1 0 0 0 0,1 0 0 0 0,0-1 0 0 0,1 0 0 0 0,0 0 0 0 0,1 0 0 0 0,1-2 0 0 0,0 1 0 0 0,1-1 0 0 0,0 0 1 0 0,1-1-1 0 0,0-1 0 0 0,0 0 0 0 0,1 0 0 0 0,1-1 0 0 0,0-1 0 0 0,0 0 0 0 0,1-1 0 0 0,-1-1 0 0 0,1 0 0 0 0,1-1 0 0 0,-1 0 0 0 0,30 3 0 0 0,-27-4 8 0 0,1-2 0 0 0,0 0 0 0 0,0-1-1 0 0,0-1 1 0 0,0-1 0 0 0,1-1 0 0 0,-2-1-1 0 0,1 0 1 0 0,0-1 0 0 0,-1-1 0 0 0,0-1-1 0 0,0 0 1 0 0,0-2 0 0 0,-1 0 0 0 0,0-1-1 0 0,0 0 1 0 0,-1-2 0 0 0,-1 1 0 0 0,27-25-1 0 0,-29 22-19 0 0,-1-1 0 0 0,-1 1 0 0 0,0-2 0 0 0,0 0-1 0 0,-2 0 1 0 0,10-19 0 0 0,-15 23 0 0 0,1 0 1 0 0,-2 0-1 0 0,0 0 0 0 0,0-1 1 0 0,-1 1-1 0 0,-1-1 0 0 0,1 1 1 0 0,-2-1-1 0 0,0 0 0 0 0,0 1 0 0 0,-3-17 1 0 0,2 22-13 0 0,0 0 0 0 0,-1 1 0 0 0,1-1 0 0 0,-1 1-1 0 0,0-1 1 0 0,-1 1 0 0 0,1 0 0 0 0,-1 0 0 0 0,0 0 0 0 0,0 0 0 0 0,-1 0 0 0 0,1 1 0 0 0,-1-1 0 0 0,0 1 0 0 0,0 0 0 0 0,-1 0 0 0 0,1 1 0 0 0,-1-1 0 0 0,0 1-1 0 0,0 0 1 0 0,0 0 0 0 0,0 1 0 0 0,0 0 0 0 0,-1-1 0 0 0,1 2 0 0 0,-1-1 0 0 0,-10-1 0 0 0,-2 0-91 0 0,1 1-1 0 0,-1 1 1 0 0,0 1 0 0 0,1 0 0 0 0,-1 2 0 0 0,1 0-1 0 0,-1 1 1 0 0,-19 5 0 0 0,16-2-450 0 0,0 1 1 0 0,1 1-1 0 0,-34 18 1 0 0,25-8-1674 0 0,-34 28 0 0 0,60-44 2009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2:14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 3842 0 0,'-75'22'2161'0'0,"185"-27"-2628"0"0,31 13 600 0 0,-122-6-93 0 0,-1 2 0 0 0,1 0 1 0 0,-1 1-1 0 0,0 1 0 0 0,-1 0 0 0 0,0 2 0 0 0,0 0 0 0 0,0 0 0 0 0,17 13 0 0 0,-30-17-1 0 0,0-1 0 0 0,0 1-1 0 0,0-1 1 0 0,-1 1 0 0 0,1 0 0 0 0,-1 0-1 0 0,0 1 1 0 0,0-1 0 0 0,0 1 0 0 0,-1 0-1 0 0,1-1 1 0 0,-1 1 0 0 0,0 0 0 0 0,1 8-1 0 0,-2-8-5 0 0,-1 1-1 0 0,0 0 1 0 0,0-1-1 0 0,0 1 1 0 0,-1 0-1 0 0,0-1 1 0 0,0 1-1 0 0,0 0 1 0 0,-1-1-1 0 0,1 0 1 0 0,-1 1-1 0 0,-1-1 0 0 0,1 0 1 0 0,-1 0-1 0 0,0 0 1 0 0,-3 5-1 0 0,-8 8-8 0 0,0 0 0 0 0,-1-1 0 0 0,-27 24 0 0 0,-18 22 40 0 0,51-52-43 0 0,3-2-17 0 0,-1-1 1 0 0,0 0-1 0 0,0 0 1 0 0,-15 11-1 0 0,18-16-10 0 0,0-1-1 0 0,0 0 1 0 0,0 1 0 0 0,-1-2-1 0 0,1 1 1 0 0,-1 0-1 0 0,1-1 1 0 0,-1 0 0 0 0,1 0-1 0 0,-1-1 1 0 0,0 1-1 0 0,0-1 1 0 0,1 0-1 0 0,-7 0 1 0 0,6-1 9 0 0,1 1 0 0 0,-1-1 0 0 0,1 0 1 0 0,0 0-1 0 0,-1 0 0 0 0,1-1 0 0 0,0 0 0 0 0,0 1 0 0 0,0-1 1 0 0,0-1-1 0 0,0 1 0 0 0,0-1 0 0 0,1 1 0 0 0,-7-7 0 0 0,3 1-2 0 0,0-1 0 0 0,0 0 0 0 0,0 0 0 0 0,1 0 0 0 0,-8-18 0 0 0,9 16-2 0 0,-4-5 15 0 0,2 0 0 0 0,0 0 1 0 0,-10-35-1 0 0,16 46 0 0 0,0-1 0 0 0,0 1 0 0 0,1-1 0 0 0,0 1 0 0 0,0-1 0 0 0,0 0 0 0 0,1 1 0 0 0,0-1-1 0 0,0 1 1 0 0,0 0 0 0 0,0-1 0 0 0,1 1 0 0 0,0 0 0 0 0,0 0 0 0 0,1 0 0 0 0,-1 0 0 0 0,5-6 0 0 0,3-1 16 0 0,0-1 0 0 0,1 1 0 0 0,0 1 0 0 0,1 0-1 0 0,0 1 1 0 0,1 0 0 0 0,0 1 0 0 0,28-14 0 0 0,1 2-105 0 0,75-24 1 0 0,-108 41 76 0 0,1 2 0 0 0,0-1 0 0 0,0 1 0 0 0,1 1 0 0 0,-1 0 0 0 0,0 0 0 0 0,0 1 0 0 0,14 1 0 0 0,-19-1-192 0 0,-1 1 1 0 0,0 0-1 0 0,1 0 1 0 0,-1 0-1 0 0,0 0 1 0 0,0 1-1 0 0,0 0 1 0 0,0 0-1 0 0,0 0 1 0 0,0 0-1 0 0,0 0 1 0 0,-1 1-1 0 0,1 0 1 0 0,-1 0-1 0 0,0 0 1 0 0,0 0-1 0 0,0 0 1 0 0,0 1-1 0 0,0-1 1 0 0,3 7-1 0 0,19 25-3398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2:15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169 344 1361 0 0,'0'1'105'0'0,"0"0"0"0"0,0 0 1 0 0,-1 0-1 0 0,1 0 0 0 0,0 0 0 0 0,0 0 1 0 0,0 0-1 0 0,-1 0 0 0 0,1 0 1 0 0,0 0-1 0 0,-1 0 0 0 0,1 0 1 0 0,-1-1-1 0 0,1 1 0 0 0,-1 0 0 0 0,1 0 1 0 0,-1 0-1 0 0,0-1 0 0 0,1 1 1 0 0,-1 0-1 0 0,0-1 0 0 0,0 1 1 0 0,1-1-1 0 0,-1 1 0 0 0,0-1 0 0 0,0 1 1 0 0,0-1-1 0 0,0 1 0 0 0,0-1 1 0 0,0 0-1 0 0,0 0 0 0 0,0 1 1 0 0,0-1-1 0 0,1 0 0 0 0,-1 0 0 0 0,-2 0 1 0 0,1 0 13 0 0,-3 1 1241 0 0,5-1-1317 0 0,0 0 0 0 0,0-1 0 0 0,0 1 0 0 0,-1-1 1 0 0,1 1-1 0 0,0 0 0 0 0,0-1 0 0 0,0 1 0 0 0,0-1 0 0 0,0 1 0 0 0,0 0 0 0 0,0-1 0 0 0,0 1 0 0 0,0-1 0 0 0,0 1 0 0 0,0-1 0 0 0,0 1 0 0 0,0 0 0 0 0,0-1 0 0 0,1 1 0 0 0,-1-1 0 0 0,0 1 0 0 0,0 0 0 0 0,0-1 0 0 0,0 1 0 0 0,1 0 0 0 0,-1-1 0 0 0,0 1 0 0 0,1 0 0 0 0,-1-1 0 0 0,0 1 0 0 0,0 0 0 0 0,1 0 0 0 0,-1-1 0 0 0,0 1 0 0 0,1 0 0 0 0,-1 0 0 0 0,1 0 0 0 0,-1-1 0 0 0,18-13 399 0 0,-13 11-364 0 0,0 0 0 0 0,-1-1 0 0 0,1 0 0 0 0,-1 0-1 0 0,0 0 1 0 0,7-9 0 0 0,104-146 549 0 0,-59 87-453 0 0,-55 71-167 0 0,0 0 0 0 0,-1 0 0 0 0,1-1 1 0 0,0 1-1 0 0,0 0 0 0 0,-1-1 0 0 0,1 1 1 0 0,-1-1-1 0 0,1 1 0 0 0,-1-1 0 0 0,0 1 0 0 0,1-1 1 0 0,-1 1-1 0 0,0-1 0 0 0,0 1 0 0 0,0-1 1 0 0,0 1-1 0 0,0-1 0 0 0,-1 1 0 0 0,1-1 1 0 0,0 1-1 0 0,-1 0 0 0 0,1-1 0 0 0,-1 1 0 0 0,1-1 1 0 0,-1 1-1 0 0,-1-2 0 0 0,0 0 21 0 0,-1 1-1 0 0,0 0 0 0 0,1 0 1 0 0,-1 0-1 0 0,0 1 1 0 0,0-1-1 0 0,0 0 0 0 0,-6-1 1 0 0,-7-5 70 0 0,10 5-48 0 0,32-1-20 0 0,-26 4-32 0 0,0 1 0 0 0,1-1 0 0 0,-1 0 1 0 0,0 0-1 0 0,1 0 0 0 0,-1 1 0 0 0,0-1 1 0 0,1 0-1 0 0,-1 0 0 0 0,0 1 1 0 0,0-1-1 0 0,1 0 0 0 0,-1 1 0 0 0,0-1 1 0 0,0 0-1 0 0,1 1 0 0 0,-1-1 0 0 0,0 0 1 0 0,0 1-1 0 0,0-1 0 0 0,0 0 0 0 0,0 1 1 0 0,0-1-1 0 0,1 0 0 0 0,-1 1 0 0 0,0-1 1 0 0,0 1-1 0 0,0-1 0 0 0,0 0 0 0 0,0 1 1 0 0,-1-1-1 0 0,1 1 0 0 0,0-1 1 0 0,0 0-1 0 0,0 1 0 0 0,0-1 0 0 0,0 0 1 0 0,0 1-1 0 0,-1-1 0 0 0,1 1 0 0 0,0-1 1 0 0,-9 25-20 0 0,-29 50-66 0 0,-30 70 134 0 0,-88 238 660 0 0,142-348-894 0 0,-32 56 1 0 0,28-58-261 0 0,19-24-198 0 0,16-16-811 0 0,13-25-2986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2:16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1257 82 160 0 0,'13'-7'878'0'0,"0"0"0"0"0,0 1-1 0 0,23-6 1 0 0,5-2 613 0 0,-16 5 168 0 0,-22 8-1269 0 0,-7 0-131 0 0,-10-1 21 0 0,-53-8-117 0 0,-1 3-1 0 0,1 3 0 0 0,-1 3 0 0 0,0 3 1 0 0,-127 20-1 0 0,172-17-169 0 0,0 2 0 0 0,0 0 0 0 0,1 2 0 0 0,1 0-1 0 0,-33 20 1 0 0,-1-1-30 0 0,-91 55-43 0 0,118-63 80 0 0,-14 5 0 0 0,20-17-1 0 0,13-5 0 0 0,-1 0-1 0 0,1 1 1 0 0,0 0-1 0 0,0 0 1 0 0,1 1 0 0 0,-1 0-1 0 0,1 1 1 0 0,-10 8 0 0 0,8 0-44 0 0,8-12 44 0 0,1 0-1 0 0,-1 1 0 0 0,1-1 0 0 0,-1 0 1 0 0,0 0-1 0 0,0-1 0 0 0,0 1 1 0 0,0 0-1 0 0,-1-1 0 0 0,1 1 0 0 0,0-1 1 0 0,-5 2-1 0 0,-19 10 11 0 0,-56 29-39 0 0,77-39 26 0 0,0 0 1 0 0,0 1-1 0 0,0-1 1 0 0,0 1-1 0 0,1 0 1 0 0,0 0-1 0 0,-1 0 1 0 0,2 1-1 0 0,-1 0 1 0 0,0-1-1 0 0,1 1 1 0 0,-3 6-1 0 0,2-1-6 0 0,0-1 0 0 0,0-1 0 0 0,-1 1 0 0 0,0-1 0 0 0,-1 1 0 0 0,1-1 0 0 0,-8 7 0 0 0,-5 7-70 0 0,14-16 93 0 0,0-1-1 0 0,1 1 1 0 0,0 0-1 0 0,0 0 1 0 0,0 0 0 0 0,1 1-1 0 0,0-1 1 0 0,0 1-1 0 0,1-1 1 0 0,-2 10-1 0 0,2 72 273 0 0,1-52-241 0 0,2-23-47 0 0,0 0 1 0 0,0-1-1 0 0,2 1 1 0 0,-1-1-1 0 0,2 0 1 0 0,-1 1-1 0 0,2-2 1 0 0,-1 1-1 0 0,2-1 1 0 0,0 0-1 0 0,0 0 1 0 0,1-1-1 0 0,0 0 1 0 0,0 0-1 0 0,11 9 1 0 0,20 18-11 0 0,2-1-1 0 0,53 36 1 0 0,-74-60 24 0 0,0 0 0 0 0,1-2 0 0 0,0 0 1 0 0,24 7-1 0 0,34 16 13 0 0,-36-16 27 0 0,1-2 0 0 0,1-2 0 0 0,0-2 1 0 0,0-2-1 0 0,59 3 0 0 0,-12 1 15 0 0,-28-3 11 0 0,0-4 0 0 0,1-2 0 0 0,-1-3-1 0 0,1-2 1 0 0,-1-4 0 0 0,1-2-1 0 0,87-22 1 0 0,-126 20 66 0 0,-1 0 1 0 0,0-2-1 0 0,43-25 0 0 0,70-53 235 0 0,-94 59-302 0 0,5-3 46 0 0,0-2 0 0 0,-3-2-1 0 0,47-48 1 0 0,-81 73-107 0 0,0-1-1 0 0,-1 0 1 0 0,0-1-1 0 0,-1 0 1 0 0,0 0 0 0 0,-1-1-1 0 0,-1-1 1 0 0,-1 1-1 0 0,0-1 1 0 0,-1 0 0 0 0,-1-1-1 0 0,0 1 1 0 0,-1-1-1 0 0,-1 0 1 0 0,2-24 0 0 0,-6 23-33 0 0,-1 0 1 0 0,-1 1 0 0 0,0-1 0 0 0,-1 1-1 0 0,-1-1 1 0 0,-1 1 0 0 0,0 1 0 0 0,-1-1-1 0 0,-1 1 1 0 0,0 0 0 0 0,-1 1 0 0 0,-14-18-1 0 0,7 13 26 0 0,-1 0 0 0 0,0 0 0 0 0,-1 2 0 0 0,-1 0 0 0 0,-1 2 0 0 0,-1 0 0 0 0,-43-26 1 0 0,24 22-3 0 0,-1 1 0 0 0,-1 2 0 0 0,-1 3 0 0 0,0 0 0 0 0,-78-12 0 0 0,49 17-236 0 0,-1 2 0 0 0,-135 6 0 0 0,179 3-113 0 0,-1 1 0 0 0,1 1 0 0 0,0 1 0 0 0,1 2 0 0 0,-1 1 0 0 0,-29 12 0 0 0,44-12-279 0 0,0-1 1 0 0,0 2 0 0 0,-12 10-1 0 0,24-18 547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2:22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810 54 1361 0 0,'-3'-15'3761'0'0,"-12"7"-2911"0"0,8 6-566 0 0,-18-5-98 0 0,-1 1 0 0 0,0 1 0 0 0,0 1 0 0 0,-1 1 0 0 0,1 1 0 0 0,-47 4 0 0 0,26-2-47 0 0,32 2-130 0 0,1 1 0 0 0,0 0 0 0 0,0 1 0 0 0,1 1 0 0 0,-1 0 0 0 0,-17 9-1 0 0,1-1-3 0 0,19-7 31 0 0,1 0 0 0 0,0 0 1 0 0,0 1-1 0 0,1 0 1 0 0,0 0-1 0 0,0 1 0 0 0,1 1 1 0 0,0-1-1 0 0,0 1 0 0 0,1 1 1 0 0,-10 17-1 0 0,-18 19 61 0 0,-19 11-100 0 0,37-41 8 0 0,0 1 1 0 0,-16 24-1 0 0,1-2 9 0 0,26-34-14 0 0,1 0 0 0 0,0 0 0 0 0,0 1 0 0 0,0-1 0 0 0,1 1 0 0 0,0 1 0 0 0,0-1 0 0 0,1 0 0 0 0,0 1 0 0 0,0 0 0 0 0,0 0 0 0 0,1 0 0 0 0,0 0 0 0 0,0 0 0 0 0,-1 9 0 0 0,3 24-4 0 0,1 44-12 0 0,0-78 16 0 0,0-1 1 0 0,0 1-1 0 0,0 0 1 0 0,1 0 0 0 0,0-1-1 0 0,0 1 1 0 0,1-1-1 0 0,0 1 1 0 0,-1-1-1 0 0,2 0 1 0 0,4 6-1 0 0,3 1 6 0 0,2 0-1 0 0,0-1 1 0 0,0 0-1 0 0,1-1 1 0 0,0-1-1 0 0,1 0 0 0 0,0-1 1 0 0,0 0-1 0 0,0-2 1 0 0,27 9-1 0 0,6-2 82 0 0,1-1 0 0 0,61 5 0 0 0,-11-8 53 0 0,1-4 0 0 0,0-5 0 0 0,168-21 0 0 0,-200 12-25 0 0,-1-3 0 0 0,123-38 1 0 0,-159 39-88 0 0,0-1 1 0 0,-1-2-1 0 0,0-1 1 0 0,-1-1-1 0 0,-1-1 1 0 0,-1-2-1 0 0,45-40 0 0 0,-62 50-16 0 0,0-1-1 0 0,-1 0 0 0 0,-1 0 0 0 0,0-1 0 0 0,0 0 0 0 0,-1-1 0 0 0,-1 0 0 0 0,8-17 1 0 0,-11 20-8 0 0,0-1 1 0 0,-1 0-1 0 0,0 1 1 0 0,0-1 0 0 0,-1 0-1 0 0,0 0 1 0 0,-1 0-1 0 0,0 0 1 0 0,-1 0 0 0 0,0 0-1 0 0,0 0 1 0 0,-4-12 0 0 0,3 15-8 0 0,-1 0 1 0 0,1 0-1 0 0,-1 1 1 0 0,-1-1 0 0 0,1 0-1 0 0,-1 1 1 0 0,0 0-1 0 0,0 0 1 0 0,-1 1 0 0 0,0-1-1 0 0,0 1 1 0 0,-8-7-1 0 0,-5-2-11 0 0,0 2-1 0 0,-31-18 0 0 0,20 14 11 0 0,-6-4 2 0 0,0 1 0 0 0,-1 2 0 0 0,-75-24 0 0 0,51 21-31 0 0,23 7-65 0 0,0-1-16 0 0,-1 1-1 0 0,-44-7 0 0 0,69 18 55 0 0,-1 0 0 0 0,1 1-1 0 0,-1 1 1 0 0,1 0-1 0 0,-1 1 1 0 0,1 0-1 0 0,-1 1 1 0 0,1 0-1 0 0,0 1 1 0 0,-15 6-1 0 0,17-6-91 0 0,1 1 0 0 0,0 0 0 0 0,0 0 0 0 0,0 1 0 0 0,0 0 0 0 0,1 1 0 0 0,0 0 0 0 0,0 1 0 0 0,-14 13 0 0 0,22-17-4 0 0,-1 0 0 0 0,1 1 1 0 0,-1-1-1 0 0,1 0 1 0 0,0 0-1 0 0,1 1 1 0 0,-1-1-1 0 0,0 1 0 0 0,1-1 1 0 0,0 0-1 0 0,0 1 1 0 0,0 4-1 0 0,0-8 124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2:23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903 39 800 0 0,'7'-3'528'0'0,"-6"3"-415"0"0,1-1-1 0 0,-1 0 0 0 0,1 1 1 0 0,-1-1-1 0 0,0 0 0 0 0,1 0 1 0 0,-1 0-1 0 0,0 1 0 0 0,0-2 1 0 0,1 1-1 0 0,-1 0 0 0 0,0 0 1 0 0,0 0-1 0 0,0 0 0 0 0,0-1 1 0 0,0 1-1 0 0,-1 0 0 0 0,1-1 1 0 0,1-1-1 0 0,-2 2-51 0 0,1 0 0 0 0,-1 0 0 0 0,1 1 0 0 0,-1-1 0 0 0,1 0 0 0 0,0 0 0 0 0,0 1 0 0 0,-1-1 0 0 0,1 0 0 0 0,0 1 0 0 0,0-1 0 0 0,0 1 0 0 0,0-1 0 0 0,0 1 0 0 0,0-1 0 0 0,-1 1 0 0 0,1 0 0 0 0,0 0 0 0 0,0-1 0 0 0,0 1 0 0 0,0 0 0 0 0,0 0 0 0 0,0 0 0 0 0,0 0 0 0 0,2 0 0 0 0,-1 0 100 0 0,3-1 733 0 0,-10 2-627 0 0,-27 7 77 0 0,12-3-219 0 0,0 0 1 0 0,-29 2-1 0 0,-187 18 129 0 0,212-19-246 0 0,1 0 0 0 0,1 1 1 0 0,0 1-1 0 0,0 1 0 0 0,0 1 1 0 0,1 1-1 0 0,-30 20 0 0 0,25-15-8 0 0,17-11 0 0 0,0 0 0 0 0,0 1 0 0 0,0 0 0 0 0,1 0 0 0 0,-1 1 0 0 0,2 0 0 0 0,-1 0 0 0 0,1 1 0 0 0,-6 9 0 0 0,2 1 10 0 0,10-14-4 0 0,-1-1 0 0 0,0 1 1 0 0,-1-1-1 0 0,1 0 1 0 0,0 1-1 0 0,-1-1 0 0 0,0 0 1 0 0,-4 3-1 0 0,-16 16-13 0 0,1 2-1 0 0,-29 37 0 0 0,35-40 2 0 0,-1 0 0 0 0,0-1 0 0 0,-2-1 0 0 0,-27 21 0 0 0,43-38 3 0 0,1 0 0 0 0,-1 0 0 0 0,1 1 0 0 0,0-1 0 0 0,0 0 0 0 0,0 1 0 0 0,0-1 1 0 0,0 1-1 0 0,0 0 0 0 0,1 0 0 0 0,-1 0 0 0 0,1 0 0 0 0,0 0 0 0 0,-1 0 0 0 0,2 0 0 0 0,-1 0 0 0 0,0 0 1 0 0,1 0-1 0 0,-1 0 0 0 0,1 1 0 0 0,0-1 0 0 0,0 0 0 0 0,0 0 0 0 0,0 1 0 0 0,2 3 0 0 0,-2 7-15 0 0,-1 5 32 0 0,0-15-8 0 0,0 1-1 0 0,1-1 1 0 0,0 0-1 0 0,0 0 1 0 0,0 1-1 0 0,1-1 1 0 0,-1 0-1 0 0,1 1 1 0 0,0-1-1 0 0,0 0 1 0 0,3 6-1 0 0,5 3-5 0 0,-8-10 0 0 0,1-1 0 0 0,0 0 0 0 0,0 1 0 0 0,-1 0 0 0 0,0-1 0 0 0,1 1 0 0 0,-1 0 0 0 0,0 0 0 0 0,0-1 0 0 0,-1 1 0 0 0,1 0 0 0 0,-1 0 0 0 0,1 5 0 0 0,0-2 3 0 0,1 0-1 0 0,-1 0 1 0 0,1 0-1 0 0,0-1 1 0 0,1 1-1 0 0,-1-1 1 0 0,1 1-1 0 0,1-1 1 0 0,-1 0-1 0 0,0 0 0 0 0,1-1 1 0 0,0 1-1 0 0,0-1 1 0 0,1 1-1 0 0,-1-1 1 0 0,7 4-1 0 0,17 20 23 0 0,-24-24-16 0 0,0 0-1 0 0,0 0 0 0 0,1-1 1 0 0,-1 1-1 0 0,1-1 0 0 0,0 0 1 0 0,0 0-1 0 0,1-1 1 0 0,-1 1-1 0 0,0-1 0 0 0,1 0 1 0 0,0-1-1 0 0,6 2 1 0 0,75 7 177 0 0,-70-9-156 0 0,63 2 131 0 0,1-5 1 0 0,-1-2-1 0 0,87-18 1 0 0,-57 8-8 0 0,-14 2 67 0 0,0-3-1 0 0,146-45 1 0 0,-209 49-178 0 0,1-1 0 0 0,-2-2 0 0 0,0-1 0 0 0,0-1 0 0 0,-2-2-1 0 0,0-1 1 0 0,-1-2 0 0 0,-1 0 0 0 0,-1-2 0 0 0,41-45 0 0 0,-62 61-27 0 0,-1 2-8 0 0,0 1 0 0 0,-1-1-1 0 0,0 0 1 0 0,0-1 0 0 0,0 1-1 0 0,-1-1 1 0 0,0 0 0 0 0,0 0-1 0 0,0 0 1 0 0,-1 0 0 0 0,0 0-1 0 0,0 0 1 0 0,0-1 0 0 0,-1 1-1 0 0,0 0 1 0 0,0-12 0 0 0,0-25-16 0 0,0 20 36 0 0,-4-47-1 0 0,2 63-18 0 0,0 1 1 0 0,0-1-1 0 0,-1 0 1 0 0,0 1-1 0 0,-1-1 0 0 0,1 1 1 0 0,-1-1-1 0 0,0 1 0 0 0,-1 0 1 0 0,1 1-1 0 0,-6-7 1 0 0,-4-1-3 0 0,-1 0 0 0 0,0 0 0 0 0,0 2 0 0 0,-1 0 0 0 0,-1 0 0 0 0,0 2 0 0 0,0 0 0 0 0,-1 1 0 0 0,0 0 0 0 0,-1 2 0 0 0,1 0 0 0 0,-1 1 0 0 0,-1 0 0 0 0,-18-1 0 0 0,-12-1-46 0 0,-1 3-1 0 0,1 2 0 0 0,-1 2 0 0 0,-49 7 0 0 0,54-3-174 0 0,-72 16-1 0 0,101-15 67 0 0,0-1 0 0 0,1 2 0 0 0,-1 0 0 0 0,1 1 0 0 0,0 1-1 0 0,0 0 1 0 0,-16 13 0 0 0,28-19 45 0 0,1 0 0 0 0,-1-1 0 0 0,1 1 0 0 0,0 0 0 0 0,0 0 0 0 0,0 1 0 0 0,0-1 0 0 0,0 0 0 0 0,0 1 0 0 0,1-1 0 0 0,-1 1 0 0 0,1-1 0 0 0,-1 1 0 0 0,1 0 0 0 0,0-1 0 0 0,0 1 0 0 0,0 0 0 0 0,1 0 0 0 0,-1 0-1 0 0,1 0 1 0 0,-1 0 0 0 0,1 0 0 0 0,0 0 0 0 0,0 0 0 0 0,1 0 0 0 0,-1 0 0 0 0,0 0 0 0 0,3 5 0 0 0,-1-4-450 0 0,0 0-1 0 0,0 0 0 0 0,1 0 1 0 0,0-1-1 0 0,0 1 1 0 0,0-1-1 0 0,4 4 0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2:26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1286 159 2081 0 0,'-24'-5'590'0'0,"-1"1"0"0"0,0 1 1 0 0,-47 1-1 0 0,59 2-426 0 0,0 0-1 0 0,0-1 0 0 0,0 0 1 0 0,0-1-1 0 0,0 0 1 0 0,-20-8-1 0 0,-36-5 654 0 0,48 12-753 0 0,-1 1-1 0 0,0 1 1 0 0,0 1 0 0 0,0 1 0 0 0,0 0-1 0 0,0 2 1 0 0,0 1 0 0 0,-24 7 0 0 0,-246 59 229 0 0,260-55-279 0 0,4 0-15 0 0,17-11 6 0 0,0 1-1 0 0,1 0 1 0 0,-1 0-1 0 0,-11 9 1 0 0,-33 17 52 0 0,48-27-65 0 0,1-1 0 0 0,0 1 0 0 0,0 0-1 0 0,0 1 1 0 0,0-1 0 0 0,0 1 0 0 0,-5 7 0 0 0,7-8 12 0 0,0 1 1 0 0,0-1 0 0 0,-1 0 0 0 0,0-1-1 0 0,1 1 1 0 0,-1-1 0 0 0,-1 0 0 0 0,1 0-1 0 0,0 0 1 0 0,-10 2 0 0 0,10-4-4 0 0,0 1 1 0 0,0-1-1 0 0,0 1 0 0 0,0 0 1 0 0,1 0-1 0 0,-1 1 0 0 0,0 0 1 0 0,1-1-1 0 0,-8 8 0 0 0,-3 6-1 0 0,13-15 1 0 0,0 1 0 0 0,0-1 1 0 0,0 1-1 0 0,1 0 0 0 0,-1 0 0 0 0,0-1 0 0 0,1 1 0 0 0,0 0 0 0 0,-1 1 0 0 0,1-1 1 0 0,-1 4-1 0 0,2-5-2 0 0,0 1 0 0 0,-1 0 0 0 0,1 0 0 0 0,0 0 0 0 0,-1 0 0 0 0,1-1 0 0 0,-1 1 0 0 0,1 0 0 0 0,-1-1 1 0 0,0 1-1 0 0,0 0 0 0 0,0-1 0 0 0,0 1 0 0 0,0-1 0 0 0,0 1 0 0 0,0-1 0 0 0,0 0 0 0 0,-2 2 0 0 0,1-2-1 0 0,1 1-1 0 0,0-1 1 0 0,0 0-1 0 0,-1 1 0 0 0,1-1 1 0 0,0 1-1 0 0,0 0 1 0 0,0-1-1 0 0,1 1 0 0 0,-1 0 1 0 0,0-1-1 0 0,1 1 1 0 0,-1 0-1 0 0,1 0 0 0 0,-1 0 1 0 0,1-1-1 0 0,0 1 1 0 0,0 2-1 0 0,0 15 24 0 0,1-12-28 0 0,-1 0 0 0 0,0 0 1 0 0,0 0-1 0 0,-1 1 0 0 0,0-1 0 0 0,-3 13 0 0 0,-6-1 9 0 0,8-15 3 0 0,0 0 1 0 0,0-1 0 0 0,0 1 0 0 0,0 0 0 0 0,1 0 0 0 0,0 0 0 0 0,0-1 0 0 0,0 2 0 0 0,0-1 0 0 0,0 7 0 0 0,1 123-73 0 0,0-131 71 0 0,1 0-1 0 0,-1 0 0 0 0,0 0 1 0 0,1 0-1 0 0,0 0 0 0 0,0 0 1 0 0,0 0-1 0 0,0 0 0 0 0,0-1 0 0 0,0 1 1 0 0,1 0-1 0 0,-1-1 0 0 0,1 1 1 0 0,3 3-1 0 0,3 5 27 0 0,-6-7-29 0 0,0-1-1 0 0,1 0 0 0 0,0 1 1 0 0,-1-1-1 0 0,1 0 0 0 0,1-1 0 0 0,-1 1 1 0 0,0 0-1 0 0,1-1 0 0 0,-1 0 1 0 0,1 0-1 0 0,0 0 0 0 0,-1 0 1 0 0,1 0-1 0 0,0-1 0 0 0,0 0 0 0 0,0 0 1 0 0,1 0-1 0 0,-1 0 0 0 0,0-1 1 0 0,7 1-1 0 0,6-1 44 0 0,-1-1 0 0 0,1-1 0 0 0,-1 0 0 0 0,21-6 0 0 0,209-36 413 0 0,-153 30-231 0 0,-1-3 0 0 0,-1-4 0 0 0,110-42 0 0 0,-181 55-186 0 0,-9 5-12 0 0,0-2 1 0 0,0 1 0 0 0,-1-1-1 0 0,1-1 1 0 0,-1 0-1 0 0,12-9 1 0 0,62-60 144 0 0,-82 73-163 0 0,0-1 0 0 0,-1 0-1 0 0,0 1 1 0 0,1-1 0 0 0,-1 0 0 0 0,0 0-1 0 0,0 0 1 0 0,-1 0 0 0 0,1 0-1 0 0,-1 0 1 0 0,1 0 0 0 0,-1 0 0 0 0,0 0-1 0 0,0 0 1 0 0,0 0 0 0 0,0 0 0 0 0,-2-4-1 0 0,1-10 56 0 0,1-92 162 0 0,0 104-231 0 0,0-1 1 0 0,-1 0-1 0 0,0 1 0 0 0,0-1 1 0 0,-1 1-1 0 0,0-1 0 0 0,0 1 1 0 0,0 0-1 0 0,0 0 0 0 0,-1 0 1 0 0,0 0-1 0 0,0 0 0 0 0,-6-7 1 0 0,-15-30-13 0 0,22 36 21 0 0,0 0 0 0 0,-1 0 0 0 0,0 0 0 0 0,0 0 0 0 0,0 0 0 0 0,-1 1 0 0 0,0-1 0 0 0,0 1 0 0 0,0 0 0 0 0,-1 0 0 0 0,1 0 0 0 0,-1 1 0 0 0,0 0 0 0 0,-9-6 0 0 0,-17-15 14 0 0,-61-37 50 0 0,14 11 9 0 0,67 43-67 0 0,-1 0 0 0 0,0 1 0 0 0,-1 0 0 0 0,0 1 0 0 0,0 0 0 0 0,0 1 0 0 0,0 1 0 0 0,-1 0 0 0 0,0 0 0 0 0,0 2 0 0 0,-19-2 0 0 0,22 2-10 0 0,-12 0-37 0 0,0 1 1 0 0,-1 1-1 0 0,1 2 1 0 0,0 0-1 0 0,-37 8 1 0 0,56-9-37 0 0,0 0 1 0 0,1 1-1 0 0,-1 0 1 0 0,0-1-1 0 0,1 1 1 0 0,-1 0-1 0 0,1 1 1 0 0,-1-1-1 0 0,1 1 1 0 0,0-1-1 0 0,0 1 1 0 0,0 0-1 0 0,1 0 1 0 0,-1 0-1 0 0,1 1 1 0 0,-1-1-1 0 0,1 1 1 0 0,0-1-1 0 0,0 1 1 0 0,1 0-1 0 0,-1-1 1 0 0,1 1-1 0 0,0 0 1 0 0,0 0-1 0 0,0 0 1 0 0,0 0-1 0 0,1 0 1 0 0,0 0-1 0 0,0 1 1 0 0,0-1-1 0 0,0 0 1 0 0,0 0 0 0 0,1 0-1 0 0,0 0 1 0 0,0 0-1 0 0,0 0 1 0 0,0 0-1 0 0,3 4 1 0 0,21 31-2104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2:31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815 405 880 0 0,'-3'-2'228'0'0,"0"0"-1"0"0,1 1 0 0 0,-1 0 0 0 0,0 0 0 0 0,1-1 1 0 0,-1 2-1 0 0,0-1 0 0 0,0 0 0 0 0,0 1 1 0 0,0-1-1 0 0,0 1 0 0 0,0 0 0 0 0,-5 0 0 0 0,-8-2 314 0 0,0-2-136 0 0,0-1-1 0 0,-26-11 0 0 0,-35-11-376 0 0,50 21-29 0 0,19 4-1 0 0,-1 0 1 0 0,0 0 0 0 0,0 1 0 0 0,0 0-1 0 0,0 1 1 0 0,0 0 0 0 0,0 1 0 0 0,0 0 0 0 0,-15 3-1 0 0,-23 4-1 0 0,-1 3 0 0 0,2 1-1 0 0,-53 22 1 0 0,87-29 31 0 0,1 2 1 0 0,0-1-1 0 0,0 1 1 0 0,1 1-1 0 0,0 0 1 0 0,0 0-1 0 0,1 1 0 0 0,0 0 1 0 0,0 1-1 0 0,1 0 1 0 0,1 0-1 0 0,-1 1 0 0 0,2 0 1 0 0,-12 23-1 0 0,4 2 4 0 0,1 1-1 0 0,2 1 1 0 0,-8 51 0 0 0,4-17 415 0 0,10-48-265 0 0,2 0 0 0 0,2 1 0 0 0,0 0 0 0 0,3 38 0 0 0,1 1-64 0 0,-3-61-117 0 0,1-1 1 0 0,0 0 0 0 0,0 1 0 0 0,0-1 0 0 0,0 0 0 0 0,1 0 0 0 0,-1 0 0 0 0,1 0-1 0 0,-1 0 1 0 0,1-1 0 0 0,-1 1 0 0 0,1 0 0 0 0,0-1 0 0 0,0 1 0 0 0,0-1 0 0 0,0 0 0 0 0,0 1-1 0 0,0-1 1 0 0,4 1 0 0 0,15 13 27 0 0,-8 0-1 0 0,-12-13-24 0 0,0 0 1 0 0,1 0 0 0 0,0 0 0 0 0,-1 0 0 0 0,1 0-1 0 0,0 0 1 0 0,0-1 0 0 0,0 1 0 0 0,0-1 0 0 0,3 2-1 0 0,25 16 10 0 0,-24-14-7 0 0,0-1 1 0 0,0 0-1 0 0,1 0 0 0 0,-1-1 1 0 0,1 0-1 0 0,-1 0 1 0 0,1-1-1 0 0,8 3 0 0 0,161 19 73 0 0,-141-23-73 0 0,63-3-1 0 0,-30-1 8 0 0,287-14 232 0 0,-308 11-180 0 0,0-3 0 0 0,-1-1-1 0 0,0-3 1 0 0,-1-1 0 0 0,57-27-1 0 0,-42 14 60 0 0,-21 9-79 0 0,42-25 0 0 0,-69 36-35 0 0,-1 0 1 0 0,0-2-1 0 0,-1 1 0 0 0,0-1 0 0 0,0-1 1 0 0,-1 0-1 0 0,14-18 0 0 0,-9 8 32 0 0,33-32-1 0 0,-37 43-34 0 0,-1 0-1 0 0,0-1 1 0 0,-1 0-1 0 0,0-1 1 0 0,0 0-1 0 0,-1 0 1 0 0,0 0-1 0 0,-1-1 1 0 0,7-20-1 0 0,-4 4-9 0 0,-2 1 0 0 0,-1-2 0 0 0,-1 1-1 0 0,-1-1 1 0 0,0-33 0 0 0,-4 56-1 0 0,-1-1 1 0 0,1 0-1 0 0,-2 1 0 0 0,1-1 0 0 0,-1 1 1 0 0,1 0-1 0 0,-7-12 0 0 0,-2-11-28 0 0,-20-95-210 0 0,28 114 217 0 0,-1 0 1 0 0,1 0-1 0 0,-2 0 0 0 0,1 1 0 0 0,-2-1 0 0 0,-7-14 0 0 0,2 11 36 0 0,0 2 0 0 0,0-1 0 0 0,-1 1 1 0 0,-18-13-1 0 0,6 7-17 0 0,0 1-1 0 0,-2 0 1 0 0,1 2 0 0 0,-2 1 0 0 0,0 1 0 0 0,-1 2-1 0 0,1 0 1 0 0,-2 2 0 0 0,0 1 0 0 0,-37-5 0 0 0,11 5-35 0 0,-1 2 1 0 0,0 3 0 0 0,1 2 0 0 0,-90 12-1 0 0,109-6-87 0 0,0 1 0 0 0,1 2-1 0 0,0 1 1 0 0,-54 25 0 0 0,70-26-225 0 0,0 0 1 0 0,0 1 0 0 0,1 0 0 0 0,0 1 0 0 0,1 1 0 0 0,1 1-1 0 0,0 0 1 0 0,0 1 0 0 0,-18 23 0 0 0,32-35 69 0 0,0 0 0 0 0,0 0 0 0 0,0 0 0 0 0,0 0 0 0 0,0 0 0 0 0,1 0 0 0 0,-1 0 0 0 0,0 0 1 0 0,1 0-1 0 0,0 1 0 0 0,-1-1 0 0 0,1 0 0 0 0,0 0 0 0 0,0 3 0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9:50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271 167 320 0 0,'0'-1'205'0'0,"-1"-1"0"0"0,1 1 0 0 0,0 0 0 0 0,-1-1 0 0 0,1 1 0 0 0,-1-1 0 0 0,1 1 0 0 0,-1 0 0 0 0,0-1 0 0 0,1 1 1 0 0,-1 0-1 0 0,0 0 0 0 0,0 0 0 0 0,0 0 0 0 0,0 0 0 0 0,0 0 0 0 0,0 0 0 0 0,0 0 0 0 0,0 0 0 0 0,-1 0 0 0 0,1 0 0 0 0,0 1 0 0 0,-1-1 0 0 0,1 0 0 0 0,0 1 0 0 0,-1-1 0 0 0,-1 1 0 0 0,-40-9 3835 0 0,34 8-2253 0 0,22-3-376 0 0,-8 3-1331 0 0,-5 1-76 0 0,0 0 0 0 0,0 0 0 0 0,0 0 0 0 0,0-1-1 0 0,0 1 1 0 0,0 0 0 0 0,0 0 0 0 0,0 0 0 0 0,-1 0-1 0 0,1-1 1 0 0,0 1 0 0 0,0 0 0 0 0,0 0-1 0 0,0 0 1 0 0,0 0 0 0 0,0-1 0 0 0,0 1 0 0 0,0 0-1 0 0,0 0 1 0 0,0 0 0 0 0,0-1 0 0 0,0 1-1 0 0,0 0 1 0 0,0 0 0 0 0,0 0 0 0 0,0 0 0 0 0,0-1-1 0 0,1 1 1 0 0,-1 0 0 0 0,0 0 0 0 0,0 0 0 0 0,0 0-1 0 0,0 0 1 0 0,0-1 0 0 0,0 1 0 0 0,0 0-1 0 0,0 0 1 0 0,1 0 0 0 0,-1 0 0 0 0,0 0 0 0 0,0 0-1 0 0,0-1 1 0 0,0 1 0 0 0,0 0 0 0 0,1 0-1 0 0,-1 0 1 0 0,0 0 0 0 0,0 0 0 0 0,0 0 0 0 0,0 0-1 0 0,1 0 1 0 0,-1 0 0 0 0,0 0 0 0 0,0 0 0 0 0,0 0-1 0 0,1 0 1 0 0,-1 0 0 0 0,0 0 0 0 0,0 0-1 0 0,0 0 1 0 0,0 0 0 0 0,1 0 0 0 0,-1 0 0 0 0,0 0-1 0 0,0 0 1 0 0,0 1 0 0 0,74-14 326 0 0,0 3 0 0 0,0 3 0 0 0,92 5 1 0 0,-143-1-313 0 0,-13 1 11 0 0,0 0-1 0 0,0 1 0 0 0,1 1 0 0 0,15 0 1 0 0,0-7 384 0 0,-167-30 1655 0 0,81 24-1413 0 0,48 10-499 0 0,1 0 1 0 0,-1 1-1 0 0,-24-1 0 0 0,-170-4 965 0 0,95 7-948 0 0,98-1-172 0 0,-38 3 65 0 0,33-1-46 0 0,15-1-23 0 0,1 0 0 0 0,-1 0 0 0 0,0 0-1 0 0,1 0 1 0 0,-1 1 0 0 0,0-1 0 0 0,1 1 0 0 0,-1 0-1 0 0,-4 2 1 0 0,6-2-28 0 0,0 0 0 0 0,-1 0 0 0 0,1 1 0 0 0,0-1 0 0 0,1 0 0 0 0,-1 0 0 0 0,0 1 0 0 0,0-1 0 0 0,1 1 0 0 0,-1-1 0 0 0,0 1 0 0 0,1-1 0 0 0,0 1 0 0 0,-1-1 0 0 0,1 1 0 0 0,0 0 0 0 0,0-1 0 0 0,0 1 0 0 0,0-1 0 0 0,0 1 0 0 0,0 1 0 0 0,-2 29-91 0 0,1-25 101 0 0,1 0 0 0 0,-1 1 0 0 0,1-1 0 0 0,0 0-1 0 0,1 0 1 0 0,-1 0 0 0 0,2 1 0 0 0,-1-1 0 0 0,4 11 0 0 0,-3-15 22 0 0,3 10 36 0 0,1-1 1 0 0,1 1 0 0 0,0-2-1 0 0,1 1 1 0 0,13 15 0 0 0,34 36-239 0 0,-47-53 74 0 0,-10-11-99 0 0,2 1 211 0 0,-1 0 0 0 0,1 0 1 0 0,0 0-1 0 0,0 0 0 0 0,0 0 0 0 0,0 0 0 0 0,-1-1 1 0 0,1 1-1 0 0,0 0 0 0 0,0 0 0 0 0,0 0 1 0 0,0 0-1 0 0,0 0 0 0 0,0-1 0 0 0,0 1 1 0 0,-1 0-1 0 0,1 0 0 0 0,0 0 0 0 0,0 0 1 0 0,0-1-1 0 0,0 1 0 0 0,0 0 0 0 0,0 0 0 0 0,0 0 1 0 0,0-1-1 0 0,0 1 0 0 0,0 0 0 0 0,0 0 1 0 0,0 0-1 0 0,0 0 0 0 0,0-1 0 0 0,0 1 1 0 0,0 0-1 0 0,0 0 0 0 0,0 0 0 0 0,0-1 0 0 0,1 1 1 0 0,-1 0-1 0 0,0 0 0 0 0,0 0 0 0 0,0 0 1 0 0,0 0-1 0 0,0-1 0 0 0,0 1 0 0 0,0 0 1 0 0,1 0-1 0 0,-1 0 0 0 0,0 0 0 0 0,0 0 1 0 0,0 0-1 0 0,0-1 0 0 0,1 1 0 0 0,-1 0 0 0 0,0 0 1 0 0,0 0-1 0 0,0 0 0 0 0,0 0 0 0 0,1 0 1 0 0,-1 0-1 0 0,0 0 0 0 0,0 0 0 0 0,0 0 1 0 0,1 0-1 0 0,-1 0 0 0 0,0 0 0 0 0,0 0 0 0 0,0 0 1 0 0,0 0-1 0 0,1 0 0 0 0,1 0 11 0 0,0 0-1 0 0,-1 0 1 0 0,1 0 0 0 0,0 0-1 0 0,0 0 1 0 0,0 0 0 0 0,0 0-1 0 0,-1 0 1 0 0,1 1 0 0 0,0-1-1 0 0,0 1 1 0 0,0 0 0 0 0,-1-1-1 0 0,1 1 1 0 0,0 0 0 0 0,-1 0-1 0 0,1 0 1 0 0,-1 0 0 0 0,1 0-1 0 0,-1 0 1 0 0,0 0 0 0 0,1 1-1 0 0,-1-1 1 0 0,0 1 0 0 0,0-1-1 0 0,0 1 1 0 0,0-1 0 0 0,0 1-1 0 0,0-1 1 0 0,0 1 0 0 0,0 0-1 0 0,-1 0 1 0 0,1-1 0 0 0,-1 1-1 0 0,1 0 1 0 0,-1 0 0 0 0,0 0-1 0 0,0-1 1 0 0,0 5 0 0 0,0-5 6 0 0,0-1 0 0 0,0 1 0 0 0,0 0 1 0 0,0 0-1 0 0,-1 0 0 0 0,1 0 0 0 0,0 0 0 0 0,-1 0 1 0 0,1 0-1 0 0,-1 0 0 0 0,1 0 0 0 0,-1-1 0 0 0,1 1 1 0 0,-1 0-1 0 0,0 0 0 0 0,1-1 0 0 0,-1 1 0 0 0,0 0 1 0 0,1-1-1 0 0,-1 1 0 0 0,0 0 0 0 0,0-1 0 0 0,0 0 0 0 0,0 1 1 0 0,0-1-1 0 0,-1 1 0 0 0,-7 5 32 0 0,-1 6 36 0 0,10-10-64 0 0,-1-1 0 0 0,0 1 0 0 0,-1-1 0 0 0,1 0 0 0 0,0 1 1 0 0,0-1-1 0 0,0 0 0 0 0,-1 0 0 0 0,1 0 0 0 0,-1 0 0 0 0,1 0 0 0 0,-1 0 0 0 0,1 0 0 0 0,-1-1 0 0 0,1 1 0 0 0,-3 0 1 0 0,2 0 2 0 0,1-1-5 0 0,-1 0 0 0 0,1 0 0 0 0,0 0 1 0 0,-1 0-1 0 0,1 1 0 0 0,-1-1 0 0 0,1 1 0 0 0,0-1 0 0 0,-1 1 1 0 0,1-1-1 0 0,0 1 0 0 0,0 0 0 0 0,-1 0 0 0 0,1 0 0 0 0,0 0 0 0 0,-1 1 1 0 0,-3-1 48 0 0,-15-1-53 0 0,129-31-787 0 0,-85 25 784 0 0,13-1 19 0 0,68 5 60 0 0,86 3 75 0 0,-95 0-138 0 0,-66-1 41 0 0,-5 0-28 0 0,-20 0 215 0 0,-10 0-108 0 0,-442 0 841 0 0,411 6-881 0 0,11-5-40 0 0,13 0-99 0 0,-1-1 0 0 0,0 2 0 0 0,1 0 0 0 0,-13 3 0 0 0,21-4 13 0 0,-1 1 0 0 0,1-1-1 0 0,0 0 1 0 0,0 1 0 0 0,0 0 0 0 0,0 0 0 0 0,0 0 0 0 0,0 1 0 0 0,1-1 0 0 0,-1 1 0 0 0,1 0-1 0 0,0 0 1 0 0,-1 0 0 0 0,1 0 0 0 0,-5 7 0 0 0,-22 49-60 0 0,29-56 88 0 0,0 0 1 0 0,0 0 0 0 0,0 0 0 0 0,0 1 0 0 0,0-1-1 0 0,1 0 1 0 0,-1 0 0 0 0,1 1 0 0 0,0-1 0 0 0,0 1-1 0 0,0-1 1 0 0,1 0 0 0 0,-1 1 0 0 0,1-1 0 0 0,0 0-1 0 0,-1 0 1 0 0,2 0 0 0 0,0 4 0 0 0,5 0 23 0 0,-5-6-18 0 0,-1-1 0 0 0,0 1 0 0 0,0-1 0 0 0,-1 1 0 0 0,1 0 0 0 0,0-1 0 0 0,0 1 0 0 0,0 0 0 0 0,0 0 0 0 0,-1 0 0 0 0,1 0 0 0 0,0 0 0 0 0,-1 0 0 0 0,1 0 0 0 0,0 0 0 0 0,-1 0 0 0 0,0 0 0 0 0,1 0 0 0 0,-1 0-1 0 0,0 0 1 0 0,1 0 0 0 0,-1 1 0 0 0,0-1 0 0 0,0 0 0 0 0,0 0 0 0 0,0 0 0 0 0,0 0 0 0 0,0 0 0 0 0,0 1 0 0 0,0-1 0 0 0,-1 0 0 0 0,1 0 0 0 0,0 0 0 0 0,-2 2 0 0 0,-8 9-25 0 0,9-10 19 0 0,-1-1 0 0 0,1 1 1 0 0,0 0-1 0 0,-1 0 0 0 0,1-1 0 0 0,0 1 0 0 0,0 0 1 0 0,0 0-1 0 0,0 0 0 0 0,1 0 0 0 0,-1 0 0 0 0,0 0 1 0 0,1 0-1 0 0,-1 1 0 0 0,1-1 0 0 0,0 0 0 0 0,0 0 1 0 0,0 0-1 0 0,0 3 0 0 0,0 89 205 0 0,0-93-267 0 0,5-1-173 0 0,207 16 303 0 0,-37-1 274 0 0,-81-9-187 0 0,-9 0-38 0 0,153-9 0 0 0,-237 3-164 0 0,34-2-753 0 0,-34 2 592 0 0,0-1 1 0 0,0 1 0 0 0,0 0-1 0 0,0 0 1 0 0,0 0 0 0 0,0 0-1 0 0,0 0 1 0 0,0 0 0 0 0,0 0-1 0 0,0 0 1 0 0,0 1 0 0 0,0-1 0 0 0,0 0-1 0 0,0 1 1 0 0,-1-1 0 0 0,1 0-1 0 0,0 1 1 0 0,0-1 0 0 0,0 1-1 0 0,0-1 1 0 0,-1 1 0 0 0,1 0-1 0 0,0-1 1 0 0,-1 1 0 0 0,1 0 0 0 0,1 1-1 0 0,-2 15-6216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49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778 45 1681 0 0,'0'-1'72'0'0,"0"0"0"0"0,0 0-1 0 0,-1 0 1 0 0,1 0 0 0 0,0 0 0 0 0,0 1 0 0 0,0-1 0 0 0,-1 0 0 0 0,1 0 0 0 0,0 0 0 0 0,-1 0 0 0 0,1 1-1 0 0,-1-1 1 0 0,1 0 0 0 0,-1 0 0 0 0,1 1 0 0 0,-1-1 0 0 0,0 0 0 0 0,1 1 0 0 0,-1-1 0 0 0,0 1 0 0 0,1-1-1 0 0,-1 1 1 0 0,0-1 0 0 0,0 1 0 0 0,1 0 0 0 0,-1-1 0 0 0,0 1 0 0 0,0 0 0 0 0,0-1 0 0 0,-1 1-1 0 0,1 0 9 0 0,1 0 0 0 0,-1 0 0 0 0,1 0 0 0 0,-1-1 0 0 0,1 1-1 0 0,-1 0 1 0 0,0 0 0 0 0,1 0 0 0 0,-1-1 0 0 0,1 1 0 0 0,-1 0-1 0 0,1-1 1 0 0,-1 1 0 0 0,1 0 0 0 0,0-1 0 0 0,-1 1 0 0 0,1-1-1 0 0,-1 1 1 0 0,1-1 0 0 0,0 1 0 0 0,-1-1 0 0 0,1 1-1 0 0,0-1 1 0 0,-1 1 0 0 0,1-1 0 0 0,0 1 0 0 0,0-1 0 0 0,0 0-1 0 0,-1 0 1 0 0,6 1 200 0 0,16 0 14 0 0,-16 0 266 0 0,-6 1-513 0 0,1-1-1 0 0,0 1 1 0 0,-1 0-1 0 0,1-1 1 0 0,-1 1-1 0 0,1-1 1 0 0,-1 1-1 0 0,1 0 1 0 0,-1-1-1 0 0,1 1 1 0 0,-1-1-1 0 0,0 0 1 0 0,1 1-1 0 0,-1-1 1 0 0,0 1-1 0 0,1-1 1 0 0,-1 0-1 0 0,0 0 1 0 0,1 1-1 0 0,-1-1 1 0 0,0 0-1 0 0,0 0 1 0 0,1 0-1 0 0,-1 0 1 0 0,0 0-1 0 0,0 0 1 0 0,1 0-1 0 0,-2 0 1 0 0,-15 3 58 0 0,-3 3-62 0 0,-2-1 0 0 0,1-1 1 0 0,-31 1-1 0 0,-9 2 11 0 0,21-2-44 0 0,25-4-9 0 0,1 1-1 0 0,-1 0 0 0 0,1 0 0 0 0,0 2 1 0 0,0 0-1 0 0,0 0 0 0 0,0 1 0 0 0,1 1 1 0 0,0 0-1 0 0,-23 15 0 0 0,26-15 13 0 0,0 0-1 0 0,-1 0 0 0 0,0-1 1 0 0,0-1-1 0 0,0 0 1 0 0,-12 2-1 0 0,-35 15 48 0 0,56-20-58 0 0,-78 40-43 0 0,74-37 46 0 0,1-1-1 0 0,-1 1 1 0 0,1 1 0 0 0,0-1 0 0 0,0 1 0 0 0,0 0-1 0 0,1 0 1 0 0,-1 0 0 0 0,1 0 0 0 0,-5 10-1 0 0,4-4 19 0 0,-1 0 0 0 0,2 0-1 0 0,-1 0 1 0 0,2 1 0 0 0,-1 0-1 0 0,2 0 1 0 0,-1 0 0 0 0,2 0-1 0 0,-1 23 1 0 0,2-31-19 0 0,-1-1 0 0 0,0 1 0 0 0,0 0 1 0 0,0 0-1 0 0,0 0 0 0 0,0-1 0 0 0,-1 1 0 0 0,1-1 0 0 0,-1 1 0 0 0,-3 3 1 0 0,4-5-3 0 0,0 0 0 0 0,-1-1 0 0 0,1 1 0 0 0,0 0 0 0 0,0 1 1 0 0,0-1-1 0 0,0 0 0 0 0,0 0 0 0 0,1 0 0 0 0,-1 1 1 0 0,1-1-1 0 0,-1 0 0 0 0,1 1 0 0 0,0-1 0 0 0,0 0 0 0 0,0 1 1 0 0,0-1-1 0 0,0 0 0 0 0,0 0 0 0 0,1 1 0 0 0,1 3 0 0 0,5 8-2 0 0,-4-8 0 0 0,-1-1 0 0 0,1 0 0 0 0,-1 1 0 0 0,0 0 0 0 0,-1-1 0 0 0,1 1 0 0 0,-1 0 0 0 0,0 0 0 0 0,0 0 0 0 0,-1 0 0 0 0,0 8 0 0 0,1-10 5 0 0,-1 1 0 0 0,1 0-1 0 0,1 0 1 0 0,-1 0-1 0 0,1-1 1 0 0,-1 1-1 0 0,2-1 1 0 0,-1 1-1 0 0,0-1 1 0 0,1 0 0 0 0,0 0-1 0 0,4 6 1 0 0,50 52 20 0 0,-21-25-30 0 0,-13-10 19 0 0,2 0-1 0 0,0-1 0 0 0,2-2 1 0 0,43 31-1 0 0,-27-27-24 0 0,1-2 1 0 0,2-1-1 0 0,0-3 0 0 0,87 29 1 0 0,128 16 81 0 0,-202-56-94 0 0,0-2-1 0 0,94 1 0 0 0,413 27 6 0 0,-419-23-44 0 0,165 24 102 0 0,-254-32-32 0 0,-22-4 9 0 0,1 2 0 0 0,-1 1 0 0 0,-1 2 0 0 0,45 15 0 0 0,-43-6-10 0 0,51 18-67 0 0,158 58 123 0 0,1-1 21 0 0,-167-72-20 0 0,107 12 0 0 0,18 3 21 0 0,-43-6 10 0 0,169 7 1 0 0,-136-17-20 0 0,-90-7-36 0 0,569 54 400 0 0,-145-56-373 0 0,-340-10-54 0 0,-40-2 61 0 0,-49 0-44 0 0,164 16-1 0 0,7 24-2 0 0,51-4-14 0 0,-6-30-100 0 0,-145-6 1 0 0,173-14 0 0 0,86 0 105 0 0,-103 31 35 0 0,-159-15-178 0 0,-146 0 107 0 0,0-2 0 0 0,0 0 0 0 0,0-2-1 0 0,0 0 1 0 0,21-9 0 0 0,-3-11 84 0 0,-17 16-70 0 0,0 1 1 0 0,1 0-1 0 0,-1 2 1 0 0,1 1-1 0 0,1 1 1 0 0,-1 1-1 0 0,27 0 1 0 0,175 17 11 0 0,-96-2 28 0 0,162 1 120 0 0,94 6-74 0 0,-169-13 238 0 0,-208-4-308 0 0,-4-3-10 0 0,41-4-6 0 0,-13 4 96 0 0,60 3 1 0 0,-3 2 26 0 0,256-23-40 0 0,-318 17-96 0 0,65-2 18 0 0,-69 2-2 0 0,-15 2 0 0 0,-1 0 0 0 0,0 0 0 0 0,0 0 0 0 0,0 1 0 0 0,0 0 0 0 0,15 5 0 0 0,-4-1 30 0 0,1 0 0 0 0,25 11 0 0 0,-31-10-3 0 0,0-1 1 0 0,0 0-1 0 0,1-1 1 0 0,25 3-1 0 0,3-1 25 0 0,-26-3-32 0 0,0-1 0 0 0,0 0 1 0 0,0-2-1 0 0,0 0 0 0 0,30-4 1 0 0,12-6 6 0 0,-39-3 35 0 0,-14 6-58 0 0,-5 6-1 0 0,0 0 1 0 0,0-1-1 0 0,0 1 1 0 0,-1 0-1 0 0,1-1 1 0 0,0 1-1 0 0,-1-1 1 0 0,0 1-1 0 0,1-1 1 0 0,-1 1-1 0 0,0-1 1 0 0,0 0-1 0 0,0 1 1 0 0,0-1 0 0 0,0 1-1 0 0,0-1 1 0 0,0 1-1 0 0,-1-4 1 0 0,0-5-4 0 0,1 3-1 0 0,-1 0 1 0 0,0 0 0 0 0,-1 0-1 0 0,1 0 1 0 0,-1 0 0 0 0,-1 1-1 0 0,1-1 1 0 0,-1 1 0 0 0,0-1-1 0 0,-1 1 1 0 0,0 0 0 0 0,0 0-1 0 0,-7-8 1 0 0,-8-13-9 0 0,-3-8-16 0 0,6 9 1 0 0,-1 1 1 0 0,-1 0-1 0 0,-25-25 0 0 0,-22-22-36 0 0,40 42-18 0 0,-1 2-1 0 0,-1 1 1 0 0,-45-34 0 0 0,-72-47-666 0 0,-39-27-73 0 0,84 67 661 0 0,-3 5 1 0 0,-199-91-1 0 0,227 125 337 0 0,-6-4-246 0 0,-2 3 1 0 0,-140-31-1 0 0,-401-74 212 0 0,489 94-161 0 0,-28-5 14 0 0,26 24 80 0 0,-2 6 0 0 0,-251 2 0 0 0,-134-20 57 0 0,267 12-87 0 0,157 18 49 0 0,0 6 0 0 0,-114 15 0 0 0,-69 3 71 0 0,-93-16-69 0 0,-416 26 51 0 0,635-16-98 0 0,-1-7-1 0 0,-309-27 0 0 0,340 8 57 0 0,-255-38 434 0 0,349 44-378 0 0,-51-1-1 0 0,-13-3 184 0 0,-209-11 714 0 0,107 12-832 0 0,-83 1 23 0 0,-196-35-107 0 0,315 27-109 0 0,62 7-131 0 0,-106-23 1 0 0,-38-6 101 0 0,36 7-32 0 0,146 17-217 0 0,-126-11 0 0 0,145 24-38 0 0,0 2-1 0 0,-75 11 0 0 0,-78 25 57 0 0,188-36 240 0 0,-29 7-192 0 0,0 1 1 0 0,-65 26 0 0 0,100-35 128 0 0,1 1 1 0 0,-1-1 0 0 0,0 1 0 0 0,1 0 0 0 0,-1 0-1 0 0,1-1 1 0 0,-1 1 0 0 0,1 0 0 0 0,0 0 0 0 0,-1 0-1 0 0,1 0 1 0 0,0 1 0 0 0,0-1 0 0 0,-1 0 0 0 0,1 0-1 0 0,0 1 1 0 0,0-1 0 0 0,1 1 0 0 0,-1-1 0 0 0,0 1-1 0 0,0-1 1 0 0,1 1 0 0 0,-1-1 0 0 0,1 1 0 0 0,-1 3-1 0 0,2-2-34 0 0,0-1 0 0 0,0 1 0 0 0,0-1 0 0 0,0 1 0 0 0,0-1 0 0 0,1 1 0 0 0,0-1 0 0 0,-1 0 0 0 0,1 0 0 0 0,0 0-1 0 0,0 0 1 0 0,0 0 0 0 0,0 0 0 0 0,0-1 0 0 0,5 4 0 0 0,10 7-650 0 0,1-1 0 0 0,32 14-1 0 0,66 21-4072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1:00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1 560 0 0,'0'0'102'0'0,"0"1"0"0"0,0-1-1 0 0,0 1 1 0 0,0 0 0 0 0,0-1-1 0 0,-1 1 1 0 0,1-1 0 0 0,0 1 0 0 0,0 0-1 0 0,0-1 1 0 0,-1 1 0 0 0,1-1-1 0 0,0 1 1 0 0,-1-1 0 0 0,1 1-1 0 0,0-1 1 0 0,-1 1 0 0 0,1-1 0 0 0,-1 0-1 0 0,1 1 1 0 0,-1-1 0 0 0,1 1-1 0 0,-1-1 1 0 0,1 0 0 0 0,-1 1-1 0 0,1-1 1 0 0,-1 0 0 0 0,1 0 0 0 0,-1 0-1 0 0,1 1 1 0 0,-1-1 0 0 0,0 0-1 0 0,1 0 1 0 0,-1 0 0 0 0,1 0-1 0 0,-1 0 1 0 0,0 0 0 0 0,1 0 0 0 0,-1 0-1 0 0,1 0 1 0 0,-1 0 0 0 0,0 0-1 0 0,0-1 1 0 0,1 1-61 0 0,-1 0 0 0 0,1 0 0 0 0,0 0 0 0 0,-1 0 0 0 0,1-1-1 0 0,0 1 1 0 0,-1 0 0 0 0,1 0 0 0 0,0 0 0 0 0,-1 0 0 0 0,1 0 0 0 0,0 0 0 0 0,-1 0 0 0 0,1 0 0 0 0,0 1 0 0 0,-1-1 0 0 0,1 0-1 0 0,0 0 1 0 0,-1 0 0 0 0,1 0 0 0 0,0 0 0 0 0,-1 0 0 0 0,1 1 0 0 0,0-1 0 0 0,-1 0 0 0 0,1 0 0 0 0,0 1 0 0 0,0-1-1 0 0,-1 0 1 0 0,1 0 0 0 0,0 1 0 0 0,0-1 0 0 0,0 0 0 0 0,-1 0 0 0 0,1 1 0 0 0,0-1 0 0 0,0 1 0 0 0,0 0 626 0 0,0 6 160 0 0,0-4-790 0 0,-1 0-1 0 0,1 1 1 0 0,-1-1 0 0 0,0 0 0 0 0,1 0 0 0 0,-2 0-1 0 0,1 0 1 0 0,0 0 0 0 0,0 0 0 0 0,-1 0 0 0 0,0-1 0 0 0,1 1-1 0 0,-4 3 1 0 0,-7 14 101 0 0,7-13-76 0 0,1 1-1 0 0,0 0 1 0 0,1 1-1 0 0,0-1 0 0 0,1 1 1 0 0,-4 14-1 0 0,6-18-42 0 0,0-1 0 0 0,0 0 0 0 0,0 0 1 0 0,1 0-1 0 0,0 0 0 0 0,-1 0 0 0 0,1 0 0 0 0,0 0 0 0 0,1 0 0 0 0,-1 0 0 0 0,1-1 0 0 0,0 1 0 0 0,0-1 1 0 0,0 1-1 0 0,0-1 0 0 0,1 1 0 0 0,4 4 0 0 0,24 32 139 0 0,44 72-1 0 0,-31-42-85 0 0,-40-66-69 0 0,-1 0-1 0 0,0 0 1 0 0,-1 0 0 0 0,1 1-1 0 0,-1-1 1 0 0,0 1 0 0 0,0-1-1 0 0,0 1 1 0 0,-1 0 0 0 0,1 0-1 0 0,-1 0 1 0 0,0 0 0 0 0,-1 0-1 0 0,1 0 1 0 0,-1 0 0 0 0,0 0-1 0 0,-1 0 1 0 0,1 1 0 0 0,-2 7-1 0 0,-7 16 191 0 0,6-22-136 0 0,0 0 0 0 0,1 0 1 0 0,0 0-1 0 0,1 0 0 0 0,0 0 1 0 0,0 0-1 0 0,0 1 0 0 0,1-1 1 0 0,0 0-1 0 0,0 1 0 0 0,3 11 1 0 0,5 10 22 0 0,-4-15-83 0 0,0 0 1 0 0,-1 0-1 0 0,-1 0 0 0 0,2 29 0 0 0,-7 39-10 0 0,1-41 30 0 0,1 0-1 0 0,3 0 1 0 0,7 50 0 0 0,0-51-5 0 0,-4-23-9 0 0,-2-1 1 0 0,0 1 0 0 0,2 33-1 0 0,-6-21 20 0 0,0-21-19 0 0,0 0 0 0 0,1 1 0 0 0,0-1 0 0 0,0 1 0 0 0,1-1 0 0 0,0 0 0 0 0,0 1 0 0 0,1-1 0 0 0,0 0 0 0 0,4 8 0 0 0,34 40-4 0 0,-29-21 4 0 0,-7-17 5 0 0,47 158-35 0 0,-11-15-361 0 0,-15-103 254 0 0,-21-50 120 0 0,1 1-1 0 0,-1-1 1 0 0,-1 1 0 0 0,0 0-1 0 0,0 0 1 0 0,-1 0-1 0 0,0 0 1 0 0,0 0-1 0 0,0 11 1 0 0,-2 261-174 0 0,0-271 195 0 0,-1-1-1 0 0,0 0 1 0 0,-1 0 0 0 0,0 0-1 0 0,0 0 1 0 0,-5 9-1 0 0,4-9 1 0 0,0 0 0 0 0,1 0-1 0 0,-1 0 1 0 0,2 0 0 0 0,-1 1-1 0 0,1 10 1 0 0,1 210-502 0 0,1-219 540 0 0,0 1 0 0 0,0-1-1 0 0,2 1 1 0 0,6 20-1 0 0,-6-20 8 0 0,1 0 1 0 0,-2 1-1 0 0,1-1 0 0 0,0 25 0 0 0,-2-25-58 0 0,0 0 0 0 0,1 0-1 0 0,0-1 1 0 0,7 22 0 0 0,-5-21-1 0 0,-1 0 1 0 0,0 0 0 0 0,-1 0-1 0 0,1 24 1 0 0,-3-10 4 0 0,-1-13-1 0 0,1 0-1 0 0,1 0 1 0 0,0 0-1 0 0,3 18 0 0 0,5-2-24 0 0,-5-17 18 0 0,-1 1 0 0 0,0-1 1 0 0,0 1-1 0 0,-2 0 0 0 0,2 15 0 0 0,-3 177 9 0 0,1-187-10 0 0,0 0-1 0 0,2 0 0 0 0,7 25 0 0 0,-6-25 5 0 0,0 0 0 0 0,-1 0 0 0 0,1 27 1 0 0,-5-16 0 0 0,0-15-10 0 0,1-1 0 0 0,1 1 0 0 0,0 0 0 0 0,4 19 0 0 0,9 23-64 0 0,-3-18 39 0 0,-1 0-1 0 0,-3 1 1 0 0,6 74-1 0 0,-12-93 12 0 0,1 0-1 0 0,0-1 0 0 0,8 29 1 0 0,-5-29 2 0 0,-1-1 0 0 0,-1 1 0 0 0,0 28 0 0 0,-2-35 24 0 0,0 1-1 0 0,1-1 1 0 0,0 0 0 0 0,8 23 0 0 0,-7-23-12 0 0,0-1-1 0 0,0 1 0 0 0,-1 0 1 0 0,1 23-1 0 0,-3 91-130 0 0,1-119 143 0 0,-1 0 0 0 0,1-1 1 0 0,1 1-1 0 0,-1-1 0 0 0,1 1 1 0 0,0-1-1 0 0,0 1 0 0 0,6 8 1 0 0,8 27-54 0 0,29 53 69 0 0,-36-62 65 0 0,-6-20-31 0 0,1 0 0 0 0,0 0 1 0 0,11 23-1 0 0,0-10-29 0 0,-9-16-9 0 0,0 0 0 0 0,0 0 1 0 0,-1 1-1 0 0,-1-1 0 0 0,0 1 0 0 0,0 0 1 0 0,-1 0-1 0 0,-1 0 0 0 0,1 1 0 0 0,0 13 1 0 0,-2 8 39 0 0,0-22-35 0 0,-1 0 0 0 0,1-1 0 0 0,-2 1 0 0 0,0 0 0 0 0,0 0 0 0 0,-4 17-1 0 0,-6-6-8 0 0,9-18 8 0 0,0-1 0 0 0,0 1 0 0 0,0 0 0 0 0,1 0 0 0 0,0 0-1 0 0,-1 0 1 0 0,1 0 0 0 0,1 1 0 0 0,-1-1 0 0 0,0 6 0 0 0,1 250 1321 0 0,0-259-1334 0 0,0 0 0 0 0,-1 0 0 0 0,1 1 0 0 0,0-1 0 0 0,-1 0 0 0 0,1 0 0 0 0,-1 0 0 0 0,0 0 0 0 0,1 0 0 0 0,-1 1 0 0 0,0-1 0 0 0,0-1 0 0 0,0 1 0 0 0,0 0 0 0 0,0 0 0 0 0,0 0-1 0 0,0 0 1 0 0,0-1 0 0 0,0 1 0 0 0,-2 0 0 0 0,-5 6 1 0 0,6 1 61 0 0,0-1 0 0 0,0 0 0 0 0,1 1-1 0 0,0 0 1 0 0,0-1 0 0 0,1 1 0 0 0,0 0 0 0 0,0-1 0 0 0,3 13-1 0 0,-2 4-79 0 0,-1-7 20 0 0,-1-11 9 0 0,1 1 1 0 0,0-1-1 0 0,0 0 1 0 0,1 0-1 0 0,0 0 1 0 0,0 0-1 0 0,2 7 1 0 0,5 7 53 0 0,-5-15-51 0 0,0 0-1 0 0,-1 0 0 0 0,0 0 1 0 0,0 1-1 0 0,0-1 1 0 0,-1 1-1 0 0,0-1 0 0 0,0 1 1 0 0,0-1-1 0 0,-1 1 1 0 0,0 0-1 0 0,0-1 1 0 0,0 1-1 0 0,-1 0 0 0 0,1-1 1 0 0,-2 1-1 0 0,-1 6 1 0 0,-12 22 50 0 0,8-21-10 0 0,1 0-1 0 0,1 0 1 0 0,0 0-1 0 0,1 1 1 0 0,0-1 0 0 0,1 1-1 0 0,1 0 1 0 0,-2 24 0 0 0,6 1 11 0 0,0-29-25 0 0,-2-1 0 0 0,1 0 0 0 0,-1 1 1 0 0,0-1-1 0 0,-1 0 0 0 0,0 1 0 0 0,0-1 0 0 0,-6 17 0 0 0,-2-9 20 0 0,7-13-49 0 0,0-1-1 0 0,0 1 0 0 0,0 0 1 0 0,0 1-1 0 0,1-1 0 0 0,0 0 1 0 0,-1 0-1 0 0,2 1 0 0 0,-1-1 0 0 0,0 8 1 0 0,2 11 77 0 0,0-17-82 0 0,0 0 0 0 0,-1 0 0 0 0,0 0 0 0 0,0 0-1 0 0,-1 0 1 0 0,1-1 0 0 0,-1 1 0 0 0,-1 0 0 0 0,-1 7 0 0 0,-1-4 48 0 0,0 0 1 0 0,1 0 0 0 0,1 0-1 0 0,-1 1 1 0 0,1-1 0 0 0,1 1-1 0 0,0 0 1 0 0,0 0 0 0 0,2 15-1 0 0,-1 174 93 0 0,0-196-142 0 0,0 1 0 0 0,-1 0 0 0 0,1-1 0 0 0,-1 1 0 0 0,1 0-1 0 0,-1-1 1 0 0,0 1 0 0 0,0-1 0 0 0,-1 1 0 0 0,1-1 0 0 0,-1 0 0 0 0,0 1-1 0 0,0-1 1 0 0,-4 5 0 0 0,1 1 29 0 0,3-7 2 0 0,1 0 0 0 0,0 0 0 0 0,0 0 0 0 0,0 1 0 0 0,1-1 0 0 0,-1 0 0 0 0,1 1 0 0 0,-1-1 0 0 0,1 1 0 0 0,0-1 0 0 0,0 0 0 0 0,0 1 0 0 0,0-1-1 0 0,0 1 1 0 0,0-1 0 0 0,1 0 0 0 0,1 5 0 0 0,16 34 71 0 0,-11-28 59 0 0,-4 14 246 0 0,-3-24-373 0 0,-1 0 0 0 0,1 0 0 0 0,0 0 0 0 0,1 0 0 0 0,-1 0 0 0 0,1 0 0 0 0,-1 0 0 0 0,1 0 0 0 0,0 0 0 0 0,2 4 0 0 0,42 87 334 0 0,-30-52-198 0 0,-11-34-163 0 0,-1 1-1 0 0,0-1 1 0 0,0 1-1 0 0,-1 0 1 0 0,0 0-1 0 0,-1 0 1 0 0,1 18-1 0 0,-2-23 0 0 0,1 1 1 0 0,-1-1-1 0 0,1 0 1 0 0,0 1-1 0 0,0-1 1 0 0,0 0-1 0 0,1 0 1 0 0,-1 0-1 0 0,1 0 1 0 0,4 7-1 0 0,-4-8 5 0 0,0 1-1 0 0,0 0 0 0 0,-1 0 0 0 0,1-1 0 0 0,-1 1 1 0 0,0 1-1 0 0,0-1 0 0 0,0 0 0 0 0,0 0 0 0 0,-1 7 0 0 0,1-6 1 0 0,-1-1-1 0 0,1 1 0 0 0,0 0 0 0 0,0-1 1 0 0,0 1-1 0 0,0 0 0 0 0,1-1 0 0 0,0 0 1 0 0,0 1-1 0 0,0-1 0 0 0,1 0 0 0 0,-1 0 1 0 0,1 0-1 0 0,5 5 0 0 0,-4-3 3 0 0,0 0-1 0 0,0 0 1 0 0,0 0-1 0 0,-1 0 0 0 0,4 8 1 0 0,53 155 449 0 0,-57-159-425 0 0,-1 0 0 0 0,0 1 1 0 0,-1-1-1 0 0,0 1 0 0 0,0-1 1 0 0,-1 0-1 0 0,-1 1 0 0 0,-1 10 1 0 0,0 16 123 0 0,3-19-144 0 0,-1-12-9 0 0,1 0-1 0 0,-1 0 0 0 0,-1 0 0 0 0,1 0 0 0 0,-1 0 0 0 0,0 0 1 0 0,-3 10-1 0 0,-3 0 37 0 0,5-14-39 0 0,1 0-1 0 0,0 1 1 0 0,-1-1 0 0 0,1 0-1 0 0,0 1 1 0 0,0-1 0 0 0,0 1-1 0 0,0-1 1 0 0,1 1 0 0 0,-1 0-1 0 0,1-1 1 0 0,0 1-1 0 0,-1 0 1 0 0,1-1 0 0 0,0 1-1 0 0,1 0 1 0 0,-1 0 0 0 0,0-1-1 0 0,1 1 1 0 0,0-1 0 0 0,-1 1-1 0 0,1 0 1 0 0,0-1 0 0 0,0 1-1 0 0,1-1 1 0 0,-1 0-1 0 0,0 1 1 0 0,1-1 0 0 0,-1 0-1 0 0,1 0 1 0 0,0 0 0 0 0,0 0-1 0 0,0 0 1 0 0,2 2 0 0 0,0-1 8 0 0,-1 1 0 0 0,0 0 0 0 0,0 0 0 0 0,0 0 0 0 0,-1 1 0 0 0,1-1 0 0 0,2 7 0 0 0,-5-10-22 0 0,0-1 0 0 0,0 1-1 0 0,1 0 1 0 0,-1-1 0 0 0,0 1-1 0 0,0 0 1 0 0,0 0 0 0 0,0-1-1 0 0,0 1 1 0 0,0 0 0 0 0,0-1-1 0 0,0 1 1 0 0,0 0 0 0 0,0-1-1 0 0,-1 1 1 0 0,1 0 0 0 0,0 0 0 0 0,0-1-1 0 0,-1 1 1 0 0,1-1 0 0 0,0 1-1 0 0,-1 0 1 0 0,1-1 0 0 0,0 1-1 0 0,-1-1 1 0 0,1 1 0 0 0,-1-1-1 0 0,1 1 1 0 0,-1-1 0 0 0,0 1-1 0 0,1-1 1 0 0,-1 1 0 0 0,1-1-1 0 0,-1 0 1 0 0,0 1 0 0 0,1-1-1 0 0,-1 0 1 0 0,0 0 0 0 0,1 1-1 0 0,-1-1 1 0 0,0 0 0 0 0,1 0-1 0 0,-1 0 1 0 0,0 0 0 0 0,0 0 0 0 0,1 0-1 0 0,-1 0 1 0 0,0 0 0 0 0,1 0-1 0 0,-1 0 1 0 0,-1-1 0 0 0,1 1-122 0 0,0 0 0 0 0,0 0 0 0 0,-1 0 1 0 0,1 0-1 0 0,0 0 0 0 0,0 0 0 0 0,0-1 1 0 0,0 1-1 0 0,-1-1 0 0 0,1 1 0 0 0,0-1 1 0 0,0 1-1 0 0,0-1 0 0 0,0 1 0 0 0,0-1 1 0 0,0 0-1 0 0,0 1 0 0 0,0-1 0 0 0,0 0 1 0 0,1 0-1 0 0,-1 0 0 0 0,-1-1 0 0 0,-9-29-2064 0 0,2 2-37 0 0,-41-68-4630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1:16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1079 44 1121 0 0,'146'-43'6402'0'0,"-141"42"-4774"0"0,-10 1-1268 0 0,-21 0 54 0 0,-94 6 2960 0 0,75-6-3003 0 0,-12-1 253 0 0,1 2 1 0 0,0 2-1 0 0,-62 13 0 0 0,52-4-506 0 0,38-7-50 0 0,0 0-1 0 0,-37 13 1 0 0,-38 26 95 0 0,93-39-147 0 0,0 0 0 0 0,0 1 0 0 0,0 0 0 0 0,1 1 0 0 0,0 0 0 0 0,0 0-1 0 0,1 1 1 0 0,-9 10 0 0 0,13-13-23 0 0,0 1 0 0 0,-1-1 0 0 0,1 0 0 0 0,-1 0 0 0 0,0-1 0 0 0,-7 5-1 0 0,-9 9 72 0 0,20-16-62 0 0,0-1 1 0 0,1 0-1 0 0,-1 0 1 0 0,1 1-1 0 0,-1-1 0 0 0,1 1 1 0 0,0-1-1 0 0,-1 1 1 0 0,1-1-1 0 0,0 0 1 0 0,0 1-1 0 0,0-1 1 0 0,0 1-1 0 0,0-1 1 0 0,0 2-1 0 0,1-2-6 0 0,-1 0 0 0 0,0 0 0 0 0,0-1 0 0 0,0 1 0 0 0,0 0 0 0 0,1 0 1 0 0,-1-1-1 0 0,0 1 0 0 0,0 0 0 0 0,-1 0 0 0 0,1-1 0 0 0,0 1 0 0 0,0 0 0 0 0,0 0 0 0 0,0-1 0 0 0,-1 1 0 0 0,1 0 0 0 0,0 0 0 0 0,-1-1 1 0 0,1 1-1 0 0,-1 0 0 0 0,1-1 0 0 0,-1 1 0 0 0,1-1 0 0 0,-1 1 0 0 0,0 0 0 0 0,-4 1 22 0 0,0-1 0 0 0,1 1-1 0 0,-1 0 1 0 0,1 0 0 0 0,0 1 0 0 0,0-1 0 0 0,0 1-1 0 0,0 0 1 0 0,0 0 0 0 0,0 0 0 0 0,-5 6-1 0 0,1 1-17 0 0,1 1 0 0 0,-1 0 1 0 0,2 1-1 0 0,-8 15 0 0 0,2-3-14 0 0,0 3-51 0 0,-11 13-3 0 0,2-18 68 0 0,15-17 0 0 0,1 1 0 0 0,0 0 0 0 0,0 0 0 0 0,-8 14 0 0 0,-18 45-67 0 0,30-60 76 0 0,0 0 0 0 0,0 0 1 0 0,0 0-1 0 0,0-1 0 0 0,1 1 0 0 0,0 0 0 0 0,0 0 1 0 0,0 0-1 0 0,2 7 0 0 0,-2-7-9 0 0,1 0 0 0 0,-1 0 0 0 0,1 0 0 0 0,-1-1 1 0 0,-1 1-1 0 0,1 0 0 0 0,-1 0 0 0 0,0 0 0 0 0,0 0 0 0 0,0-1 0 0 0,-3 7 0 0 0,0-3-14 0 0,1-3 8 0 0,0 1 0 0 0,0-1 0 0 0,1 1 0 0 0,0 0 0 0 0,0 0 0 0 0,0 0 0 0 0,1 0 0 0 0,0 0-1 0 0,0 0 1 0 0,0 0 0 0 0,1 0 0 0 0,0 7 0 0 0,0 111-167 0 0,0-120 156 0 0,-1 1-1 0 0,0-1 1 0 0,0 0 0 0 0,0 0 0 0 0,-1 0 0 0 0,1 0 0 0 0,-1 0 0 0 0,0 0 0 0 0,-2 4 0 0 0,2-6 8 0 0,1-1 1 0 0,0 1 0 0 0,-1 1-1 0 0,1-1 1 0 0,0 0 0 0 0,0 0-1 0 0,1 0 1 0 0,-1 0-1 0 0,0 1 1 0 0,1-1 0 0 0,-1 0-1 0 0,1 1 1 0 0,0-1-1 0 0,-1 1 1 0 0,1-1 0 0 0,1 0-1 0 0,-1 1 1 0 0,0-1 0 0 0,0 0-1 0 0,2 5 1 0 0,8 7 162 0 0,-8-12-133 0 0,-1 0 1 0 0,1-1-1 0 0,-1 1 1 0 0,0 0-1 0 0,0 0 1 0 0,0 0-1 0 0,0 0 1 0 0,0 0 0 0 0,0 0-1 0 0,0 0 1 0 0,-1 0-1 0 0,1 0 1 0 0,-1 0-1 0 0,1 0 1 0 0,-1 1-1 0 0,0 1 1 0 0,7-1-44 0 0,0-1 0 0 0,0 1 0 0 0,0-2 0 0 0,0 1 0 0 0,0-1 0 0 0,0 0 0 0 0,13 0 0 0 0,32 5 25 0 0,14 3 81 0 0,0-2 1 0 0,69-4-1 0 0,291-15 143 0 0,-108 24-157 0 0,-228-5-47 0 0,331 1 57 0 0,-295-16-93 0 0,-81 7 25 0 0,-37 1-5 0 0,1 0 0 0 0,0 0 0 0 0,0-1 0 0 0,-1 0-1 0 0,1-1 1 0 0,-1 0 0 0 0,13-4 0 0 0,94-26 246 0 0,-107 30-211 0 0,21-6-12 0 0,-28 7-27 0 0,0 1 0 0 0,0 0 0 0 0,0 0 0 0 0,0-1 0 0 0,0 1 1 0 0,0-1-1 0 0,0 1 0 0 0,0-1 0 0 0,-1 1 0 0 0,1-1 0 0 0,0 1 0 0 0,0-1 0 0 0,-1 0 1 0 0,1 0-1 0 0,0 1 0 0 0,-1-1 0 0 0,1 0 0 0 0,-1 0 0 0 0,1 0 0 0 0,-1 0 0 0 0,1 1 1 0 0,-1-1-1 0 0,1-1 0 0 0,-1 1-1 0 0,0 0 0 0 0,0 0 0 0 0,0 0 0 0 0,0 0 0 0 0,1 1 0 0 0,-1-1 1 0 0,0 0-1 0 0,0 0 0 0 0,1 0 0 0 0,-1 1 0 0 0,1-1 0 0 0,-1 0 0 0 0,1 0 0 0 0,-1 1 1 0 0,1-1-1 0 0,-1 0 0 0 0,1 1 0 0 0,-1-1 0 0 0,1 1 0 0 0,0-1 0 0 0,-1 0 0 0 0,1 1 0 0 0,0 0 1 0 0,0-1-1 0 0,-1 1 0 0 0,1-1 0 0 0,1 1 0 0 0,-1-1 2 0 0,0 1-1 0 0,0 0 1 0 0,0-1-1 0 0,0 1 1 0 0,0-1 0 0 0,-1 0-1 0 0,1 1 1 0 0,0-1-1 0 0,0 0 1 0 0,0 1 0 0 0,-1-1-1 0 0,1 0 1 0 0,0 0-1 0 0,-1 0 1 0 0,1 0 0 0 0,-1 1-1 0 0,1-1 1 0 0,-1 0-1 0 0,1 0 1 0 0,-1 0 0 0 0,0 0-1 0 0,0 0 1 0 0,1 0-1 0 0,-1 0 1 0 0,0 0 0 0 0,0 0-1 0 0,0-2 1 0 0,0-8 12 0 0,1-11 44 0 0,0 0-1 0 0,-2 0 1 0 0,-1 1 0 0 0,-1-1-1 0 0,0 1 1 0 0,-2-1 0 0 0,-13-38-1 0 0,-3-1 56 0 0,19 51-104 0 0,-1 0 0 0 0,0 1-1 0 0,0-1 1 0 0,-1 1 0 0 0,0 0-1 0 0,-1 0 1 0 0,0 0 0 0 0,-1 0-1 0 0,1 1 1 0 0,-2 0 0 0 0,1 0-1 0 0,-15-13 1 0 0,4 7 24 0 0,0 0 1 0 0,-2 1 0 0 0,0 0-1 0 0,0 2 1 0 0,-36-16-1 0 0,-272-79 365 0 0,57 22-213 0 0,129 40 27 0 0,129 41-209 0 0,1-2-1 0 0,0 1 1 0 0,0-2 0 0 0,-14-8 0 0 0,18 10 9 0 0,1 0-1 0 0,-1 0 1 0 0,0 1 0 0 0,0 0 0 0 0,-15-4-1 0 0,12 5 6 0 0,3 0 12 0 0,-31-13-14 0 0,-3 2-17 0 0,21 8 13 0 0,-10-3 134 0 0,-19-2-116 0 0,28 8 5 0 0,1 1-10 0 0,-11-4 135 0 0,26 5-95 0 0,0 0 1 0 0,-15 0-40 0 0,-10 0-187 0 0,80 26-8431 0 0,-49-25 8272 0 0,0 0-1 0 0,-1 0 1 0 0,1 0 0 0 0,-1 0-1 0 0,1 0 1 0 0,-1 0-1 0 0,1 0 1 0 0,-1 0 0 0 0,0 0-1 0 0,0 1 1 0 0,1-1 0 0 0,-1 0-1 0 0,0 0 1 0 0,0 0 0 0 0,0 0-1 0 0,-1 2 1 0 0,1 28-5684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1:54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1084 7 2161 0 0,'37'-4'3208'0'0,"-22"2"864"0"0,-42 2-3122 0 0,-94 5-269 0 0,-120 20-1 0 0,166-14-583 0 0,0 3-1 0 0,1 4 1 0 0,-113 42 0 0 0,139-43-79 0 0,33-12 18 0 0,0 0-1 0 0,0 2 1 0 0,-18 9-1 0 0,15-8-19 0 0,15-7-20 0 0,1 0 1 0 0,-1 0-1 0 0,0 0 1 0 0,1 0-1 0 0,-1 0 1 0 0,1 1-1 0 0,-1-1 0 0 0,1 1 1 0 0,-1 0-1 0 0,1 0 1 0 0,-2 2-1 0 0,-10 21 27 0 0,-8 7-6 0 0,-9-2-69 0 0,22-23 52 0 0,0 1 0 0 0,1 0-1 0 0,0 0 1 0 0,-12 18 0 0 0,-10 26 133 0 0,28-46-127 0 0,0-1 0 0 0,1 1 0 0 0,-1-1 1 0 0,2 1-1 0 0,-1 0 0 0 0,0 0 0 0 0,1 0 0 0 0,0-1 0 0 0,1 1 0 0 0,1 9 0 0 0,-1 1 167 0 0,-1-15-163 0 0,0 0 0 0 0,0 1 0 0 0,0-1 0 0 0,0 0-1 0 0,0 1 1 0 0,0-1 0 0 0,1 1 0 0 0,-1-1 0 0 0,0 0-1 0 0,1 1 1 0 0,0-1 0 0 0,-1 0 0 0 0,1 0-1 0 0,0 0 1 0 0,-1 1 0 0 0,1-1 0 0 0,0 0 0 0 0,0 0-1 0 0,0 0 1 0 0,0 0 0 0 0,0 0 0 0 0,0 0 0 0 0,0-1-1 0 0,2 2 1 0 0,-2-1-12 0 0,0-1-1 0 0,0 1 1 0 0,0-1-1 0 0,0 1 1 0 0,-1 0 0 0 0,1 0-1 0 0,0 0 1 0 0,0-1-1 0 0,-1 1 1 0 0,1 0 0 0 0,0 0-1 0 0,-1 0 1 0 0,1 0-1 0 0,-1 0 1 0 0,1 0-1 0 0,-1 0 1 0 0,1 0 0 0 0,-1 1-1 0 0,0-1 1 0 0,0 0-1 0 0,1 0 1 0 0,-1 0 0 0 0,0 2-1 0 0,0 0 6 0 0,0 0-1 0 0,1 0 1 0 0,0 0-1 0 0,-1 0 1 0 0,1 0-1 0 0,0 0 1 0 0,0 0-1 0 0,1-1 1 0 0,-1 1-1 0 0,1 0 1 0 0,-1-1-1 0 0,4 4 1 0 0,4 9 44 0 0,-1 0 27 0 0,-7-11-68 0 0,1 0 1 0 0,1 0 0 0 0,-1 0-1 0 0,0 0 1 0 0,1-1 0 0 0,0 1-1 0 0,0-1 1 0 0,5 5 0 0 0,35 40 0 0 0,-36-38 6 0 0,0-1-1 0 0,1 0 1 0 0,1 0-1 0 0,-1-1 0 0 0,1 0 1 0 0,1 0-1 0 0,15 9 0 0 0,13 4-12 0 0,1-1 0 0 0,1-2 0 0 0,1-2 0 0 0,0-2 0 0 0,52 11 0 0 0,75-5 0 0 0,0-7 0 0 0,1-8 0 0 0,255-24 0 0 0,-402 16 6 0 0,0-2 0 0 0,1 0-1 0 0,-1-1 1 0 0,-1-1 0 0 0,1-2-1 0 0,-2 0 1 0 0,34-19 0 0 0,4-9 124 0 0,62-53 0 0 0,-52 37 5 0 0,-44 36-78 0 0,-1-2 1 0 0,21-22 0 0 0,-39 37-44 0 0,-1 0 0 0 0,2 0 0 0 0,-1 0 0 0 0,0 0 0 0 0,1 1 0 0 0,-1 0 0 0 0,1 0 0 0 0,8-2 0 0 0,-10 3-11 0 0,0 1 0 0 0,0 0 0 0 0,-1-1 0 0 0,1 0 0 0 0,-1 0 0 0 0,1 0 0 0 0,-1 0-1 0 0,0-1 1 0 0,1 1 0 0 0,-1-1 0 0 0,0 0 0 0 0,-1 0 0 0 0,1 0 0 0 0,0 0 0 0 0,2-5 0 0 0,-5 6-6 0 0,1 1 0 0 0,0-1 0 0 0,0 0 0 0 0,0 0 0 0 0,0 1-1 0 0,0-1 1 0 0,1 1 0 0 0,-1-1 0 0 0,0 1 0 0 0,1-1 0 0 0,-1 1 0 0 0,1 0-1 0 0,0 0 1 0 0,2-2 0 0 0,4-1-3 0 0,-8 3 7 0 0,0 1-1 0 0,1 0 1 0 0,-1 0-1 0 0,0 0 1 0 0,0-1 0 0 0,1 1-1 0 0,-1 0 1 0 0,0 0-1 0 0,0-1 1 0 0,0 1-1 0 0,1 0 1 0 0,-1 0 0 0 0,0-1-1 0 0,0 1 1 0 0,0 0-1 0 0,0-1 1 0 0,0 1-1 0 0,0 0 1 0 0,1-1 0 0 0,-1 1-1 0 0,0 0 1 0 0,0-1-1 0 0,0 1 1 0 0,0 0 0 0 0,0-1-1 0 0,0 1 1 0 0,0 0-1 0 0,-1-1 1 0 0,1 1-1 0 0,0 0 1 0 0,0-1 0 0 0,0 1-1 0 0,0 0 1 0 0,0-1-1 0 0,0 1 1 0 0,-1 0-1 0 0,1-1 1 0 0,0 1 0 0 0,0 0-1 0 0,0 0 1 0 0,-1-1-1 0 0,1 1 1 0 0,0 0 0 0 0,0 0-1 0 0,-1-1 1 0 0,-4-5-1 0 0,3 4 6 0 0,0 0 1 0 0,0-1-1 0 0,0 1 0 0 0,0 0 0 0 0,1-1 1 0 0,-1 0-1 0 0,1 1 0 0 0,0-1 0 0 0,0 0 1 0 0,0 0-1 0 0,0 0 0 0 0,0 0 0 0 0,1 1 1 0 0,-1-1-1 0 0,1 0 0 0 0,0-4 0 0 0,-1 3 21 0 0,1 0-1 0 0,-1 0 0 0 0,0 0 1 0 0,0 0-1 0 0,0 0 0 0 0,0 1 1 0 0,-1-1-1 0 0,1 0 1 0 0,-1 1-1 0 0,0-1 0 0 0,0 1 1 0 0,0-1-1 0 0,-1 1 0 0 0,-3-4 1 0 0,-18-32 204 0 0,18-9-70 0 0,6 44-151 0 0,1 0 0 0 0,-1 1 0 0 0,0-1 0 0 0,-1 0-1 0 0,1 0 1 0 0,-1 1 0 0 0,1-1 0 0 0,-1 0 0 0 0,0 1 0 0 0,-1-1-1 0 0,1 1 1 0 0,0-1 0 0 0,-1 1 0 0 0,0 0 0 0 0,0-1-1 0 0,0 1 1 0 0,0 0 0 0 0,0 0 0 0 0,-1 1 0 0 0,1-1 0 0 0,-1 0-1 0 0,-4-2 1 0 0,-17-13-43 0 0,-2 2 0 0 0,1 0-1 0 0,-2 2 1 0 0,0 1-1 0 0,-1 1 1 0 0,0 1 0 0 0,-59-13-1 0 0,-59 5-3327 0 0,86 13-988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1:57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1501 15 80 0 0,'-21'5'4551'0'0,"-1"0"-115"0"0,10-5-4219 0 0,2-9-577 0 0,-10 8 493 0 0,15 1 108 0 0,0-1 39 0 0,-34-6-34 0 0,1 3-1 0 0,0 1 1 0 0,-61 4 0 0 0,41-1-15 0 0,-288 14 542 0 0,279-10-719 0 0,1 3-1 0 0,0 3 0 0 0,0 2 1 0 0,-67 23-1 0 0,84-21 78 0 0,17-4-110 0 0,-67 11 0 0 0,14-8-21 0 0,73-9 10 0 0,1-1 0 0 0,1 1-1 0 0,-1 1 1 0 0,1 0-1 0 0,-1 0 1 0 0,-10 9-1 0 0,20-13-12 0 0,0 0 0 0 0,1 0 0 0 0,-1 1 0 0 0,0-1 1 0 0,1 0-1 0 0,-1 1 0 0 0,1-1 0 0 0,-1 0 0 0 0,1 1 0 0 0,0-1 0 0 0,-1 0 0 0 0,1 1 0 0 0,0-1 0 0 0,0 1 0 0 0,0-1 0 0 0,0 1 0 0 0,0-1 0 0 0,1 0 0 0 0,-1 1 0 0 0,1 1 1 0 0,-1 4 10 0 0,0 177 85 0 0,0-180-85 0 0,-1 0 0 0 0,1 0 0 0 0,-1 1 0 0 0,0-1 0 0 0,0 0 0 0 0,0 0 0 0 0,-1 0-1 0 0,1 0 1 0 0,-1 0 0 0 0,-3 4 0 0 0,3-4 1 0 0,0 0 0 0 0,0 0 0 0 0,0 1 0 0 0,1-1 0 0 0,-1 0 1 0 0,1 1-1 0 0,0-1 0 0 0,0 1 0 0 0,1-1 0 0 0,-1 7 0 0 0,0 15 141 0 0,-1-18-112 0 0,2 0 1 0 0,-1 0-1 0 0,1 0 0 0 0,0 0 0 0 0,1 1 0 0 0,0-1 0 0 0,0 0 0 0 0,5 13 1 0 0,4-5-28 0 0,-8-14-12 0 0,-1 1 1 0 0,1-1-1 0 0,-1 0 0 0 0,1 1 0 0 0,-1 0 0 0 0,0-1 1 0 0,0 1-1 0 0,0 0 0 0 0,0-1 0 0 0,0 1 1 0 0,-1 0-1 0 0,1 0 0 0 0,-1 0 0 0 0,0 4 1 0 0,0 10-38 0 0,-1-9 17 0 0,0 0-1 0 0,1-1 0 0 0,0 1 0 0 0,1 0 0 0 0,-1 0 0 0 0,2-1 0 0 0,-1 1 1 0 0,1 0-1 0 0,0-1 0 0 0,0 0 0 0 0,1 1 0 0 0,0-1 0 0 0,0 0 0 0 0,1 0 1 0 0,5 7-1 0 0,15 22-177 0 0,-21-30 182 0 0,0-1 0 0 0,0 0 0 0 0,1 0 1 0 0,-1 0-1 0 0,1 0 0 0 0,0-1 0 0 0,9 8 0 0 0,-1-4 8 0 0,0 0 1 0 0,1-1-1 0 0,0-1 0 0 0,19 7 0 0 0,32 16-14 0 0,-50-22-3 0 0,0 0 0 0 0,1-1 0 0 0,0-1 0 0 0,1-1 0 0 0,25 5 0 0 0,75 4 23 0 0,-112-13 2 0 0,123 3 18 0 0,169-17 0 0 0,-272 12 29 0 0,191-29-31 0 0,-93 11-30 0 0,-67 12 50 0 0,-1-2-1 0 0,0-3 0 0 0,-1-1 0 0 0,0-4 0 0 0,-2-1 0 0 0,0-3 0 0 0,-1-2 0 0 0,61-39 0 0 0,-100 56-19 0 0,-1-1-1 0 0,0 0 1 0 0,0 0-1 0 0,-1-1 0 0 0,9-10 1 0 0,-14 15-24 0 0,-1-1 0 0 0,0 1 0 0 0,0-1 0 0 0,-1 0 0 0 0,0 0 0 0 0,0 0 0 0 0,0 0 0 0 0,0 0-1 0 0,-1 0 1 0 0,0-1 0 0 0,0 1 0 0 0,0-1 0 0 0,0-9 0 0 0,-1 2 16 0 0,0 1 0 0 0,-1 0-1 0 0,0 0 1 0 0,-1-1 0 0 0,0 1-1 0 0,-1 0 1 0 0,-1 1 0 0 0,1-1-1 0 0,-2 1 1 0 0,0-1 0 0 0,0 1-1 0 0,-1 0 1 0 0,0 1 0 0 0,-1 0-1 0 0,-9-11 1 0 0,4 8 32 0 0,-1 1 0 0 0,0 1 0 0 0,0 0 0 0 0,-2 0 0 0 0,1 1 0 0 0,-1 1 0 0 0,-1 1 0 0 0,1 0 0 0 0,-33-10 0 0 0,17 7 19 0 0,-2 2 0 0 0,1 2 0 0 0,-1 1 0 0 0,-50-3 0 0 0,51 9-413 0 0,0 0-1 0 0,0 3 0 0 0,1 1 0 0 0,-1 1 1 0 0,1 1-1 0 0,0 2 0 0 0,1 1 1 0 0,-41 18-1 0 0,-19 21-2619 0 0,30-8-3028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58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1081 516 320 0 0,'-12'2'557'0'0,"-1"-1"0"0"0,0-1 0 0 0,0 0 0 0 0,0 0 0 0 0,-21-4 0 0 0,-13-1 2771 0 0,36-1-260 0 0,-28 4-408 0 0,23 3 856 0 0,16 2-1731 0 0,-5 7 7942 0 0,-15-10-9153 0 0,15 0 306 0 0,0 0-600 0 0,-7 0-242 0 0,10 0-11 0 0,16 0 95 0 0,-9 0-175 0 0,-10 0-1 0 0,-4 0 26 0 0,4 0-32 0 0,8 0-10 0 0,43-5-12 0 0,-24 1 118 0 0,-13 2-18 0 0,0 1 1 0 0,1 0-1 0 0,-1 0 1 0 0,0 1-1 0 0,14 1 1 0 0,7-1 21 0 0,-5-1-80 0 0,-20-3 40 0 0,-5 3 67 0 0,-3 2-51 0 0,-1-1 0 0 0,1 1 0 0 0,-1-1 0 0 0,1 0 0 0 0,-1 0 1 0 0,1 0-1 0 0,-1 0 0 0 0,1-1 0 0 0,-1 1 0 0 0,1-1 1 0 0,-5-1-1 0 0,-11-2 43 0 0,-95-8 265 0 0,-182 5 0 0 0,234 7-198 0 0,26-5-126 0 0,12 3-101 0 0,20 6 85 0 0,2-1-1 0 0,-41 9-26 0 0,34-10 34 0 0,0 0 0 0 0,0 0 0 0 0,0 1 0 0 0,0 1 0 0 0,1-1 0 0 0,-11 7 0 0 0,-10 7 14 0 0,2 1 0 0 0,1 2 1 0 0,0 0-1 0 0,-43 45 0 0 0,69-63-1 0 0,-1-1 0 0 0,0 0-1 0 0,0 0 1 0 0,1 1 0 0 0,-1-1 0 0 0,1 1 0 0 0,-1-1-1 0 0,1 1 1 0 0,-1-1 0 0 0,1 0 0 0 0,0 1-1 0 0,0-1 1 0 0,0 1 0 0 0,0-1 0 0 0,0 3-1 0 0,-4 15-23 0 0,-46 64-193 0 0,45-58 190 0 0,5-23 20 0 0,0-1 0 0 0,1 1 0 0 0,-2 0-1 0 0,1-1 1 0 0,0 1 0 0 0,0-1 0 0 0,0 1 0 0 0,-1-1 0 0 0,1 1 0 0 0,-1-1-1 0 0,1 1 1 0 0,-1-1 0 0 0,-1 3 0 0 0,-8 7-11 0 0,8-10 24 0 0,1 1 0 0 0,0-1 0 0 0,-1 1 0 0 0,1 0 1 0 0,0-1-1 0 0,0 1 0 0 0,0 0 0 0 0,0 0 1 0 0,0-1-1 0 0,0 1 0 0 0,1 0 0 0 0,-1 0 0 0 0,1 0 1 0 0,-1 0-1 0 0,1 0 0 0 0,0 0 0 0 0,-1 0 1 0 0,1 1-1 0 0,0-1 0 0 0,1 3 0 0 0,-1 116-210 0 0,0-120 202 0 0,0 0-1 0 0,0 0 1 0 0,0-1 0 0 0,-1 1-1 0 0,1 0 1 0 0,0 0 0 0 0,0-1 0 0 0,-1 1-1 0 0,1 0 1 0 0,0 0 0 0 0,-1-1-1 0 0,1 1 1 0 0,-1 0 0 0 0,1-1-1 0 0,-1 1 1 0 0,1 0 0 0 0,-1-1-1 0 0,1 1 1 0 0,-1-1 0 0 0,0 1-1 0 0,1-1 1 0 0,-1 1 0 0 0,0-1-1 0 0,1 0 1 0 0,-1 1 0 0 0,-1 0-1 0 0,1-1-6 0 0,0 0 0 0 0,0 1 0 0 0,0 0 1 0 0,0-1-1 0 0,0 1 0 0 0,0-1 0 0 0,0 1 0 0 0,0 0 0 0 0,0 0 0 0 0,0 0 0 0 0,1-1 0 0 0,-1 1 0 0 0,0 0 0 0 0,1 0 0 0 0,-1 0 0 0 0,1 0 0 0 0,-1 0 0 0 0,1 0 0 0 0,-1 0 0 0 0,1 1 0 0 0,-1-1 0 0 0,1 0 1 0 0,0 0-1 0 0,0 0 0 0 0,0 0 0 0 0,0 0 0 0 0,0 2 0 0 0,0-2 1 0 0,0-1 1 0 0,0 1-1 0 0,1-1 1 0 0,-1 0-1 0 0,0 1 1 0 0,0-1-1 0 0,1 1 1 0 0,-1-1-1 0 0,0 0 1 0 0,1 1-1 0 0,-1-1 1 0 0,1 0-1 0 0,-1 1 1 0 0,0-1-1 0 0,1 0 1 0 0,-1 0-1 0 0,1 0 1 0 0,-1 1-1 0 0,1-1 1 0 0,-1 0-1 0 0,1 0 1 0 0,-1 0-1 0 0,1 0 1 0 0,-1 0-1 0 0,1 0 1 0 0,-1 0-1 0 0,1 0 1 0 0,-1 0-1 0 0,1 0 1 0 0,-1 0-1 0 0,0 0 1 0 0,1 0-1 0 0,-1 0 1 0 0,2-1-1 0 0,-2 1 3 0 0,1 0 0 0 0,-1 0-1 0 0,1 0 1 0 0,-1 0-1 0 0,1 0 1 0 0,-1-1-1 0 0,1 1 1 0 0,-1 0-1 0 0,1 0 1 0 0,-1 0-1 0 0,1 0 1 0 0,-1 1-1 0 0,1-1 1 0 0,-1 0 0 0 0,0 0-1 0 0,1 0 1 0 0,-1 0-1 0 0,1 0 1 0 0,-1 1-1 0 0,1-1 1 0 0,-1 0-1 0 0,1 0 1 0 0,-1 1-1 0 0,0-1 1 0 0,1 0-1 0 0,-1 0 1 0 0,1 1 0 0 0,-1-1-1 0 0,0 1 1 0 0,0-1-1 0 0,1 0 1 0 0,-1 1-1 0 0,0-1 1 0 0,1 1-1 0 0,-1 1-1 0 0,1-1 0 0 0,0 0 0 0 0,0-1 1 0 0,-1 1-1 0 0,1 0 0 0 0,0 0 0 0 0,0 0 0 0 0,0 0 0 0 0,0-1 0 0 0,0 1 0 0 0,0 0 0 0 0,0-1 0 0 0,0 1 0 0 0,0 0 0 0 0,0-1 0 0 0,0 0 0 0 0,0 1 0 0 0,0-1 0 0 0,0 0 0 0 0,1 1 0 0 0,0-1 0 0 0,11 5 2 0 0,13 3 25 0 0,-1 0 1 0 0,1-2 0 0 0,34 4 0 0 0,9 3 36 0 0,-21-5-77 0 0,0-1 0 0 0,0-3 1 0 0,0-2-1 0 0,66-6 0 0 0,197-33 236 0 0,-184 20-188 0 0,-50 6 23 0 0,66-5 24 0 0,596 16-133 0 0,-226 33-186 0 0,-272-14 307 0 0,-40 0-134 0 0,-184-17 73 0 0,1 1 1 0 0,27 7-1 0 0,-4-1 15 0 0,89 17-168 0 0,82 6 14 0 0,-133-16 198 0 0,-25-5-69 0 0,0-1 0 0 0,75 3 0 0 0,-101-12 12 0 0,1 2-1 0 0,31 7 1 0 0,-26-5-17 0 0,198 22-191 0 0,-213-26 173 0 0,599 53-53 0 0,20-40-187 0 0,-492 0-1934 0 0,-24-21 1522 0 0,-51 2 841 0 0,-24 3-18 0 0,-31 1 374 0 0,-1 0 1 0 0,0-1 0 0 0,20-6 0 0 0,30-4 447 0 0,-56 11-926 0 0,219-27-53 0 0,-187 20 6 0 0,28-4-70 0 0,92-4 1 0 0,-141 14 65 0 0,131-3 18 0 0,-81 5-3 0 0,-1-1-31 0 0,-10 0-33 0 0,85 10 0 0 0,-107-6 118 0 0,69-4 1 0 0,-38 0-29 0 0,-48 3-48 0 0,-11-1 7 0 0,-1-1 0 0 0,1 0 0 0 0,0 0 0 0 0,0 0 1 0 0,-1-1-1 0 0,10-2 0 0 0,37-2-80 0 0,-38 5 70 0 0,0-2 1 0 0,0 1 0 0 0,0-2-1 0 0,0-1 1 0 0,24-7 0 0 0,-29 7 17 0 0,1 0 1 0 0,0 1-1 0 0,0 0 0 0 0,14 0 1 0 0,41-10-12 0 0,-19-1-25 0 0,62-27 0 0 0,-92 32 56 0 0,1-1 1 0 0,-2-1-1 0 0,1-1 1 0 0,-1 0-1 0 0,29-27 1 0 0,-44 37-11 0 0,0-1 0 0 0,-1 1 1 0 0,0 0-1 0 0,1-1 0 0 0,-1 0 1 0 0,0 1-1 0 0,0-1 0 0 0,-1 0 1 0 0,1 0-1 0 0,-1 0 0 0 0,1 0 1 0 0,-1 0-1 0 0,0 0 0 0 0,0-1 1 0 0,0 1-1 0 0,-1 0 0 0 0,1-1 1 0 0,-1 1-1 0 0,1-5 0 0 0,-1 4 6 0 0,0-1 0 0 0,1 1-1 0 0,0 0 1 0 0,0-1-1 0 0,0 1 1 0 0,1 0-1 0 0,3-8 1 0 0,4-15 33 0 0,-24-9-19 0 0,10-6 9 0 0,6 37-41 0 0,-1-1 0 0 0,-1 0-1 0 0,1 0 1 0 0,-1 0 0 0 0,0 0 0 0 0,-2-7 0 0 0,-8-8-8 0 0,9 17 20 0 0,0 1-1 0 0,0-1 1 0 0,1 1 0 0 0,-1-1-1 0 0,1 0 1 0 0,0 1-1 0 0,0-1 1 0 0,0 0 0 0 0,0 0-1 0 0,1 0 1 0 0,-1-5 0 0 0,1-247 233 0 0,0 255-240 0 0,0 0 0 0 0,0 0 0 0 0,0 0 0 0 0,0 0 0 0 0,0 0 0 0 0,0 0 0 0 0,0 0 0 0 0,-1 0 0 0 0,1 0 0 0 0,-1 0 0 0 0,1 0 0 0 0,0 0 0 0 0,-1 0 0 0 0,1 0 0 0 0,-1 1 0 0 0,0-1 0 0 0,1 0 0 0 0,-1 0 0 0 0,0 0 0 0 0,1 1 0 0 0,-1-1 0 0 0,0 0 0 0 0,0 1 0 0 0,0-1 0 0 0,0 1 0 0 0,0-1 0 0 0,1 1 0 0 0,-2-1 0 0 0,1 1 0 0 0,0 0 0 0 0,0-1 0 0 0,0 1 0 0 0,1-1 0 0 0,-1 1 0 0 0,0-1 0 0 0,0 1 0 0 0,1-1 0 0 0,-1 1 0 0 0,0-1 0 0 0,1 0 0 0 0,-1 1 0 0 0,0-1 0 0 0,1 0 0 0 0,-1 0 0 0 0,1 1 0 0 0,-1-1 0 0 0,1 0 0 0 0,0 0 0 0 0,-1 0 0 0 0,1 1 0 0 0,0-1 0 0 0,0 0 0 0 0,-1 0 0 0 0,1 0 0 0 0,0 0 0 0 0,0-1 0 0 0,0 0 2 0 0,-1 0 1 0 0,0 1 0 0 0,0-1 0 0 0,1 1-1 0 0,-1-1 1 0 0,0 1 0 0 0,0-1 0 0 0,-1 1 0 0 0,1 0-1 0 0,0-1 1 0 0,0 1 0 0 0,-1 0 0 0 0,1 0-1 0 0,0 0 1 0 0,-1 0 0 0 0,1 0 0 0 0,-1 0-1 0 0,1 1 1 0 0,-4-2 0 0 0,-43-18 90 0 0,32 14-68 0 0,-110-37 122 0 0,54 24 70 0 0,-1 2 1 0 0,-122-10-1 0 0,38 6-15 0 0,-24 3-135 0 0,116 13 119 0 0,-92-17 1 0 0,-8-5-51 0 0,106 21-79 0 0,1-4 0 0 0,-96-28 0 0 0,115 27-33 0 0,0 2-1 0 0,0 1 1 0 0,0 2 0 0 0,-55-1 0 0 0,-19-3 177 0 0,42 1-205 0 0,36 5-74 0 0,-64-16 0 0 0,61 11 144 0 0,-1 2 0 0 0,1 1 0 0 0,-61 0 0 0 0,36 2-10 0 0,-65-6-87 0 0,-246-11-112 0 0,248 21-70 0 0,67 3 221 0 0,0 2 0 0 0,-81 19 0 0 0,83-13 6 0 0,-1-2 0 0 0,-81 2 1 0 0,16-3 123 0 0,-139 26 0 0 0,205-25-121 0 0,-152 13 59 0 0,85-11-192 0 0,-121 8 296 0 0,-288-15 0 0 0,365-23-208 0 0,30 2-10 0 0,118 15 38 0 0,-76-9-587 0 0,79 8 558 0 0,1 2 0 0 0,-1 0 1 0 0,0 1-1 0 0,0 1 1 0 0,0 0-1 0 0,-28 7 1 0 0,35-6-26 0 0,-68 16 114 0 0,10-6 0 0 0,-137 14-193 0 0,-1 14 280 0 0,140-16-214 0 0,53-21 125 0 0,-6 0-2 0 0,1 0 0 0 0,-27 1 1 0 0,-11 1 183 0 0,-42 12-425 0 0,51-8 196 0 0,42-7-51 0 0,0-1-1 0 0,0 1 0 0 0,0 0 1 0 0,1 0-1 0 0,-1 1 1 0 0,0 0-1 0 0,1 0 0 0 0,0 0 1 0 0,-1 0-1 0 0,1 0 0 0 0,0 1 1 0 0,1 0-1 0 0,-5 6 1 0 0,3-5 3 0 0,0 0 1 0 0,1 0 0 0 0,-2-1 0 0 0,1 1 0 0 0,0-1 0 0 0,-1 0 0 0 0,0-1 0 0 0,-6 4 0 0 0,-10 7 232 0 0,3 1-112 0 0,-45 16-1908 0 0,3-15-7864 0 0,76-19-2585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5:04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31 880 0 0,'-61'13'1521'0'0,"61"-7"-480"0"0,30-12-1041 0 0,-30 0 80 0 0,31-1 0 0 0,-1 1 160 0 0,0-7-80 0 0,24 7-80 0 0,7 0-320 0 0,-1 6-801 0 0,0 12-479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15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83 160 240 0 0,'-30'31'10085'0'0,"27"-32"-10096"0"0,1 0 0 0 0,-1 0 1 0 0,0 0-1 0 0,0 0 0 0 0,0 1 0 0 0,0-1 1 0 0,0 1-1 0 0,0-1 0 0 0,0 1 0 0 0,0 0 1 0 0,-4 1-1 0 0,-7-1 197 0 0,37 0-83 0 0,210-5 617 0 0,298-47 0 0 0,-299 1-655 0 0,-98 18-2184 0 0,-118 30 1571 0 0,18-6-2439 0 0,-34 3 1150 0 0,-15-2-21 0 0,-15-9-623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15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0 1361 0 0,'-9'0'972'0'0,"0"0"0"0"0,0 0 0 0 0,0 1 0 0 0,1 0 0 0 0,-1 1 0 0 0,0 0 0 0 0,-14 5 1 0 0,22-7-967 0 0,1 1 0 0 0,0-1 1 0 0,-1 0-1 0 0,1 0 0 0 0,0 1 1 0 0,0-1-1 0 0,-1 0 0 0 0,1 0 1 0 0,0 1-1 0 0,0-1 1 0 0,0 0-1 0 0,0 1 0 0 0,-1-1 1 0 0,1 0-1 0 0,0 1 0 0 0,0-1 1 0 0,0 0-1 0 0,0 1 0 0 0,0-1 1 0 0,0 1-1 0 0,0-1 1 0 0,0 0-1 0 0,0 1 0 0 0,0-1 1 0 0,0 0-1 0 0,0 1 0 0 0,0-1 1 0 0,0 0-1 0 0,0 1 1 0 0,0-1-1 0 0,0 0 0 0 0,1 1 1 0 0,-1-1-1 0 0,0 0 0 0 0,0 1 1 0 0,0-1-1 0 0,0 0 0 0 0,1 1 1 0 0,-1-1-1 0 0,0 0 1 0 0,0 0-1 0 0,1 1 0 0 0,0-1 1 0 0,19 26 113 0 0,-5 11 26 0 0,2-17-74 0 0,-12-15-40 0 0,-1 0-1 0 0,0 0 1 0 0,0 0-1 0 0,0 1 1 0 0,-1-1-1 0 0,0 1 1 0 0,0 0-1 0 0,0 0 1 0 0,2 9-1 0 0,7 16 92 0 0,22 39 0 0 0,6 12 58 0 0,-25-49-87 0 0,1-1-1 0 0,22 30 0 0 0,13 25-106 0 0,-46-80-69 0 0,-1 1 0 0 0,1-1 0 0 0,1 0 0 0 0,-1 0 0 0 0,1 0 0 0 0,0-1 0 0 0,0 0 0 0 0,1 0 1 0 0,0 0-1 0 0,0-1 0 0 0,9 5 0 0 0,-12-8-260 0 0,2 1 0 0 0,-1-1 0 0 0,0 0 0 0 0,0 0 0 0 0,1 0 0 0 0,-1-1 1 0 0,1 0-1 0 0,-1 0 0 0 0,9 1 0 0 0,-13-2 218 0 0,-1 0 1 0 0,0 0 0 0 0,1 0-1 0 0,-1 0 1 0 0,0 0-1 0 0,1 0 1 0 0,-1 0-1 0 0,0 0 1 0 0,1 0-1 0 0,-1 0 1 0 0,0 0-1 0 0,1 0 1 0 0,-1 0-1 0 0,0 0 1 0 0,1 0 0 0 0,-1-1-1 0 0,0 1 1 0 0,1 0-1 0 0,-1 0 1 0 0,0 0-1 0 0,0 0 1 0 0,1-1-1 0 0,-1 1 1 0 0,0 0-1 0 0,0 0 1 0 0,1-1-1 0 0,-1 1 1 0 0,0 0 0 0 0,0 0-1 0 0,0-1 1 0 0,1 1-1 0 0,-1 0 1 0 0,0-1-1 0 0,0 1 1 0 0,0 0-1 0 0,0-1 1 0 0,0 1-1 0 0,0 0 1 0 0,0 0-1 0 0,1-1 1 0 0,-1 1 0 0 0,0 0-1 0 0,0-1 1 0 0,0 1-1 0 0,0-1 1 0 0,-1 1-1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16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1 4242 0 0,'-112'15'5204'0'0,"57"-8"-4307"0"0,42-5 41 0 0,13-1 734 0 0,287 22-334 0 0,-230-22-1348 0 0,0-2-1 0 0,110-16 1 0 0,-162 16-777 0 0,-5-3-1659 0 0,-30 14-6660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16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0 3602 0 0,'-125'3'5967'0'0,"73"-1"-5180"0"0,42-1-199 0 0,16-1 407 0 0,176-1 444 0 0,233 3 603 0 0,-272 9-1606 0 0,-127-8-933 0 0,0-1 0 0 0,0 2-1 0 0,0 0 1 0 0,-1 1 0 0 0,30 13 0 0 0,-5 10-4026 0 0,16-2-2466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30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176 587 3442 0 0,'0'1'91'0'0,"0"0"1"0"0,0 0 0 0 0,0 0 0 0 0,0 0 0 0 0,0 0 0 0 0,-1 0 0 0 0,1 0 0 0 0,0 0 0 0 0,-1 0 0 0 0,1 0 0 0 0,0 0-1 0 0,-1-1 1 0 0,1 1 0 0 0,-1 0 0 0 0,0 0 0 0 0,1 0 0 0 0,-1-1 0 0 0,0 1 0 0 0,1 0 0 0 0,-1 0 0 0 0,0-1 0 0 0,0 1-1 0 0,0-1 1 0 0,1 1 0 0 0,-1-1 0 0 0,0 1 0 0 0,0-1 0 0 0,-2 1 0 0 0,2-1-77 0 0,1 1 1 0 0,-1-1-1 0 0,0 0 0 0 0,1 0 1 0 0,-1 1-1 0 0,0-1 0 0 0,1 0 1 0 0,-1 1-1 0 0,1-1 0 0 0,-1 1 1 0 0,0-1-1 0 0,1 1 0 0 0,-1-1 1 0 0,1 1-1 0 0,-1-1 0 0 0,1 1 1 0 0,0 0-1 0 0,-1-1 0 0 0,1 1 1 0 0,-1 0-1 0 0,1-1 0 0 0,0 1 1 0 0,0 0-1 0 0,-1-1 0 0 0,1 1 1 0 0,0 0-1 0 0,0 1 0 0 0,0-1 43 0 0,-1 0 0 0 0,1 0 0 0 0,0 0 0 0 0,0 0-1 0 0,-1 0 1 0 0,1 0 0 0 0,-1 0 0 0 0,1-1 0 0 0,-1 1 0 0 0,0 0-1 0 0,1 0 1 0 0,-1 0 0 0 0,0-1 0 0 0,1 1 0 0 0,-1 0 0 0 0,0-1-1 0 0,0 1 1 0 0,0 0 0 0 0,1-1 0 0 0,-1 1 0 0 0,0-1 0 0 0,0 0-1 0 0,0 1 1 0 0,0-1 0 0 0,-1 1 0 0 0,-36 9 749 0 0,9-3-623 0 0,21-2-121 0 0,-14 3 194 0 0,17-27-57 0 0,0 16-178 0 0,3 2-8 0 0,1 1 0 0 0,0 0-1 0 0,0-1 1 0 0,0 1 0 0 0,0-1 0 0 0,0 0-1 0 0,0 1 1 0 0,0-1 0 0 0,0 0 0 0 0,0 1-1 0 0,1-1 1 0 0,-1 0 0 0 0,0 0 0 0 0,0 0-1 0 0,1 0 1 0 0,-1 0 0 0 0,0 0 0 0 0,1 0-1 0 0,-1 0 1 0 0,1 0 0 0 0,-1 0 0 0 0,1 0 0 0 0,0 0-1 0 0,-1 0 1 0 0,1 0 0 0 0,0-1 0 0 0,0 1-1 0 0,0 0 1 0 0,0 0 0 0 0,0 0 0 0 0,0 0-1 0 0,0 0 1 0 0,0-1 0 0 0,0 1 0 0 0,1 0-1 0 0,-1 0 1 0 0,0 0 0 0 0,1 0 0 0 0,-1 0-1 0 0,1 0 1 0 0,-1 0 0 0 0,2-2 0 0 0,11-18 259 0 0,-9 12-125 0 0,1 1 0 0 0,1 0-1 0 0,-1 0 1 0 0,1 1 0 0 0,1-1-1 0 0,7-7 1 0 0,16-10 190 0 0,-1-2 0 0 0,-2-1 0 0 0,0-1 0 0 0,-2-1 0 0 0,38-60 0 0 0,-34 54-242 0 0,-27 34-76 0 0,1-1-1 0 0,0 1 1 0 0,-1-1-1 0 0,0 1 0 0 0,1-1 1 0 0,-1 0-1 0 0,0 0 1 0 0,0 0-1 0 0,-1 0 1 0 0,1 0-1 0 0,-1-1 0 0 0,1 1 1 0 0,-1 0-1 0 0,0-1 1 0 0,0 1-1 0 0,0-8 0 0 0,-1-116 795 0 0,0 126-811 0 0,0-1 0 0 0,0 1 0 0 0,0-1 0 0 0,1 1 0 0 0,-1-1 0 0 0,0 1 0 0 0,1-1 0 0 0,-1 1 0 0 0,1-1 0 0 0,-1 1 0 0 0,1-1 0 0 0,0 1 0 0 0,0 0 0 0 0,0-1-1 0 0,-1 1 1 0 0,1 0 0 0 0,0 0 0 0 0,1 0 0 0 0,-1 0 0 0 0,2-2 0 0 0,-2 2 1 0 0,0 0-1 0 0,1 0 0 0 0,-1 0 1 0 0,0-1-1 0 0,0 1 1 0 0,0 0-1 0 0,0-1 0 0 0,0 1 1 0 0,0-1-1 0 0,-1 1 1 0 0,1-1-1 0 0,0 1 0 0 0,-1-1 1 0 0,1 0-1 0 0,-1 1 1 0 0,1-1-1 0 0,-1 1 0 0 0,0-1 1 0 0,0 0-1 0 0,0-2 0 0 0,-2-9-326 0 0,9 38-20 0 0,7 2 494 0 0,29 41 1 0 0,-30-50-73 0 0,0 0 0 0 0,-2 1-1 0 0,0 1 1 0 0,-2 0-1 0 0,0 0 1 0 0,9 31-1 0 0,22 125 536 0 0,-37-168-611 0 0,0 0 1 0 0,1-1-1 0 0,-1 1 1 0 0,1-1-1 0 0,6 8 1 0 0,-6-11-27 0 0,-1 1 0 0 0,0-1-1 0 0,0 1 1 0 0,-1 0 0 0 0,1 0 0 0 0,-1 0 0 0 0,0 1 0 0 0,0-1-1 0 0,-1 1 1 0 0,0-1 0 0 0,0 1 0 0 0,1 10 0 0 0,-2-12-85 0 0,0 0 1 0 0,1 0-1 0 0,-1 0 0 0 0,1 1 1 0 0,0-1-1 0 0,0 0 1 0 0,1 0-1 0 0,-1 0 0 0 0,1 0 1 0 0,0-1-1 0 0,0 1 1 0 0,4 6-1 0 0,0-1-267 0 0,-4 1-301 0 0,-2-10 603 0 0,0 1 1 0 0,0-1-1 0 0,0 1 0 0 0,0-1 1 0 0,0 1-1 0 0,0 0 0 0 0,0-1 1 0 0,0 1-1 0 0,0-1 1 0 0,1 1-1 0 0,-1-1 0 0 0,0 1 1 0 0,0-1-1 0 0,0 1 0 0 0,1-1 1 0 0,-1 1-1 0 0,0-1 0 0 0,1 1 1 0 0,-1-1-1 0 0,0 1 1 0 0,1-1-1 0 0,-1 0 0 0 0,0 1 1 0 0,1-1-1 0 0,-1 1 0 0 0,1-1 1 0 0,-1 0-1 0 0,1 0 1 0 0,-1 1-1 0 0,1-1 0 0 0,-1 0 1 0 0,1 0-1 0 0,-1 1 0 0 0,1-1 1 0 0,-1 0-1 0 0,1 0 1 0 0,-1 0-1 0 0,2 0 0 0 0,0 0-92 0 0,0 0 0 0 0,0 0 0 0 0,0 0 0 0 0,0 0 0 0 0,1-1-1 0 0,-1 1 1 0 0,0-1 0 0 0,0 1 0 0 0,0-1 0 0 0,0 0 0 0 0,-1 1-1 0 0,1-1 1 0 0,0 0 0 0 0,0-1 0 0 0,0 1 0 0 0,-1 0 0 0 0,1 0 0 0 0,-1-1-1 0 0,1 1 1 0 0,-1-1 0 0 0,1 1 0 0 0,-1-1 0 0 0,0 0 0 0 0,0 1-1 0 0,0-1 1 0 0,0 0 0 0 0,0 0 0 0 0,0 0 0 0 0,0 0 0 0 0,0 0-1 0 0,-1 0 1 0 0,1 0 0 0 0,-1 0 0 0 0,0 0 0 0 0,0 0 0 0 0,1 0 0 0 0,-1 0-1 0 0,0 0 1 0 0,-1 0 0 0 0,1-1 0 0 0,-1-1 0 0 0,1-16-1889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30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6 400 0 0,'-11'2'1003'0'0,"0"-1"-1"0"0,0 0 0 0 0,0-1 1 0 0,-13-1-1 0 0,6 1-518 0 0,-19 8 2084 0 0,35-8-2512 0 0,0 0 1 0 0,0 1-1 0 0,1-1 0 0 0,-1 1 0 0 0,0-1 0 0 0,1 1 0 0 0,-1 0 0 0 0,0 0 0 0 0,1 0 0 0 0,-1 0 0 0 0,1 0 0 0 0,-1 0 0 0 0,1 0 0 0 0,0 0 0 0 0,-1 0 1 0 0,0 3-1 0 0,2-4-38 0 0,1 1 1 0 0,-1 0-1 0 0,1 0 1 0 0,0-1-1 0 0,-1 1 1 0 0,1 0-1 0 0,0-1 0 0 0,0 1 1 0 0,-1 0-1 0 0,1-1 1 0 0,0 1-1 0 0,0-1 1 0 0,0 0-1 0 0,0 1 1 0 0,0-1-1 0 0,0 0 1 0 0,-1 1-1 0 0,1-1 1 0 0,0 0-1 0 0,0 0 1 0 0,2 0-1 0 0,33 6 84 0 0,-26-4-37 0 0,25 2-258 0 0,1-2 0 0 0,-1-1-1 0 0,51-5 1 0 0,-36-2-2862 0 0,96-23 0 0 0,-86 10 507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31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1 640 0 0,'-55'31'5069'0'0,"50"-25"-4010"0"0,0 0 257 0 0,-2-5-1144 0 0,6-1-150 0 0,1-1-1 0 0,-1 1 1 0 0,0 0 0 0 0,0 0-1 0 0,1 0 1 0 0,-1 0-1 0 0,0 1 1 0 0,1-1-1 0 0,-1 0 1 0 0,0 0-1 0 0,1 0 1 0 0,-1 1-1 0 0,0-1 1 0 0,1 0 0 0 0,-1 0-1 0 0,1 1 1 0 0,-1-1-1 0 0,0 1 1 0 0,1-1-1 0 0,-1 0 1 0 0,1 1-1 0 0,-1-1 1 0 0,1 1-1 0 0,0 0 1 0 0,-1-1-1 0 0,1 1 1 0 0,-1-1 0 0 0,1 1-1 0 0,0-1 1 0 0,-1 1-1 0 0,1 0 1 0 0,0-1-1 0 0,0 1 1 0 0,0 0-1 0 0,-1-1 1 0 0,1 1-1 0 0,0 0 1 0 0,0-1 0 0 0,0 1-1 0 0,0 0 1 0 0,0 0-1 0 0,0-1 1 0 0,1 2-1 0 0,-1-1-12 0 0,1 0 0 0 0,0-1 1 0 0,0 1-1 0 0,0 0 0 0 0,0-1 0 0 0,0 1 0 0 0,0-1 0 0 0,0 1 0 0 0,0-1 0 0 0,0 0 0 0 0,0 1 1 0 0,0-1-1 0 0,0 0 0 0 0,0 0 0 0 0,0 1 0 0 0,1-1 0 0 0,-1 0 0 0 0,0 0 0 0 0,0 0 1 0 0,0-1-1 0 0,0 1 0 0 0,2 0 0 0 0,7 0 21 0 0,131 12 37 0 0,-98-6-1054 0 0,1-2 0 0 0,79-3 0 0 0,-118-1 577 0 0,-4 0 294 0 0,0 0 0 0 0,0 0 0 0 0,-1 0 0 0 0,1 0 0 0 0,0 1 0 0 0,0-1 0 0 0,0 0 0 0 0,0-1 0 0 0,0 1 0 0 0,0 0 0 0 0,0 0 0 0 0,0 0 0 0 0,-1 0 0 0 0,1-1 0 0 0,0 1 0 0 0,0 0 0 0 0,0-1 0 0 0,0 1 0 0 0,-1-1 0 0 0,1 1 0 0 0,0-1 0 0 0,0 1 0 0 0,-1-1 0 0 0,1 0 0 0 0,-1 1 0 0 0,1-1 0 0 0,0 0 0 0 0,-1 1 0 0 0,1-1 0 0 0,-1 0 0 0 0,1-1 0 0 0,-1-10-1912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31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0 720 0 0,'0'6'2401'0'0,"-30"8"-480"0"0,30 5 0 0 0,0 12-480 0 0,0 13-721 0 0,0 14-480 0 0,0-7 0 0 0,61-1-80 0 0,-31 14-79 0 0,0-12-1 0 0,-30-2-80 0 0,30-12-161 0 0,0-19-399 0 0,1-19-880 0 0,-1-19-2322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34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92 400 0 0,'-48'-7'3750'0'0,"18"2"-1192"0"0,29 5-1983 0 0,14 3-828 0 0,-8-2 440 0 0,-2-2-100 0 0,0 0 0 0 0,0-1 0 0 0,0 1 0 0 0,1 1 0 0 0,-1-1 0 0 0,0 0-1 0 0,0 1 1 0 0,0-1 0 0 0,1 1 0 0 0,-1 0 0 0 0,0 0 0 0 0,0 1 0 0 0,6 0 0 0 0,2-1 43 0 0,54 1 0 0 0,-21 1-5 0 0,0-2-1 0 0,0-3 0 0 0,61-10 0 0 0,10-7 63 0 0,-114 20-179 0 0,-1 0 0 0 0,0-1 0 0 0,1 1 0 0 0,-1 0 0 0 0,0 0 0 0 0,1 0 0 0 0,-1 0 0 0 0,0-1 0 0 0,0 1 0 0 0,1 0 0 0 0,-1 0 0 0 0,0-1 0 0 0,0 1 0 0 0,1 0 0 0 0,-1 0 0 0 0,0-1 0 0 0,0 1 1 0 0,0 0-1 0 0,0-1 0 0 0,1 1 0 0 0,-1 0 0 0 0,0-1 0 0 0,0 1 0 0 0,0 0 0 0 0,0-1 0 0 0,0 1 0 0 0,0 0 0 0 0,0-1 0 0 0,0 1 0 0 0,0 0 0 0 0,0-1 0 0 0,0 1 0 0 0,0 0 0 0 0,0-1 0 0 0,0 1 0 0 0,0 0 0 0 0,0-1 1 0 0,0 1-1 0 0,-1 0 0 0 0,1-1 0 0 0,0 1 0 0 0,0 0 0 0 0,0-1 0 0 0,0 1 0 0 0,-1 0 0 0 0,1 0 0 0 0,0-1 0 0 0,0 1 0 0 0,-1 0 0 0 0,1 0 0 0 0,0 0 0 0 0,-1-1 0 0 0,1 1 0 0 0,0 0 0 0 0,0 0 0 0 0,-1 0 0 0 0,0-1 1 0 0,-71-8 319 0 0,-87-2 1 0 0,38 5-106 0 0,43 3-135 0 0,25 5-16 0 0,-123-2 168 0 0,151 1-173 0 0,25-1-66 0 0,-1 0 0 0 0,1 0 0 0 0,-1 1 0 0 0,1-1 0 0 0,0 0 0 0 0,-1 0 0 0 0,1 1 0 0 0,0-1 0 0 0,-1 0 0 0 0,1 1 0 0 0,0-1 0 0 0,0 0 0 0 0,-1 1 0 0 0,1-1 0 0 0,0 1 0 0 0,0-1 0 0 0,-1 1 0 0 0,1-1 0 0 0,0 0 0 0 0,0 1 0 0 0,0-1 0 0 0,0 1 0 0 0,0-1 0 0 0,0 1 0 0 0,0-1 0 0 0,0 1 0 0 0,0-1 0 0 0,0 1 0 0 0,1 7 63 0 0,0-6-52 0 0,0 1-1 0 0,0-1 1 0 0,0 0 0 0 0,1 0-1 0 0,-1 1 1 0 0,1-1-1 0 0,-1 0 1 0 0,1 0 0 0 0,0-1-1 0 0,-1 1 1 0 0,1 0 0 0 0,0-1-1 0 0,0 1 1 0 0,0-1-1 0 0,1 1 1 0 0,-1-1 0 0 0,0 0-1 0 0,5 2 1 0 0,52 22 167 0 0,90 45 44 0 0,-97-44-126 0 0,13 11-16 0 0,-35-29-95 0 0,-18-6-40 0 0,-1-2 0 0 0,0 0 0 0 0,0 0-1 0 0,21-4 1 0 0,7 1-62 0 0,-34 2 50 0 0,-5-3 66 0 0,0 3 66 0 0,3-2-14 0 0,-9 0 1 0 0,-21 1 323 0 0,9 2-359 0 0,-95 3 114 0 0,101-1-142 0 0,0 0 0 0 0,0 1 0 0 0,1 0 0 0 0,-22 10 0 0 0,28-11 21 0 0,0 0 0 0 0,1 1 0 0 0,-1 0 0 0 0,1 0 0 0 0,0 0 0 0 0,0 1 0 0 0,-5 4 0 0 0,-17 14 70 0 0,18-19-58 0 0,8-3-18 0 0,-1 0 0 0 0,0 0 0 0 0,0 0 0 0 0,0 1 0 0 0,1-1 0 0 0,-1 0 0 0 0,0 0 0 0 0,0 1 0 0 0,1-1 1 0 0,-1 0-1 0 0,0 1 0 0 0,1-1 0 0 0,-1 1 0 0 0,0-1 0 0 0,1 1 0 0 0,-1-1 0 0 0,1 1 0 0 0,-1 0 0 0 0,1-1 0 0 0,-1 1 0 0 0,1-1 0 0 0,-1 1 0 0 0,1 0 0 0 0,0 0 0 0 0,-1-1 0 0 0,1 1 0 0 0,0 0 0 0 0,0 0 0 0 0,-1-1 0 0 0,1 2 0 0 0,0-1 0 0 0,0-1 0 0 0,0 1 0 0 0,0 0 0 0 0,0-1 0 0 0,0 1 0 0 0,-1 0 0 0 0,1-1 0 0 0,0 1 0 0 0,-1 0 0 0 0,1-1 0 0 0,0 1 0 0 0,-1-1 1 0 0,1 1-1 0 0,0-1 0 0 0,-1 1 0 0 0,1-1 0 0 0,-1 1 0 0 0,1-1 0 0 0,-1 1 0 0 0,1-1 0 0 0,-1 0 0 0 0,1 1 0 0 0,-1-1 0 0 0,0 0 0 0 0,1 1 0 0 0,-1-1 0 0 0,1 0 0 0 0,-1 0 0 0 0,0 0 1 0 0,1 1-1 0 0,-2-1 0 0 0,1 0-4 0 0,0 0 1 0 0,0 0-1 0 0,1 0 1 0 0,-1 1-1 0 0,0-1 1 0 0,1 0-1 0 0,-1 0 1 0 0,0 1-1 0 0,1-1 1 0 0,-1 0-1 0 0,0 1 1 0 0,1-1-1 0 0,-1 1 1 0 0,1-1-1 0 0,-1 0 1 0 0,1 1-1 0 0,-1 0 1 0 0,1-1-1 0 0,-1 1 1 0 0,1-1-1 0 0,-1 1 1 0 0,1 0-1 0 0,0-1 1 0 0,-1 1-1 0 0,1 0 1 0 0,0-1-1 0 0,0 1 1 0 0,-1 0-1 0 0,1-1 1 0 0,0 1-1 0 0,0 0 1 0 0,0 0-1 0 0,0 134 81 0 0,0-134-81 0 0,0 0 1 0 0,0 1 0 0 0,0-1-1 0 0,1 0 1 0 0,-1 0 0 0 0,0 1-1 0 0,1-1 1 0 0,-1 0 0 0 0,1 0-1 0 0,-1 0 1 0 0,1 0 0 0 0,0 1-1 0 0,-1-1 1 0 0,1 0 0 0 0,0 0-1 0 0,0 0 1 0 0,0 0 0 0 0,0-1 0 0 0,0 1-1 0 0,0 0 1 0 0,0 0 0 0 0,2 1-1 0 0,6 6-2 0 0,21 38 149 0 0,-29-45-143 0 0,0-1 0 0 0,-1 1 0 0 0,1 0 0 0 0,-1-1 0 0 0,1 1 0 0 0,-1 0 0 0 0,0 0 0 0 0,1 0 1 0 0,-1-1-1 0 0,0 1 0 0 0,1 0 0 0 0,-1 0 0 0 0,0 0 0 0 0,0 0 0 0 0,0 0 0 0 0,0-1 0 0 0,1 1 1 0 0,-2 0-1 0 0,1 0 0 0 0,0 0 0 0 0,0 0 0 0 0,0 0 0 0 0,0 1 0 0 0,-1-2-4 0 0,1 1 0 0 0,0-1 0 0 0,0 0 0 0 0,0 1 0 0 0,0-1-1 0 0,0 1 1 0 0,0-1 0 0 0,0 0 0 0 0,0 1 0 0 0,0-1 0 0 0,0 1 0 0 0,0-1-1 0 0,0 0 1 0 0,0 1 0 0 0,0-1 0 0 0,0 1 0 0 0,0-1 0 0 0,0 0 0 0 0,0 1-1 0 0,0-1 1 0 0,1 0 0 0 0,-1 1 0 0 0,0-1 0 0 0,0 0 0 0 0,1 1 0 0 0,-1-1-1 0 0,0 0 1 0 0,0 1 0 0 0,1-1 0 0 0,-1 0 0 0 0,0 1 0 0 0,1-1 0 0 0,-1 0-1 0 0,0 0 1 0 0,1 0 0 0 0,-1 1 0 0 0,24 7 64 0 0,0 0-1 0 0,46 8 1 0 0,14 4 132 0 0,-49-11-53 0 0,65 7 0 0 0,-71-13-1359 0 0,0 2 0 0 0,53 14 0 0 0,-56-8-2772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41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39 400 0 0,'-25'0'2161'0'0,"4"-4"1396"0"0,12 2-3325 0 0,4 2 608 0 0,5-1-813 0 0,0 0 1 0 0,0 0-1 0 0,1 0 0 0 0,-1 0 1 0 0,0 0-1 0 0,1 0 0 0 0,-1 0 1 0 0,1 0-1 0 0,-1 0 0 0 0,1 0 0 0 0,0 1 1 0 0,-1-1-1 0 0,1 0 0 0 0,0 0 1 0 0,-1 1-1 0 0,1-1 0 0 0,0 0 1 0 0,0 1-1 0 0,0-1 0 0 0,0 1 1 0 0,0-1-1 0 0,0 1 0 0 0,0-1 1 0 0,0 1-1 0 0,0 0 0 0 0,0-1 1 0 0,0 1-1 0 0,0 0 0 0 0,0 0 1 0 0,0 0-1 0 0,0 0 0 0 0,0 0 1 0 0,0 0-1 0 0,2 0 0 0 0,56 3 113 0 0,-21 1 58 0 0,429 15-718 0 0,-464-19 562 0 0,24-3-1482 0 0,-27 3 1374 0 0,1 0 0 0 0,-1 0 0 0 0,0 0 0 0 0,1 0 0 0 0,-1 0 0 0 0,0-1 0 0 0,1 1 0 0 0,-1 0-1 0 0,0 0 1 0 0,1-1 0 0 0,-1 1 0 0 0,0 0 0 0 0,1 0 0 0 0,-1-1 0 0 0,0 1 0 0 0,0 0 0 0 0,1-1 0 0 0,-1 1 0 0 0,0 0 0 0 0,0-1 0 0 0,0 1 0 0 0,0-1 0 0 0,1 1 0 0 0,-1 0 0 0 0,0-1-1 0 0,0 1 1 0 0,0-1 0 0 0,0 1 0 0 0,0 0 0 0 0,0-1 0 0 0,0 1 0 0 0,0-1 0 0 0,0 1 0 0 0,0 0 0 0 0,0-1 0 0 0,-1 1 0 0 0,1-1 0 0 0,0 1 0 0 0,0 0 0 0 0,0-1 0 0 0,0 1 0 0 0,0 0-1 0 0,-1-1 1 0 0,1 1 0 0 0,0 0 0 0 0,0-1 0 0 0,-1 1 0 0 0,1 0 0 0 0,0 0 0 0 0,-1-1 0 0 0,1 1 0 0 0,0 0 0 0 0,-1 0 0 0 0,1-1 0 0 0,0 1 0 0 0,-1 0 0 0 0,0 0 0 0 0,-24-19-2109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42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26 2001 0 0,'-30'-6'1841'0'0,"30"-7"-481"0"0,-31 13-399 0 0,31-6-241 0 0,0 12-240 0 0,31-6-79 0 0,-31 27-1 0 0,30 28 0 0 0,30 16-80 0 0,-30-26-160 0 0,1-1-160 0 0,-1 0 80 0 0,-30 2-160 0 0,30-2 0 0 0,0-13-240 0 0,30-17-320 0 0,-35-14-641 0 0,5-6-2080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43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1 600 2001 0 0,'4'20'4037'0'0,"-4"-20"-3999"0"0,1 1 0 0 0,0 0 1 0 0,-1-1-1 0 0,1 1 1 0 0,0-1-1 0 0,-1 0 1 0 0,1 1-1 0 0,0-1 0 0 0,0 0 1 0 0,0 1-1 0 0,-1-1 1 0 0,1 0-1 0 0,0 0 0 0 0,0 0 1 0 0,0 1-1 0 0,0-1 1 0 0,0 0-1 0 0,-1 0 0 0 0,1 0 1 0 0,2-1-1 0 0,0 1-12 0 0,2 0 147 0 0,0 0-13 0 0,-5 0-140 0 0,1 0-7 0 0,0 0 0 0 0,1-1 0 0 0,-1 1 0 0 0,0 0 0 0 0,0 0 0 0 0,0 0 0 0 0,0 0 0 0 0,0 0 0 0 0,0 0 0 0 0,1 1 0 0 0,-1-1 0 0 0,0 0 1 0 0,0 1-1 0 0,0-1 0 0 0,0 0 0 0 0,0 1 0 0 0,0-1 0 0 0,0 1 0 0 0,0 0 0 0 0,0-1 0 0 0,1 2 0 0 0,-1-1 5 0 0,0-1 1 0 0,0 1-1 0 0,-1 0 0 0 0,1-1 1 0 0,0 1-1 0 0,0 0 0 0 0,0-1 0 0 0,0 1 1 0 0,1-1-1 0 0,-1 0 0 0 0,0 1 0 0 0,0-1 1 0 0,0 0-1 0 0,0 0 0 0 0,0 0 1 0 0,0 0-1 0 0,1 0 0 0 0,-1 0 0 0 0,0 0 1 0 0,0 0-1 0 0,0 0 0 0 0,0 0 1 0 0,0 0-1 0 0,0-1 0 0 0,0 1 0 0 0,2-1 1 0 0,-3-371 1755 0 0,0 365-1748 0 0,-1-1 1 0 0,0 1 0 0 0,0 0-1 0 0,-1 0 1 0 0,0 0-1 0 0,0 0 1 0 0,-5-11 0 0 0,5 12-61 0 0,-1 0 1 0 0,1 0 0 0 0,0 0 0 0 0,1 0-1 0 0,-1-1 1 0 0,1 1 0 0 0,0-10-1 0 0,0 12 34 0 0,1 0 0 0 0,-1 1-1 0 0,-1-1 1 0 0,1 0 0 0 0,0 0-1 0 0,-1 1 1 0 0,0-1 0 0 0,0 1-1 0 0,-3-6 1 0 0,-10-22 43 0 0,14 30-43 0 0,1 0 0 0 0,0 0 0 0 0,0 0 0 0 0,0 0 0 0 0,0-1 0 0 0,0 1 0 0 0,0 0 0 0 0,0 0 0 0 0,0 0 0 0 0,0-1 0 0 0,0 1 0 0 0,0 0 0 0 0,1 0 0 0 0,-1 0 0 0 0,0 0 0 0 0,1 0 0 0 0,-1 0 0 0 0,1-1 0 0 0,0 1 0 0 0,-1 0 0 0 0,1 0 0 0 0,0 1 0 0 0,1-3 0 0 0,8-5 0 0 0,-7 4 0 0 0,-10-1 0 0 0,1 1 0 0 0,1-3 0 0 0,5 0 0 0 0,2 14-149 0 0,8 3 63 0 0,3 4 95 0 0,-7-1 15 0 0,-1 1 0 0 0,0 0 1 0 0,-1 0-1 0 0,3 18 1 0 0,-4-17-14 0 0,5 46 17 0 0,-8-53-15 0 0,0 1 1 0 0,1-1-1 0 0,0 0 0 0 0,1 0 0 0 0,0 0 0 0 0,0 0 1 0 0,1 0-1 0 0,0 0 0 0 0,0 0 0 0 0,7 11 1 0 0,-2-7 5 0 0,2 3-7 0 0,-1 0 0 0 0,0 1 0 0 0,11 26-1 0 0,10 44-184 0 0,-29-84 157 0 0,-1-1-1 0 0,1 1 1 0 0,0 0 0 0 0,0 0 0 0 0,1 0 0 0 0,-1-1-1 0 0,0 1 1 0 0,0-1 0 0 0,1 1 0 0 0,-1-1 0 0 0,1 1-1 0 0,1 0 1 0 0,10 0 10 0 0,-13-2 7 0 0,0 0-1 0 0,0-1 1 0 0,0 1 0 0 0,0 0-1 0 0,1 0 1 0 0,-1 0-1 0 0,0 0 1 0 0,0 0-1 0 0,0 0 1 0 0,0 0-1 0 0,0 0 1 0 0,1 0-1 0 0,-1 0 1 0 0,0 0-1 0 0,0 0 1 0 0,0 0-1 0 0,0 0 1 0 0,1 0-1 0 0,-1 0 1 0 0,0 0-1 0 0,0 0 1 0 0,0 0-1 0 0,0 0 1 0 0,0 0-1 0 0,1 1 1 0 0,-1-1-1 0 0,0 0 1 0 0,0 0-1 0 0,0 0 1 0 0,0 0 0 0 0,0 0-1 0 0,0 0 1 0 0,0 0-1 0 0,1 0 1 0 0,-1 1-1 0 0,0-1 1 0 0,0 0-1 0 0,0 0 1 0 0,0 0-1 0 0,0 0 1 0 0,0 0-1 0 0,0 1 1 0 0,0-1-1 0 0,0 0 1 0 0,0 0-1 0 0,0 0 1 0 0,0 0-1 0 0,0 0 1 0 0,0 1-1 0 0,0-1 1 0 0,0 0-1 0 0,0 0 1 0 0,0 0-1 0 0,0 0 1 0 0,0 0 0 0 0,0 1-1 0 0,10 2 120 0 0,66 14-40 0 0,-69-20-147 0 0,-4-1 67 0 0,-2 3 9 0 0,1 0 0 0 0,-1 1 0 0 0,1-1 0 0 0,-1 0-1 0 0,0 0 1 0 0,1-1 0 0 0,-1 1 0 0 0,0 0 0 0 0,0 0-1 0 0,0-1 1 0 0,0 1 0 0 0,0 0 0 0 0,0-1 0 0 0,0 1-1 0 0,0-1 1 0 0,-1 1 0 0 0,1-1 0 0 0,-1 0 0 0 0,1-1-1 0 0,8-18 137 0 0,1-1-87 0 0,-1 0 0 0 0,-1-1 1 0 0,-1 0-1 0 0,-1 0 0 0 0,-1-1 1 0 0,-1 0-1 0 0,2-47 0 0 0,-6-79-604 0 0,0 145 416 0 0,1 1 1 0 0,-1-1-1 0 0,1 1 1 0 0,0 0-1 0 0,0-1 1 0 0,0 1-1 0 0,1 0 1 0 0,-1 0-1 0 0,1 0 1 0 0,0 0-1 0 0,1 0 1 0 0,-1 0-1 0 0,4-4 1 0 0,-4 4-33 0 0,-1 3 68 0 0,-1 1 0 0 0,1-1 0 0 0,-1 0 0 0 0,1 1 0 0 0,-1-1 0 0 0,1 0 0 0 0,-1 1 0 0 0,1-1 0 0 0,0 1 0 0 0,-1-1 0 0 0,1 1 0 0 0,0-1 0 0 0,-1 1 0 0 0,1 0 0 0 0,0-1 0 0 0,0 1 0 0 0,-1 0 0 0 0,1 0 0 0 0,0-1 0 0 0,0 1 0 0 0,0 0 0 0 0,-1 0 0 0 0,1 0 0 0 0,0 0 0 0 0,0 0 0 0 0,0 0 0 0 0,0 0 0 0 0,-1 0 0 0 0,1 0 0 0 0,0 1 0 0 0,0-1 0 0 0,0 0 0 0 0,-1 0 0 0 0,1 1 0 0 0,0-1 0 0 0,0 0 0 0 0,-1 1 0 0 0,2 0 0 0 0,0 0-375 0 0,3 6-1985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44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0 274 160 0 0,'0'13'2581'0'0,"0"-9"-1001"0"0,0-8 809 0 0,3-7-1841 0 0,8 8-336 0 0,-10 3-206 0 0,0 0 1 0 0,-1 0-1 0 0,1 0 1 0 0,-1 0-1 0 0,1 0 1 0 0,0 0-1 0 0,-1 0 1 0 0,1 0 0 0 0,-1 0-1 0 0,1 0 1 0 0,0-1-1 0 0,-1 1 1 0 0,1 0-1 0 0,-1 0 1 0 0,1-1-1 0 0,-1 1 1 0 0,1 0-1 0 0,-1-1 1 0 0,1 1-1 0 0,-1-1 1 0 0,1 1-1 0 0,-1 0 1 0 0,1-1-1 0 0,-1 1 1 0 0,0-1 0 0 0,1 1-1 0 0,-1-1 1 0 0,0 1-1 0 0,1-1 1 0 0,-1 0-1 0 0,0 1 1 0 0,0-1-1 0 0,0 1 1 0 0,1-1-1 0 0,-1 0 1 0 0,0 1-1 0 0,0-1 1 0 0,0 1-1 0 0,0-1 1 0 0,0 0-1 0 0,0 1 1 0 0,0-1-1 0 0,0 0 1 0 0,-1 0 0 0 0,1 0-4 0 0,0 1 0 0 0,1 0 0 0 0,-1-1 0 0 0,0 1 0 0 0,0 0 0 0 0,0-1 0 0 0,0 1 0 0 0,1 0 0 0 0,-1-1 0 0 0,0 1 1 0 0,0 0-1 0 0,1 0 0 0 0,-1-1 0 0 0,0 1 0 0 0,0 0 0 0 0,1 0 0 0 0,-1-1 0 0 0,0 1 0 0 0,1 0 0 0 0,-1 0 1 0 0,0 0-1 0 0,1 0 0 0 0,-1 0 0 0 0,0-1 0 0 0,1 1 0 0 0,-1 0 0 0 0,0 0 0 0 0,1 0 0 0 0,-1 0 0 0 0,0 0 0 0 0,1 0 1 0 0,-1 0-1 0 0,1 0 0 0 0,-1 0 0 0 0,0 0 0 0 0,1 0 0 0 0,-1 1 0 0 0,0-1 0 0 0,1 0 0 0 0,0 0 3 0 0,-1 0 1 0 0,1 1-1 0 0,0-1 0 0 0,-1 0 0 0 0,1 0 0 0 0,-1 0 0 0 0,1 0 0 0 0,-1 0 1 0 0,1 0-1 0 0,0 0 0 0 0,-1 0 0 0 0,1 0 0 0 0,-1 0 0 0 0,1-1 0 0 0,-1 1 1 0 0,1 0-1 0 0,-1 0 0 0 0,1 0 0 0 0,0-1 0 0 0,-1 1 0 0 0,1 0 0 0 0,-1 0 1 0 0,0-1-1 0 0,1 1 0 0 0,-1-1 0 0 0,1 1 0 0 0,-1 0 0 0 0,1-1 0 0 0,-1 1 1 0 0,0-1-1 0 0,1 1 0 0 0,-1-1 0 0 0,0 1 0 0 0,0-1 0 0 0,1 1 0 0 0,-1-1 1 0 0,0 1-1 0 0,0-1 0 0 0,0 0 0 0 0,0 1 0 0 0,0-1 0 0 0,0 1 0 0 0,0-1 1 0 0,0 0-1 0 0,1-1 11 0 0,-1 1 1 0 0,0-1 0 0 0,0 0-1 0 0,0 1 1 0 0,-1-1-1 0 0,1 1 1 0 0,0-1 0 0 0,0 0-1 0 0,-1 1 1 0 0,1-1-1 0 0,-1 1 1 0 0,0-1 0 0 0,1 1-1 0 0,-1-1 1 0 0,0 1-1 0 0,0 0 1 0 0,0-1 0 0 0,0 1-1 0 0,0 0 1 0 0,0 0-1 0 0,0 0 1 0 0,-3-2 0 0 0,3 2-8 0 0,0 0 0 0 0,0 0 0 0 0,-1 0 1 0 0,1-1-1 0 0,0 1 0 0 0,0 0 0 0 0,0-1 1 0 0,0 1-1 0 0,1 0 0 0 0,-1-1 0 0 0,0 1 0 0 0,1-1 1 0 0,-1 0-1 0 0,0 1 0 0 0,1-1 0 0 0,0 1 1 0 0,-1-1-1 0 0,1 0 0 0 0,0 1 0 0 0,0-1 1 0 0,0 0-1 0 0,0-2 0 0 0,0 2-3 0 0,-1 1 1 0 0,1-1-1 0 0,-1 0 0 0 0,1 0 1 0 0,-1 1-1 0 0,0-1 1 0 0,0 1-1 0 0,0-1 0 0 0,0 1 1 0 0,0-1-1 0 0,0 1 0 0 0,0-1 1 0 0,0 1-1 0 0,-3-2 0 0 0,3 3-5 0 0,1-1 0 0 0,-1 1 0 0 0,0-1 0 0 0,0 0 0 0 0,0 1-1 0 0,1-1 1 0 0,-1 0 0 0 0,0 0 0 0 0,0 1 0 0 0,1-1 0 0 0,-1 0 0 0 0,1 0-1 0 0,-1 0 1 0 0,1 0 0 0 0,-1 0 0 0 0,1 0 0 0 0,0 0 0 0 0,-1 0 0 0 0,1 0-1 0 0,0 0 1 0 0,0 0 0 0 0,0 0 0 0 0,0 0 0 0 0,0 0 0 0 0,0 0 0 0 0,0 0-1 0 0,0 0 1 0 0,0 0 0 0 0,0 0 0 0 0,0 0 0 0 0,1 0 0 0 0,-1 0 0 0 0,1-1-1 0 0,7-8 23 0 0,-6 9-18 0 0,-1 0-1 0 0,1-1 1 0 0,-1 0 0 0 0,1 1 0 0 0,-1-1 0 0 0,0 0-1 0 0,0 0 1 0 0,0 0 0 0 0,0 0 0 0 0,0 0 0 0 0,0 0-1 0 0,-1 0 1 0 0,1 0 0 0 0,-1 0 0 0 0,1 0-1 0 0,-1 0 1 0 0,0 0 0 0 0,0-5 0 0 0,0 6-4 0 0,0-1 1 0 0,0 1 0 0 0,0-1-1 0 0,1 1 1 0 0,-1-1-1 0 0,0 0 1 0 0,1 1 0 0 0,-1-1-1 0 0,1 1 1 0 0,-1-1-1 0 0,1 1 1 0 0,0 0-1 0 0,0-1 1 0 0,-1 1 0 0 0,1 0-1 0 0,0-1 1 0 0,0 1-1 0 0,0 0 1 0 0,0 0 0 0 0,3-2-1 0 0,30-12 25 0 0,-17 9-81 0 0,3 1 27 0 0,-18 5 21 0 0,0-1 1 0 0,0 1 0 0 0,0 0-1 0 0,0 0 1 0 0,0 0-1 0 0,0 0 1 0 0,0 0 0 0 0,0 0-1 0 0,0 1 1 0 0,0-1-1 0 0,0 0 1 0 0,-1 1 0 0 0,1 0-1 0 0,0-1 1 0 0,0 1-1 0 0,0 0 1 0 0,0 0-1 0 0,-1 0 1 0 0,1 0 0 0 0,-1 1-1 0 0,1-1 1 0 0,-1 0-1 0 0,1 1 1 0 0,-1-1 0 0 0,1 1-1 0 0,-1-1 1 0 0,0 1-1 0 0,0 0 1 0 0,0-1 0 0 0,0 1-1 0 0,0 0 1 0 0,0 0-1 0 0,0 2 1 0 0,2 5 12 0 0,-1-1 0 0 0,0 0 1 0 0,-1 1-1 0 0,0-1 0 0 0,0 1 0 0 0,-1 9 0 0 0,1 0 26 0 0,0-13-22 0 0,0 1-1 0 0,-1-1 1 0 0,1 0-1 0 0,-1 1 1 0 0,-1-1 0 0 0,1 0-1 0 0,-1 1 1 0 0,0-1 0 0 0,0 0-1 0 0,0 0 1 0 0,-3 6 0 0 0,-16 3 42 0 0,19-14-53 0 0,1 0 1 0 0,-1 1-1 0 0,1-1 0 0 0,-1 1 1 0 0,0-1-1 0 0,1 0 1 0 0,-1 1-1 0 0,0-1 0 0 0,0 0 1 0 0,1 0-1 0 0,-1 0 0 0 0,0 1 1 0 0,0-1-1 0 0,1 0 1 0 0,-1 0-1 0 0,0 0 0 0 0,0 0 1 0 0,1 0-1 0 0,-1 0 0 0 0,0-1 1 0 0,0 1-1 0 0,1 0 1 0 0,-2 0-1 0 0,-20-1 84 0 0,2 4-4 0 0,17-2-143 0 0,10 2 24 0 0,9 2-3 0 0,-16-5 40 0 0,18 4-3 0 0,0 1 1 0 0,0 1-1 0 0,-1 0 1 0 0,0 1-1 0 0,26 15 1 0 0,-16-9-135 0 0,1-2-1 0 0,30 9 1 0 0,0 0-1738 0 0,-53-16-430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9:45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92 1921 0 0,'7'-3'606'0'0,"-6"3"-496"0"0,0 0-1 0 0,0-1 1 0 0,0 1 0 0 0,0 0 0 0 0,0-1 0 0 0,0 1 0 0 0,0-1 0 0 0,1 1-1 0 0,-1-1 1 0 0,0 1 0 0 0,-1-1 0 0 0,1 0 0 0 0,0 0 0 0 0,0 1-1 0 0,0-1 1 0 0,0 0 0 0 0,-1 0 0 0 0,1 0 0 0 0,0 0 0 0 0,-1 0 0 0 0,1 0-1 0 0,0 0 1 0 0,-1 0 0 0 0,1 0 0 0 0,-1 0 0 0 0,0 0 0 0 0,1-2 0 0 0,-1 3-27 0 0,1-1 1 0 0,-1 0 0 0 0,1 1-1 0 0,0-1 1 0 0,-1 0 0 0 0,1 1 0 0 0,0-1-1 0 0,-1 1 1 0 0,1-1 0 0 0,0 1 0 0 0,0-1-1 0 0,-1 1 1 0 0,1-1 0 0 0,0 1 0 0 0,0 0-1 0 0,0 0 1 0 0,0-1 0 0 0,0 1-1 0 0,-1 0 1 0 0,1 0 0 0 0,0 0 0 0 0,2 0-1 0 0,36-5 420 0 0,-27 4-157 0 0,250-42-386 0 0,-255 41 87 0 0,1 0-1 0 0,0 0 0 0 0,-1 1 1 0 0,1 0-1 0 0,0 1 1 0 0,0 0-1 0 0,0 0 0 0 0,-1 1 1 0 0,1 0-1 0 0,8 1 1 0 0,-13 0-17 0 0,0 0 0 0 0,1-1 0 0 0,-1 1 0 0 0,0 0 0 0 0,0 0 1 0 0,0 1-1 0 0,0-1 0 0 0,0 1 0 0 0,-1-1 0 0 0,1 1 0 0 0,-1 0 0 0 0,1 0 1 0 0,-1 0-1 0 0,0 0 0 0 0,0 1 0 0 0,-1-1 0 0 0,1 0 0 0 0,-1 1 1 0 0,1 0-1 0 0,-1-1 0 0 0,1 7 0 0 0,0 5 63 0 0,0 1-1 0 0,-1 0 1 0 0,-1 30 0 0 0,0-20 16 0 0,-1-19-88 0 0,1 0 0 0 0,-1-1 0 0 0,0 1-1 0 0,-1 0 1 0 0,0-1 0 0 0,0 0 0 0 0,0 1-1 0 0,-1-1 1 0 0,1 0 0 0 0,-6 8 0 0 0,-42 53 42 0 0,33-47-21 0 0,10-13-25 0 0,0 0 1 0 0,0 0 0 0 0,-1 0 0 0 0,0-1 0 0 0,0 0-1 0 0,0-1 1 0 0,-13 7 0 0 0,10-6 0 0 0,2-1-14 0 0,0 0 0 0 0,0 0-1 0 0,0-1 1 0 0,0-1 0 0 0,-1 0 0 0 0,1 0 0 0 0,-1 0 0 0 0,0-1 0 0 0,0-1 0 0 0,0 0 0 0 0,0 0-1 0 0,0-1 1 0 0,0 0 0 0 0,0-1 0 0 0,1 0 0 0 0,-1 0 0 0 0,0-1 0 0 0,0-1 0 0 0,0 1 0 0 0,1-2 0 0 0,0 1-1 0 0,-1-1 1 0 0,-11-7 0 0 0,16 2 72 0 0,0 4-5 0 0,-15 5 9 0 0,45 8 0 0 0,-1 0 0 0 0,43 22 0 0 0,48 35 160 0 0,-108-62-272 0 0,0 1-1 0 0,0-2 1 0 0,0 1 0 0 0,0-1-1 0 0,1 0 1 0 0,-1 0-1 0 0,0-1 1 0 0,1 0 0 0 0,0 0-1 0 0,-1-1 1 0 0,1 0 0 0 0,-1 0-1 0 0,1-1 1 0 0,-1 0-1 0 0,1 0 1 0 0,12-5 0 0 0,-13 4-374 0 0,0 0 1 0 0,0-1 0 0 0,0 0 0 0 0,0 0 0 0 0,-1 0 0 0 0,1-1 0 0 0,-1 0-1 0 0,0-1 1 0 0,8-6 0 0 0,-13 10 212 0 0,-1 0 0 0 0,1 0 0 0 0,0 0 0 0 0,-1-1 0 0 0,1 1 0 0 0,-1 0 0 0 0,1 0-1 0 0,-1 0 1 0 0,0-1 0 0 0,1 1 0 0 0,-1 0 0 0 0,0 0 0 0 0,0-1 0 0 0,0 1 0 0 0,0 0 0 0 0,0-1 0 0 0,0 1 0 0 0,0 0 0 0 0,-1-2 0 0 0,1-6-628 0 0,0-21-1100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9:46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90 240 0 0,'0'-1'207'0'0,"-1"0"0"0"0,1 1-1 0 0,-1-1 1 0 0,0 0 0 0 0,1 0 0 0 0,-1 1 0 0 0,0-1-1 0 0,0 0 1 0 0,0 1 0 0 0,1-1 0 0 0,-1 1 0 0 0,0-1-1 0 0,0 1 1 0 0,0-1 0 0 0,0 1 0 0 0,0 0-1 0 0,0-1 1 0 0,0 1 0 0 0,0 0 0 0 0,0 0 0 0 0,-1-1-1 0 0,-31-5 1298 0 0,25 5-767 0 0,-1-1-336 0 0,-27-9 1030 0 0,34 11-1368 0 0,1-1 1 0 0,0 0 0 0 0,0 0 0 0 0,0 0-1 0 0,0 0 1 0 0,0-1 0 0 0,0 1 0 0 0,0 0-1 0 0,0 0 1 0 0,1 0 0 0 0,-1-1 0 0 0,0 1-1 0 0,1-1 1 0 0,-1 1 0 0 0,1 0 0 0 0,-1-1-1 0 0,1 1 1 0 0,0-1 0 0 0,0 1-1 0 0,-1-1 1 0 0,1 1 0 0 0,0-1 0 0 0,1-1-1 0 0,2 0-38 0 0,1 1 0 0 0,0-1-1 0 0,0 1 1 0 0,0 0 0 0 0,0 0-1 0 0,1 0 1 0 0,-1 0-1 0 0,0 1 1 0 0,1 0 0 0 0,-1 0-1 0 0,1 0 1 0 0,5 0 0 0 0,-3 0-17 0 0,0 0 1 0 0,0 1-1 0 0,0 0 1 0 0,0 0-1 0 0,0 1 1 0 0,0 0-1 0 0,0 0 0 0 0,0 1 1 0 0,-1 0-1 0 0,1 0 1 0 0,0 0-1 0 0,-1 1 1 0 0,1 0-1 0 0,-1 0 1 0 0,0 1-1 0 0,0 0 1 0 0,0 0-1 0 0,-1 0 1 0 0,0 1-1 0 0,1-1 1 0 0,4 7-1 0 0,-2 4 48 0 0,0 1-1 0 0,-1 0 0 0 0,0 0 0 0 0,-1 0 0 0 0,-1 1 1 0 0,-1-1-1 0 0,3 23 0 0 0,-1 4 138 0 0,1 80-1 0 0,-3-60-54 0 0,2 0-1 0 0,22 99 0 0 0,-15-100-28 0 0,-12-22-59 0 0,-1-35-50 0 0,0 0 1 0 0,0 0-1 0 0,0-1 0 0 0,0 1 1 0 0,1 0-1 0 0,0 0 0 0 0,0-1 0 0 0,0 1 1 0 0,3 6-1 0 0,-1-8-140 0 0,0 0-1 0 0,0 0 1 0 0,0 0 0 0 0,0 0 0 0 0,1-1-1 0 0,0 1 1 0 0,-1-1 0 0 0,1 0-1 0 0,0 0 1 0 0,0-1 0 0 0,0 1 0 0 0,0-1-1 0 0,0 0 1 0 0,1 0 0 0 0,-1 0 0 0 0,0 0-1 0 0,1-1 1 0 0,-1 1 0 0 0,9-2-1 0 0,-13 1 119 0 0,20 1-2392 0 0,-40-1-2322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9:46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53 2081 0 0,'0'-19'2801'0'0,"-31"5"-480"0"0,62 8-560 0 0,-31-1-480 0 0,30 1-321 0 0,0 12-320 0 0,61 1-399 0 0,84 18-402 0 0,66 14-1279 0 0,-60-8-2722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9:56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0 800 0 0,'-5'0'3602'0'0,"-45"0"346"0"0,45 0-3814 0 0,0 0-54 0 0,-15 0 0 0 0,15 0 320 0 0,10 1-333 0 0,53 7 124 0 0,102 1 1 0 0,-115-10-170 0 0,0 3 0 0 0,0 2 0 0 0,0 2 0 0 0,65 16 0 0 0,-101-19-31 0 0,-1 0-1 0 0,1 0 0 0 0,-1 1 1 0 0,0-1-1 0 0,11 8 1 0 0,-18-10 5 0 0,1 1 0 0 0,0-1 1 0 0,-1 0-1 0 0,1 1 0 0 0,-1 0 1 0 0,1-1-1 0 0,-1 1 0 0 0,0 0 1 0 0,1-1-1 0 0,-1 1 0 0 0,0 0 1 0 0,0 0-1 0 0,0 0 0 0 0,-1 0 1 0 0,1 0-1 0 0,0 0 0 0 0,-1 0 1 0 0,0 1-1 0 0,1-1 1 0 0,-1 0-1 0 0,0 0 0 0 0,0 0 1 0 0,0 0-1 0 0,0 0 0 0 0,0 1 1 0 0,-1-1-1 0 0,0 4 0 0 0,0-2 2 0 0,0 0 0 0 0,0 0 0 0 0,0 0-1 0 0,-1 0 1 0 0,1 0 0 0 0,-1 0 0 0 0,0 0 0 0 0,0-1-1 0 0,-1 1 1 0 0,1-1 0 0 0,-1 1 0 0 0,1-1-1 0 0,-1 0 1 0 0,0 0 0 0 0,0 0 0 0 0,0 0 0 0 0,-1-1-1 0 0,1 0 1 0 0,-1 1 0 0 0,1-1 0 0 0,-1 0-1 0 0,0 0 1 0 0,0-1 0 0 0,0 1 0 0 0,0-1 0 0 0,0 0-1 0 0,0 0 1 0 0,0 0 0 0 0,0-1 0 0 0,0 1-1 0 0,-1-1 1 0 0,1 0 0 0 0,0 0 0 0 0,0-1-1 0 0,-6 0 1 0 0,-40-7 13 0 0,31 6 12 0 0,-1-1 0 0 0,-32-9 0 0 0,42 2 71 0 0,-10 2 39 0 0,45 7-120 0 0,10 3 3 0 0,-1 2 0 0 0,1 1 0 0 0,-1 2 0 0 0,63 21 0 0 0,-77-21 7 0 0,0 1-1 0 0,26 16 0 0 0,-43-22-16 0 0,-1 0 0 0 0,1 0 0 0 0,0 0 0 0 0,-1 0 1 0 0,0 0-1 0 0,1 1 0 0 0,-1-1 0 0 0,0 1 0 0 0,0-1 0 0 0,0 1 0 0 0,-1 0 0 0 0,1 0 0 0 0,-1 0 0 0 0,0 0 0 0 0,1 0 0 0 0,-1 0 1 0 0,-1 0-1 0 0,1 1 0 0 0,0-1 0 0 0,-1 0 0 0 0,1 1 0 0 0,-1-1 0 0 0,0 0 0 0 0,0 0 0 0 0,-1 1 0 0 0,0 3 0 0 0,1-1 17 0 0,0-5-15 0 0,-1 0-1 0 0,1 1 1 0 0,0-1-1 0 0,-1 0 1 0 0,0 1-1 0 0,1-1 1 0 0,-1 0 0 0 0,0 0-1 0 0,0 1 1 0 0,0-1-1 0 0,0 0 1 0 0,1 0-1 0 0,-2 0 1 0 0,1 0 0 0 0,0 0-1 0 0,0 0 1 0 0,0 0-1 0 0,0-1 1 0 0,-1 1 0 0 0,1 0-1 0 0,0-1 1 0 0,0 1-1 0 0,-1-1 1 0 0,1 1-1 0 0,-1-1 1 0 0,1 0 0 0 0,0 1-1 0 0,-2-1 1 0 0,-44 6-10 0 0,40-5 11 0 0,-119 24 57 0 0,71-18-35 0 0,1-1-1137 0 0,22-1-3461 0 0,57-10 1979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9:57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455 14 400 0 0,'-50'18'2539'0'0,"-2"-3"0"0"0,-52 10 0 0 0,93-22-2406 0 0,0 1 0 0 0,0 0 1 0 0,0 0-1 0 0,1 1 0 0 0,0 0 0 0 0,0 1 0 0 0,-11 7 0 0 0,-45 25 296 0 0,50-33-394 0 0,-29 13 43 0 0,43-17-75 0 0,1 0 0 0 0,-1 0 0 0 0,1-1 0 0 0,-1 2 1 0 0,1-1-1 0 0,-1 0 0 0 0,1 0 0 0 0,0 0 1 0 0,0 1-1 0 0,-1-1 0 0 0,1 0 0 0 0,0 1 1 0 0,0-1-1 0 0,0 1 0 0 0,0 0 0 0 0,1-1 0 0 0,-1 1 1 0 0,0 0-1 0 0,1-1 0 0 0,-1 1 0 0 0,1 0 1 0 0,-1 3-1 0 0,1 9 38 0 0,-1-11-33 0 0,1 1 1 0 0,0 0-1 0 0,0 0 0 0 0,0 0 1 0 0,0 0-1 0 0,1 0 1 0 0,-1 0-1 0 0,1-1 0 0 0,0 1 1 0 0,2 6-1 0 0,-1-8-5 0 0,1 3-2 0 0,0 0 0 0 0,0 0 0 0 0,0 0-1 0 0,1-1 1 0 0,0 1 0 0 0,0-1 0 0 0,0 0 0 0 0,1 0 0 0 0,-1-1 0 0 0,1 1 0 0 0,7 3 0 0 0,-10-6-3 0 0,1 1 1 0 0,0-1 0 0 0,-1 1 0 0 0,1-1 0 0 0,-1 1 0 0 0,0 0 0 0 0,0 0 0 0 0,1 0 0 0 0,1 4 0 0 0,-2-4 0 0 0,0 0 0 0 0,0 0 0 0 0,0 0-1 0 0,0 0 1 0 0,0-1 0 0 0,0 1 0 0 0,0 0 0 0 0,1-1 0 0 0,-1 0 0 0 0,1 1 0 0 0,-1-1 0 0 0,1 0 0 0 0,-1 0 0 0 0,6 1 0 0 0,29 4-41 0 0,0-1 1 0 0,0-2 0 0 0,0-1-1 0 0,67-6 1 0 0,-38-4-82 0 0,113-28-1 0 0,-173 35 119 0 0,3-1-10 0 0,-1 0-1 0 0,1-1 1 0 0,-1 0 0 0 0,0 0-1 0 0,13-7 1 0 0,-19 8 10 0 0,0 1-1 0 0,0-1 0 0 0,0 0 1 0 0,0 0-1 0 0,0 0 0 0 0,-1 0 1 0 0,1 0-1 0 0,-1 0 0 0 0,1 0 1 0 0,-1 0-1 0 0,0-1 1 0 0,1 1-1 0 0,-1-1 0 0 0,0 1 1 0 0,-1-1-1 0 0,1 1 0 0 0,0-1 1 0 0,-1 0-1 0 0,1 1 0 0 0,-1-1 1 0 0,0 1-1 0 0,0-5 1 0 0,0-1 4 0 0,-1-1 0 0 0,0 1 0 0 0,0-1 0 0 0,0 1 0 0 0,-1-1 0 0 0,-1 1 0 0 0,1 0 0 0 0,-1-1 0 0 0,-1 1 0 0 0,1 1 0 0 0,-1-1 0 0 0,-1 1 0 0 0,1-1 0 0 0,-8-7 0 0 0,3 5 61 0 0,-1 0 1 0 0,1 1 0 0 0,-2 1 0 0 0,1 0 0 0 0,-1 0 0 0 0,0 1 0 0 0,-1 0 0 0 0,-19-7 0 0 0,0 2-578 0 0,0 2 1 0 0,-1 1 0 0 0,0 2-1 0 0,0 1 1 0 0,0 1-1 0 0,-65 0 1 0 0,67 5-3939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9:57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7 1601 0 0,'-30'-6'1921'0'0,"-1"6"-161"0"0,1 6-319 0 0,0 1-480 0 0,0 11-1 0 0,-24 14-160 0 0,-7 13-399 0 0,61 6-241 0 0,0-6-80 0 0,0-1-160 0 0,0 8 0 0 0,30-16 80 0 0,-30-3-241 0 0,31-2-399 0 0,-31-18-1201 0 0,30-26-3201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9:58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0 320 0 0,'-30'6'2641'0'0,"0"2"-400"0"0,-1-2-560 0 0,1-1-560 0 0,30 3-481 0 0,-30-8-240 0 0,60 6-400 0 0,0 0-320 0 0,1 7-1121 0 0,29-7-1440 0 0,0 0 80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9:58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0 1441 0 0,'-30'0'2801'0'0,"0"0"-640"0"0,-31 0-160 0 0,31 8-721 0 0,0-8-1119 0 0,0 6-1202 0 0,60-1-2000 0 0,0 1-161 0 0,0 2 721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9:59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5122 0 0,'91'82'3682'0'0,"-37"-37"-3362"0"0,7-20-880 0 0,-1-12 400 0 0,0-1 240 0 0,-30 7-80 0 0,31-11-80 0 0,-31-3-400 0 0,0-10-481 0 0,0 5-319 0 0,-30-14-961 0 0,0 1-80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9:59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1 147 1040 0 0,'0'0'2642'0'0,"0"-6"-721"0"0,30-2-401 0 0,-30 2-479 0 0,30 1-401 0 0,0-15-240 0 0,30 1-480 0 0,85-63-2401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00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61 160 0 0,'-83'6'3405'0'0,"39"-4"-1869"0"0,1 2 1 0 0,1 2 0 0 0,-78 21-1 0 0,117-26-1470 0 0,1-1-31 0 0,1 1 0 0 0,-1-1 0 0 0,1 0 1 0 0,-1 1-1 0 0,1-1 0 0 0,-1 1 0 0 0,1 0 0 0 0,-1-1 0 0 0,1 1 0 0 0,-1 0 1 0 0,1 0-1 0 0,0 0 0 0 0,0 0 0 0 0,-1 0 0 0 0,1 0 0 0 0,0 0 0 0 0,0 0 1 0 0,-1 2-1 0 0,7-2 218 0 0,161-1 41 0 0,82-1-154 0 0,318-42 0 0 0,-309-9-613 0 0,-157 29-628 0 0,-65 19-1266 0 0,-60 12-1136 0 0,-5 0 876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00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1361 0 0,'-30'19'3761'0'0,"30"6"-799"0"0,0 27-1362 0 0,0 11-1199 0 0,0 14-161 0 0,61-13 0 0 0,-1 5 160 0 0,-30-6-80 0 0,31 1 80 0 0,-31-18-160 0 0,0-16-79 0 0,0-5-242 0 0,-30-17-559 0 0,-30-16-800 0 0,30-3-882 0 0,-30-14-2880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02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884 6 2961 0 0,'-107'-6'3750'0'0,"48"8"-3372"0"0,1 2-1 0 0,-74 15 1 0 0,107-13-267 0 0,1 2 0 0 0,-29 12 0 0 0,9-3 22 0 0,23-9-63 0 0,0 2 0 0 0,1 0 0 0 0,0 1 0 0 0,1 1 0 0 0,0 1-1 0 0,-26 23 1 0 0,-6 4-65 0 0,43-33 5 0 0,0 0-1 0 0,0 0 1 0 0,1 1-1 0 0,0 0 1 0 0,1 0-1 0 0,0 0 1 0 0,0 1-1 0 0,-5 11 1 0 0,-12 17-29 0 0,17-29 31 0 0,0 1 1 0 0,0-1-1 0 0,0 1 0 0 0,1 1 1 0 0,1-1-1 0 0,0 1 0 0 0,0-1 1 0 0,1 1-1 0 0,0 0 1 0 0,0 0-1 0 0,1 1 0 0 0,1-1 1 0 0,-1 15-1 0 0,2-22-15 0 0,-1 0 0 0 0,1 1 0 0 0,-1-1 0 0 0,0 0 0 0 0,0 1 0 0 0,0-1 0 0 0,-1 0 0 0 0,1 0 0 0 0,-4 5-1 0 0,-2 11-32 0 0,14-5 20 0 0,-6-12 16 0 0,1 0 1 0 0,-1-1-1 0 0,0 1 0 0 0,0 0 0 0 0,0 0 0 0 0,0 0 1 0 0,0 0-1 0 0,0 0 0 0 0,0 0 0 0 0,-1 0 0 0 0,1 0 1 0 0,-1 0-1 0 0,0 0 0 0 0,1 4 0 0 0,-1 106 80 0 0,0-108-83 0 0,0-1 0 0 0,1 1 0 0 0,-1-1-1 0 0,1 1 1 0 0,0-1 0 0 0,0 0 0 0 0,0 1 0 0 0,0-1 0 0 0,0 0 0 0 0,1 0-1 0 0,0 1 1 0 0,3 4 0 0 0,4 8-36 0 0,-6-9 38 0 0,1 1 0 0 0,-1 0-1 0 0,2-1 1 0 0,-1 1 0 0 0,1-1 0 0 0,0 0 0 0 0,0-1-1 0 0,1 1 1 0 0,0-1 0 0 0,12 10 0 0 0,19 11-88 0 0,1-1 1 0 0,79 39 0 0 0,84 25 72 0 0,-181-82 123 0 0,49 20-227 0 0,83 22 0 0 0,74-5-387 0 0,-173-35 505 0 0,-28-4-9 0 0,2-2-1 0 0,-1 0 1 0 0,1-1 0 0 0,-1-2-1 0 0,1-1 1 0 0,-1-1-1 0 0,44-7 1 0 0,163-43 170 0 0,247-57 69 0 0,-264 51-81 0 0,-198 54-134 0 0,-16 2-7 0 0,1 1-1 0 0,-1 0 0 0 0,0-1 1 0 0,1 1-1 0 0,-1-1 1 0 0,1 0-1 0 0,-1 1 1 0 0,0-1-1 0 0,0 0 1 0 0,1-1-1 0 0,-1 1 0 0 0,0 0 1 0 0,0-1-1 0 0,0 1 1 0 0,0-1-1 0 0,0 1 1 0 0,-1-1-1 0 0,1 0 1 0 0,0 0-1 0 0,-1 0 1 0 0,3-4-1 0 0,27-24-58 0 0,-26 26 47 0 0,-1 0 1 0 0,1 0-1 0 0,-1 0 0 0 0,1-1 1 0 0,-1 1-1 0 0,0-1 1 0 0,-1 0-1 0 0,1 0 1 0 0,-1 0-1 0 0,0-1 0 0 0,2-6 1 0 0,-2 0 11 0 0,-1-1-1 0 0,-1 1 1 0 0,0-1 0 0 0,-1 0-1 0 0,-1 0 1 0 0,1 1 0 0 0,-2-1 0 0 0,0 1-1 0 0,-1-1 1 0 0,0 1 0 0 0,0 0-1 0 0,-1-1 1 0 0,-10-17 0 0 0,6 9 6 0 0,1 0 0 0 0,-6-30 0 0 0,9 31 19 0 0,-1 1 0 0 0,-1-1 0 0 0,-11-24 0 0 0,-5 2 40 0 0,-33-50-1 0 0,46 78-49 0 0,-1 1 0 0 0,0 1-1 0 0,-1 0 1 0 0,0 0 0 0 0,-1 1-1 0 0,0 0 1 0 0,-17-10 0 0 0,-14-4 54 0 0,-1 2 0 0 0,-1 2 0 0 0,-1 3 0 0 0,-79-23 1 0 0,50 23-15 0 0,0 4 1 0 0,-100-7-1 0 0,164 20-97 0 0,-31-2-5 0 0,-48 2-1 0 0,73 2-218 0 0,-1 1 0 0 0,1 1-1 0 0,0 1 1 0 0,1 0 0 0 0,-33 13-1 0 0,-6 3-2367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9:42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212 846 160 0 0,'-8'-7'6943'0'0,"-11"2"-4240"0"0,-29 1-2269 0 0,32 2 211 0 0,-69 1 62 0 0,75 8-227 0 0,-10-1-240 0 0,19-6-236 0 0,1 0 0 0 0,0 0 0 0 0,0 0 0 0 0,-1 0 0 0 0,1 0 0 0 0,0 0 0 0 0,-1 0 0 0 0,1 0 1 0 0,0 1-1 0 0,0-1 0 0 0,0 0 0 0 0,-1 0 0 0 0,1 0 0 0 0,0 1 0 0 0,0-1 0 0 0,-1 0 0 0 0,1 0 0 0 0,0 0 0 0 0,0 1 0 0 0,0-1 0 0 0,0 0 0 0 0,0 0 0 0 0,-1 1 0 0 0,1-1 0 0 0,0 0 0 0 0,0 1 0 0 0,0-1 0 0 0,0 0 0 0 0,0 0 0 0 0,0 1 0 0 0,0-1 0 0 0,0 0 0 0 0,0 1 0 0 0,0-1 0 0 0,0 0 0 0 0,0 0 0 0 0,0 1 0 0 0,0-1 0 0 0,0 0 0 0 0,0 1 0 0 0,1-1 0 0 0,-1 0 0 0 0,0 0 0 0 0,0 1 0 0 0,0-1 0 0 0,0 0 0 0 0,0 0 0 0 0,1 0 0 0 0,-1 1 0 0 0,0-1 0 0 0,0 0 1 0 0,1 0-1 0 0,-1 0 0 0 0,0 1 0 0 0,0-1 0 0 0,0 0 0 0 0,1 0 0 0 0,-1 0 0 0 0,0 0 0 0 0,1 0 0 0 0,-1 0 0 0 0,1 1 0 0 0,19 0 9 0 0,-15-1 54 0 0,0 0 13 0 0,-4 0-63 0 0,0 0-11 0 0,0 1 1 0 0,0-1-1 0 0,0 0 1 0 0,0 0-1 0 0,0 0 1 0 0,0 0-1 0 0,0 0 1 0 0,0 0-1 0 0,0 0 1 0 0,0 0-1 0 0,0-1 1 0 0,0 1-1 0 0,0 0 1 0 0,0 0 0 0 0,0-1-1 0 0,0 1 1 0 0,0-1-1 0 0,0 1 1 0 0,-1-1-1 0 0,1 1 1 0 0,0-1-1 0 0,0 1 1 0 0,1-2-1 0 0,3 0 128 0 0,-2 2-116 0 0,0-1 1 0 0,0 0-1 0 0,0 0 1 0 0,0 0 0 0 0,0 0-1 0 0,-1 0 1 0 0,1 0-1 0 0,0-1 1 0 0,-1 0 0 0 0,1 1-1 0 0,-1-1 1 0 0,1 0-1 0 0,-1 0 1 0 0,0 0-1 0 0,0-1 1 0 0,2-2 0 0 0,2-1 6 0 0,-1-1 0 0 0,-1 0 1 0 0,1 0-1 0 0,-1 0 0 0 0,0 0 1 0 0,3-9-1 0 0,-5 5-7 0 0,0 0 0 0 0,0 0 0 0 0,-1 0 0 0 0,0 0 0 0 0,-1 0 0 0 0,-2-19 0 0 0,1-4 16 0 0,-1-1 1 0 0,1 20-3 0 0,1 1 0 0 0,0 0 0 0 0,1 0 0 0 0,0 0 0 0 0,5-18 0 0 0,4 3 27 0 0,-7 23-45 0 0,-1-1 1 0 0,1 1-1 0 0,-2-1 0 0 0,1 0 1 0 0,-1 0-1 0 0,0 1 0 0 0,1-12 0 0 0,-2 12-2 0 0,0 0-1 0 0,1 0 0 0 0,-1 1 0 0 0,1-1 0 0 0,1 0 0 0 0,-1 1 1 0 0,1-1-1 0 0,0 1 0 0 0,0-1 0 0 0,1 1 0 0 0,5-9 0 0 0,1 3 28 0 0,0-1-1 0 0,1 1 1 0 0,13-11-1 0 0,18-22 75 0 0,-23 26-82 0 0,1 0 0 0 0,1 1 1 0 0,0 1-1 0 0,30-18 1 0 0,35-29-523 0 0,-60 39 64 0 0,-22 21 384 0 0,0 0 1 0 0,0 0-1 0 0,1 0 0 0 0,-1 0 0 0 0,1 1 0 0 0,0-1 0 0 0,0 1 0 0 0,0 0 0 0 0,0 0 1 0 0,0 1-1 0 0,0-1 0 0 0,0 1 0 0 0,8-1 0 0 0,-7 1-37 0 0,-5 2-160 0 0,-5 4 173 0 0,4-5 58 0 0,-1 0 5 0 0,1 0 1 0 0,0 0 0 0 0,0 0 0 0 0,0 1 0 0 0,0-1 0 0 0,-1 0 0 0 0,1 1 0 0 0,0-1 0 0 0,0 1 0 0 0,0-1 0 0 0,0 1 0 0 0,0-1 0 0 0,0 1 0 0 0,0 0 0 0 0,0-1 0 0 0,0 1 0 0 0,1 0-1 0 0,-1 0 1 0 0,0 0 0 0 0,0 0 0 0 0,1 0 0 0 0,-2 1 0 0 0,2-1 1 0 0,0 0-1 0 0,-1 1 1 0 0,1-1-1 0 0,0 0 1 0 0,-1 0-1 0 0,1 1 1 0 0,-1-1-1 0 0,0 0 1 0 0,1 0-1 0 0,-1 0 1 0 0,0 0-1 0 0,0 0 1 0 0,1 0 0 0 0,-1 0-1 0 0,0 0 1 0 0,0 0-1 0 0,0 0 1 0 0,0-1-1 0 0,0 1 1 0 0,-1 0-1 0 0,1 0 1 0 0,-1 0-1 0 0,-10 8-7 0 0,8-5 44 0 0,1 0 0 0 0,0 1 0 0 0,-1-1 0 0 0,2 1 0 0 0,-1 0 0 0 0,0 0 0 0 0,1 0 0 0 0,0 0 0 0 0,0 0 0 0 0,-1 10 0 0 0,2-11-7 0 0,0 0-1 0 0,0 0 1 0 0,1 0 0 0 0,0 0-1 0 0,-1 0 1 0 0,2 0 0 0 0,-1 0-1 0 0,0 0 1 0 0,1 0 0 0 0,0 0-1 0 0,0 0 1 0 0,0 0 0 0 0,0 0-1 0 0,0 0 1 0 0,1-1 0 0 0,4 8-1 0 0,3-1-1 0 0,1 0 0 0 0,0 0 0 0 0,18 13 0 0 0,26 23-18 0 0,-7 8 72 0 0,63 96 0 0 0,-26-33-10 0 0,91 94-82 0 0,-115-135-245 0 0,-48-58-448 0 0,1 0 0 0 0,1-1 0 0 0,0-1-1 0 0,24 21 1 0 0,-8-21-3162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9:42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6 1441 0 0,'-25'-3'2182'0'0,"1"1"0"0"0,-43 1-1 0 0,37 1-816 0 0,25 0-485 0 0,7 2-821 0 0,-1 0-1 0 0,1-1 1 0 0,0 1 0 0 0,0-1-1 0 0,-1 1 1 0 0,1-1-1 0 0,0 0 1 0 0,0 0-1 0 0,1 0 1 0 0,-1 0-1 0 0,0 0 1 0 0,0 0-1 0 0,0-1 1 0 0,1 1 0 0 0,-1-1-1 0 0,0 0 1 0 0,4 1-1 0 0,119 12 476 0 0,262 4 573 0 0,-101-33-533 0 0,-162 10-439 0 0,-21 2-2081 0 0,-38-4-3754 0 0,-60 6 2686 0 0,-5-5 439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9:43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64 2641 0 0,'-23'-16'2559'0'0,"17"11"-1936"0"0,-1 0 1 0 0,0 1-1 0 0,0 0 1 0 0,0 0-1 0 0,0 1 1 0 0,-14-5-1 0 0,21 8-601 0 0,-1 0-1 0 0,1-1 1 0 0,0 1-1 0 0,0 0 0 0 0,-1 0 1 0 0,1 0-1 0 0,0 0 1 0 0,0 0-1 0 0,-1 0 0 0 0,1 0 1 0 0,0-1-1 0 0,0 1 0 0 0,-1 0 1 0 0,1 0-1 0 0,0 0 1 0 0,0-1-1 0 0,0 1 0 0 0,0 0 1 0 0,-1 0-1 0 0,1 0 1 0 0,0-1-1 0 0,0 1 0 0 0,0 0 1 0 0,0 0-1 0 0,0-1 1 0 0,0 1-1 0 0,-1 0 0 0 0,1 0 1 0 0,0-1-1 0 0,0 1 1 0 0,0 0-1 0 0,0-1 0 0 0,0 1 1 0 0,0 0-1 0 0,0 0 1 0 0,0-1-1 0 0,0 1 0 0 0,1 0 1 0 0,-1 0-1 0 0,0-1 1 0 0,0 1-11 0 0,0 0 0 0 0,0 0 0 0 0,0-1 0 0 0,0 1 0 0 0,0 0 0 0 0,0 0 0 0 0,0 0 0 0 0,0 0 0 0 0,0 0 0 0 0,0-1 0 0 0,0 1 0 0 0,0 0 0 0 0,0 0 0 0 0,0 0 0 0 0,0 0 1 0 0,0 0-1 0 0,0-1 0 0 0,0 1 0 0 0,0 0 0 0 0,0 0 0 0 0,0 0 0 0 0,0 0 0 0 0,0 0 0 0 0,0-1 0 0 0,0 1 0 0 0,0 0 0 0 0,0 0 0 0 0,0 0 0 0 0,-1 0 0 0 0,1 0 0 0 0,0 0 1 0 0,0 0-1 0 0,0-1 0 0 0,0 1 0 0 0,0 0 0 0 0,0 0 0 0 0,0 0 0 0 0,-1 0 0 0 0,1 0 0 0 0,0 0 0 0 0,0 0 0 0 0,0 0 0 0 0,0 0 0 0 0,0 0 0 0 0,-1 0 0 0 0,1 0 0 0 0,0 0 1 0 0,0 0-1 0 0,0 0 0 0 0,0 0 0 0 0,0 0 0 0 0,-1 0 0 0 0,1 0 0 0 0,0 0 0 0 0,0 0 0 0 0,0 0 0 0 0,0 0 0 0 0,0 0 0 0 0,-1 0 0 0 0,1 0 0 0 0,0 0 0 0 0,0 1 0 0 0,-25 5 843 0 0,60 0-120 0 0,5-6-731 0 0,55 9 1 0 0,-81-8-345 0 0,-1 2 1 0 0,0 0 0 0 0,0 0 0 0 0,0 1 0 0 0,-1 1 0 0 0,1 0-1 0 0,-1 1 1 0 0,12 7 0 0 0,11 23-3728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9:43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 2401 0 0,'4'6'8567'0'0,"28"0"-8746"0"0,-28-5 835 0 0,87 12-336 0 0,-16-6-141 0 0,111-3-1 0 0,-135-4-148 0 0,-14 0-97 0 0,-19 1-93 0 0,-1 0 0 0 0,1-2 0 0 0,0 0 0 0 0,0 0 0 0 0,-1-2 0 0 0,1 0 0 0 0,-1-2 0 0 0,20-6 0 0 0,-33 9-178 0 0,17-10-1609 0 0,-21 12 1866 0 0,1 0 0 0 0,-1-1 0 0 0,1 1 0 0 0,-1-1 1 0 0,0 1-1 0 0,0-1 0 0 0,1 1 0 0 0,-1-1 0 0 0,0 1 0 0 0,0-1 0 0 0,0 0 1 0 0,0 1-1 0 0,1-1 0 0 0,-1 1 0 0 0,0-1 0 0 0,0 1 0 0 0,0-1 0 0 0,0 0 1 0 0,0 1-1 0 0,0-1 0 0 0,0 1 0 0 0,-1-1 0 0 0,1 1 0 0 0,0-1 0 0 0,0 1 1 0 0,0-1-1 0 0,-1 1 0 0 0,1-1 0 0 0,0 1 0 0 0,0-1 0 0 0,-1 1 0 0 0,1-1 1 0 0,0 1-1 0 0,-1-1 0 0 0,1 1 0 0 0,-1-1 0 0 0,1 1 0 0 0,-1 0 0 0 0,1-1 1 0 0,0 1-1 0 0,-1 0 0 0 0,1 0 0 0 0,-2-1 0 0 0,-48-28-2960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9:53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51 1201 0 0,'-25'-6'1947'0'0,"19"4"1108"0"0,3-13 511 0 0,-11 7-3741 0 0,6 6 439 0 0,2-11 355 0 0,7 9-70 0 0,-1 11-223 0 0,5-3-313 0 0,60 8 72 0 0,-1-3-1 0 0,103 1 1 0 0,29-14-592 0 0,-169 6-1824 0 0,-23 4 767 0 0,-6-4 1140 0 0,1 0 1 0 0,0 1 0 0 0,0-1 0 0 0,-1 0 0 0 0,0 0-1 0 0,1-1 1 0 0,-1 1 0 0 0,0 0 0 0 0,0 0-1 0 0,-3 1 1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6T23:59:54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83 160 0 0,'0'-11'2481'0'0,"0"3"-320"0"0,-30 2-480 0 0,30 0 560 0 0,30 6-1040 0 0,31 0-881 0 0,-31 0-160 0 0,60-7-80 0 0,1-5-80 0 0,-1 6-240 0 0,31-7-881 0 0,-36 0-1600 0 0,-55 13-400 0 0,0 7 479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19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724 370 1201 0 0,'-4'-12'4879'0'0,"-10"8"-3449"0"0,14 4-1402 0 0,0 0-1 0 0,-1 0 0 0 0,1 1 1 0 0,-1-1-1 0 0,1 0 0 0 0,-1 0 1 0 0,1 0-1 0 0,-1 0 0 0 0,1-1 1 0 0,0 1-1 0 0,-1 0 0 0 0,1 0 1 0 0,-1 0-1 0 0,1 0 0 0 0,-1 0 1 0 0,1 0-1 0 0,0-1 0 0 0,-1 1 1 0 0,1 0-1 0 0,0 0 0 0 0,-1-1 1 0 0,1 1-1 0 0,-1 0 0 0 0,1-1 1 0 0,0 1-1 0 0,0 0 1 0 0,-1-1-1 0 0,1 1 0 0 0,0 0 1 0 0,0-1-1 0 0,-1 1 0 0 0,1-1 1 0 0,0 1-1 0 0,0 0 0 0 0,0-1 1 0 0,0 1-1 0 0,0-1 0 0 0,-1 1 1 0 0,1-1-1 0 0,0 0-5 0 0,0 1 0 0 0,0 0 1 0 0,0-1-1 0 0,-1 1 0 0 0,1 0 0 0 0,0-1 0 0 0,0 1 0 0 0,-1 0 1 0 0,1-1-1 0 0,0 1 0 0 0,-1 0 0 0 0,1-1 0 0 0,0 1 1 0 0,-1 0-1 0 0,1 0 0 0 0,0-1 0 0 0,-1 1 0 0 0,1 0 1 0 0,-1 0-1 0 0,1 0 0 0 0,0 0 0 0 0,-1-1 0 0 0,1 1 1 0 0,-1 0-1 0 0,1 0 0 0 0,-1 0 0 0 0,1 0 0 0 0,0 0 0 0 0,-1 0 1 0 0,1 0-1 0 0,-1 0 0 0 0,1 0 0 0 0,-1 1 0 0 0,1-1 1 0 0,0 0-1 0 0,-1 0 0 0 0,0 0-12 0 0,1 1 1 0 0,-1-1-1 0 0,1 0 1 0 0,-1 0-1 0 0,1 0 1 0 0,-1 0-1 0 0,1 0 0 0 0,-1 0 1 0 0,1 0-1 0 0,-1 0 1 0 0,1 0-1 0 0,-1 0 0 0 0,1 0 1 0 0,-1 0-1 0 0,1 0 1 0 0,-1 0-1 0 0,1-1 0 0 0,-1 1 1 0 0,1 0-1 0 0,-1 0 1 0 0,1-1-1 0 0,-1 1 1 0 0,1 0-1 0 0,-1 0 0 0 0,1-1 1 0 0,0 1-1 0 0,-1 0 1 0 0,1-1-1 0 0,0 1 0 0 0,-1-1 1 0 0,1 1-1 0 0,0-1 1 0 0,-1 1-1 0 0,1 0 1 0 0,0-1-1 0 0,0 1 0 0 0,0-1 1 0 0,-1 0-1 0 0,1 0-3 0 0,0 1 0 0 0,0-1-1 0 0,0 0 1 0 0,0 1 0 0 0,0-1-1 0 0,0 1 1 0 0,-1-1 0 0 0,1 0-1 0 0,0 1 1 0 0,0-1 0 0 0,-1 1 0 0 0,1-1-1 0 0,0 1 1 0 0,0-1 0 0 0,-1 1-1 0 0,1-1 1 0 0,-1 1 0 0 0,1-1-1 0 0,-1 1 1 0 0,1-1 0 0 0,-1 1-1 0 0,1 0 1 0 0,-1-1 0 0 0,1 1 0 0 0,-1 0-1 0 0,1 0 1 0 0,-1-1 0 0 0,1 1-1 0 0,-1 0 1 0 0,0 0 0 0 0,1 0-1 0 0,-1-1 1 0 0,0 1 0 0 0,0 0-4 0 0,0 0 0 0 0,0 0 0 0 0,1 0 0 0 0,-1-1 0 0 0,0 1 0 0 0,0 0 0 0 0,0-1 0 0 0,1 1 0 0 0,-1 0 0 0 0,0-1 0 0 0,1 1 0 0 0,-1-1 0 0 0,0 1 0 0 0,1-1 0 0 0,-1 0 0 0 0,0 1 0 0 0,1-1 0 0 0,-1 0 0 0 0,1 1 0 0 0,0-1 0 0 0,-1 0 0 0 0,1 1 0 0 0,-1-1 0 0 0,1 0 0 0 0,0 0 0 0 0,0 0 0 0 0,-1 1 0 0 0,1-1 1 0 0,0 0-1 0 0,0 0 0 0 0,0 0 0 0 0,0 0 0 0 0,0 1 0 0 0,0-2 0 0 0,0 1 3 0 0,-1 0 0 0 0,1-1 0 0 0,0 1 0 0 0,0 0 0 0 0,0 0 0 0 0,0 0 0 0 0,0 0 0 0 0,0 0 1 0 0,0 0-1 0 0,0 0 0 0 0,1 0 0 0 0,-1 0 0 0 0,0 0 0 0 0,1 0 0 0 0,-1 0 0 0 0,1 0 0 0 0,-1 0 0 0 0,1 0 1 0 0,-1 0-1 0 0,1 0 0 0 0,-1 1 0 0 0,1-1 0 0 0,0 0 0 0 0,0 0 0 0 0,-1 0 0 0 0,1 1 0 0 0,0-1 0 0 0,0 0 1 0 0,0 1-1 0 0,0-1 0 0 0,0 1 0 0 0,0-1 0 0 0,0 1 0 0 0,0 0 0 0 0,0-1 0 0 0,0 1 0 0 0,0 0 0 0 0,0 0 1 0 0,0 0-1 0 0,0-1 0 0 0,1 1 0 0 0,-1 0-9 0 0,-1 0 4 0 0,0 0 0 0 0,0 0 0 0 0,1 1 0 0 0,-1-1 0 0 0,0 0 0 0 0,0 0 0 0 0,0 0 0 0 0,0 0 0 0 0,0 0 0 0 0,1 0 0 0 0,-1 0 0 0 0,0 0 0 0 0,0 0 0 0 0,0 0-1 0 0,0 0 1 0 0,0 0 0 0 0,1 0 0 0 0,-1 0 0 0 0,0 0 0 0 0,0 0 0 0 0,0 0 0 0 0,0 0 0 0 0,0 0 0 0 0,1 0 0 0 0,-1 0 0 0 0,0 0 0 0 0,0 0 0 0 0,0 0 0 0 0,0 0 0 0 0,0 0 0 0 0,0 0 0 0 0,1-1 0 0 0,-1 1 0 0 0,0 0 0 0 0,0 0 0 0 0,0 0 0 0 0,0 0 0 0 0,0 0 0 0 0,0 0-1 0 0,0 0 1 0 0,0-1 0 0 0,1 1 0 0 0,-1 0 0 0 0,0 0 0 0 0,0 0 0 0 0,0 0 0 0 0,0 0 0 0 0,0-1 0 0 0,0 1 0 0 0,0 0 0 0 0,0 0 0 0 0,0 0 0 0 0,0 0 0 0 0,0 0 0 0 0,0-1 0 0 0,0 1 0 0 0,0 0 0 0 0,0 0 0 0 0,0 0 0 0 0,0 0 0 0 0,0 0 0 0 0,0-1 0 0 0,0 1 0 0 0,-1 0-1 0 0,1 0 1 0 0,0 0 0 0 0,0 0 0 0 0,0 0 0 0 0,0-1 0 0 0,0 1 0 0 0,0 0 1 0 0,-1 0-1 0 0,1 0 0 0 0,0-1 0 0 0,0 1 0 0 0,0 0 0 0 0,0 0 1 0 0,0 0-1 0 0,0-1 0 0 0,0 1 0 0 0,0 0 0 0 0,-1 0 0 0 0,1-1 1 0 0,0 1-1 0 0,0 0 0 0 0,0 0 0 0 0,0-1 0 0 0,0 1 0 0 0,0 0 1 0 0,0 0-1 0 0,1-1 0 0 0,-1 1 0 0 0,0 0 0 0 0,0 0 0 0 0,0-1 0 0 0,0 1 1 0 0,0 0-1 0 0,0 0 0 0 0,0 0 0 0 0,0-1 0 0 0,1 1 0 0 0,-1 0 1 0 0,0 0-1 0 0,0 0 0 0 0,0-1 0 0 0,0 1 0 0 0,1 0 0 0 0,-1 0 1 0 0,0 0-1 0 0,0 0 0 0 0,0 0 0 0 0,1 0 0 0 0,-1-1 0 0 0,0 1 1 0 0,0 0-1 0 0,0 0 0 0 0,1 0 0 0 0,-1 0 0 0 0,0 0 0 0 0,0 0 1 0 0,1 0-1 0 0,-1 0 0 0 0,0 0 0 0 0,0 0 0 0 0,1 0 0 0 0,-1 0 0 0 0,197-106 105 0 0,-53 26-51 0 0,-117 67-45 0 0,-16 9-7 0 0,0-2 0 0 0,0 0 1 0 0,0 0-1 0 0,14-12 0 0 0,-19 8 134 0 0,-7 19 113 0 0,-34 2-90 0 0,-60 26-103 0 0,47-19-32 0 0,-70 35 0 0 0,53-18 4 0 0,45-25-8 0 0,-1 2 0 0 0,2 0 0 0 0,0 1-1 0 0,-23 20 1 0 0,24-20-21 0 0,-1 0 0 0 0,-35 17 0 0 0,-26 17 0 0 0,42-18 40 0 0,-80 48 0 0 0,78-43-133 0 0,-1-8 40 0 0,26 7 333 0 0,-20 14 24 0 0,27-38-312 0 0,1-1 1 0 0,0 2-1 0 0,0-1 1 0 0,-9 19 0 0 0,7-4 6 0 0,7-17 1 0 0,-1 1 0 0 0,0-1 0 0 0,0 0 0 0 0,-1 0 0 0 0,-7 11 0 0 0,5-9 0 0 0,1 0 0 0 0,1 0 0 0 0,0 0 0 0 0,0 0 0 0 0,1 1 0 0 0,-3 10 0 0 0,3-8 0 0 0,-1 0 0 0 0,0 0 0 0 0,-9 15 0 0 0,8-16 1 0 0,-1 0 0 0 0,2 0-1 0 0,-1 0 1 0 0,-4 22-1 0 0,8-27-5 0 0,0-1-1 0 0,0 1 1 0 0,0 0 0 0 0,1-1-1 0 0,0 1 1 0 0,0 0 0 0 0,0-1-1 0 0,1 1 1 0 0,0 0 0 0 0,0-1-1 0 0,0 1 1 0 0,4 8 0 0 0,6-1-8 0 0,-10-12 10 0 0,0 0-1 0 0,1 0 1 0 0,-1 0 0 0 0,0 0-1 0 0,0 0 1 0 0,0 0 0 0 0,-1 0-1 0 0,1 1 1 0 0,0-1-1 0 0,0 0 1 0 0,-1 1 0 0 0,1-1-1 0 0,-1 0 1 0 0,1 1 0 0 0,-1-1-1 0 0,1 1 1 0 0,-1-1-1 0 0,0 1 1 0 0,0 2 0 0 0,1-1 2 0 0,1 1 0 0 0,-1-1 1 0 0,0 0-1 0 0,1 0 0 0 0,0 0 1 0 0,0 0-1 0 0,0 0 0 0 0,0 0 1 0 0,0 0-1 0 0,0-1 0 0 0,1 1 1 0 0,0-1-1 0 0,-1 1 1 0 0,1-1-1 0 0,0 0 0 0 0,0 0 1 0 0,0-1-1 0 0,0 1 0 0 0,7 2 1 0 0,18 15-1 0 0,-11-3 1 0 0,0 0 0 0 0,2-2 0 0 0,0-1 0 0 0,0 0 0 0 0,1-1 0 0 0,1-1 0 0 0,28 11 0 0 0,21 21-13 0 0,71 8-54 0 0,-67-19 67 0 0,-38-15 0 0 0,1-3 0 0 0,42 12 0 0 0,4-6-10 0 0,85 24 7 0 0,-127-30-6 0 0,0-1-1 0 0,0-2 0 0 0,1-2 1 0 0,1-2-1 0 0,-1-2 1 0 0,75 0-1 0 0,140-11 50 0 0,-200 0-26 0 0,0-2-1 0 0,85-22 0 0 0,-21 1-21 0 0,-62 16-16 0 0,-2-1 0 0 0,97-39 0 0 0,-138 47-4 0 0,-14 5 22 0 0,0 1 1 0 0,0-1 0 0 0,1 0 0 0 0,-1 0 0 0 0,0 0 0 0 0,0 0 0 0 0,0 0 0 0 0,0 0-1 0 0,0-1 1 0 0,0 1 0 0 0,-1-1 0 0 0,1 0 0 0 0,0 1 0 0 0,-1-1 0 0 0,1 0-1 0 0,-1 0 1 0 0,0 0 0 0 0,1 0 0 0 0,-1 0 0 0 0,0 0 0 0 0,0 0 0 0 0,0-3 0 0 0,19-34-23 0 0,-5 8-3 0 0,21-56 1 0 0,-32 76 31 0 0,-1 1 0 0 0,-1-1-1 0 0,0 1 1 0 0,0-1 0 0 0,-1 0 0 0 0,-1 0 0 0 0,0 0 0 0 0,0 0 0 0 0,-4-21 0 0 0,-5 4 10 0 0,-1 1 0 0 0,-1 0 0 0 0,-1 0 0 0 0,-1 1 0 0 0,-22-30 0 0 0,24 40-9 0 0,-1 0-1 0 0,0 1 1 0 0,-1 0-1 0 0,-1 1 1 0 0,-25-19-1 0 0,-82-50 88 0 0,82 58-40 0 0,-30-18 24 0 0,-2 4 1 0 0,-1 2-1 0 0,-103-35 0 0 0,95 42-90 0 0,40 14-17 0 0,-1 2 0 0 0,0 1 1 0 0,-1 3-1 0 0,-51-7 0 0 0,41 11-169 0 0,-1 3 0 0 0,0 2 0 0 0,0 3 1 0 0,-53 8-1 0 0,98-8-136 0 0,-1 0 0 0 0,1 1-1 0 0,0 0 1 0 0,0 1 0 0 0,0-1 0 0 0,-13 10 0 0 0,-40 29-5171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21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660 36 1681 0 0,'-1'-1'157'0'0,"1"-1"1"0"0,0 1 0 0 0,-1 0-1 0 0,1-1 1 0 0,-1 1-1 0 0,1 0 1 0 0,-1 0-1 0 0,0-1 1 0 0,0 1 0 0 0,1 0-1 0 0,-1 0 1 0 0,0 0-1 0 0,0 0 1 0 0,0 0 0 0 0,0 0-1 0 0,0 0 1 0 0,-1 0-1 0 0,1 0 1 0 0,0 1-1 0 0,0-1 1 0 0,0 0 0 0 0,-1 1-1 0 0,1-1 1 0 0,0 1-1 0 0,-1-1 1 0 0,1 1 0 0 0,0 0-1 0 0,-1-1 1 0 0,1 1-1 0 0,-1 0 1 0 0,1 0-1 0 0,-2 0 1 0 0,-62-1 658 0 0,44 2-296 0 0,-23 2-152 0 0,-50 10 0 0 0,91-13-357 0 0,-38 6 183 0 0,0 3-1 0 0,0 1 0 0 0,-77 30 1 0 0,109-34-189 0 0,0 0 0 0 0,0 0 0 0 0,1 1 0 0 0,-1 1 1 0 0,1 0-1 0 0,1 0 0 0 0,0 0 0 0 0,0 1 0 0 0,0 0 0 0 0,1 0 0 0 0,-6 14 0 0 0,-20 26 27 0 0,29-46-32 0 0,0 0 0 0 0,1 0 0 0 0,-1 1 0 0 0,1 0 0 0 0,0-1 0 0 0,0 1 0 0 0,0 0 0 0 0,1 0 0 0 0,-1 0 0 0 0,1 0 0 0 0,0 0 0 0 0,0 0 0 0 0,1 0 0 0 0,-1 0 0 0 0,1 0 0 0 0,0 1 0 0 0,0-1 0 0 0,1 6 0 0 0,-1 294-80 0 0,0-296 74 0 0,1-1 0 0 0,0 1 0 0 0,1-1 0 0 0,0 0 0 0 0,0 1 0 0 0,0-1 0 0 0,1 0 0 0 0,0 0 0 0 0,1-1 0 0 0,-1 1 0 0 0,1-1 0 0 0,1 0 0 0 0,-1 0 0 0 0,9 9 0 0 0,10 9-12 0 0,2-1 1 0 0,29 22-1 0 0,-24-21 14 0 0,34 18-52 0 0,-53-35-31 0 0,1 0 0 0 0,-1 0 0 0 0,0 1-1 0 0,0 0 1 0 0,-1 1 0 0 0,11 12-1 0 0,-8-7 157 0 0,1-1 0 0 0,0 0 0 0 0,1-1-1 0 0,0 0 1 0 0,29 15 0 0 0,86 36-120 0 0,-54-29 183 0 0,-62-28-114 0 0,2 0 0 0 0,-1-1 0 0 0,0 0 1 0 0,1-2-1 0 0,0 0 0 0 0,0 0 0 0 0,0-2 0 0 0,0 0 0 0 0,1-1 0 0 0,25-2 1 0 0,2-4 30 0 0,-1-2 0 0 0,68-22 0 0 0,15-22 111 0 0,230-72 253 0 0,-340 118-372 0 0,0 0 0 0 0,0 0 1 0 0,0-2-1 0 0,-1 0 0 0 0,0-1 0 0 0,-1 0 0 0 0,0-1 0 0 0,0-1 0 0 0,-1 0 0 0 0,-1-1 0 0 0,0 0 0 0 0,16-21 0 0 0,-20 24-34 0 0,-2-1 0 0 0,1 0 0 0 0,-1 0 0 0 0,0-1 0 0 0,-1 0 0 0 0,-1 0 0 0 0,0 0-1 0 0,0-1 1 0 0,-1 1 0 0 0,0-1 0 0 0,-1 0 0 0 0,0 0 0 0 0,-1 1 0 0 0,-1-1 0 0 0,0 0 0 0 0,0 0 0 0 0,-1 0 0 0 0,-1 0 0 0 0,0 0 0 0 0,0 0 0 0 0,-1 1 0 0 0,-1-1 0 0 0,0 1-1 0 0,-9-17 1 0 0,-8-12-25 0 0,-2 0-1 0 0,-2 2 0 0 0,-2 1 1 0 0,-1 1-1 0 0,-2 1 0 0 0,-1 2 1 0 0,-2 1-1 0 0,-1 1 0 0 0,-46-31 1 0 0,54 44-32 0 0,0 1 1 0 0,-2 2-1 0 0,0 0 1 0 0,-1 2-1 0 0,0 1 1 0 0,-1 1-1 0 0,0 2 1 0 0,0 1-1 0 0,-40-5 0 0 0,34 8-513 0 0,-1 2 0 0 0,1 1-1 0 0,-1 2 1 0 0,1 2 0 0 0,-1 1-1 0 0,1 2 1 0 0,-66 17-1 0 0,-19 21-4825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22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901 15 1040 0 0,'-146'-14'6497'0'0,"107"14"-6233"0"0,-1 1 1 0 0,1 2-1 0 0,-1 1 1 0 0,1 3 0 0 0,-66 18-1 0 0,100-23-248 0 0,-1 1 0 0 0,1-1-1 0 0,0 1 1 0 0,0 0 0 0 0,-9 7-1 0 0,-16 9 38 0 0,4-7-38 0 0,18-9-22 0 0,0 0 0 0 0,0 1 0 0 0,0 0 1 0 0,1 0-1 0 0,-1 0 0 0 0,1 1 0 0 0,0 1 0 0 0,1-1 1 0 0,-1 1-1 0 0,1 0 0 0 0,-9 11 0 0 0,-29 28 7 0 0,36-38 0 0 0,1 0 0 0 0,-1 0 0 0 0,1 0 0 0 0,0 1 0 0 0,1 0 0 0 0,0 0 0 0 0,-5 10 0 0 0,1 8-10 0 0,7-19 1 0 0,1 0-1 0 0,-1 1 1 0 0,-1-1-1 0 0,0 0 1 0 0,-6 8 0 0 0,1 1-3 0 0,0 1 1 0 0,1 0 0 0 0,1 0-1 0 0,0 1 1 0 0,-8 34 0 0 0,9-28-2 0 0,-18 43 0 0 0,23-65 16 0 0,0 1 1 0 0,0-1-1 0 0,1 1 0 0 0,-1 0 0 0 0,1 0 1 0 0,0-1-1 0 0,-1 1 0 0 0,1 0 0 0 0,1-1 1 0 0,-1 4-1 0 0,1-3 0 0 0,-1 0 1 0 0,0-1-1 0 0,0 1 0 0 0,0 0 1 0 0,0 0-1 0 0,-1 0 1 0 0,1-1-1 0 0,-1 1 1 0 0,0 0-1 0 0,1-1 0 0 0,-1 1 1 0 0,-2 3-1 0 0,-1-1 5 0 0,1 0 0 0 0,0 0 0 0 0,1 0 0 0 0,-1 1 0 0 0,1-1 0 0 0,0 0 0 0 0,0 1 0 0 0,1 0 0 0 0,-1-1 0 0 0,1 1 0 0 0,1 0 0 0 0,-1 0 0 0 0,1-1 0 0 0,0 1 0 0 0,0 0 0 0 0,0 0 0 0 0,1 0 0 0 0,0-1 0 0 0,3 9 0 0 0,0-6-1 0 0,1 0 0 0 0,0-1 1 0 0,1 1-1 0 0,11 11 0 0 0,-11-14 1 0 0,0 2 0 0 0,0-1 1 0 0,-1 1-1 0 0,0 0 0 0 0,-1 0 0 0 0,7 13 1 0 0,1 14 42 0 0,-9-23-31 0 0,1 1-1 0 0,0-1 1 0 0,1 0-1 0 0,0-1 1 0 0,0 1-1 0 0,1-1 1 0 0,1 0-1 0 0,13 15 0 0 0,5 3 8 0 0,1-2 0 0 0,1 0-1 0 0,34 24 1 0 0,-31-30-17 0 0,-10-5 17 0 0,1 0 0 0 0,0-2 0 0 0,1 0 1 0 0,1-2-1 0 0,0 0 0 0 0,34 10 0 0 0,34 1 0 0 0,1-3 0 0 0,0-5-1 0 0,1-4 1 0 0,1-3 0 0 0,157-10-1 0 0,-93-7-33 0 0,80-7-61 0 0,-191 11 53 0 0,0-2 0 0 0,86-27 0 0 0,-118 30 29 0 0,-1 0 0 0 0,0-2-1 0 0,0 0 1 0 0,-1 0 0 0 0,0-1-1 0 0,0-1 1 0 0,0 0 0 0 0,16-16 0 0 0,-25 20-6 0 0,1 0 0 0 0,-1 1 1 0 0,0-1-1 0 0,0-1 0 0 0,-1 1 1 0 0,1-1-1 0 0,-1 1 0 0 0,-1-1 1 0 0,1 0-1 0 0,-1 0 0 0 0,0 0 1 0 0,0 0-1 0 0,0-1 0 0 0,-1 1 1 0 0,0 0-1 0 0,-1-1 0 0 0,1 1 1 0 0,-1-1-1 0 0,0 1 0 0 0,-1 0 1 0 0,-2-12-1 0 0,-3-2 26 0 0,-1 2 1 0 0,-1-1-1 0 0,-1 1 0 0 0,0 0 1 0 0,-1 1-1 0 0,-1 0 0 0 0,-1 1 0 0 0,0 0 1 0 0,-1 1-1 0 0,-1 0 0 0 0,0 1 1 0 0,-1 0-1 0 0,-21-13 0 0 0,-63-59 109 0 0,45 39-61 0 0,-94-66 0 0 0,61 59-89 0 0,-173-79 1 0 0,253 130-209 0 0,-1 0 1 0 0,1 1-1 0 0,-1-1 1 0 0,0 2-1 0 0,0-1 1 0 0,0 1-1 0 0,0 0 0 0 0,0 1 1 0 0,0-1-1 0 0,0 2 1 0 0,0-1-1 0 0,1 1 1 0 0,-1 0-1 0 0,0 1 1 0 0,0 0-1 0 0,0 0 1 0 0,-8 4-1 0 0,4-2-472 0 0,-48 15-4435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1:10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26 1040 0 0,'-5'0'3936'0'0,"-81"-6"-655"0"0,86 4-3048 0 0,0 1-200 0 0,0 1-1 0 0,0 0 0 0 0,0-1 1 0 0,0 1-1 0 0,0 0 0 0 0,0-1 0 0 0,0 1 1 0 0,0 0-1 0 0,0-1 0 0 0,0 1 0 0 0,0 0 1 0 0,0-1-1 0 0,0 1 0 0 0,0 0 0 0 0,0-1 1 0 0,0 1-1 0 0,0 0 0 0 0,0 0 1 0 0,1-1-1 0 0,-1 1 0 0 0,0 0 0 0 0,0-1 1 0 0,0 1-1 0 0,0 0 0 0 0,1 0 0 0 0,-1-1 1 0 0,0 1-1 0 0,0 0 0 0 0,1 0 1 0 0,-1-1-1 0 0,0 1 0 0 0,1 0 0 0 0,-1 0 1 0 0,0 0-1 0 0,0 0 0 0 0,1-1 0 0 0,19 0 289 0 0,11-4 1599 0 0,-26 5-1759 0 0,0 0-1 0 0,182 30 194 0 0,38 7 12 0 0,-221-36-366 0 0,0 0 1 0 0,0 0-1 0 0,-1 1 0 0 0,1-1 0 0 0,0 1 1 0 0,-1-1-1 0 0,0 1 0 0 0,1 0 1 0 0,4 4-1 0 0,17 9-16 0 0,-19-11 19 0 0,1-1 1 0 0,-1 1 0 0 0,0 1-1 0 0,0-1 1 0 0,0 1 0 0 0,10 11 0 0 0,-14-14-4 0 0,-1-1 3 0 0,-1 0 0 0 0,1 0 0 0 0,0-1 0 0 0,-1 1 0 0 0,1 0 0 0 0,-1 0 0 0 0,0 0 0 0 0,1 0-1 0 0,-1 0 1 0 0,1 0 0 0 0,-1 0 0 0 0,0 0 0 0 0,0 0 0 0 0,0 0 0 0 0,0 0 0 0 0,0 0 0 0 0,0 0 0 0 0,0 0-1 0 0,0 0 1 0 0,0 0 0 0 0,0 0 0 0 0,0 0 0 0 0,-1 1 0 0 0,1-1-1 0 0,0 0 1 0 0,-1 0-1 0 0,1-1 1 0 0,0 1-1 0 0,0 0 1 0 0,0 0-1 0 0,0 0 1 0 0,0 0-1 0 0,0 0 0 0 0,0-1 1 0 0,0 1-1 0 0,0 0 1 0 0,0 0-1 0 0,0 0 1 0 0,1 0-1 0 0,-1-1 1 0 0,0 1-1 0 0,1 0 1 0 0,-1 0-1 0 0,0-1 0 0 0,1 1 1 0 0,-1 0-1 0 0,1 0 1 0 0,-1-1-1 0 0,2 2 1 0 0,42 31 52 0 0,-32-26-45 0 0,-1 1-1 0 0,0 0 1 0 0,17 18-1 0 0,-22-20 7 0 0,0-2 1 0 0,1 1-1 0 0,-1-1 0 0 0,1 0 0 0 0,0-1 1 0 0,0 1-1 0 0,1-1 0 0 0,8 2 1 0 0,44 22 76 0 0,30 12-93 0 0,-75-33 13 0 0,-13-6-10 0 0,0 1 1 0 0,0-1 0 0 0,1 1-1 0 0,-1 0 1 0 0,0-1 0 0 0,0 1-1 0 0,0 0 1 0 0,0 0 0 0 0,0 1-1 0 0,0-1 1 0 0,-1 0 0 0 0,1 1-1 0 0,0-1 1 0 0,0 1 0 0 0,-1-1-1 0 0,1 1 1 0 0,-1 0 0 0 0,0 0 0 0 0,1-1-1 0 0,-1 1 1 0 0,1 3 0 0 0,0-2 0 0 0,-1 0 0 0 0,1 0 0 0 0,-1-1 0 0 0,1 1 0 0 0,0-1 0 0 0,0 1 0 0 0,0-1 0 0 0,0 0 0 0 0,0 0 1 0 0,0 0-1 0 0,1 0 0 0 0,-1 0 0 0 0,1 0 0 0 0,4 2 0 0 0,14 12 108 0 0,-9 4 385 0 0,-11-17-411 0 0,1-1 1 0 0,-1 1-1 0 0,1 0 0 0 0,0 0 1 0 0,0-1-1 0 0,0 0 0 0 0,0 1 1 0 0,0-1-1 0 0,5 4 1 0 0,3-1 129 0 0,-9-4-203 0 0,0-1 0 0 0,0 1 1 0 0,0-1-1 0 0,0 1 0 0 0,1-1 0 0 0,-1 1 1 0 0,0 0-1 0 0,0 0 0 0 0,0-1 0 0 0,-1 1 1 0 0,1 0-1 0 0,0 0 0 0 0,0 0 0 0 0,0 0 0 0 0,-1 0 1 0 0,1 0-1 0 0,0 0 0 0 0,-1 0 0 0 0,1 0 1 0 0,-1 1-1 0 0,1-1 0 0 0,-1 0 0 0 0,0 0 1 0 0,1 0-1 0 0,-1 1 0 0 0,0-1 0 0 0,0 2 1 0 0,0-3-52 0 0,0 0 0 0 0,1 1 0 0 0,-1-1 0 0 0,0 1 0 0 0,0-1 0 0 0,0 0 1 0 0,0 1-1 0 0,1-1 0 0 0,-1 0 0 0 0,0 1 0 0 0,0-1 0 0 0,1 0 0 0 0,-1 1 1 0 0,0-1-1 0 0,1 0 0 0 0,-1 0 0 0 0,0 1 0 0 0,1-1 0 0 0,-1 0 1 0 0,0 0-1 0 0,1 0 0 0 0,-1 1 0 0 0,0-1 0 0 0,1 0 0 0 0,-1 0 0 0 0,1 0 1 0 0,-1 0-1 0 0,1 0 0 0 0,-1 0 0 0 0,0 0 0 0 0,1 0 0 0 0,-1 0 1 0 0,1 0-1 0 0,-1 0 0 0 0,0 0 0 0 0,1 0 0 0 0,-1 0 0 0 0,1-1 0 0 0,21-9-3928 0 0,14-21 44 0 0,44-57-2134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1:13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783 64 2481 0 0,'-45'10'1928'0'0,"27"-6"-1016"0"0,1 0 0 0 0,-1 2 0 0 0,-29 12 0 0 0,42-16-856 0 0,3-2-27 0 0,0 1 0 0 0,1-1 0 0 0,-1 1 0 0 0,0 0 0 0 0,1-1 0 0 0,-1 1 0 0 0,1 0 0 0 0,-1 0 0 0 0,1 0 0 0 0,-1 0 0 0 0,1 0 0 0 0,0 0 0 0 0,-1 0 0 0 0,1 0 0 0 0,0 1 0 0 0,0-1 0 0 0,0 0 0 0 0,0 1 0 0 0,0-1 0 0 0,0 1 0 0 0,-1 2 0 0 0,2-3-5 0 0,-1 0 1 0 0,1 0-1 0 0,-1 0 1 0 0,1 0-1 0 0,-1 0 1 0 0,1 0-1 0 0,-1 0 0 0 0,0 0 1 0 0,0 0-1 0 0,0 0 1 0 0,0 0-1 0 0,1 0 1 0 0,-1 0-1 0 0,0 0 1 0 0,0-1-1 0 0,-1 1 1 0 0,1-1-1 0 0,0 1 1 0 0,0 0-1 0 0,0-1 1 0 0,0 0-1 0 0,-2 1 1 0 0,-11 7 172 0 0,-20 10-79 0 0,16-9-62 0 0,2 0 0 0 0,-24 17 0 0 0,37-24-8 0 0,0 0 0 0 0,0 1 0 0 0,1-1 0 0 0,-1 1 0 0 0,0 0 0 0 0,1-1 1 0 0,0 1-1 0 0,0 0 0 0 0,0 0 0 0 0,0 0 0 0 0,0 1 0 0 0,0-1 1 0 0,1 0-1 0 0,0 1 0 0 0,0-1 0 0 0,0 1 0 0 0,0-1 0 0 0,-1 8 1 0 0,2-10-33 0 0,0 0 0 0 0,-1 0 0 0 0,1 0 0 0 0,-1 0 0 0 0,1 0 0 0 0,-1 0 0 0 0,1 0 0 0 0,-1 0 0 0 0,1 0 0 0 0,-1 0 0 0 0,0 0 0 0 0,0-1 0 0 0,1 1 0 0 0,-1 0 0 0 0,0 0 0 0 0,0-1 0 0 0,0 1 0 0 0,0 0 0 0 0,0-1 0 0 0,0 1 0 0 0,0-1 0 0 0,0 1 0 0 0,0-1 0 0 0,-2 1 0 0 0,-36 9 240 0 0,33-9-179 0 0,-15 2 61 0 0,16-3-95 0 0,-1 0-1 0 0,1 0 0 0 0,-1 1 0 0 0,1 0 0 0 0,0 0 1 0 0,-1 1-1 0 0,1-1 0 0 0,0 1 0 0 0,-7 4 0 0 0,-4 14 263 0 0,15-17-274 0 0,-1-1 1 0 0,1 1 0 0 0,-1-1 0 0 0,0 0 0 0 0,0 0-1 0 0,0 1 1 0 0,0-1 0 0 0,0 0 0 0 0,0-1-1 0 0,-4 4 1 0 0,-5 1 55 0 0,1 1 1 0 0,-1 0-1 0 0,1 1 0 0 0,1 0 1 0 0,-1 1-1 0 0,2 0 0 0 0,-1 0 1 0 0,1 1-1 0 0,0 0 0 0 0,-9 17 1 0 0,6 7 34 0 0,9-27-107 0 0,0-1 0 0 0,0 1 0 0 0,0 0 1 0 0,-1-1-1 0 0,-5 8 0 0 0,-26 55 58 0 0,14-24 14 0 0,18-41-80 0 0,1 1-1 0 0,0-1 1 0 0,0 0-1 0 0,0 1 1 0 0,1-1-1 0 0,-1 1 0 0 0,1-1 1 0 0,0 1-1 0 0,1-1 1 0 0,-1 1-1 0 0,2 4 1 0 0,-1-6-5 0 0,-1 1 0 0 0,1-1 0 0 0,-1 0 0 0 0,0 1 0 0 0,0-1-1 0 0,0 1 1 0 0,0-1 0 0 0,0 0 0 0 0,-1 1 0 0 0,1-1 0 0 0,-1 0 0 0 0,0 1 0 0 0,0-1 0 0 0,-3 6 0 0 0,-7-1 25 0 0,10-7-26 0 0,0-1 1 0 0,0 1-1 0 0,1 0 1 0 0,-1-1-1 0 0,0 1 1 0 0,0 0-1 0 0,0-1 1 0 0,0 1-1 0 0,1 0 1 0 0,-1 0-1 0 0,0 0 1 0 0,1 0-1 0 0,-1 0 0 0 0,0 0 1 0 0,1 0-1 0 0,-1 0 1 0 0,1 0-1 0 0,0 0 1 0 0,-1 0-1 0 0,1 0 1 0 0,0 0-1 0 0,0 0 1 0 0,0 0-1 0 0,-1 0 1 0 0,1 1-1 0 0,1 0 0 0 0,-3 36-22 0 0,1-24-159 0 0,0 1 0 0 0,1-1 1 0 0,0 0-1 0 0,1 0 0 0 0,1 0 0 0 0,4 17 0 0 0,14 13-567 0 0,-14-20 468 0 0,-5-20 235 0 0,0 0 0 0 0,0 0 0 0 0,0 0-1 0 0,1 1 1 0 0,-1-1 0 0 0,1-1 0 0 0,0 1-1 0 0,0 0 1 0 0,0 0 0 0 0,1-1 0 0 0,-1 1-1 0 0,7 5 1 0 0,1 1-60 0 0,-3-3 27 0 0,0 1 0 0 0,1-1 0 0 0,0-1 0 0 0,1 0 0 0 0,-1 0 0 0 0,1 0 0 0 0,9 3 0 0 0,1 0 22 0 0,-15-6 45 0 0,1-1 0 0 0,-1 0 0 0 0,1 0 1 0 0,-1-1-1 0 0,1 1 0 0 0,0-1 0 0 0,5 1 0 0 0,201 13 304 0 0,-95 4-41 0 0,-27 0 101 0 0,-70-13-206 0 0,0-1 1 0 0,0-2-1 0 0,26 3 0 0 0,67 1 1293 0 0,188-14 0 0 0,101 2-493 0 0,-205 9-789 0 0,-179-5-118 0 0,0 0 0 0 0,-1-1 0 0 0,1-1 0 0 0,-1 0-1 0 0,0-1 1 0 0,19-8 0 0 0,89-46 226 0 0,-110 51-260 0 0,-10 5-4 0 0,0-1 0 0 0,-1 1-1 0 0,1-1 1 0 0,-1 0 0 0 0,0 0 0 0 0,0 0-1 0 0,5-6 1 0 0,20-18 69 0 0,58-37 74 0 0,-81 51-147 0 0,0 1-51 0 0,2 8 47 0 0,-5 3 7 0 0,-1 0 1 0 0,0 1-1 0 0,0-1 0 0 0,0 0 0 0 0,1 0 1 0 0,-1 0-1 0 0,0 0 0 0 0,0 0 0 0 0,0 0 1 0 0,0 0-1 0 0,-1 0 0 0 0,1 0 0 0 0,0 0 0 0 0,0-1 1 0 0,-1 1-1 0 0,1 0 0 0 0,-1-1 0 0 0,1 1 1 0 0,-1 0-1 0 0,1-1 0 0 0,-1 1 0 0 0,0 0 1 0 0,0-1-1 0 0,1 1 0 0 0,-1-1 0 0 0,0 1 0 0 0,0-1 1 0 0,-1 1-1 0 0,1 0 0 0 0,0-1 0 0 0,-1-1 1 0 0,1-50-83 0 0,0 52 81 0 0,0 0 1 0 0,0-1 0 0 0,0 1-1 0 0,0-1 1 0 0,0 1 0 0 0,-1 0-1 0 0,1-1 1 0 0,0 1 0 0 0,-1 0-1 0 0,1 0 1 0 0,-1-1 0 0 0,1 1 0 0 0,-1 0-1 0 0,0 0 1 0 0,0 0 0 0 0,1 0-1 0 0,-1 0 1 0 0,0 0 0 0 0,0 0-1 0 0,0 0 1 0 0,0 0 0 0 0,0 0-1 0 0,-2-1 1 0 0,2 1 0 0 0,0 1-1 0 0,0-1 1 0 0,0 0 0 0 0,0 0-1 0 0,0 0 1 0 0,0 0 0 0 0,0 0-1 0 0,0 0 1 0 0,0 0 0 0 0,1 0-1 0 0,-1 0 1 0 0,0 0 0 0 0,1 0-1 0 0,-1-1 1 0 0,1 1-1 0 0,-1 0 1 0 0,1 0 0 0 0,0-1-1 0 0,-1 1 1 0 0,1 0 0 0 0,0 0-1 0 0,0-1 1 0 0,0-1 0 0 0,0-6 3 0 0,1 7-1 0 0,-1 0 1 0 0,0-1-1 0 0,0 1 1 0 0,0-1-1 0 0,0 1 0 0 0,0 0 1 0 0,0-1-1 0 0,-1 1 0 0 0,1-1 1 0 0,-1 1-1 0 0,0 0 1 0 0,0-1-1 0 0,-1-2 0 0 0,-33-66 67 0 0,28 51-42 0 0,-2 2 0 0 0,0-1 0 0 0,-22-31 0 0 0,-84-100 185 0 0,102 131-214 0 0,-1 1 0 0 0,0 0 0 0 0,-1 1 0 0 0,-1 1 0 0 0,-1 1 0 0 0,-20-16 0 0 0,-79-39 173 0 0,22 31 147 0 0,65 25-322 0 0,20 15 2 0 0,1-3 15 0 0,-2-3-6 0 0,-1 0-1 0 0,-1 0 0 0 0,1 1 1 0 0,-13-3-1 0 0,15 5-95 0 0,-1-1 0 0 0,1 0 0 0 0,0 0 0 0 0,0-1 0 0 0,1 0 1 0 0,-1 0-1 0 0,-11-9 0 0 0,12 7 27 0 0,0 1 0 0 0,-1 0 0 0 0,1 0 0 0 0,-1 1 0 0 0,0 0 0 0 0,-1 0 1 0 0,-9-2-1 0 0,-31-12 152 0 0,-96-27 55 0 0,107 29-127 0 0,-1 2 0 0 0,0 2 0 0 0,-53-9 0 0 0,66 15-27 0 0,10 2 5 0 0,0 0 1 0 0,0 2-1 0 0,-19-2 0 0 0,-55-1 96 0 0,82 5-160 0 0,1 1 0 0 0,-1 0 0 0 0,1 0 0 0 0,-1 1 0 0 0,1 0 0 0 0,-14 6 0 0 0,-31 16-4354 0 0,-2 0-3584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1:21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26 2401 0 0,'-25'0'2375'0'0,"20"0"-895"0"0,6-2-605 0 0,-7-1-829 0 0,-49-11 1021 0 0,53 13-1000 0 0,1 0 1 0 0,0 1 0 0 0,0-1-1 0 0,-1 0 1 0 0,1 1-1 0 0,-1-1 1 0 0,1 1 0 0 0,0 0-1 0 0,-1-1 1 0 0,1 1-1 0 0,-1 0 1 0 0,1 0-1 0 0,-1 0 1 0 0,1 0 0 0 0,-1 0-1 0 0,1 0 1 0 0,-1 0-1 0 0,-1 1 1 0 0,-44 4 221 0 0,38-4-115 0 0,1-1-66 0 0,3 0-35 0 0,1 0 0 0 0,-1 1 1 0 0,0-1-1 0 0,0 1 0 0 0,0 0 0 0 0,1 0 1 0 0,-1 0-1 0 0,0 1 0 0 0,-4 2 1 0 0,9-3 793 0 0,-25-1 173 0 0,20 0 1335 0 0,10 0-2282 0 0,15 0-13 0 0,27 7 60 0 0,30 6-53 0 0,-69-12-83 0 0,-1-1 0 0 0,0 1 0 0 0,0 0 0 0 0,0 1 0 0 0,0 0 0 0 0,12 5 1 0 0,5-1 46 0 0,67 4-25 0 0,-31-1 121 0 0,-50-7-119 0 0,40 1 118 0 0,6 3-80 0 0,-56-6-66 0 0,0 0 0 0 0,0 0 0 0 0,1 0 0 0 0,-1 0 0 0 0,0 1 0 0 0,1-1 0 0 0,-1 0 0 0 0,0 0 0 0 0,0 0 0 0 0,1 0 0 0 0,-1 0 0 0 0,0 0 0 0 0,0 0 0 0 0,1 0 0 0 0,-1 1 0 0 0,0-1 0 0 0,0 0 0 0 0,1 0 0 0 0,-1 0 0 0 0,0 1 0 0 0,0-1 0 0 0,0 0 0 0 0,0 0 0 0 0,1 1 0 0 0,-1-1 0 0 0,0 0 0 0 0,0 0 0 0 0,0 1 0 0 0,0-1 0 0 0,0 0 0 0 0,0 0 0 0 0,0 1 0 0 0,0-1 0 0 0,0 0 0 0 0,1 0 0 0 0,-1 1 0 0 0,3 4 0 0 0,49 4 41 0 0,1-1 0 0 0,98 1-1 0 0,34 3 12 0 0,-166-9-66 0 0,48 1-26 0 0,-62-4-280 0 0,-40-6-3028 0 0,-21-1-867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1:22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0 560 0 0,'-6'2'1093'0'0,"5"-2"-871"0"0,-1 1-1 0 0,1-1 1 0 0,-1 1 0 0 0,1-1-1 0 0,-1 1 1 0 0,1-1-1 0 0,-1 1 1 0 0,1 0 0 0 0,0 0-1 0 0,0 0 1 0 0,-1 0 0 0 0,1 0-1 0 0,0 0 1 0 0,0 0 0 0 0,0 0-1 0 0,0 0 1 0 0,-2 2 0 0 0,9-2 685 0 0,-5-1-834 0 0,0 0-61 0 0,0 0 0 0 0,0-1 0 0 0,-1 1 0 0 0,1 0 1 0 0,0 0-1 0 0,0 0 0 0 0,0 0 0 0 0,0 0 0 0 0,0 0 0 0 0,0 0 0 0 0,0 0 1 0 0,-1 0-1 0 0,1 1 0 0 0,0-1 0 0 0,0 0 0 0 0,0 1 0 0 0,0-1 1 0 0,0 0-1 0 0,-1 1 0 0 0,1-1 0 0 0,0 1 0 0 0,0-1 0 0 0,-1 1 1 0 0,1 0-1 0 0,0-1 0 0 0,-1 1 0 0 0,2 1 0 0 0,-2-2-8 0 0,-1 1 0 0 0,1-1-1 0 0,0 1 1 0 0,0-1 0 0 0,0 0 0 0 0,0 1 0 0 0,-1-1-1 0 0,1 1 1 0 0,0-1 0 0 0,0 1 0 0 0,-1-1-1 0 0,1 0 1 0 0,0 1 0 0 0,-1-1 0 0 0,1 0-1 0 0,-1 1 1 0 0,1-1 0 0 0,0 0 0 0 0,-1 1-1 0 0,1-1 1 0 0,-1 0 0 0 0,1 0 0 0 0,-1 1-1 0 0,1-1 1 0 0,0 0 0 0 0,-1 0 0 0 0,1 0 0 0 0,-1 0-1 0 0,1 0 1 0 0,-1 0 0 0 0,1 0 0 0 0,-1 0-1 0 0,0 0 1 0 0,0 0 1 0 0,0 0 0 0 0,1 0 1 0 0,-1 0-1 0 0,0 0 0 0 0,1 0 0 0 0,-1 0 0 0 0,0 1 1 0 0,1-1-1 0 0,-1 0 0 0 0,0 0 0 0 0,1 1 0 0 0,-1-1 1 0 0,0 0-1 0 0,1 1 0 0 0,-1-1 0 0 0,1 0 0 0 0,-1 1 1 0 0,1-1-1 0 0,-1 1 0 0 0,1-1 0 0 0,-1 1 0 0 0,1-1 1 0 0,-1 1-1 0 0,1-1 0 0 0,0 1 0 0 0,-1 0 0 0 0,1-1 1 0 0,0 1-1 0 0,-1 0 0 0 0,1-1 0 0 0,0 1 0 0 0,0-1 1 0 0,0 1-1 0 0,0 0 0 0 0,0 0 0 0 0,-1 0 0 0 0,2 15 213 0 0,0-12-164 0 0,0 1 0 0 0,-1-1 0 0 0,0 0 0 0 0,0 1 0 0 0,0-1 0 0 0,0 1 1 0 0,-1-1-1 0 0,0 1 0 0 0,0-1 0 0 0,0 0 0 0 0,-3 8 0 0 0,-5-4 24 0 0,7-7-50 0 0,1 0 0 0 0,0 0 0 0 0,0 0 0 0 0,0 0-1 0 0,0 0 1 0 0,0 0 0 0 0,0 1 0 0 0,0-1-1 0 0,0 0 1 0 0,0 1 0 0 0,0-1 0 0 0,1 0 0 0 0,-1 1-1 0 0,0-1 1 0 0,1 1 0 0 0,0-1 0 0 0,-1 1 0 0 0,1 0-1 0 0,0-1 1 0 0,0 1 0 0 0,0-1 0 0 0,0 1-1 0 0,0-1 1 0 0,0 1 0 0 0,0 2 0 0 0,0-3-13 0 0,0 0 0 0 0,0 0 1 0 0,0 0-1 0 0,0 0 0 0 0,0 0 0 0 0,0 0 1 0 0,-1 0-1 0 0,1 0 0 0 0,0 0 0 0 0,-1 0 1 0 0,1 0-1 0 0,-1 0 0 0 0,1 0 1 0 0,-1 0-1 0 0,1-1 0 0 0,-1 1 0 0 0,1 0 1 0 0,-1 0-1 0 0,0 0 0 0 0,0-1 0 0 0,1 1 1 0 0,-1 0-1 0 0,0-1 0 0 0,0 1 1 0 0,0-1-1 0 0,-1 1 0 0 0,-9 8 66 0 0,5 1-26 0 0,0 0-1 0 0,1 1 0 0 0,0-1 0 0 0,1 1 1 0 0,0 0-1 0 0,0 1 0 0 0,-2 17 0 0 0,2-12-11 0 0,-1 0-1 0 0,-11 27 0 0 0,11-34-26 0 0,0 1 0 0 0,1-1 0 0 0,0 1 0 0 0,1 0 0 0 0,0-1 0 0 0,0 2 0 0 0,1-1 0 0 0,1 0 0 0 0,0 0 0 0 0,1 0 0 0 0,0 1 0 0 0,0-1 0 0 0,1 0 0 0 0,4 14 0 0 0,5 4 26 0 0,-7-23-41 0 0,-1 0 1 0 0,0 1-1 0 0,0-1 0 0 0,0 0 1 0 0,-1 0-1 0 0,0 1 1 0 0,1 8-1 0 0,-3-14-37 0 0,1 0 0 0 0,0 0 0 0 0,0 1 0 0 0,0-1 1 0 0,0 0-1 0 0,0 0 0 0 0,0 1 0 0 0,0-1 0 0 0,1 0 0 0 0,-1 0 0 0 0,0 0 0 0 0,0 0 0 0 0,1 1 1 0 0,-1-1-1 0 0,1 0 0 0 0,-1 0 0 0 0,1 0 0 0 0,0 0 0 0 0,-1 0 0 0 0,1 0 0 0 0,0 0 0 0 0,0 0 1 0 0,0 0-1 0 0,0-1 0 0 0,-1 1 0 0 0,1 0 0 0 0,0 0 0 0 0,0-1 0 0 0,1 1 0 0 0,-1-1 0 0 0,0 1 1 0 0,0-1-1 0 0,0 1 0 0 0,0-1 0 0 0,0 1 0 0 0,1-1 0 0 0,-1 0 0 0 0,0 0 0 0 0,0 0 0 0 0,0 0 1 0 0,3 0-1 0 0,26 6-2672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1:25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659 247 1281 0 0,'55'-6'2774'0'0,"-50"4"-1813"0"0,-5 2-943 0 0,0-1 1 0 0,0 1-1 0 0,0-1 1 0 0,0 1-1 0 0,0-1 0 0 0,0 1 1 0 0,1-1-1 0 0,-1 1 1 0 0,0-1-1 0 0,0 1 1 0 0,0-1-1 0 0,1 1 1 0 0,-1-1-1 0 0,0 1 1 0 0,1-1-1 0 0,-1 1 1 0 0,0-1-1 0 0,1 1 1 0 0,-1 0-1 0 0,1-1 1 0 0,-1 1-1 0 0,0 0 1 0 0,1-1-1 0 0,-1 1 1 0 0,1 0-1 0 0,-1 0 0 0 0,1-1 1 0 0,-1 1-1 0 0,1 0 1 0 0,-1 0-1 0 0,1 0 1 0 0,-1 0-1 0 0,1 0 1 0 0,-1 0-1 0 0,1 0 1 0 0,0 0-1 0 0,-1 0 1 0 0,1 0-1 0 0,-1 0 1 0 0,1 0-1 0 0,-1 0 1 0 0,1 0-1 0 0,-1 0 1 0 0,1 1-1 0 0,0-1-18 0 0,-1 0 0 0 0,0 0 1 0 0,1 0-1 0 0,-1 0 0 0 0,1 0 0 0 0,-1 0 1 0 0,0 1-1 0 0,1-1 0 0 0,-1 0 0 0 0,0 0 0 0 0,1 0 1 0 0,-1 0-1 0 0,1 0 0 0 0,-1-1 0 0 0,0 1 1 0 0,1 0-1 0 0,-1 0 0 0 0,0 0 0 0 0,1 0 0 0 0,-1 0 1 0 0,0 0-1 0 0,1-1 0 0 0,-1 1 0 0 0,0 0 1 0 0,1 0-1 0 0,-1 0 0 0 0,0-1 0 0 0,1 1 0 0 0,-1 0 1 0 0,0-1-1 0 0,0 1 0 0 0,1 0 0 0 0,-1 0 0 0 0,0-1 1 0 0,0 1-1 0 0,0 0 0 0 0,1-1 0 0 0,-1 1 1 0 0,0-1-1 0 0,0 0 0 0 0,5 0 53 0 0,15 0-26 0 0,-19 1-25 0 0,-1 0 0 0 0,0 0-1 0 0,0 0 1 0 0,1 0 0 0 0,-1 0-1 0 0,0 0 1 0 0,1 0 0 0 0,-1 0 0 0 0,0-1-1 0 0,0 1 1 0 0,1 0 0 0 0,-1 0 0 0 0,0 0-1 0 0,0 0 1 0 0,1-1 0 0 0,-1 1 0 0 0,0 0-1 0 0,0 0 1 0 0,0-1 0 0 0,1 1 0 0 0,-1 0-1 0 0,0 0 1 0 0,0-1 0 0 0,0 1-1 0 0,0 0 1 0 0,0 0 0 0 0,0-1 0 0 0,1 1-1 0 0,-1 0 1 0 0,0-1 0 0 0,0 1 0 0 0,0 0-1 0 0,0 0 1 0 0,0-1 0 0 0,0 1 0 0 0,0 0-1 0 0,0-1 1 0 0,0 1 0 0 0,0 0 0 0 0,-1-1-1 0 0,1 1-1 0 0,0 0 1 0 0,0-1-1 0 0,0 1 0 0 0,0 0 0 0 0,0 0 1 0 0,0-1-1 0 0,0 1 0 0 0,0 0 0 0 0,0 0 1 0 0,0-1-1 0 0,0 1 0 0 0,0 0 0 0 0,0 0 1 0 0,0-1-1 0 0,0 1 0 0 0,0 0 0 0 0,0 0 1 0 0,1-1-1 0 0,-1 1 0 0 0,0 0 0 0 0,0 0 0 0 0,0-1 1 0 0,0 1-1 0 0,0 0 0 0 0,1 0 0 0 0,-1 0 1 0 0,0 0-1 0 0,0-1 0 0 0,0 1 0 0 0,1 0 1 0 0,-1 0-1 0 0,0 0 0 0 0,0 0 0 0 0,0 0 1 0 0,1-1-1 0 0,-1 1 0 0 0,20-2 53 0 0,-19 2-18 0 0,-1-1 0 0 0,1 1-1 0 0,-1-1 1 0 0,1 1 0 0 0,-1-1 0 0 0,1 1-1 0 0,-1-1 1 0 0,0 0 0 0 0,1 1-1 0 0,-1-1 1 0 0,0 0 0 0 0,1 1-1 0 0,-1-1 1 0 0,0 1 0 0 0,0-1-1 0 0,0 0 1 0 0,0 0 0 0 0,0 1-1 0 0,1-1 1 0 0,-1 0 0 0 0,0 1-1 0 0,-1-1 1 0 0,1 0 0 0 0,0 1 0 0 0,0-1-1 0 0,0 0 1 0 0,0 1 0 0 0,0-1-1 0 0,-1 0 1 0 0,1 1 0 0 0,0-1-1 0 0,-1 1 1 0 0,1-1 0 0 0,0 0-1 0 0,-1 1 1 0 0,1-1 0 0 0,-1 1-1 0 0,1-1 1 0 0,-2 0 0 0 0,-29-6 386 0 0,0 2 0 0 0,-1 1 0 0 0,0 1 0 0 0,0 2 0 0 0,0 1 1 0 0,-49 7-1 0 0,56-5-324 0 0,14-1-68 0 0,0 0-1 0 0,0 1 1 0 0,1 0-1 0 0,-13 4 1 0 0,-103 56-24 0 0,51-22 83 0 0,51-27-24 0 0,1 1 0 0 0,-28 23-1 0 0,29-21-14 0 0,20-15-42 0 0,0 1 0 0 0,-1-1-1 0 0,1 1 1 0 0,0 0 0 0 0,0 0-1 0 0,0 0 1 0 0,1 0 0 0 0,-1 1-1 0 0,0-1 1 0 0,1 0 0 0 0,0 1-1 0 0,-1-1 1 0 0,1 1 0 0 0,0-1-1 0 0,0 1 1 0 0,0 0 0 0 0,1-1-1 0 0,-1 1 1 0 0,1 0 0 0 0,-1-1-1 0 0,1 4 1 0 0,0-4-4 0 0,0-1 0 0 0,0 0 1 0 0,0 1-1 0 0,0-1 0 0 0,-1 1 0 0 0,1-1 0 0 0,0 1 1 0 0,-1-1-1 0 0,1 0 0 0 0,-1 1 0 0 0,0-1 0 0 0,1 0 1 0 0,-1 0-1 0 0,0 1 0 0 0,0-1 0 0 0,0 0 0 0 0,0 0 1 0 0,0 0-1 0 0,0 0 0 0 0,0 0 0 0 0,0 0 0 0 0,-2 1 1 0 0,-6 6 2 0 0,-2 5-6 0 0,8-11 0 0 0,1 1 0 0 0,0-1 0 0 0,0 0 0 0 0,0 1 0 0 0,0-1 0 0 0,1 1 0 0 0,-1 0 0 0 0,1-1 0 0 0,-1 1 0 0 0,1 0 0 0 0,0 0 0 0 0,0 0 0 0 0,0 0 0 0 0,1 0 0 0 0,-1 0 0 0 0,1 0 0 0 0,0 0 0 0 0,-1 0 0 0 0,2 4 0 0 0,-1-3-3 0 0,-1-1 0 0 0,1 1-1 0 0,-1-1 1 0 0,1 1 0 0 0,-1-1 0 0 0,0 1-1 0 0,0-1 1 0 0,-1 0 0 0 0,1 1-1 0 0,-1-1 1 0 0,-3 5 0 0 0,3-4 0 0 0,0-1-1 0 0,0 0 1 0 0,0 1-1 0 0,1-1 1 0 0,0 1 0 0 0,-1-1-1 0 0,1 1 1 0 0,0-1-1 0 0,1 1 1 0 0,-1 0-1 0 0,0 7 1 0 0,1 106 3 0 0,0-115-2 0 0,1 0 0 0 0,-1 0-1 0 0,0 0 1 0 0,0-1 0 0 0,1 1 0 0 0,-1 0-1 0 0,1 0 1 0 0,-1-1 0 0 0,1 1-1 0 0,0 0 1 0 0,0-1 0 0 0,-1 1 0 0 0,1-1-1 0 0,0 1 1 0 0,1-1 0 0 0,-1 1 0 0 0,0-1-1 0 0,3 2 1 0 0,-3-1 4 0 0,0-1 1 0 0,1 0-1 0 0,-1 0 0 0 0,0 1 0 0 0,0-1 1 0 0,0 1-1 0 0,0-1 0 0 0,0 1 0 0 0,0 0 1 0 0,-1-1-1 0 0,1 1 0 0 0,0 0 1 0 0,-1-1-1 0 0,1 1 0 0 0,-1 0 0 0 0,0 0 1 0 0,0-1-1 0 0,1 4 0 0 0,-1-3 0 0 0,0 0 0 0 0,0 0 1 0 0,0 0-1 0 0,0-1 0 0 0,1 1 0 0 0,-1 0 0 0 0,1 0 0 0 0,-1 0 0 0 0,1-1 0 0 0,0 1 1 0 0,-1 0-1 0 0,1-1 0 0 0,0 1 0 0 0,0-1 0 0 0,0 1 0 0 0,1-1 0 0 0,-1 1 1 0 0,0-1-1 0 0,0 0 0 0 0,1 0 0 0 0,-1 0 0 0 0,1 1 0 0 0,-1-1 0 0 0,1-1 1 0 0,-1 1-1 0 0,1 0 0 0 0,0 0 0 0 0,-1 0 0 0 0,3 0 0 0 0,20 14-53 0 0,-13-3 46 0 0,13 8 64 0 0,46 25-17 0 0,-53-33-60 0 0,0 0 0 0 0,0-2 0 0 0,1 0-1 0 0,0-1 1 0 0,35 13 0 0 0,470 76 456 0 0,-366-74-169 0 0,83 14 51 0 0,-126-22-228 0 0,-33-3 149 0 0,122 2 0 0 0,2-23-68 0 0,-54-5 41 0 0,-127 11-189 0 0,0-1 0 0 0,0-2 1 0 0,38-11-1 0 0,-45 10-33 0 0,-12 5 11 0 0,0-1 0 0 0,0 1 0 0 0,0-2 0 0 0,-1 1 0 0 0,1 0 0 0 0,0-1 0 0 0,-1 0 0 0 0,0 0 0 0 0,0 0 0 0 0,0-1 0 0 0,0 1 0 0 0,0-1 0 0 0,-1 0 0 0 0,1 0 0 0 0,-1 0-1 0 0,0 0 1 0 0,0-1 0 0 0,-1 1 0 0 0,1-1 0 0 0,-1 0 0 0 0,0 0 0 0 0,0 0 0 0 0,-1 0 0 0 0,0 0 0 0 0,1 0 0 0 0,-1-9 0 0 0,1-9 8 0 0,-1 16-3 0 0,0 1-1 0 0,-1 0 1 0 0,0-1-1 0 0,0 1 1 0 0,0-1-1 0 0,-1 1 1 0 0,0-1-1 0 0,0 1 1 0 0,-1 0-1 0 0,-2-7 0 0 0,-5 0 19 0 0,7 12-24 0 0,1-1 1 0 0,-1 0-1 0 0,1 0 0 0 0,0 0 1 0 0,0 0-1 0 0,-1 0 1 0 0,1 0-1 0 0,0 0 1 0 0,1 0-1 0 0,-1 0 1 0 0,0 0-1 0 0,1 0 0 0 0,-1-1 1 0 0,1 1-1 0 0,-1 0 1 0 0,1-4-1 0 0,0 2 2 0 0,-1 0 1 0 0,0 0-1 0 0,0-1 0 0 0,0 1 0 0 0,0 0 0 0 0,-1 0 1 0 0,1 1-1 0 0,-1-1 0 0 0,0 0 0 0 0,-1 0 0 0 0,-3-4 1 0 0,-37-44 79 0 0,17 22-59 0 0,-11-19-24 0 0,22 28-14 0 0,0 0-1 0 0,-2 1 1 0 0,0 1-1 0 0,-33-28 1 0 0,42 40 6 0 0,0 0 1 0 0,0-1 0 0 0,1 1-1 0 0,1-1 1 0 0,-13-18-1 0 0,-21-24 32 0 0,-45-27 42 0 0,79 72-65 0 0,1 0 0 0 0,-1 0 0 0 0,0 1 0 0 0,-1-1 0 0 0,1 2 0 0 0,0-1 0 0 0,-14-5 1 0 0,12 6-4 0 0,0-1 0 0 0,1 0 1 0 0,-1-1-1 0 0,1 1 1 0 0,-8-8-1 0 0,2 2 9 0 0,-1 1-1 0 0,0-1 1 0 0,0 2 0 0 0,0 0-1 0 0,-26-9 1 0 0,-84-23 91 0 0,25 9-17 0 0,-227-78 665 0 0,260 78-293 0 0,35 23-251 0 0,0 1 1 0 0,-40-4 0 0 0,23 5 12 0 0,-123-13 384 0 0,157 17-577 0 0,0 0 0 0 0,0 1 0 0 0,0 1 0 0 0,0 1 0 0 0,0 0 0 0 0,0 1 0 0 0,0 0 0 0 0,0 1-1 0 0,-14 5 1 0 0,-4-1-79 0 0,31-7 34 0 0,1 0-1 0 0,-1 0 1 0 0,1 0-1 0 0,-1 0 1 0 0,1 0-1 0 0,-1 0 1 0 0,0 0-1 0 0,1 0 0 0 0,-1 0 1 0 0,1 0-1 0 0,-1 0 1 0 0,1 0-1 0 0,-1 1 1 0 0,1-1-1 0 0,-1 0 1 0 0,1 0-1 0 0,-1 1 1 0 0,1-1-1 0 0,-1 0 1 0 0,1 1-1 0 0,-1-1 1 0 0,1 0-1 0 0,0 1 0 0 0,-1-1 1 0 0,1 1-1 0 0,-1-1 1 0 0,1 1-1 0 0,0-1 1 0 0,0 1-1 0 0,-1-1 1 0 0,1 2-1 0 0,17 7-2114 0 0,52 6-3341 0 0,-54-12 4143 0 0,20 5-2667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10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0 306 3922 0 0,'0'-1'235'0'0,"0"0"-1"0"0,0-1 1 0 0,0 1 0 0 0,1 0 0 0 0,-1-1 0 0 0,0 1-1 0 0,1 0 1 0 0,-1-1 0 0 0,1 1 0 0 0,-1 0 0 0 0,1 0-1 0 0,-1-1 1 0 0,1 1 0 0 0,0 0 0 0 0,0 0-1 0 0,0 0 1 0 0,0-1 0 0 0,3-1-162 0 0,-1 1-1 0 0,0 0 1 0 0,1 0 0 0 0,0 0 0 0 0,-1 0-1 0 0,1 1 1 0 0,7-3 0 0 0,-7 3-73 0 0,-1 0 1 0 0,1 0 0 0 0,-1 0 0 0 0,1-1-1 0 0,-1 0 1 0 0,0 1 0 0 0,0-1-1 0 0,0 0 1 0 0,0 0 0 0 0,5-5-1 0 0,57-75 934 0 0,-58 74-840 0 0,-1-1 1 0 0,-1 0-1 0 0,1 0 0 0 0,-2-1 1 0 0,6-12-1 0 0,17-32 301 0 0,-16 44-344 0 0,-10 9-41 0 0,0 0 0 0 0,0 0 0 0 0,0 0 1 0 0,0 0-1 0 0,0 0 0 0 0,0 0 1 0 0,0 0-1 0 0,0-1 0 0 0,0 1 0 0 0,-1 0 1 0 0,1 0-1 0 0,0-1 0 0 0,-1 1 0 0 0,1 0 1 0 0,-1-1-1 0 0,1 1 0 0 0,-1-1 1 0 0,0 1-1 0 0,0-1 0 0 0,1-1 0 0 0,-1 2 30 0 0,-5 16-120 0 0,1-10 61 0 0,1 0-1 0 0,0 0 1 0 0,1 0 0 0 0,-1 0-1 0 0,1 0 1 0 0,0 1-1 0 0,0-1 1 0 0,1 1-1 0 0,0-1 1 0 0,0 1-1 0 0,-1 10 1 0 0,-3 15-41 0 0,-4 13-25 0 0,4-26 70 0 0,1 0-1 0 0,1 1 1 0 0,-1 28-1 0 0,3 10 75 0 0,-1-35-58 0 0,2 0 1 0 0,0 0 0 0 0,1 0-1 0 0,6 30 1 0 0,-1-29-69 0 0,1 0 0 0 0,10 25 1 0 0,-15-46 45 0 0,-1 0 1 0 0,0 0 0 0 0,1 0-1 0 0,-1 0 1 0 0,1-1 0 0 0,0 1 0 0 0,-1 0-1 0 0,1-1 1 0 0,0 1 0 0 0,0-1-1 0 0,0 0 1 0 0,0 0 0 0 0,0 0-1 0 0,0 0 1 0 0,1 0 0 0 0,-1 0-1 0 0,4 1 1 0 0,42 4-387 0 0,-47-5 393 0 0,11 0-268 0 0,0-1 1 0 0,0 0 0 0 0,-1 0 0 0 0,1-1-1 0 0,0 0 1 0 0,0-1 0 0 0,0-1 0 0 0,-1 0 0 0 0,0 0-1 0 0,1-1 1 0 0,10-5 0 0 0,8-9-3201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11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34 480 0 0,'25'-17'2028'0'0,"-24"16"-1985"0"0,-1 1 0 0 0,0 0 0 0 0,0 0 0 0 0,0 0 0 0 0,0-1 0 0 0,0 1 0 0 0,1 0 0 0 0,-1 0 0 0 0,0-1 0 0 0,0 1 0 0 0,0 0 0 0 0,0 0 0 0 0,0-1-1 0 0,0 1 1 0 0,0 0 0 0 0,0-1 0 0 0,0 1 0 0 0,0 0 0 0 0,0 0 0 0 0,0-1 0 0 0,0 1 0 0 0,0 0 0 0 0,0-1 0 0 0,0 1 0 0 0,0 0 0 0 0,0 0 0 0 0,0-1 0 0 0,-1 1 0 0 0,1 0 0 0 0,0 0 0 0 0,0-1 0 0 0,0 1 0 0 0,0 0 0 0 0,-1 0 0 0 0,1 0 0 0 0,0-1 0 0 0,0 1 0 0 0,0 0 0 0 0,-1 0 0 0 0,1 0 0 0 0,0 0 0 0 0,0-1 0 0 0,-1 1 0 0 0,1 0 0 0 0,0 0 0 0 0,0 0 0 0 0,-1 0 0 0 0,1 0 0 0 0,0 0 0 0 0,0 0 0 0 0,-1 0 0 0 0,1 0 0 0 0,0 0 0 0 0,-1 0 0 0 0,-24-5 1835 0 0,25 5-1788 0 0,-1 0-41 0 0,0 0 1 0 0,0 0-1 0 0,-1-1 1 0 0,1 1-1 0 0,0 0 1 0 0,0 0-1 0 0,0 0 0 0 0,0 0 1 0 0,0 0-1 0 0,0 1 1 0 0,0-1-1 0 0,0 0 1 0 0,0 0-1 0 0,0 1 1 0 0,0-1-1 0 0,0 1 0 0 0,0-1 1 0 0,0 1-1 0 0,0-1 1 0 0,0 1-1 0 0,0 0 1 0 0,-1 0-1 0 0,2 1-29 0 0,-1-1-1 0 0,1 0 1 0 0,-1 1-1 0 0,0-1 1 0 0,1 0-1 0 0,-1 1 1 0 0,0-1-1 0 0,0 0 1 0 0,0 0-1 0 0,0 0 1 0 0,0 0 0 0 0,0 0-1 0 0,0 0 1 0 0,0 0-1 0 0,0 0 1 0 0,0 0-1 0 0,-1-1 1 0 0,1 1-1 0 0,-3 1 1 0 0,-5 4 29 0 0,-3 4 10 0 0,0 1 0 0 0,1 0-1 0 0,-14 19 1 0 0,21-26-35 0 0,1 1 0 0 0,-1 0 0 0 0,1 0 0 0 0,1 0 0 0 0,-1 0 0 0 0,1 1 0 0 0,0-1 0 0 0,0 1 0 0 0,0-1 0 0 0,1 1 0 0 0,0 0 0 0 0,-1 8 0 0 0,2-9-10 0 0,-1 1-1 0 0,1-1 0 0 0,-1 1 1 0 0,-1-1-1 0 0,1 0 1 0 0,-1 1-1 0 0,0-1 0 0 0,0 0 1 0 0,-3 5-1 0 0,1-2 0 0 0,4-6-10 0 0,-1 0 0 0 0,1-1 0 0 0,0 1 0 0 0,0 0 0 0 0,0-1-1 0 0,0 1 1 0 0,0 0 0 0 0,0 0 0 0 0,0-1 0 0 0,1 1 0 0 0,-1 0 0 0 0,0-1 0 0 0,1 1 0 0 0,0 0 0 0 0,-1-1 0 0 0,1 1 0 0 0,0-1 0 0 0,0 1 0 0 0,0-1 0 0 0,0 0 0 0 0,0 1 0 0 0,0-1 0 0 0,0 0-1 0 0,2 2 1 0 0,1 2 0 0 0,1-2-1 0 0,-1 1 1 0 0,0 0-1 0 0,1-1 1 0 0,0 0-1 0 0,0 0 1 0 0,5 3-1 0 0,8 1-2 0 0,0 0 0 0 0,1-1 0 0 0,-1-1 0 0 0,1-1 0 0 0,0-1 0 0 0,0 0 0 0 0,0-1 0 0 0,39-2 0 0 0,-23-7 60 0 0,-34 7-55 0 0,0 0-1 0 0,1 0 0 0 0,-1 0 1 0 0,0-1-1 0 0,0 1 0 0 0,1-1 1 0 0,-1 1-1 0 0,0-1 0 0 0,0 1 1 0 0,0-1-1 0 0,0 0 0 0 0,1 1 1 0 0,-1-1-1 0 0,0 0 0 0 0,0 0 1 0 0,0 0-1 0 0,-1 0 1 0 0,1 0-1 0 0,0 0 0 0 0,0 0 1 0 0,0 0-1 0 0,0-2 0 0 0,13-9 156 0 0,-1 3-92 0 0,-13 9-64 0 0,1-1 0 0 0,-1 1 0 0 0,0 0 0 0 0,0 0 1 0 0,0-1-1 0 0,0 1 0 0 0,1 0 0 0 0,-1 0 0 0 0,0-1 0 0 0,0 1 0 0 0,0 0 0 0 0,0-1 0 0 0,0 1 1 0 0,0 0-1 0 0,0 0 0 0 0,0-1 0 0 0,0 1 0 0 0,0 0 0 0 0,0-1 0 0 0,0 1 0 0 0,0 0 0 0 0,0-1 0 0 0,0 1 1 0 0,0 0-1 0 0,0 0 0 0 0,0-1 0 0 0,-1 1 0 0 0,1 0 0 0 0,0-1 0 0 0,0 1 0 0 0,0 0 0 0 0,0 0 1 0 0,-1-1-1 0 0,1 1 0 0 0,0 0 0 0 0,0 0 0 0 0,0 0 0 0 0,-1-1 0 0 0,1 1 0 0 0,0 0 0 0 0,-1 0 0 0 0,-12-11 84 0 0,-2 0 0 0 0,1 2-1 0 0,-1 0 1 0 0,0 0 0 0 0,-1 2-1 0 0,-16-7 1 0 0,27 12-111 0 0,-8-3-115 0 0,1-1 0 0 0,-1 2 1 0 0,0 0-1 0 0,0 0 0 0 0,-1 1 1 0 0,-24-1-1 0 0,24 5-763 0 0,31 3-794 0 0,50 3-2752 0 0,-11-6 2259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11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6 1040 0 0,'0'-5'1921'0'0,"-30"5"-240"0"0,30 5-320 0 0,-31 9-321 0 0,1 30-79 0 0,0 19-241 0 0,0-5-480 0 0,0-6-240 0 0,-1-8 0 0 0,31 0 0 0 0,0 1 0 0 0,0-13-240 0 0,31-7-240 0 0,-31-11-1041 0 0,30-9-3121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12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0 1521 0 0,'-91'0'5202'0'0,"31"12"-3201"0"0,-1-4-1361 0 0,31 3-400 0 0,0 8 81 0 0,0 1-241 0 0,60-7-80 0 0,0-2-80 0 0,61-3-241 0 0,-31-2-319 0 0,85-6-1361 0 0,6-6-2481 0 0</inkml:trace>
  <inkml:trace contextRef="#ctx0" brushRef="#br0" timeOffset="1">1226 177 1040 0 0,'-60'8'4002'0'0,"0"-8"-880"0"0,5 6-1201 0 0,80-12-4162 0 0,35-2 0 0 0,-30 2-241 0 0,30-7 1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12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49 3762 0 0,'-236'0'5962'0'0,"432"-14"-4641"0"0,949-16-2335 0 0,-1034 25-1680 0 0,-101 5 453 0 0,-10 5-854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13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 6323 0 0,'-30'71'3041'0'0,"0"4"-2641"0"0,-1 2-480 0 0,1 19 401 0 0,0-8-1 0 0,30-5-80 0 0,0-12-240 0 0,0-27-80 0 0,0 1-80 0 0,30-13-401 0 0,0-26-559 0 0,1-12-1761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1:28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25 2161 0 0,'-3'-11'3372'0'0,"-9"9"-2486"0"0,11 2-836 0 0,1 0-1 0 0,-1 0 1 0 0,1 0 0 0 0,-1 0-1 0 0,1 0 1 0 0,0 1 0 0 0,-1-1 0 0 0,1 0-1 0 0,-1 0 1 0 0,1 0 0 0 0,-1 0-1 0 0,1-1 1 0 0,-1 1 0 0 0,1 0-1 0 0,-1 0 1 0 0,1 0 0 0 0,0 0-1 0 0,-1 0 1 0 0,1-1 0 0 0,-1 1-1 0 0,1 0 1 0 0,0 0 0 0 0,-1-1 0 0 0,1 1-1 0 0,-1 0 1 0 0,1 0 0 0 0,0-1-1 0 0,-1 1 1 0 0,1 0 0 0 0,0-1-1 0 0,0 1 1 0 0,-1-1 0 0 0,1 1-1 0 0,0 0 1 0 0,0-1 0 0 0,0 1-1 0 0,-1-1 1 0 0,1 1 0 0 0,0-1 0 0 0,0 1-1 0 0,0 0 1 0 0,0-1 0 0 0,0 1-1 0 0,0-1 1 0 0,0 1 0 0 0,0-1-1 0 0,0 0 1 0 0,-5 1 110 0 0,2 1-112 0 0,-19-2 224 0 0,30 6 56 0 0,-6-5-215 0 0,5-1-116 0 0,36 9 286 0 0,15 1 149 0 0,0-2 0 0 0,0-3 1 0 0,80-4-1 0 0,-57-1-241 0 0,270 20 943 0 0,-190-11-587 0 0,-20-2-67 0 0,-83 0-242 0 0,65 12 45 0 0,-118-17-523 0 0,-10-2-307 0 0,-116-37-7737 0 0,36 19 2988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1:29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0 720 0 0,'0'1'67'0'0,"0"-1"-1"0"0,0 0 1 0 0,0 1-1 0 0,1-1 1 0 0,-1 1-1 0 0,0-1 0 0 0,0 0 1 0 0,1 1-1 0 0,-1-1 1 0 0,0 0-1 0 0,1 1 1 0 0,-1-1-1 0 0,0 0 0 0 0,1 0 1 0 0,-1 1-1 0 0,1-1 1 0 0,-1 0-1 0 0,0 0 1 0 0,1 0-1 0 0,-1 0 0 0 0,1 1 1 0 0,-1-1-1 0 0,1 0 1 0 0,-1 0-1 0 0,1 0 1 0 0,-1 0-1 0 0,1 0 1 0 0,-1 0-1 0 0,0 0 0 0 0,1 0 1 0 0,-1 0-1 0 0,1 0 1 0 0,-1 0-1 0 0,1-1 1 0 0,0 1-1 0 0,-1 0 14 0 0,1 0-1 0 0,-1-1 1 0 0,1 1-1 0 0,-1 0 1 0 0,1 0-1 0 0,-1 0 1 0 0,1 0 0 0 0,-1 0-1 0 0,1 0 1 0 0,-1 0-1 0 0,1 0 1 0 0,-1 0 0 0 0,1 0-1 0 0,-1 0 1 0 0,1 0-1 0 0,-1 1 1 0 0,1-1-1 0 0,-1 0 1 0 0,1 0 0 0 0,-1 0-1 0 0,1 1 1 0 0,-1-1-1 0 0,0 0 1 0 0,1 1 0 0 0,-1-1-1 0 0,1 0 1 0 0,-1 1-1 0 0,0-1 1 0 0,1 0-1 0 0,-1 1 1 0 0,0-1 0 0 0,0 1-1 0 0,1-1 1 0 0,-1 1-1 0 0,0-1 1 0 0,0 1 0 0 0,1 0-1 0 0,4 0 708 0 0,15 2-200 0 0,-15-2 787 0 0,-10-1-1281 0 0,-15 0 41 0 0,15 0-27 0 0,6 2 89 0 0,-7 1-166 0 0,-14-2 64 0 0,15-1 213 0 0,5 15 20 0 0,1-12-270 0 0,-1 0 0 0 0,1 0 0 0 0,-1 1 0 0 0,0-1 0 0 0,-1 0-1 0 0,1 0 1 0 0,0 0 0 0 0,-1 1 0 0 0,0-1 0 0 0,0 0 0 0 0,0 0 0 0 0,-1 4 0 0 0,-2-2 25 0 0,1 1 0 0 0,0-1 0 0 0,0 1 1 0 0,1-1-1 0 0,0 1 0 0 0,0 0 0 0 0,0 0 1 0 0,1 0-1 0 0,-1 0 0 0 0,1 0 1 0 0,0 10-1 0 0,0-9-14 0 0,0 1 0 0 0,-1 0 0 0 0,0-1 0 0 0,0 1 1 0 0,-1-1-1 0 0,0 1 0 0 0,0-1 0 0 0,-1 0 0 0 0,0 0 0 0 0,0-1 1 0 0,-1 1-1 0 0,-9 10 0 0 0,5-5 17 0 0,0 0 0 0 0,1 0 1 0 0,-8 19-1 0 0,7-6 33 0 0,2 1 0 0 0,0 0 0 0 0,2 0 0 0 0,-3 44 0 0 0,3-32-33 0 0,-10 43 0 0 0,7-52-198 0 0,2 0 0 0 0,0 0-1 0 0,-3 53 1 0 0,14-40-1437 0 0,-5-41 1433 0 0,0-1 0 0 0,0 1 0 0 0,0 0 1 0 0,0 0-1 0 0,1-1 0 0 0,-1 1 0 0 0,0 0 1 0 0,0-1-1 0 0,1 1 0 0 0,-1-1 1 0 0,0 1-1 0 0,1 0 0 0 0,-1-1 0 0 0,0 1 1 0 0,1-1-1 0 0,-1 1 0 0 0,1-1 0 0 0,-1 1 1 0 0,1-1-1 0 0,-1 1 0 0 0,1-1 0 0 0,0 0 1 0 0,-1 1-1 0 0,1-1 0 0 0,-1 0 1 0 0,1 1-1 0 0,0-1 0 0 0,-1 0 0 0 0,1 0 1 0 0,0 0-1 0 0,-1 0 0 0 0,1 1 0 0 0,0-1 1 0 0,-1 0-1 0 0,1 0 0 0 0,0 0 0 0 0,-1 0 1 0 0,1-1-1 0 0,0 1 0 0 0,0 0 1 0 0,0-1-200 0 0,0 1 1 0 0,-1-1 0 0 0,1 0-1 0 0,-1 1 1 0 0,1-1 0 0 0,-1 0 0 0 0,0 0-1 0 0,1 1 1 0 0,-1-1 0 0 0,0 0-1 0 0,0 0 1 0 0,1 0 0 0 0,-1 1-1 0 0,0-1 1 0 0,0 0 0 0 0,0 0 0 0 0,0 0-1 0 0,0 0 1 0 0,0 0 0 0 0,0 1-1 0 0,-1-3 1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1:32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20 1521 0 0,'-60'11'7043'0'0,"0"-11"-4242"0"0,60-5-3121 0 0,30 5 0 0 0,-30-6 80 0 0,30 6-1601 0 0,0-8-560 0 0,-30 2-240 0 0,30 1 160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1:32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 6563 0 0,'0'-5'3201'0'0,"-31"5"-2400"0"0,62 0-721 0 0,-31 5-640 0 0,24-5-4243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06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93 677 2881 0 0,'-25'-5'4069'0'0,"20"4"-2535"0"0,0 1-1494 0 0,-12-1 67 0 0,34-3 133 0 0,-12 3 573 0 0,-5-5 14 0 0,0-186 908 0 0,-1 183-1642 0 0,0-1 1 0 0,0 0-1 0 0,-1 0 1 0 0,0 1-1 0 0,0-1 1 0 0,-1 1-1 0 0,-7-16 1 0 0,7 18-42 0 0,0-5 26 0 0,0 1 1 0 0,1-1-1 0 0,1 1 0 0 0,0-1 1 0 0,0 0-1 0 0,2 0 1 0 0,1-20-1 0 0,1-8 82 0 0,-3 25-53 0 0,-3-27 384 0 0,2 40-480 0 0,1 1-1 0 0,-1 0 0 0 0,0 0 0 0 0,1-1 1 0 0,-1 1-1 0 0,0 0 0 0 0,0 0 0 0 0,0 0 1 0 0,0 0-1 0 0,0 0 0 0 0,0 0 0 0 0,0 0 1 0 0,0 0-1 0 0,0 1 0 0 0,-1-1 0 0 0,1 0 1 0 0,0 1-1 0 0,0-1 0 0 0,-1 1 0 0 0,-1-1 1 0 0,3 0-6 0 0,-1 1-1 0 0,1-1 1 0 0,-1 1 0 0 0,1-1 0 0 0,-1 1 0 0 0,1-1-1 0 0,-1 1 1 0 0,1-1 0 0 0,0 1 0 0 0,-1-1 0 0 0,1 1 0 0 0,0-1-1 0 0,0 0 1 0 0,-1 1 0 0 0,1-1 0 0 0,0 0 0 0 0,0 1 0 0 0,0-1-1 0 0,0 0 1 0 0,0 1 0 0 0,0-1 0 0 0,0 0 0 0 0,0 0 0 0 0,0 1-1 0 0,0-1 1 0 0,0 0 0 0 0,0 1 0 0 0,0-1 0 0 0,1 0 0 0 0,-1-6 10 0 0,5 3-15 0 0,21 9-80 0 0,-26-5 50 0 0,-1 1 28 0 0,1 0-1 0 0,0 0 1 0 0,0 0-1 0 0,0-1 1 0 0,0 1 0 0 0,0 0-1 0 0,0 0 1 0 0,0 0-1 0 0,1 0 1 0 0,-1 0 0 0 0,0 0-1 0 0,0 0 1 0 0,1-1-1 0 0,-1 1 1 0 0,0 0 0 0 0,1 0-1 0 0,-1 0 1 0 0,1-1 0 0 0,-1 1-1 0 0,2 1 1 0 0,-1-2 11 0 0,1 1-1 0 0,-1-1 1 0 0,1 1 0 0 0,-1 0 0 0 0,1 0 0 0 0,-1 0-1 0 0,0 0 1 0 0,0 0 0 0 0,1 0 0 0 0,-1 0 0 0 0,0 0-1 0 0,0 1 1 0 0,0-1 0 0 0,1 2 0 0 0,12 14 99 0 0,36 35 124 0 0,-27-30-198 0 0,-1 1 0 0 0,24 32-1 0 0,-41-49-25 0 0,1 0 0 0 0,0-1-1 0 0,0 0 1 0 0,0 0-1 0 0,1 0 1 0 0,12 6 0 0 0,11 0 5 0 0,31-10-13 0 0,-52-3 37 0 0,0 1-1 0 0,0-1 1 0 0,0-1 0 0 0,0 0-1 0 0,0 0 1 0 0,14-7 0 0 0,-5 2 26 0 0,-15 6-53 0 0,4 0 30 0 0,-1 0-1 0 0,0-1 0 0 0,0 0 1 0 0,0 0-1 0 0,-1-1 0 0 0,1 0 1 0 0,-1 1-1 0 0,0-2 0 0 0,0 1 1 0 0,0-1-1 0 0,-1 1 0 0 0,1-1 1 0 0,-1-1-1 0 0,4-5 0 0 0,19-33 422 0 0,-19 35-328 0 0,-1-2 0 0 0,0 1 0 0 0,-1-1 0 0 0,0 0-1 0 0,-1-1 1 0 0,0 1 0 0 0,0-1 0 0 0,-2 0-1 0 0,1 0 1 0 0,-1 0 0 0 0,1-21 0 0 0,-4-24-325 0 0,0 42-3908 0 0,0 37-5641 0 0,0-4 6552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07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166 448 720 0 0,'0'-1'6433'0'0,"0"-3"-5489"0"0,0 3-864 0 0,5 0 67 0 0,-3 1-134 0 0,-1 0 0 0 0,0 0 0 0 0,0-1 0 0 0,0 1 0 0 0,0 0 0 0 0,0 0 0 0 0,0-1 0 0 0,0 1 0 0 0,0-1 0 0 0,0 1 1 0 0,0-1-1 0 0,0 1 0 0 0,0-1 0 0 0,-1 0 0 0 0,1 1 0 0 0,0-1 0 0 0,0 0 0 0 0,0 0 0 0 0,-1 0 0 0 0,1 1 0 0 0,0-1 0 0 0,-1 0 0 0 0,2-2 0 0 0,1-36 454 0 0,-3 31-420 0 0,0-4 43 0 0,-1 0 0 0 0,0 0 0 0 0,-1 0 0 0 0,0 1 0 0 0,-1-1-1 0 0,0 1 1 0 0,0-1 0 0 0,-2 1 0 0 0,1 0 0 0 0,-12-19 0 0 0,7 17 2 0 0,0 0-1 0 0,-1 1 0 0 0,-1-1 1 0 0,0 2-1 0 0,-1 0 1 0 0,0 0-1 0 0,-20-13 1 0 0,29 22-64 0 0,0 1 1 0 0,1-1 0 0 0,-1 0 0 0 0,1 0-1 0 0,0 0 1 0 0,-1-1 0 0 0,1 1 0 0 0,0-1 0 0 0,0 1-1 0 0,1-1 1 0 0,-1 1 0 0 0,0-1 0 0 0,1 0-1 0 0,0 0 1 0 0,-1 0 0 0 0,1 0 0 0 0,1 0-1 0 0,-1 0 1 0 0,0 0 0 0 0,1 0 0 0 0,-1 0-1 0 0,1-1 1 0 0,0 1 0 0 0,0 0 0 0 0,0 0 0 0 0,1-5-1 0 0,-1-5 76 0 0,0 13-100 0 0,0-1-1 0 0,0 0 0 0 0,0 0 1 0 0,-1 0-1 0 0,1 1 1 0 0,0-1-1 0 0,-1 0 1 0 0,1 0-1 0 0,-1 1 1 0 0,1-1-1 0 0,-1 0 1 0 0,1 1-1 0 0,-1-1 1 0 0,1 0-1 0 0,-1 1 1 0 0,0-1-1 0 0,1 1 1 0 0,-1-1-1 0 0,-1 0 1 0 0,-3-5-27 0 0,20 0-24 0 0,9 2-7 0 0,-1 2 0 0 0,1 0 0 0 0,0 1 0 0 0,-1 2 0 0 0,1 0 0 0 0,-1 1 0 0 0,1 2 0 0 0,35 9 0 0 0,2 5-296 0 0,107 48-1 0 0,-149-58 295 0 0,-5-2-16 0 0,0 0 0 0 0,1 1 0 0 0,-2 1 0 0 0,19 13 0 0 0,-28-18 42 0 0,0 1 0 0 0,-1-1 0 0 0,1 1 0 0 0,-1-1 1 0 0,0 1-1 0 0,0 0 0 0 0,0 0 0 0 0,-1 1 0 0 0,1-1 0 0 0,-1 0 0 0 0,0 1 0 0 0,0-1 0 0 0,-1 1 0 0 0,1 0 1 0 0,-1 0-1 0 0,0 0 0 0 0,-1-1 0 0 0,1 1 0 0 0,-1 7 0 0 0,0-7 12 0 0,0 0 0 0 0,-1 0 0 0 0,0 0 0 0 0,0 0-1 0 0,0 0 1 0 0,0 0 0 0 0,-1-1 0 0 0,0 1 0 0 0,0 0 0 0 0,0-1 0 0 0,-1 1 0 0 0,-3 5 0 0 0,3-6 0 0 0,2-2 15 0 0,0 0 0 0 0,-1 1 1 0 0,1-1-1 0 0,-1 0 0 0 0,1 0 1 0 0,-1 0-1 0 0,0 0 0 0 0,0 0 1 0 0,0-1-1 0 0,0 1 1 0 0,0 0-1 0 0,0-1 0 0 0,0 0 1 0 0,-1 1-1 0 0,1-1 0 0 0,0 0 1 0 0,-1 0-1 0 0,1 0 0 0 0,-1-1 1 0 0,0 1-1 0 0,1-1 0 0 0,-1 1 1 0 0,-3-1-1 0 0,-2-1 13 0 0,1 0 0 0 0,-1 0-1 0 0,1-1 1 0 0,-1 0 0 0 0,1-1-1 0 0,-11-4 1 0 0,3 1-28 0 0,-35-3 5 0 0,45 4 40 0 0,10 5 26 0 0,352 55-1054 0 0,-332-51-488 0 0,0-2-1 0 0,41-2 1 0 0,-31-4-1112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07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4 1201 0 0,'-52'-1'2511'0'0,"30"-1"-974"0"0,-1 1-1 0 0,1 2 1 0 0,-35 4-1 0 0,57-5-1517 0 0,0 0 0 0 0,0 0 0 0 0,0 0 0 0 0,0 0 0 0 0,1 0 0 0 0,-1 0 0 0 0,0 0-1 0 0,0 0 1 0 0,0 1 0 0 0,0-1 0 0 0,0 0 0 0 0,0 0 0 0 0,1 0 0 0 0,-1 0 0 0 0,0 0 0 0 0,0 0 0 0 0,0 1 0 0 0,0-1 0 0 0,0 0 0 0 0,0 0 0 0 0,0 0 0 0 0,0 0 0 0 0,0 1 0 0 0,0-1 0 0 0,0 0 0 0 0,0 0 0 0 0,0 0 0 0 0,0 0 0 0 0,0 1 0 0 0,0-1-1 0 0,0 0 1 0 0,0 0 0 0 0,0 0 0 0 0,0 0 0 0 0,0 1 0 0 0,0-1 0 0 0,0 0 0 0 0,0 0 0 0 0,0 0 0 0 0,0 0 0 0 0,0 0 0 0 0,0 1 0 0 0,0-1 0 0 0,-1 0 0 0 0,1 0 0 0 0,0 0 0 0 0,0 0 0 0 0,0 0 0 0 0,0 0 0 0 0,0 1 0 0 0,0-1 0 0 0,-1 0 0 0 0,1 0-1 0 0,0 0 1 0 0,0 0 0 0 0,0 0 0 0 0,72 6 12 0 0,12-1-102 0 0,31 4-22 0 0,28 3-774 0 0,-54 0-3508 0 0,-84-8 1627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0:08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18 1601 0 0,'-86'30'8257'0'0,"81"-29"-8030"0"0,0 1-67 0 0,-15 7-14 0 0,20-9-138 0 0,0 0 0 0 0,1 0 0 0 0,-1 0 0 0 0,0 0 0 0 0,0 1 0 0 0,0-1-1 0 0,0 0 1 0 0,1 0 0 0 0,-1 0 0 0 0,0 0 0 0 0,0 0 0 0 0,0 1-1 0 0,0-1 1 0 0,0 0 0 0 0,0 0 0 0 0,0 0 0 0 0,0 0 0 0 0,1 1 0 0 0,-1-1-1 0 0,0 0 1 0 0,0 0 0 0 0,0 0 0 0 0,0 1 0 0 0,0-1 0 0 0,0 0-1 0 0,0 0 1 0 0,0 0 0 0 0,0 1 0 0 0,0-1 0 0 0,0 0 0 0 0,0 0 0 0 0,0 0-1 0 0,-1 0 1 0 0,1 1 0 0 0,0-1 0 0 0,0 0 0 0 0,0 0 0 0 0,0 0-1 0 0,0 0 1 0 0,0 1 0 0 0,0-1 0 0 0,0 0 0 0 0,-1 0 0 0 0,1 0 0 0 0,0 0-1 0 0,0 0 1 0 0,0 1 0 0 0,0-1 0 0 0,0 0 0 0 0,-1 0 0 0 0,98-2-80 0 0,0-4 1 0 0,157-30 0 0 0,-243 33-170 0 0,16-3-1710 0 0,0 0-1 0 0,54-2 0 0 0,-76 12-689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1:33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1 3762 0 0,'-84'13'4642'0'0,"23"-7"-3602"0"0,61 2-1120 0 0,0-2 0 0 0,30-6-80 0 0,1 5-320 0 0,-7-5-1441 0 0,6-5-720 0 0,-30-1 160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05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809 35 1921 0 0,'0'0'2228'0'0,"-5"0"-441"0"0,1-1-1213 0 0,-9-2-265 0 0,35 1 3117 0 0,-21 1-3394 0 0,-1 1 0 0 0,0 0 0 0 0,0 0 0 0 0,0-1 0 0 0,0 1 0 0 0,0 0 0 0 0,0-1 0 0 0,1 1 0 0 0,-1-1 0 0 0,0 1 1 0 0,0 0-1 0 0,0-1 0 0 0,0 1 0 0 0,0 0 0 0 0,0-1 0 0 0,0 1 0 0 0,-1 0 0 0 0,1-1 0 0 0,0 1 0 0 0,0 0 0 0 0,0-1 0 0 0,0 1 0 0 0,0 0 1 0 0,0-1-1 0 0,-1 1 0 0 0,1 0 0 0 0,0-1 0 0 0,0 1 0 0 0,0 0 0 0 0,-1 0 0 0 0,1-1 0 0 0,0 1 0 0 0,-1 0 0 0 0,1 0 0 0 0,0-1 1 0 0,0 1-1 0 0,-1 0 0 0 0,1 0 0 0 0,0 0 0 0 0,-1 0 0 0 0,0-1 0 0 0,-24 0 141 0 0,0-4-13 0 0,20 5 67 0 0,5-1-215 0 0,0 1-1 0 0,0 0 1 0 0,0 0 0 0 0,1 0-1 0 0,-1 0 1 0 0,0 0 0 0 0,0 0-1 0 0,0-1 1 0 0,0 1-1 0 0,0 0 1 0 0,0 0 0 0 0,0 0-1 0 0,0 0 1 0 0,0-1 0 0 0,0 1-1 0 0,0 0 1 0 0,0 0-1 0 0,0 0 1 0 0,0 0 0 0 0,0-1-1 0 0,0 1 1 0 0,0 0 0 0 0,0 0-1 0 0,0 0 1 0 0,0 0-1 0 0,0-1 1 0 0,0 1 0 0 0,0 0-1 0 0,0 0 1 0 0,0 0 0 0 0,0 0-1 0 0,0 0 1 0 0,-1-1-1 0 0,1 1 1 0 0,0 0 0 0 0,0 0-1 0 0,0 0 1 0 0,0 0 0 0 0,0 0-1 0 0,0 0 1 0 0,-1 0-1 0 0,1-1 1 0 0,0 1 0 0 0,0 0-1 0 0,0 0 1 0 0,0 0 0 0 0,0 0-1 0 0,-1 0 1 0 0,1 0-1 0 0,0 0 1 0 0,0 0 0 0 0,0 0-1 0 0,0 0 1 0 0,-1 0 0 0 0,1 0-1 0 0,0 0 1 0 0,0 0-1 0 0,0 0 1 0 0,0 0 0 0 0,-1 0-1 0 0,1 0 1 0 0,0 0 0 0 0,0 0-1 0 0,0 0 1 0 0,0 0-1 0 0,-1 0 1 0 0,1 1 0 0 0,0-1-1 0 0,0 0 1 0 0,-26-2 110 0 0,17 1-82 0 0,-1 0-1 0 0,0 1 1 0 0,0 0 0 0 0,-16 3-1 0 0,-94 14 121 0 0,89-11-71 0 0,-145 34 356 0 0,138-29-520 0 0,-43 17-64 0 0,58-19 130 0 0,20-8-8 0 0,0 0 0 0 0,-1 0 0 0 0,1 1 0 0 0,0-1 0 0 0,0 1 0 0 0,0 0 0 0 0,1-1 0 0 0,-1 1 0 0 0,0 1 0 0 0,1-1 0 0 0,-4 3 0 0 0,-13 11-2 0 0,16-15 26 0 0,1 0-1 0 0,0 0 0 0 0,-1 1 1 0 0,1-1-1 0 0,0 1 0 0 0,0-1 0 0 0,0 1 1 0 0,0 0-1 0 0,0 0 0 0 0,1 0 1 0 0,-1 0-1 0 0,1 0 0 0 0,-1 0 1 0 0,1 0-1 0 0,0 1 0 0 0,0-1 0 0 0,-1 1 1 0 0,2-1-1 0 0,-1 0 0 0 0,0 1 1 0 0,0 3-1 0 0,1-5-5 0 0,0-1 1 0 0,0 1-1 0 0,0-1 0 0 0,0 1 1 0 0,0 0-1 0 0,-1-1 0 0 0,1 1 1 0 0,0-1-1 0 0,0 1 0 0 0,0 0 1 0 0,-1-1-1 0 0,1 1 0 0 0,0-1 0 0 0,-1 1 1 0 0,1-1-1 0 0,0 1 0 0 0,-1-1 1 0 0,1 1-1 0 0,-1-1 0 0 0,1 0 1 0 0,-1 1-1 0 0,1-1 0 0 0,-1 0 1 0 0,1 1-1 0 0,-1-1 0 0 0,1 0 1 0 0,-1 1-1 0 0,1-1 0 0 0,-1 0 1 0 0,0 0-1 0 0,1 0 0 0 0,-1 0 1 0 0,1 1-1 0 0,-1-1 0 0 0,0 0 1 0 0,1 0-1 0 0,-1 0 0 0 0,0 0 1 0 0,1 0-1 0 0,-1-1 0 0 0,0 1 1 0 0,0 0-3 0 0,1 0 0 0 0,-1 0 0 0 0,1 0 1 0 0,0 0-1 0 0,-1 0 0 0 0,1-1 0 0 0,0 1 0 0 0,-1 0 1 0 0,1 0-1 0 0,-1 0 0 0 0,1 1 0 0 0,0-1 1 0 0,-1 0-1 0 0,1 0 0 0 0,0 0 0 0 0,-1 0 1 0 0,1 0-1 0 0,-1 0 0 0 0,1 0 0 0 0,0 1 1 0 0,-1-1-1 0 0,1 0 0 0 0,0 0 0 0 0,0 1 1 0 0,-1-1-1 0 0,1 0 0 0 0,0 0 0 0 0,-1 1 0 0 0,1-1 1 0 0,0 0-1 0 0,0 1 0 0 0,0-1 0 0 0,-1 0 1 0 0,1 1-1 0 0,0-1 0 0 0,0 0 0 0 0,0 1 1 0 0,0 0-1 0 0,0-1 1 0 0,-1 1-1 0 0,1 0 1 0 0,0-1-1 0 0,0 1 1 0 0,0-1-1 0 0,0 1 1 0 0,-1-1-1 0 0,1 1 1 0 0,0 0 0 0 0,-1-1-1 0 0,1 1 1 0 0,0-1-1 0 0,-1 1 1 0 0,1-1-1 0 0,-1 0 1 0 0,1 1-1 0 0,-1-1 1 0 0,1 1-1 0 0,-1-1 1 0 0,1 0-1 0 0,-1 1 1 0 0,1-1 0 0 0,-1 0-1 0 0,1 0 1 0 0,-1 1-1 0 0,0-1 1 0 0,1 0-1 0 0,-1 0 1 0 0,0 0-1 0 0,0 0 3 0 0,0 1 0 0 0,0-1 0 0 0,0 0 0 0 0,0 0 1 0 0,1 1-1 0 0,-1-1 0 0 0,0 0 0 0 0,0 1 0 0 0,1-1 0 0 0,-1 1 0 0 0,0-1 0 0 0,0 1 0 0 0,1-1 0 0 0,-1 1 0 0 0,1-1 0 0 0,-1 1 0 0 0,1 0 0 0 0,-1-1 0 0 0,1 1 0 0 0,-1 0 0 0 0,1 0 0 0 0,-1-1 0 0 0,1 1 1 0 0,0 0-1 0 0,-1 0 0 0 0,1 0 0 0 0,0-1 0 0 0,0 1 0 0 0,0 0 0 0 0,0 0 0 0 0,-1 0 0 0 0,2 1 0 0 0,-1-1-2 0 0,0 0 0 0 0,-1 0 0 0 0,1 0 1 0 0,0 1-1 0 0,0-1 0 0 0,0 0 0 0 0,-1 0 0 0 0,1 0 0 0 0,0 0 1 0 0,-1 0-1 0 0,1 0 0 0 0,-1 0 0 0 0,0 0 0 0 0,1 0 0 0 0,-1 0 0 0 0,0 0 1 0 0,1 0-1 0 0,-1 0 0 0 0,0 0 0 0 0,0-1 0 0 0,0 1 0 0 0,0 0 1 0 0,0 0-1 0 0,-1 0 0 0 0,1-1-1 0 0,0 1 0 0 0,0 0 1 0 0,0 0-1 0 0,0 0 0 0 0,0-1 1 0 0,0 1-1 0 0,0 0 0 0 0,0 0 1 0 0,0 0-1 0 0,0 0 0 0 0,1 0 1 0 0,-1 1-1 0 0,0-1 0 0 0,1 0 1 0 0,-1 0-1 0 0,1 0 0 0 0,0 1 0 0 0,-1-1 1 0 0,1 0-1 0 0,0 0 0 0 0,-1 1 1 0 0,1-1-1 0 0,0 0 0 0 0,0 3 1 0 0,0-3-54 0 0,2-2 53 0 0,-1 1-1 0 0,0 0 0 0 0,0 1 1 0 0,0-1-1 0 0,0 0 0 0 0,1 0 1 0 0,-1 0-1 0 0,0 1 0 0 0,0-1 1 0 0,0 1-1 0 0,0-1 0 0 0,0 1 1 0 0,0-1-1 0 0,0 1 1 0 0,0-1-1 0 0,0 1 0 0 0,0 0 1 0 0,0 0-1 0 0,0 0 0 0 0,0-1 1 0 0,0 1-1 0 0,-1 0 0 0 0,1 0 1 0 0,0 0-1 0 0,-1 0 0 0 0,1 0 1 0 0,-1 0-1 0 0,1 0 0 0 0,-1 1 1 0 0,1-1-1 0 0,-1 2 0 0 0,2 41-23 0 0,-2-27 23 0 0,0-17 2 0 0,0 1 0 0 0,0-1 0 0 0,0 1 0 0 0,0-1 0 0 0,0 1 0 0 0,1-1 0 0 0,-1 1 0 0 0,0-1 0 0 0,1 1 0 0 0,-1-1 0 0 0,0 1 0 0 0,1-1 0 0 0,-1 1 0 0 0,0-1 0 0 0,1 0 0 0 0,-1 1 0 0 0,1-1 0 0 0,-1 0 0 0 0,1 1 0 0 0,-1-1 0 0 0,1 0 0 0 0,-1 0 0 0 0,1 0 0 0 0,-1 1 0 0 0,1-1 0 0 0,-1 0 0 0 0,1 0 0 0 0,-1 0 0 0 0,1 0 0 0 0,-1 0 0 0 0,1 0 0 0 0,-1 0 0 0 0,1 0 0 0 0,0 0 0 0 0,0 0 0 0 0,0 0 0 0 0,-1 0 0 0 0,1 0 0 0 0,-1-1 0 0 0,1 1 0 0 0,-1 0 0 0 0,1 0 0 0 0,-1 0 0 0 0,1 1 0 0 0,-1-1 0 0 0,1 0 0 0 0,-1 0 0 0 0,1 0 0 0 0,-1 0 0 0 0,1 0 0 0 0,-1 1 0 0 0,1-1 0 0 0,-1 0 0 0 0,0 0 0 0 0,1 1 0 0 0,-1-1 0 0 0,1 0 0 0 0,-1 1 0 0 0,0-1 0 0 0,1 0 0 0 0,-1 1 0 0 0,1-1 0 0 0,-1 0 0 0 0,0 1 0 0 0,0-1 0 0 0,1 1 0 0 0,-1-1 0 0 0,0 1 0 0 0,0-1 0 0 0,0 1 0 0 0,1 0 0 0 0,-1-1 0 0 0,0 1 0 0 0,0 0 0 0 0,0-1 0 0 0,0 1 0 0 0,0-1 0 0 0,1 1 0 0 0,-1-1 0 0 0,0 1 0 0 0,1 0 0 0 0,-1-1 0 0 0,0 1 0 0 0,1-1 0 0 0,-1 1 0 0 0,0-1 0 0 0,1 0 0 0 0,-1 1 0 0 0,1-1 0 0 0,-1 1 0 0 0,1-1 0 0 0,-1 0 0 0 0,1 1 0 0 0,-1-1 0 0 0,1 0 0 0 0,-1 1 0 0 0,1-1 0 0 0,0 0 0 0 0,-1 0 0 0 0,1 0 0 0 0,-1 0 0 0 0,1 1 0 0 0,0-1 0 0 0,0 0 0 0 0,0 0 0 0 0,0 0 0 0 0,-1 0 0 0 0,1 0 0 0 0,0 0 0 0 0,-1 0 0 0 0,1 0 0 0 0,0 0 0 0 0,-1 1 0 0 0,1-1 0 0 0,-1 0 0 0 0,1 0 0 0 0,0 1 0 0 0,-1-1 0 0 0,1 1 0 0 0,-1-1 0 0 0,1 0 0 0 0,-1 1 0 0 0,1-1 0 0 0,-1 1 0 0 0,1-1 0 0 0,-1 1 0 0 0,0-1 0 0 0,1 1 0 0 0,-1-1 0 0 0,0 1 0 0 0,1 0 0 0 0,-1-1 0 0 0,0 1 0 0 0,0-1 0 0 0,0 1 0 0 0,1 0 0 0 0,-1-1 0 0 0,0 2 0 0 0,0-1-1 0 0,0-1 0 0 0,0 1 0 0 0,0-1 0 0 0,0 1 0 0 0,0 0-1 0 0,1-1 1 0 0,-1 1 0 0 0,0 0 0 0 0,0-1 0 0 0,0 1 0 0 0,1-1 0 0 0,-1 1-1 0 0,0-1 1 0 0,1 1 0 0 0,-1-1 0 0 0,1 1 0 0 0,-1-1 0 0 0,1 1 0 0 0,-1-1-1 0 0,1 1 1 0 0,-1-1 0 0 0,1 0 0 0 0,-1 1 0 0 0,1-1 0 0 0,-1 0-1 0 0,1 1 1 0 0,-1-1 0 0 0,1 0 0 0 0,0 0 0 0 0,-1 0 0 0 0,1 0 0 0 0,0 1-1 0 0,-1-1 1 0 0,2 0 0 0 0,-1 0 0 0 0,-1 0 0 0 0,1 0 0 0 0,0 0 0 0 0,-1 0-1 0 0,1 0 1 0 0,-1 0 0 0 0,1 0 0 0 0,0 1 0 0 0,-1-1 0 0 0,1 0 0 0 0,-1 0-1 0 0,1 1 1 0 0,-1-1 0 0 0,1 0 0 0 0,-1 1 0 0 0,1-1 0 0 0,-1 1 0 0 0,1-1-1 0 0,-1 1 1 0 0,1-1 0 0 0,-1 1 0 0 0,1-1 0 0 0,-1 1 0 0 0,0-1 0 0 0,0 1-1 0 0,1-1 1 0 0,-1 1 0 0 0,0-1 0 0 0,0 1 0 0 0,1 0 0 0 0,-1-1 0 0 0,0 1-1 0 0,0 0 1 0 0,0 0 0 0 0,2 2-6 0 0,1-1 0 0 0,-1 0-1 0 0,1 0 1 0 0,0 0 0 0 0,0 0 0 0 0,0-1-1 0 0,0 1 1 0 0,0-1 0 0 0,0 1 0 0 0,0-1-1 0 0,0 0 1 0 0,0-1 0 0 0,5 2-1 0 0,2 1-37 0 0,22 11-21 0 0,-11-6-103 0 0,0 2 0 0 0,25 16 0 0 0,-33-18 67 0 0,-11-6 87 0 0,1 0-1 0 0,0 0 1 0 0,-1 0-1 0 0,1 0 1 0 0,0-1-1 0 0,0 0 1 0 0,0 1 0 0 0,0-1-1 0 0,0 0 1 0 0,0 0-1 0 0,0-1 1 0 0,0 1-1 0 0,1-1 1 0 0,3 1-1 0 0,265 17 69 0 0,-127-5-92 0 0,578 74 124 0 0,-667-79-144 0 0,95 17 126 0 0,-1 8-94 0 0,1-11-17 0 0,0 0 182 0 0,-115-16-114 0 0,-28-6-17 0 0,1 2 0 0 0,-1-1 0 0 0,1 1 0 0 0,-1 0 0 0 0,9 4 0 0 0,-2-1 2 0 0,0 0 0 0 0,0-2 0 0 0,1 0 0 0 0,-1 0 0 0 0,27-1-1 0 0,42 8 33 0 0,398 66-41 0 0,-468-74 1 0 0,272 36 65 0 0,-135-11-102 0 0,1-6 0 0 0,0-7 1 0 0,1-7-1 0 0,1-6 1 0 0,215-27-1 0 0,-314 19 103 0 0,82 0 0 0 0,155 21-42 0 0,3-1 110 0 0,-28-2-189 0 0,-47-11 54 0 0,147 4 189 0 0,-232-5-151 0 0,138 15-56 0 0,53-4 36 0 0,-255-11 74 0 0,88 10-1 0 0,-23 0-47 0 0,43 0-131 0 0,119 2 174 0 0,296-55-7 0 0,-531 39-74 0 0,1 2 1 0 0,-1 3 0 0 0,108 14-1 0 0,152-3 70 0 0,-12-3-98 0 0,296 18 129 0 0,-331-32-64 0 0,277-14-86 0 0,-71 8 93 0 0,-426 12-100 0 0,43-4 76 0 0,166-31 0 0 0,-31 2 55 0 0,-108 14 106 0 0,-42 9-113 0 0,0-3-1 0 0,88-27 1 0 0,-15 4 25 0 0,-91 19-25 0 0,0-2 0 0 0,107-48 1 0 0,-171 67-71 0 0,35-22 89 0 0,-35 21-88 0 0,0 0 0 0 0,-1 0 0 0 0,1-1 0 0 0,0 1 0 0 0,-1-1 0 0 0,1 1 0 0 0,-1-1 0 0 0,1 1 0 0 0,-1-1 0 0 0,0 0 0 0 0,0 0 0 0 0,0 0 0 0 0,0 1 0 0 0,0-1 0 0 0,1-4 0 0 0,-1 5-1 0 0,-1-1 0 0 0,0 1 0 0 0,1-1 0 0 0,0 1 0 0 0,-1-1 0 0 0,1 1 0 0 0,0-1 0 0 0,-1 1-1 0 0,1 0 1 0 0,0-1 0 0 0,0 1 0 0 0,0 0 0 0 0,1 0 0 0 0,-1 0 0 0 0,0 0 0 0 0,2-2 0 0 0,-2 3-2 0 0,0-1-1 0 0,0 1 1 0 0,0-1 0 0 0,0 1-1 0 0,0-1 1 0 0,0 0 0 0 0,-1 0-1 0 0,1 1 1 0 0,0-1 0 0 0,0 0-1 0 0,-1 0 1 0 0,1 0 0 0 0,-1 0-1 0 0,1 0 1 0 0,0 0 0 0 0,-1 0-1 0 0,0 0 1 0 0,1 0 0 0 0,-1 0-1 0 0,0 0 1 0 0,1 0 0 0 0,-1 0-1 0 0,0 0 1 0 0,0 0 0 0 0,0-1-1 0 0,0 1 1 0 0,0 0 0 0 0,0 0-1 0 0,0 0 1 0 0,0 0-1 0 0,-1 0 1 0 0,1 0 0 0 0,0 0-1 0 0,-1 0 1 0 0,1 0 0 0 0,-1 0-1 0 0,1 0 1 0 0,-1 0 0 0 0,-1-2-1 0 0,-4-6 13 0 0,-2-1 6 0 0,1 0 0 0 0,-2 1 0 0 0,1 0 0 0 0,-1 0 0 0 0,-1 1 0 0 0,1 0 0 0 0,-15-9 0 0 0,8 9 39 0 0,0-1 0 0 0,1 0 1 0 0,0-1-1 0 0,1-1 0 0 0,0-1 1 0 0,1 0-1 0 0,0 0 0 0 0,-17-23 0 0 0,22 26-45 0 0,0 0-1 0 0,0 1 1 0 0,-1-1-1 0 0,0 2 1 0 0,0-1-1 0 0,-1 1 1 0 0,0 1-1 0 0,0 0 1 0 0,-15-7-1 0 0,-14-3 3 0 0,-52-16 0 0 0,25 11-63 0 0,31 10-421 0 0,-1 2-1 0 0,-1 1 0 0 0,1 2 0 0 0,-70-3 0 0 0,95 9 252 0 0,-233-7-4826 0 0,182 8 3670 0 0,-150-1-5030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00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1263 0 400 0 0,'7'5'756'0'0,"0"0"-1"0"0,0 0 0 0 0,-1 0 1 0 0,1 1-1 0 0,-1 0 0 0 0,0 0 1 0 0,8 12-1 0 0,-11-23 2353 0 0,19-6-2801 0 0,-17 10-240 0 0,-5 0-1 0 0,0-3-39 0 0,0 3 933 0 0,0 0-945 0 0,-1 1 1 0 0,1-1-1 0 0,-1 1 0 0 0,1-1 0 0 0,-1 0 0 0 0,1 1 0 0 0,-1-1 0 0 0,0 1 0 0 0,1-1 0 0 0,-1 1 0 0 0,0 0 0 0 0,1-1 1 0 0,-1 1-1 0 0,0 0 0 0 0,1-1 0 0 0,-1 1 0 0 0,0 0 0 0 0,0 0 0 0 0,1 0 0 0 0,-1 0 0 0 0,0 0 0 0 0,0-1 0 0 0,1 1 1 0 0,-1 1-1 0 0,0-1 0 0 0,-1 0 0 0 0,-28 0 543 0 0,24 0-497 0 0,1 0 260 0 0,0-1-255 0 0,-32-3-20 0 0,0 1-1 0 0,-61 2 0 0 0,-32 0 59 0 0,-76 6-90 0 0,66 0 52 0 0,130-3-106 0 0,-16 3 80 0 0,-4-4-26 0 0,-18-1-23 0 0,37-1-30 0 0,0 1-1 0 0,1 1 1 0 0,-1 0 0 0 0,-18 4 0 0 0,23-4 17 0 0,-49 24-151 0 0,-10 5 346 0 0,9-17-53 0 0,46-9-163 0 0,-1-1 0 0 0,1 1-1 0 0,0 1 1 0 0,0 0 0 0 0,0 0-1 0 0,1 1 1 0 0,0 0 0 0 0,0 1 0 0 0,0 0-1 0 0,1 0 1 0 0,-8 9 0 0 0,-14 11-11 0 0,-25 31 374 0 0,54-58-327 0 0,1 1-1 0 0,-1 0 1 0 0,1-1 0 0 0,-1 1 0 0 0,1 0 0 0 0,0 0 0 0 0,-1 0-1 0 0,1 0 1 0 0,0-1 0 0 0,-1 1 0 0 0,1 0 0 0 0,0 0 0 0 0,0 0 0 0 0,0 0-1 0 0,0 0 1 0 0,0 0 0 0 0,0 0 0 0 0,0-1 0 0 0,0 1 0 0 0,0 2 0 0 0,0-2 5 0 0,1-1 1 0 0,-1 1-1 0 0,0 0 1 0 0,0 0 0 0 0,0-1-1 0 0,0 1 1 0 0,0 0-1 0 0,0-1 1 0 0,0 1-1 0 0,0 0 1 0 0,0-1 0 0 0,0 1-1 0 0,-1 0 1 0 0,1 0-1 0 0,0-1 1 0 0,0 1 0 0 0,-1 0-1 0 0,1-1 1 0 0,0 1-1 0 0,-1-1 1 0 0,1 1 0 0 0,-1-1-1 0 0,1 1 1 0 0,-1 0-1 0 0,0 0 1 0 0,-4 2 19 0 0,-12 12 7 0 0,14 20-148 0 0,3-16 110 0 0,1-12 13 0 0,0 1 0 0 0,-1-1 0 0 0,-1 1 0 0 0,1 0 0 0 0,-1-1 0 0 0,0 1 0 0 0,-3 7 0 0 0,-6 4-5 0 0,8-16 7 0 0,0 0 1 0 0,0 0-1 0 0,1 0 1 0 0,-1 0-1 0 0,1 0 0 0 0,0 0 1 0 0,0 1-1 0 0,0-1 1 0 0,0 0-1 0 0,0 1 0 0 0,1-1 1 0 0,0 6-1 0 0,0 218 412 0 0,0-225-422 0 0,1 0 1 0 0,-1 0-1 0 0,1-1 1 0 0,0 1-1 0 0,0-1 1 0 0,0 1-1 0 0,0-1 0 0 0,0 1 1 0 0,0-1-1 0 0,0 1 1 0 0,0-1-1 0 0,0 0 1 0 0,1 0-1 0 0,-1 1 1 0 0,1-1-1 0 0,-1 0 1 0 0,1 0-1 0 0,-1-1 1 0 0,1 1-1 0 0,-1 0 0 0 0,1 0 1 0 0,0-1-1 0 0,0 1 1 0 0,-1-1-1 0 0,4 1 1 0 0,58 11 8 0 0,-46-9-6 0 0,73 13 66 0 0,0-5 0 0 0,139 2 0 0 0,171-29 156 0 0,-152-5-77 0 0,223-8-120 0 0,-273 27 67 0 0,263 8-321 0 0,-431-5 210 0 0,-11 2-8 0 0,-1-2 0 0 0,0 0 0 0 0,0-1 0 0 0,0-1 0 0 0,1 0 0 0 0,-1-2 0 0 0,34-8 0 0 0,-42-5 152 0 0,-4 12-85 0 0,-5 3-24 0 0,1 1 0 0 0,-1-1-1 0 0,0 0 1 0 0,0 0 0 0 0,1 0 0 0 0,-1 0 0 0 0,0-1-1 0 0,0 1 1 0 0,0 0 0 0 0,0 0 0 0 0,0-1-1 0 0,0 1 1 0 0,-1-1 0 0 0,1 1 0 0 0,0 0-1 0 0,-1-1 1 0 0,1 1 0 0 0,-1-1 0 0 0,1 0-1 0 0,-1 1 1 0 0,0-1 0 0 0,0 1 0 0 0,0-3 0 0 0,1 1 0 0 0,-1-1 1 0 0,1 1 0 0 0,0 0-1 0 0,0 0 1 0 0,0-1 0 0 0,0 1-1 0 0,0 0 1 0 0,1 0 0 0 0,0 0 0 0 0,-1 0-1 0 0,3-2 1 0 0,-2 3-10 0 0,0 0 0 0 0,-1 0-1 0 0,0 0 1 0 0,1 0 0 0 0,-1-1 0 0 0,0 1-1 0 0,0 0 1 0 0,0-1 0 0 0,0 1 0 0 0,0 0 0 0 0,-1-1-1 0 0,1 1 1 0 0,-1-1 0 0 0,0 1 0 0 0,1-1 0 0 0,-1 0-1 0 0,0 1 1 0 0,-1-1 0 0 0,1 1 0 0 0,0-1-1 0 0,-1 1 1 0 0,1-1 0 0 0,-1 1 0 0 0,0 0 0 0 0,-1-4-1 0 0,-5-6 10 0 0,2-1 0 0 0,0 1-1 0 0,0-1 1 0 0,-4-17 0 0 0,4 15-18 0 0,-2 0 0 0 0,0 0 1 0 0,0 1-1 0 0,-1 0 0 0 0,-1 1 1 0 0,-1 0-1 0 0,1 0 1 0 0,-2 1-1 0 0,-21-19 0 0 0,-3-7 7 0 0,0 3 49 0 0,0 1 0 0 0,-72-52 0 0 0,85 70-40 0 0,-2 1-1 0 0,0 0 1 0 0,0 2 0 0 0,-2 1 0 0 0,1 1 0 0 0,-1 2 0 0 0,-1 0 0 0 0,-50-9 0 0 0,68 17-82 0 0,-1 0 0 0 0,1 1 0 0 0,0 0 0 0 0,-1 0 0 0 0,1 1 0 0 0,0 0 0 0 0,0 1-1 0 0,0 0 1 0 0,0 1 0 0 0,0 0 0 0 0,0 0 0 0 0,0 1 0 0 0,1 0 0 0 0,0 0 0 0 0,0 1 0 0 0,0 0 0 0 0,0 0 0 0 0,-8 9 0 0 0,9-8-356 0 0,1 0 0 0 0,0 0 0 0 0,1 1 0 0 0,0 0 0 0 0,0 0 0 0 0,0 0 0 0 0,1 1 0 0 0,0 0 0 0 0,0-1 0 0 0,1 1-1 0 0,-5 15 1 0 0,3 37-5987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02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58 475 3201 0 0,'0'-1'92'0'0,"0"0"0"0"0,0 1-1 0 0,0-1 1 0 0,0 0-1 0 0,0 0 1 0 0,0 1-1 0 0,0-1 1 0 0,0 0-1 0 0,-1 0 1 0 0,1 1-1 0 0,0-1 1 0 0,0 0-1 0 0,-1 1 1 0 0,1-1-1 0 0,-1 0 1 0 0,1 1-1 0 0,-1-1 1 0 0,1 0 0 0 0,-1 1-1 0 0,1-1 1 0 0,-1 1-1 0 0,1-1 1 0 0,-1 1-1 0 0,0-1 1 0 0,1 1-1 0 0,-1 0 1 0 0,0-1-1 0 0,1 1 1 0 0,-1 0-1 0 0,0 0 1 0 0,1-1-1 0 0,-2 1 1 0 0,1 0-37 0 0,0 0 0 0 0,0-1-1 0 0,0 1 1 0 0,1 0 0 0 0,-1-1 0 0 0,0 1 0 0 0,1 0-1 0 0,-1-1 1 0 0,0 1 0 0 0,1-1 0 0 0,-1 1 0 0 0,0-1-1 0 0,1 1 1 0 0,-1-1 0 0 0,1 1 0 0 0,-1-1 0 0 0,1 0-1 0 0,-1 1 1 0 0,1-1 0 0 0,-1 0 0 0 0,1 1 0 0 0,0-1-1 0 0,-1 0 1 0 0,1 0 0 0 0,0 1 0 0 0,0-1 0 0 0,-1 0-1 0 0,1 0 1 0 0,0 0 0 0 0,0 1 0 0 0,0-1 0 0 0,0-1-1 0 0,0-1 38 0 0,0 1 0 0 0,0 0 0 0 0,0 0 0 0 0,0 0 0 0 0,-1 0 0 0 0,1-1 0 0 0,-1 1 0 0 0,0 0 0 0 0,1 0 0 0 0,-1 0 0 0 0,0 0 0 0 0,0 0 0 0 0,0 0-1 0 0,-1 1 1 0 0,1-1 0 0 0,0 0 0 0 0,-1 1 0 0 0,-2-3 0 0 0,-4-6 42 0 0,8 10-118 0 0,-1-1-1 0 0,1 0 1 0 0,0 0-1 0 0,-1 0 1 0 0,1 0-1 0 0,0 0 0 0 0,0 0 1 0 0,0 0-1 0 0,0-1 1 0 0,0 1-1 0 0,0 0 1 0 0,0 0-1 0 0,0 0 1 0 0,0 0-1 0 0,0 0 1 0 0,1 0-1 0 0,-1 0 0 0 0,0 0 1 0 0,1 0-1 0 0,-1 0 1 0 0,1 1-1 0 0,-1-1 1 0 0,1 0-1 0 0,-1 0 1 0 0,1 0-1 0 0,0 0 1 0 0,-1 1-1 0 0,1-1 1 0 0,0 0-1 0 0,0 0 0 0 0,0 1 1 0 0,-1-1-1 0 0,1 1 1 0 0,0-1-1 0 0,2 0 1 0 0,4-6 68 0 0,3-8 42 0 0,-9 12-110 0 0,0 1 0 0 0,1-1 1 0 0,-1 1-1 0 0,1 0 0 0 0,0 0 0 0 0,0-1 0 0 0,0 1 0 0 0,0 1 0 0 0,0-1 0 0 0,0 0 1 0 0,4-2-1 0 0,20-13 9 0 0,-1-1 0 0 0,-1-1 0 0 0,0-1 0 0 0,-2-1 0 0 0,-1-2 0 0 0,0 0 0 0 0,22-32 0 0 0,12-9 28 0 0,-55 64-49 0 0,1-1-1 0 0,-1 1 1 0 0,0 0 0 0 0,0-1-1 0 0,0 1 1 0 0,1-1 0 0 0,-1 1-1 0 0,0-1 1 0 0,0 1 0 0 0,0-1-1 0 0,0 0 1 0 0,0 1 0 0 0,0-1-1 0 0,0 1 1 0 0,0-1 0 0 0,0 1-1 0 0,0-1 1 0 0,0 1-1 0 0,0-1 1 0 0,0 1 0 0 0,-1-1-1 0 0,1 1 1 0 0,0-1 0 0 0,0 1-1 0 0,0-1 1 0 0,-1 1 0 0 0,1-1-1 0 0,0 1 1 0 0,-1 0 0 0 0,1-1-1 0 0,0 1 1 0 0,-1 0 0 0 0,1-1-1 0 0,-1 1 1 0 0,1 0 0 0 0,0-1-1 0 0,-1 1 1 0 0,1 0 0 0 0,-1-1-1 0 0,1 1 1 0 0,-1 0-1 0 0,1 0 1 0 0,-1 0 0 0 0,1 0-1 0 0,-1 0 1 0 0,1-1 0 0 0,-1 1-1 0 0,0 0 1 0 0,0 0 29 0 0,0 0 1 0 0,0 0-1 0 0,0-1 1 0 0,1 1-1 0 0,-1-1 0 0 0,0 1 1 0 0,0-1-1 0 0,1 1 1 0 0,-1-1-1 0 0,0 1 0 0 0,0-1 1 0 0,1 1-1 0 0,-1-1 1 0 0,1 0-1 0 0,-1 1 0 0 0,1-1 1 0 0,-1 0-1 0 0,1 0 1 0 0,-1 0-1 0 0,1 1 0 0 0,-1-1 1 0 0,1-1-1 0 0,0 2-7 0 0,0-1 1 0 0,0 1-1 0 0,0 0 0 0 0,0-1 0 0 0,1 1 0 0 0,-1 0 0 0 0,0 0 1 0 0,0-1-1 0 0,0 1 0 0 0,0 0 0 0 0,0-1 0 0 0,0 1 1 0 0,0 0-1 0 0,-1-1 0 0 0,1 1 0 0 0,0 0 0 0 0,0-1 0 0 0,0 1 1 0 0,0 0-1 0 0,0-1 0 0 0,0 1 0 0 0,-1 0 0 0 0,1-1 1 0 0,0 1-1 0 0,0 0 0 0 0,0 0 0 0 0,-1-1 0 0 0,1 1 0 0 0,0 0 1 0 0,0 0-1 0 0,-1 0 0 0 0,1-1 0 0 0,0 1 0 0 0,0 0 1 0 0,-1 0-1 0 0,1 0 0 0 0,0 0 0 0 0,-1 0 0 0 0,1-1 1 0 0,0 1-1 0 0,-1 0 0 0 0,1 0 0 0 0,0 0 0 0 0,-1 0 0 0 0,1 0 1 0 0,0 0-1 0 0,-1 0 0 0 0,1 0 0 0 0,0 0 0 0 0,-1 0 1 0 0,1 0-1 0 0,0 0 0 0 0,-1 1 0 0 0,1-1 0 0 0,-23 15-11 0 0,21-14-29 0 0,-6 7-90 0 0,1-1-1 0 0,0 1 1 0 0,0 0-1 0 0,0 0 1 0 0,1 1 0 0 0,1-1-1 0 0,0 2 1 0 0,0-1 0 0 0,0 0-1 0 0,-5 20 1 0 0,0 4-29 0 0,1 1 0 0 0,-5 38-1 0 0,12-60 167 0 0,1 1 0 0 0,1-1 0 0 0,0 1 0 0 0,0-1 0 0 0,1 1 0 0 0,1-1 0 0 0,3 15 0 0 0,-4-23-65 0 0,0-1 0 0 0,0 1 0 0 0,0-1 0 0 0,0 1 1 0 0,0-1-1 0 0,1 0 0 0 0,-1 0 0 0 0,1 1 0 0 0,0-1 0 0 0,0 0 0 0 0,0 0 0 0 0,1-1 0 0 0,-1 1 0 0 0,0 0 0 0 0,1-1 1 0 0,0 0-1 0 0,0 1 0 0 0,0-1 0 0 0,0 0 0 0 0,0-1 0 0 0,0 1 0 0 0,0 0 0 0 0,1-1 0 0 0,-1 0 0 0 0,0 0 0 0 0,1 0 1 0 0,-1 0-1 0 0,1 0 0 0 0,7 0 0 0 0,9-2-553 0 0,1 0 0 0 0,-1-1 1 0 0,0-1-1 0 0,0-1 0 0 0,24-9 1 0 0,-19 3-1097 0 0,41-24 0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02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28 1521 0 0,'-9'4'737'0'0,"0"0"0"0"0,0 0 1 0 0,0 1-1 0 0,0 0 1 0 0,1 1-1 0 0,-10 7 0 0 0,-1 1-176 0 0,-122 72 2187 0 0,138-85-2729 0 0,0 2 0 0 0,0-1 1 0 0,0 0-1 0 0,0 1 0 0 0,1-1 0 0 0,-1 1 0 0 0,1 0 0 0 0,0-1 0 0 0,-1 1 1 0 0,1 1-1 0 0,1-1 0 0 0,-1 0 0 0 0,0 0 0 0 0,1 1 0 0 0,0-1 0 0 0,-2 6 0 0 0,2 0-1 0 0,0 0-1 0 0,0 1 0 0 0,0-1 0 0 0,3 15 0 0 0,-2 1 66 0 0,0-21-64 0 0,0 1 0 0 0,0-1 0 0 0,1 1 1 0 0,-1-1-1 0 0,1 1 0 0 0,0-1 0 0 0,0 1 0 0 0,1-1 0 0 0,-1 0 1 0 0,1 1-1 0 0,0-1 0 0 0,0 0 0 0 0,0 0 0 0 0,1 0 0 0 0,5 6 1 0 0,-7-8-14 0 0,0-1-1 0 0,1 1 1 0 0,-1-1 0 0 0,1 0 0 0 0,0 0 0 0 0,0 1 0 0 0,-1-1 0 0 0,1 0 0 0 0,0 0 0 0 0,0-1-1 0 0,0 1 1 0 0,0 0 0 0 0,0-1 0 0 0,0 1 0 0 0,0-1 0 0 0,0 1 0 0 0,0-1 0 0 0,0 0 0 0 0,0 0 0 0 0,0 0-1 0 0,0 0 1 0 0,0 0 0 0 0,0-1 0 0 0,3 0 0 0 0,6 0 20 0 0,86-3 56 0 0,-78 2-71 0 0,-14 2-7 0 0,-1 0-1 0 0,1-1 0 0 0,0 0 1 0 0,0 0-1 0 0,-1 0 0 0 0,1-1 1 0 0,-1 0-1 0 0,1 0 0 0 0,-1 0 1 0 0,1 0-1 0 0,-1 0 0 0 0,0-1 0 0 0,0 0 1 0 0,0 0-1 0 0,-1 0 0 0 0,1 0 1 0 0,-1-1-1 0 0,0 0 0 0 0,0 1 1 0 0,0-1-1 0 0,5-8 0 0 0,-3-1 9 0 0,0 1 0 0 0,0-1-1 0 0,-2 0 1 0 0,1 0 0 0 0,2-25-1 0 0,-3 15-7 0 0,-1 15-19 0 0,-1 0 1 0 0,-1 0-1 0 0,1 0 0 0 0,-1 0 1 0 0,-1 0-1 0 0,0 1 0 0 0,0-1 1 0 0,0 0-1 0 0,-1 0 0 0 0,0 0 1 0 0,-1 1-1 0 0,1-1 0 0 0,-2 1 1 0 0,1 0-1 0 0,-1 0 0 0 0,0 0 1 0 0,0 0-1 0 0,-1 1 0 0 0,0 0 1 0 0,0 0-1 0 0,0 0 0 0 0,-1 0 1 0 0,0 1-1 0 0,0 0 0 0 0,0 0 1 0 0,-1 1-1 0 0,0 0 0 0 0,0 0 1 0 0,-10-5-1 0 0,12 7-1066 0 0,9 1 546 0 0,0 0-1 0 0,0 1 1 0 0,1-1-1 0 0,-1 1 0 0 0,0 0 1 0 0,0 0-1 0 0,1 1 0 0 0,4 0 1 0 0,8 0-981 0 0,13-1-711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02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0 2401 0 0,'-123'46'5621'0'0,"6"4"-3871"0"0,91-38-1704 0 0,20-10-15 0 0,0 1 0 0 0,0 1 0 0 0,0-1 0 0 0,0 1 0 0 0,0 0 1 0 0,1 0-1 0 0,0 0 0 0 0,0 1 0 0 0,0 0 0 0 0,0 0 0 0 0,1 0 0 0 0,0 1 0 0 0,0 0 0 0 0,0-1 1 0 0,-3 10-1 0 0,5-11-14 0 0,1-1 0 0 0,0 1 0 0 0,0 0 0 0 0,0 0 0 0 0,1-1 0 0 0,0 1 0 0 0,-1 0 0 0 0,1 0 0 0 0,0 0 0 0 0,1-1 0 0 0,-1 1 0 0 0,1 0 0 0 0,0 0 0 0 0,0-1 0 0 0,0 1 0 0 0,0-1 0 0 0,0 1 0 0 0,1-1 0 0 0,0 1 0 0 0,-1-1 0 0 0,1 0 0 0 0,1 1 0 0 0,-1-1 0 0 0,0 0 0 0 0,1-1 0 0 0,0 1 0 0 0,5 4 0 0 0,3 1 18 0 0,0-1 0 0 0,0 0 0 0 0,1-1 1 0 0,0 0-1 0 0,0-1 0 0 0,0-1 0 0 0,24 6 1 0 0,-17-4-12 0 0,-2-1-14 0 0,1 0-1 0 0,-1-1 0 0 0,1 0 1 0 0,0-2-1 0 0,0 0 0 0 0,0-1 1 0 0,1-1-1 0 0,-1 0 0 0 0,0-2 1 0 0,0 0-1 0 0,0-1 0 0 0,0-1 1 0 0,-1 0-1 0 0,1-2 0 0 0,-1 0 1 0 0,0-1-1 0 0,-1 0 0 0 0,1-1 1 0 0,15-12-1 0 0,-27 16-14 0 0,1 0 1 0 0,-1 0-1 0 0,-1-1 0 0 0,1 0 1 0 0,-1 0-1 0 0,0 0 0 0 0,0 0 0 0 0,0-1 1 0 0,0 1-1 0 0,-1-1 0 0 0,0 0 0 0 0,-1 0 1 0 0,1 0-1 0 0,-1-1 0 0 0,0 1 0 0 0,-1-1 1 0 0,1 1-1 0 0,-1-1 0 0 0,-1 1 1 0 0,1-1-1 0 0,-1 0 0 0 0,0 1 0 0 0,-1-1 1 0 0,1 0-1 0 0,-1 1 0 0 0,-1-1 0 0 0,1 1 1 0 0,-1 0-1 0 0,0-1 0 0 0,-4-6 0 0 0,1 6-327 0 0,-1 0-1 0 0,0 0 1 0 0,0 1-1 0 0,-1 0 1 0 0,0 0-1 0 0,0 0 1 0 0,0 1-1 0 0,-1 0 1 0 0,0 0-1 0 0,0 1 1 0 0,0 0-1 0 0,0 0 1 0 0,-16-4-1 0 0,-62-13-5750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1:41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39 640 0 0,'0'-1'124'0'0,"0"1"0"0"0,0-1 0 0 0,1 0-1 0 0,-1 1 1 0 0,-1-1 0 0 0,1 0 0 0 0,0 0 0 0 0,0 1-1 0 0,0-1 1 0 0,0 0 0 0 0,0 1 0 0 0,-1-1 0 0 0,1 0-1 0 0,0 1 1 0 0,0-1 0 0 0,-1 0 0 0 0,1 1 0 0 0,-1-1-1 0 0,1 1 1 0 0,0-1 0 0 0,-1 0 0 0 0,1 1 0 0 0,-1-1-1 0 0,1 1 1 0 0,-1-1 0 0 0,0 1 0 0 0,1 0 0 0 0,-1-1-1 0 0,1 1 1 0 0,-1 0 0 0 0,0-1 0 0 0,1 1 0 0 0,-1 0-1 0 0,0 0 1 0 0,0-1 0 0 0,1 1 0 0 0,-1 0 0 0 0,0 0-1 0 0,1 0 1 0 0,-1 0 0 0 0,0 0 0 0 0,0 0 0 0 0,1 0-1 0 0,-1 0 1 0 0,0 0 0 0 0,0 1 0 0 0,-3-1-33 0 0,-1 0 1389 0 0,10 0-1200 0 0,226-6 454 0 0,-225 7-607 0 0,0 1 0 0 0,0-1 0 0 0,-1 1 1 0 0,1 0-1 0 0,-1 0 0 0 0,1 1 0 0 0,-1 0 0 0 0,0 0 0 0 0,0 0 0 0 0,0 0 0 0 0,-1 1 1 0 0,1 0-1 0 0,-1 0 0 0 0,0 0 0 0 0,0 0 0 0 0,6 9 0 0 0,-7 8 448 0 0,-3-20-526 0 0,0 0 1 0 0,0 0 0 0 0,-1 0-1 0 0,1 0 1 0 0,0 0 0 0 0,0 0-1 0 0,1 1 1 0 0,-1-1 0 0 0,0 0-1 0 0,0 0 1 0 0,0 0 0 0 0,1 0-1 0 0,-1 0 1 0 0,1 0 0 0 0,-1 0 0 0 0,1 0-1 0 0,-1 0 1 0 0,1 0 0 0 0,-1 0-1 0 0,1 0 1 0 0,1 1 0 0 0,4 1 50 0 0,-5-3-81 0 0,0 0 0 0 0,0 1 1 0 0,0-1-1 0 0,0 0 0 0 0,0 1 0 0 0,-1-1 1 0 0,1 0-1 0 0,0 1 0 0 0,0 0 1 0 0,0-1-1 0 0,0 1 0 0 0,-1-1 0 0 0,1 1 1 0 0,0 0-1 0 0,0 0 0 0 0,-1-1 1 0 0,1 1-1 0 0,0 0 0 0 0,-1 0 0 0 0,1 0 1 0 0,-1 0-1 0 0,0 0 0 0 0,1 0 1 0 0,-1 0-1 0 0,0 0 0 0 0,1 0 1 0 0,-1 1-1 0 0,0-1 74 0 0,-2-1-98 0 0,0 0 0 0 0,0 0 0 0 0,0-1-1 0 0,0 1 1 0 0,0 0 0 0 0,0-1 0 0 0,0 0 0 0 0,0 1-1 0 0,0-1 1 0 0,0 0 0 0 0,0 0 0 0 0,0 0-1 0 0,1 0 1 0 0,-1-1 0 0 0,0 1 0 0 0,1 0 0 0 0,-1-1-1 0 0,1 1 1 0 0,-1-1 0 0 0,0-1 0 0 0,-19-16-99 0 0,2 5 106 0 0,0 2 0 0 0,0 0-1 0 0,-1 2 1 0 0,-1 0 0 0 0,0 1 0 0 0,0 1 0 0 0,-1 1 0 0 0,-37-8 0 0 0,47 13 17 0 0,0 1-1 0 0,0 0 1 0 0,0 0 0 0 0,0 1 0 0 0,0 1-1 0 0,0 0 1 0 0,1 1 0 0 0,-1 0 0 0 0,0 1-1 0 0,0 0 1 0 0,1 0 0 0 0,0 2 0 0 0,0-1 0 0 0,0 1-1 0 0,0 1 1 0 0,1 0 0 0 0,0 0 0 0 0,-10 9-1 0 0,8-4 11 0 0,0 1-1 0 0,1 0 0 0 0,0 1 1 0 0,1 1-1 0 0,-16 27 0 0 0,20-31-3 0 0,1 0-1 0 0,0 1 0 0 0,0-1 1 0 0,1 1-1 0 0,1 0 0 0 0,0 1 1 0 0,0-1-1 0 0,1 0 0 0 0,-1 14 1 0 0,3-20-16 0 0,1 0 0 0 0,-1-1 0 0 0,1 1 0 0 0,0 0 0 0 0,0-1 0 0 0,0 1 0 0 0,1-1 0 0 0,-1 1 0 0 0,1-1 0 0 0,0 0 0 0 0,0 0 0 0 0,1 0 0 0 0,-1 0 0 0 0,1 0 0 0 0,0-1 0 0 0,0 1 1 0 0,0-1-1 0 0,1 1 0 0 0,-1-1 0 0 0,1 0 0 0 0,0-1 0 0 0,0 1 0 0 0,0 0 0 0 0,0-1 0 0 0,0 0 0 0 0,0 0 0 0 0,0-1 0 0 0,1 1 0 0 0,7 1 0 0 0,8 2-14 0 0,0-1 0 0 0,0-1-1 0 0,1-1 1 0 0,-1-1 0 0 0,28-2 0 0 0,-21 0-164 0 0,1-2 0 0 0,-1-1 0 0 0,0-1 0 0 0,0-1 0 0 0,0-1 0 0 0,-1-2 0 0 0,27-12 0 0 0,-19 4-1057 0 0,0-2 0 0 0,-1-1-1 0 0,0-1 1 0 0,39-35 0 0 0,-7-7-3390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1:42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393 306 2321 0 0,'-26'4'1988'0'0,"21"-3"-641"0"0,5-147 1868 0 0,0 145-3207 0 0,0-1 1 0 0,0 1 0 0 0,0-1-1 0 0,0 1 1 0 0,-1-1 0 0 0,1 0-1 0 0,-1 1 1 0 0,1 0 0 0 0,-1-1-1 0 0,0 1 1 0 0,1-1 0 0 0,-1 1-1 0 0,0 0 1 0 0,0 0 0 0 0,0-1-1 0 0,0 1 1 0 0,0 0 0 0 0,0 0-1 0 0,0 0 1 0 0,-3-2 0 0 0,-5-5 49 0 0,-5-12 30 0 0,11 16-50 0 0,0-1 1 0 0,0 1 0 0 0,0 0 0 0 0,0-1 0 0 0,0 1 0 0 0,-1 1 0 0 0,0-1 0 0 0,0 0 0 0 0,0 1 0 0 0,0 0 0 0 0,-1 0-1 0 0,1 0 1 0 0,-1 1 0 0 0,0 0 0 0 0,0-1 0 0 0,1 1 0 0 0,-1 1 0 0 0,-10-3 0 0 0,-156-15 1682 0 0,110 5-828 0 0,56 10-813 0 0,10 2-466 0 0,20-1-1745 0 0,-1 2 0 0 0,1 1 0 0 0,42 5 0 0 0,-32 0-791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1:43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25 1441 0 0,'-49'-12'4655'0'0,"49"12"-4629"0"0,0 0 0 0 0,-1 0 0 0 0,1-1 0 0 0,0 1 0 0 0,0 0-1 0 0,-1 0 1 0 0,1 0 0 0 0,0 0 0 0 0,0 0 0 0 0,-1 0 0 0 0,1 0 0 0 0,0-1 0 0 0,0 1-1 0 0,-1 0 1 0 0,1 0 0 0 0,0 0 0 0 0,0-1 0 0 0,0 1 0 0 0,0 0 0 0 0,-1 0 0 0 0,1 0 0 0 0,0-1-1 0 0,0 1 1 0 0,0 0 0 0 0,0 0 0 0 0,0-1 0 0 0,0 1 0 0 0,0 0 0 0 0,0 0 0 0 0,-1-1-1 0 0,1 1 1 0 0,0 0 0 0 0,0-1 0 0 0,0 1 0 0 0,0 0 0 0 0,0 0 0 0 0,0-1 0 0 0,1 1 0 0 0,-1 0-1 0 0,0 0 1 0 0,0-1 0 0 0,0 1 0 0 0,0 0 0 0 0,0 0 0 0 0,0-1 0 0 0,0 1 0 0 0,1 0-1 0 0,-1 0 1 0 0,0-1 0 0 0,0 1 0 0 0,0 0 0 0 0,0 0 0 0 0,1 0 0 0 0,-1-1 0 0 0,0 1 0 0 0,0 0-1 0 0,0 0 1 0 0,1 0 0 0 0,-1 0 0 0 0,0 0 0 0 0,0 0 0 0 0,1-1 0 0 0,-1 1 0 0 0,0 0-1 0 0,1 0 1 0 0,-1 0 0 0 0,50 0 68 0 0,-39 1-54 0 0,-1 0 0 0 0,1 0 0 0 0,-1 1 0 0 0,0 1 0 0 0,0-1 0 0 0,0 2 0 0 0,0-1 0 0 0,0 1 0 0 0,-1 1 0 0 0,0 0 0 0 0,16 11 0 0 0,-6-2 180 0 0,-1 0 0 0 0,-1 2 0 0 0,30 33 0 0 0,-42-43-148 0 0,0 0 0 0 0,0 1 0 0 0,0-1 0 0 0,-1 1 0 0 0,0 0 0 0 0,0 0 0 0 0,-1 0 0 0 0,1 0 0 0 0,-2 1 1 0 0,4 12-1 0 0,-5-10 31 0 0,-1-1 0 0 0,0 1 0 0 0,0-1 0 0 0,-1 1 0 0 0,0-1 1 0 0,-1 1-1 0 0,0-1 0 0 0,-5 14 0 0 0,-19 70 847 0 0,-35 106 626 0 0,50-170-1390 0 0,-1-1 0 0 0,-1-1 0 0 0,-1 0-1 0 0,-30 42 1 0 0,9-22-24 0 0,-75 89 250 0 0,108-134-549 0 0,0 0 1 0 0,0 0-1 0 0,0-1 1 0 0,0 1-1 0 0,0-1 1 0 0,0 1-1 0 0,0-1 1 0 0,-1 0-1 0 0,1 0 1 0 0,-1 0-1 0 0,-2 1 1 0 0,4-2-30 0 0,0 0 1 0 0,0 1 0 0 0,0-1 0 0 0,0 0 0 0 0,0 0-1 0 0,0 0 1 0 0,0 0 0 0 0,0 0 0 0 0,0 0-1 0 0,0-1 1 0 0,0 1 0 0 0,0 0 0 0 0,0 0-1 0 0,0-1 1 0 0,0 1 0 0 0,0-1 0 0 0,0 1 0 0 0,1-1-1 0 0,-1 1 1 0 0,0-1 0 0 0,0 1 0 0 0,0-1-1 0 0,1 0 1 0 0,-1 1 0 0 0,0-1 0 0 0,1 0-1 0 0,-1 0 1 0 0,0-1 0 0 0,0 0-503 0 0,0-1-1 0 0,0 0 1 0 0,0 0 0 0 0,0 0-1 0 0,1 0 1 0 0,0 0 0 0 0,-1 0-1 0 0,1-1 1 0 0,1-3 0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07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8 4962 0 0,'-7'1'561'0'0,"-1"0"-1"0"0,1 0 0 0 0,-1-1 0 0 0,0 0 1 0 0,1-1-1 0 0,-1 0 0 0 0,-13-3 0 0 0,-21-1 321 0 0,-18 5 946 0 0,55 0 4349 0 0,10 0-6109 0 0,417 19 1067 0 0,-15-19-974 0 0,-407 0-245 0 0,1 1-1 0 0,-1-1 0 0 0,0 0 1 0 0,1 0-1 0 0,-1 0 1 0 0,0 0-1 0 0,1 0 1 0 0,-1 0-1 0 0,0 1 1 0 0,0-1-1 0 0,1 0 1 0 0,-1 0-1 0 0,0 0 1 0 0,0 1-1 0 0,1-1 1 0 0,-1 0-1 0 0,0 0 1 0 0,0 1-1 0 0,0-1 1 0 0,1 0-1 0 0,-1 0 1 0 0,0 1-1 0 0,0-1 1 0 0,0 0-1 0 0,0 1 1 0 0,0-1-1 0 0,0 0 1 0 0,0 1-1 0 0,0-1 1 0 0,0 0-1 0 0,0 1 1 0 0,0-1-1 0 0,0 0 1 0 0,0 1-1 0 0,-11 4-9580 0 0,-39-5 4637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08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6 2401 0 0,'-5'-1'1934'0'0,"-16"-3"-320"0"0,16 3-333 0 0,0 1-307 0 0,-15 0-241 0 0,13 5 111 0 0,4 0-714 0 0,-3 0-41 0 0,1 2 0 0 0,0-1 0 0 0,0 1 0 0 0,0 0 0 0 0,1 0 0 0 0,0 0 0 0 0,0 0 0 0 0,-2 10 0 0 0,2-4 49 0 0,2-1 0 0 0,0 1-1 0 0,0 0 1 0 0,1-1 0 0 0,1 18 0 0 0,0-7 38 0 0,1-12-51 0 0,-1 1 0 0 0,0-1-1 0 0,-1 1 1 0 0,-4 21 0 0 0,-3-5 80 0 0,4-17-75 0 0,0 0 1 0 0,1 1-1 0 0,1-1 0 0 0,0 1 1 0 0,0 16-1 0 0,2-24-100 0 0,0 0 0 0 0,0 0 1 0 0,0 0-1 0 0,0 0 0 0 0,-1-1 0 0 0,1 1 0 0 0,-1 0 1 0 0,0 0-1 0 0,0 0 0 0 0,-1-1 0 0 0,1 1 0 0 0,-1-1 1 0 0,0 1-1 0 0,1-1 0 0 0,-2 0 0 0 0,1 1 0 0 0,0-1 1 0 0,-4 4-1 0 0,5-7-41 0 0,1 0 1 0 0,0 0 0 0 0,0 0-1 0 0,0 0 1 0 0,0 0-1 0 0,0 0 1 0 0,0 1 0 0 0,0-1-1 0 0,-1 0 1 0 0,1 0 0 0 0,0 0-1 0 0,0 0 1 0 0,0 0 0 0 0,0 0-1 0 0,0 0 1 0 0,0 0-1 0 0,-1 0 1 0 0,1 0 0 0 0,0 0-1 0 0,0 0 1 0 0,0 0 0 0 0,0 0-1 0 0,0 0 1 0 0,0 0-1 0 0,-1 0 1 0 0,1 0 0 0 0,0 0-1 0 0,0 0 1 0 0,0 0 0 0 0,0-1-1 0 0,0 1 1 0 0,0 0-1 0 0,0 0 1 0 0,-1 0 0 0 0,1 0-1 0 0,0 0 1 0 0,0 0 0 0 0,0 0-1 0 0,0 0 1 0 0,0 0-1 0 0,0 0 1 0 0,0-1 0 0 0,0 1-1 0 0,0 0 1 0 0,0 0 0 0 0,0 0-1 0 0,-1 0 1 0 0,1 0 0 0 0,0 0-1 0 0,0-1 1 0 0,0 1-1 0 0,0 0 1 0 0,0 0 0 0 0,0 0-1 0 0,0 0 1 0 0,0 0 0 0 0,0 0-1 0 0,0-1 1 0 0,0 1-1 0 0,0 0 1 0 0,0 0 0 0 0,1 0-1 0 0,-1 0 1 0 0,0 0 0 0 0,0 0-1 0 0,0-1 1 0 0,0 1-1 0 0,0 0 1 0 0,0 0 0 0 0,5-13-958 0 0,0 8 539 0 0,0 0 0 0 0,1 0 1 0 0,0 0-1 0 0,0 1 1 0 0,8-5-1 0 0,24-18-2162 0 0,-32 20 1586 0 0,0 0 0 0 0,-1 0 0 0 0,0-1 0 0 0,8-15 0 0 0,-13 22 908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11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64 2161 0 0,'0'0'57'0'0,"0"0"1"0"0,0-1-1 0 0,-1 1 0 0 0,1 0 1 0 0,0 0-1 0 0,0 0 0 0 0,0 0 1 0 0,0 0-1 0 0,0-1 0 0 0,0 1 1 0 0,0 0-1 0 0,0 0 0 0 0,0 0 1 0 0,0 0-1 0 0,0-1 0 0 0,0 1 1 0 0,0 0-1 0 0,0 0 0 0 0,0 0 1 0 0,0-1-1 0 0,0 1 0 0 0,0 0 1 0 0,0 0-1 0 0,0 0 0 0 0,0 0 1 0 0,0-1-1 0 0,0 1 0 0 0,0 0 1 0 0,0 0-1 0 0,0 0 1 0 0,0 0-1 0 0,0-1 0 0 0,0 1 1 0 0,1 0-1 0 0,-1 0 0 0 0,0 0 1 0 0,0 0-1 0 0,0 0 0 0 0,0 0 1 0 0,0-1-1 0 0,1 1 0 0 0,-1 0 1 0 0,0 0-1 0 0,0 0 0 0 0,0 0 1 0 0,0 0-1 0 0,0 0 0 0 0,1 0 1 0 0,-1 0-1 0 0,0 0 0 0 0,0 0 1 0 0,0 0-1 0 0,1 0 0 0 0,-1 0 1 0 0,0 0-1 0 0,0 0 0 0 0,0 0 1 0 0,0 0-1 0 0,1 0 0 0 0,-1 0 1 0 0,0 0-1 0 0,0 0 0 0 0,0 0 1 0 0,0 0-1 0 0,1 0 0 0 0,-1 0 1 0 0,20-1 1249 0 0,-15 1 881 0 0,-10 0-2308 0 0,-10-1 120 0 0,30-4 53 0 0,-15 5-53 0 0,1 0 1 0 0,-1 0-1 0 0,0 0 0 0 0,0 0 1 0 0,1 0-1 0 0,-1 0 0 0 0,0 0 1 0 0,0 0-1 0 0,0-1 0 0 0,1 1 1 0 0,-1 0-1 0 0,0 0 0 0 0,0 0 0 0 0,0 0 1 0 0,1 0-1 0 0,-1-1 0 0 0,0 1 1 0 0,0 0-1 0 0,0 0 0 0 0,0 0 1 0 0,0-1-1 0 0,0 1 0 0 0,1 0 1 0 0,-1 0-1 0 0,0-1 0 0 0,0 1 1 0 0,0 0-1 0 0,0 0 0 0 0,0-1 1 0 0,0 1-1 0 0,0 0 0 0 0,0 0 1 0 0,0-1-1 0 0,0 1 0 0 0,0 0 1 0 0,0 0-1 0 0,0-1 0 0 0,0 1 1 0 0,0 0-1 0 0,0 0 0 0 0,-1-1 1 0 0,1 1-1 0 0,0 0 0 0 0,0 0 0 0 0,0-1 0 0 0,0 1 0 0 0,0 0 0 0 0,0-1 0 0 0,-1 1 0 0 0,1 0 0 0 0,0-1 0 0 0,0 1 0 0 0,0 0 0 0 0,0-1 0 0 0,0 1 0 0 0,0 0 0 0 0,0-1 0 0 0,0 1 0 0 0,0 0 0 0 0,1 0 0 0 0,-1-1 0 0 0,0 1 0 0 0,0 0 0 0 0,0-1 0 0 0,0 1 0 0 0,0 0 0 0 0,0-1 0 0 0,1 1 0 0 0,-1 0 0 0 0,0 0 0 0 0,0-1 0 0 0,0 1 0 0 0,1 0 0 0 0,-1 0 0 0 0,0 0 0 0 0,0-1 0 0 0,1 1 0 0 0,-1 0-1 0 0,0 0 1 0 0,1 0 0 0 0,-1 0 0 0 0,0 0 0 0 0,0-1 0 0 0,1 1 0 0 0,-1 0 0 0 0,0 0 0 0 0,1 0 0 0 0,19-6 0 0 0,-15 2 14 0 0,-5 3 146 0 0,-55 17 1601 0 0,50-15-1135 0 0,0-1-385 0 0,-15 0-1 0 0,15 0 720 0 0,5-1-893 0 0,0-4 1307 0 0,0 4-1294 0 0,0-3 0 0 0,0 3 293 0 0,0 2-359 0 0,0 3-14 0 0,0-3-67 0 0,0-2 0 0 0,0-3 41 0 0,0 3-14 0 0,0 2 80 0 0,0 3-14 0 0,0-3 41 0 0,0-2 0 0 0,0-4 1227 0 0,5 5-1241 0 0,15 0-80 0 0,-18 1 36 0 0,0-1-1 0 0,0 0 0 0 0,1 0 1 0 0,-1-1-1 0 0,0 1 0 0 0,0 0 1 0 0,0-1-1 0 0,0 1 0 0 0,0-1 1 0 0,0 0-1 0 0,4-1 1 0 0,2-2 7 0 0,0 1 1 0 0,1 0-1 0 0,-1 0 1 0 0,1 1 0 0 0,10-2-1 0 0,-13 3-96 0 0,-6 3-436 0 0,0-1 320 0 0,1 0-1 0 0,-1 0 1 0 0,1 1 0 0 0,-1-1 0 0 0,1 0-1 0 0,0 0 1 0 0,0 0 0 0 0,-1 0 0 0 0,1 0-1 0 0,0 0 1 0 0,0 0 0 0 0,0 0-1 0 0,0 0 1 0 0,0 0 0 0 0,0-1 0 0 0,2 2-1 0 0,-2-2 21 0 0,0 1 0 0 0,0-1-1 0 0,0 0 1 0 0,-1 1 0 0 0,1-1-1 0 0,0 1 1 0 0,0-1-1 0 0,-1 1 1 0 0,1-1 0 0 0,0 1-1 0 0,0 0 1 0 0,-1-1 0 0 0,1 1-1 0 0,-1 0 1 0 0,1-1 0 0 0,-1 1-1 0 0,1 0 1 0 0,-1 0 0 0 0,1 0-1 0 0,-1-1 1 0 0,0 1-1 0 0,1 0 1 0 0,-1 0 0 0 0,0 0-1 0 0,0 0 1 0 0,1 0 0 0 0,-1 0-1 0 0,0 0 1 0 0,0-1 0 0 0,0 1-1 0 0,0 0 1 0 0,0 0 0 0 0,-1 0-1 0 0,1 0 1 0 0,0 0-1 0 0,0 0 1 0 0,-1 0 0 0 0,1 0-1 0 0,0-1 1 0 0,-1 1 0 0 0,1 0-1 0 0,-1 0 1 0 0,1 0 0 0 0,-1-1-1 0 0,0 2 1 0 0,-24 13-3532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11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0 400 0 0,'-5'6'6157'0'0,"-15"-6"-5461"0"0,20 0-239 0 0,-5 0 517 0 0,0 1-227 0 0,-15 5-120 0 0,39 1 521 0 0,-18-6-1055 0 0,62 9 526 0 0,2-2 1 0 0,80-1 0 0 0,-32-8-2193 0 0,-22 1-2128 0 0,-56-1 46 0 0,-5-4 226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12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0 469 240 0 0,'0'1'164'0'0,"0"0"-1"0"0,0 0 1 0 0,0 0 0 0 0,0 0 0 0 0,1 0-1 0 0,-1 0 1 0 0,0-1 0 0 0,0 1-1 0 0,1 0 1 0 0,-1 0 0 0 0,0 0-1 0 0,1 0 1 0 0,-1 0 0 0 0,1 0-1 0 0,-1 0 1 0 0,1 0 0 0 0,0-1-1 0 0,-1 1 1 0 0,1 0 0 0 0,0 0 0 0 0,0-1-1 0 0,-1 1 1 0 0,1-1 0 0 0,0 1-1 0 0,0-1 1 0 0,0 1 0 0 0,0-1-1 0 0,0 1 1 0 0,-1-1 0 0 0,1 0-1 0 0,0 1 1 0 0,0-1 0 0 0,0 0-1 0 0,0 0 1 0 0,2 1 0 0 0,0-1-201 0 0,2 1 1038 0 0,-6-1-970 0 0,1 0 0 0 0,0 0 0 0 0,0 0 0 0 0,0 0 0 0 0,0-1 0 0 0,0 1 0 0 0,0 0 1 0 0,0 0-1 0 0,-1 0 0 0 0,1-1 0 0 0,0 1 0 0 0,0 0 0 0 0,0 0 0 0 0,0 0 0 0 0,0-1 1 0 0,0 1-1 0 0,0 0 0 0 0,0 0 0 0 0,0 0 0 0 0,0-1 0 0 0,0 1 0 0 0,0 0 0 0 0,0 0 1 0 0,0 0-1 0 0,1-1 0 0 0,-1 1 0 0 0,0 0 0 0 0,0 0 0 0 0,0 0 0 0 0,0 0 0 0 0,0-1 1 0 0,0 1-1 0 0,0 0 0 0 0,1 0 0 0 0,-1 0 0 0 0,0 0 0 0 0,0 0 0 0 0,0-1 0 0 0,0 1 1 0 0,1 0-1 0 0,-1 0 0 0 0,0 0 0 0 0,0 0 0 0 0,0 0 0 0 0,0 0 0 0 0,1 0 0 0 0,-1 0 1 0 0,0 0-1 0 0,0 0 0 0 0,0 0 0 0 0,1-1 0 0 0,-1 1 0 0 0,0 0 0 0 0,0 0 0 0 0,0 1 1 0 0,1-1-1 0 0,-1 0 0 0 0,0 0 0 0 0,1 0 0 0 0,4-2 141 0 0,0 0 1 0 0,0 1-1 0 0,0-2 0 0 0,-1 1 1 0 0,1-1-1 0 0,0 1 0 0 0,-1-1 0 0 0,0-1 1 0 0,8-6-1 0 0,49-50 680 0 0,-21 11-390 0 0,48-80 1 0 0,-70 100-375 0 0,18-38 72 0 0,2-2 14 0 0,-36 65-168 0 0,1 1 1 0 0,0-1 0 0 0,0 0-1 0 0,0 1 1 0 0,0 0 0 0 0,0-1-1 0 0,1 1 1 0 0,0 1 0 0 0,-1-1 0 0 0,1 0-1 0 0,8-3 1 0 0,18-5-87 0 0,-30 11 80 0 0,1 0 0 0 0,-1 0 0 0 0,0 0 0 0 0,0 0 0 0 0,0 0 0 0 0,0 0 0 0 0,1 0 0 0 0,-1 0 0 0 0,0 0 0 0 0,0 0 0 0 0,0 0 0 0 0,1 0 0 0 0,-1 0 0 0 0,0 1 0 0 0,0-1 0 0 0,0 0 0 0 0,0 0 0 0 0,1 0 0 0 0,-1 0 0 0 0,0 0 0 0 0,0 0 0 0 0,0 0 0 0 0,0 1 0 0 0,0-1 0 0 0,1 0 0 0 0,-1 0 0 0 0,0 0 0 0 0,0 0 0 0 0,0 1 0 0 0,0-1 0 0 0,0 0 0 0 0,0 0 0 0 0,0 0 0 0 0,0 0 0 0 0,0 1 0 0 0,0-1 0 0 0,0 0 0 0 0,0 0 0 0 0,0 0 0 0 0,0 1 0 0 0,0-1 0 0 0,0 0 0 0 0,0 0 0 0 0,0 0 0 0 0,0 1 0 0 0,0-1 0 0 0,0 27 2 0 0,1-8 28 0 0,-1 0 1 0 0,-6 36-1 0 0,-4-4 97 0 0,-3 0 0 0 0,-1-1-1 0 0,-34 75 1 0 0,11-56-124 0 0,-6 15 511 0 0,41-78-649 0 0,0 0 0 0 0,0 0 0 0 0,0 0 1 0 0,1 0-1 0 0,0 1 0 0 0,0 7 0 0 0,1-63-5387 0 0,0 11 1587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12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1281 0 0,'0'0'2561'0'0,"0"6"-160"0"0,0 5-480 0 0,-30-3-561 0 0,60-8-319 0 0,-30 6-321 0 0,30-6-160 0 0,0 6-239 0 0,31-6-161 0 0,29 0-320 0 0,-29-6-801 0 0,-1-8-1440 0 0,0 9-720 0 0,-29-7-1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13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64 4722 0 0,'-120'6'6163'0'0,"90"-1"-3602"0"0,60-5-2481 0 0,0-5 80 0 0,0 5 80 0 0,0 0 0 0 0,31-6 81 0 0,29 0-161 0 0,1 6 0 0 0,-7-8-320 0 0,37 3-240 0 0,-30-1-321 0 0,-31-2-880 0 0,0-3-1360 0 0,-29 3-400 0 0,-1-4 159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13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1 640 0 0,'0'0'3122'0'0,"-30"0"-481"0"0,0 5-720 0 0,-1 1-721 0 0,31 21-79 0 0,0 36-241 0 0,61 1-480 0 0,-31-1-239 0 0,0-13-81 0 0,0-4-160 0 0,31-1-161 0 0,-1-1-319 0 0,25-11-3122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14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19 1121 0 0,'8'0'738'0'0,"-7"0"-612"0"0,0 0 0 0 0,0 0 1 0 0,0 0-1 0 0,0 0 0 0 0,0 0 0 0 0,0 0 0 0 0,0 0 0 0 0,0 0 1 0 0,0 0-1 0 0,0 0 0 0 0,0 0 0 0 0,0 1 0 0 0,-1-1 0 0 0,1 0 1 0 0,0 1-1 0 0,0-1 0 0 0,0 1 0 0 0,1 0 0 0 0,1 15 5983 0 0,-2-15-6084 0 0,-1-1 1 0 0,1 1 0 0 0,-1 0-1 0 0,1-1 1 0 0,0 1-1 0 0,-1 0 1 0 0,1-1 0 0 0,0 1-1 0 0,-1-1 1 0 0,1 1 0 0 0,0-1-1 0 0,-1 0 1 0 0,1 1-1 0 0,0-1 1 0 0,0 0 0 0 0,-1 1-1 0 0,1-1 1 0 0,0 0 0 0 0,0 0-1 0 0,0 0 1 0 0,0 0-1 0 0,-1 0 1 0 0,1 0 0 0 0,1 0-1 0 0,15 4 335 0 0,23 8-161 0 0,1-2 1 0 0,1-2-1 0 0,56 5 0 0 0,-28-5-49 0 0,105 28 150 0 0,-89-17-186 0 0,-76-17-34 0 0,-10-3-68 0 0,0 0 1 0 0,1 0 0 0 0,-1 0-1 0 0,0-1 1 0 0,-1 1-1 0 0,1 0 1 0 0,0 0 0 0 0,0 0-1 0 0,0 0 1 0 0,-1 0-1 0 0,1 0 1 0 0,0 0 0 0 0,-1 0-1 0 0,1 0 1 0 0,-1 0-1 0 0,1 0 1 0 0,-2-1 0 0 0,-27-23 80 0 0,21 16-29 0 0,-1 1 0 0 0,0 1 0 0 0,0-1 0 0 0,-16-8 0 0 0,5 5 91 0 0,0 1 0 0 0,-1 1-1 0 0,0 1 1 0 0,0 1 0 0 0,-1 1 0 0 0,0 1-1 0 0,0 1 1 0 0,0 1 0 0 0,0 1 0 0 0,0 0-1 0 0,-1 2 1 0 0,1 1 0 0 0,-1 1-1 0 0,-22 4 1 0 0,21 2 462 0 0,19-6-467 0 0,1 0 0 0 0,-1-1 0 0 0,1 1 0 0 0,-1-1 0 0 0,0 0 1 0 0,-8 0-1 0 0,13 21 357 0 0,0-16-469 0 0,-1-1 1 0 0,0 1 0 0 0,0-1 0 0 0,-1 1-1 0 0,0-1 1 0 0,1 0 0 0 0,-2 0 0 0 0,1 0 0 0 0,-1 0-1 0 0,1 0 1 0 0,-1 0 0 0 0,-4 4 0 0 0,3-4-30 0 0,0 1 1 0 0,1-1-1 0 0,-1 1 0 0 0,1-1 1 0 0,1 1-1 0 0,-1 0 1 0 0,1 0-1 0 0,0 0 1 0 0,1 0-1 0 0,-1 0 1 0 0,1 1-1 0 0,0 8 0 0 0,0-6 6 0 0,0 0-1 0 0,0-1 0 0 0,-1 1 1 0 0,0-1-1 0 0,-6 16 0 0 0,5-15-6 0 0,0-1 0 0 0,0 1 0 0 0,1 0 0 0 0,0 0 0 0 0,-1 17 0 0 0,3 71 5 0 0,1-95-16 0 0,-1-1 0 0 0,0 1 0 0 0,1-1-1 0 0,-1 0 1 0 0,0 1 0 0 0,1-1 0 0 0,0 0-1 0 0,-1 1 1 0 0,1-1 0 0 0,0 0 0 0 0,-1 0-1 0 0,1 0 1 0 0,0 1 0 0 0,0-1 0 0 0,0 0 0 0 0,0 0-1 0 0,0 0 1 0 0,0-1 0 0 0,1 1 0 0 0,-1 0-1 0 0,0 0 1 0 0,0-1 0 0 0,1 1 0 0 0,-1 0-1 0 0,0-1 1 0 0,1 1 0 0 0,-1-1 0 0 0,2 1 0 0 0,44 6-236 0 0,-36-5 211 0 0,19 0 0 0 0,0-1 0 0 0,1-1 0 0 0,-1-1-1 0 0,0-2 1 0 0,0-1 0 0 0,0-2 0 0 0,0 0 0 0 0,36-15 0 0 0,-64 21 22 0 0,0 0 1 0 0,-1-1-1 0 0,1 1 1 0 0,0-1-1 0 0,0 1 1 0 0,-1-1 0 0 0,1 0-1 0 0,0 0 1 0 0,-1 0-1 0 0,1 0 1 0 0,0 0-1 0 0,-1 0 1 0 0,0 0 0 0 0,2-2-1 0 0,1-30-486 0 0,-5 32 485 0 0,1-1 1 0 0,-1 1-1 0 0,0 0 0 0 0,1 0 0 0 0,-1 0 1 0 0,0 0-1 0 0,0 0 0 0 0,0 0 0 0 0,0 0 1 0 0,0 0-1 0 0,0 0 0 0 0,0 0 0 0 0,-1 1 1 0 0,1-1-1 0 0,0 0 0 0 0,0 1 1 0 0,-1-1-1 0 0,1 1 0 0 0,0-1 0 0 0,-1 1 1 0 0,1 0-1 0 0,0-1 0 0 0,-1 1 0 0 0,1 0 1 0 0,0 0-1 0 0,-1 0 0 0 0,1 0 0 0 0,-1 0 1 0 0,-1 1-1 0 0,-44 0-49 0 0,45-1 61 0 0,-14 2-22 0 0,0 1 1 0 0,1 1 0 0 0,-1 1-1 0 0,1 0 1 0 0,0 0 0 0 0,1 2-1 0 0,-1 0 1 0 0,-21 15 0 0 0,12-9 16 0 0,9-5 37 0 0,-1 0 0 0 0,1 1 0 0 0,0 1 0 0 0,1 1 0 0 0,1 0-1 0 0,-1 0 1 0 0,2 1 0 0 0,-1 1 0 0 0,2 0 0 0 0,0 1 0 0 0,0 0 0 0 0,-10 20 0 0 0,19-30-36 0 0,-16 43-4 0 0,18-45 5 0 0,0 1 0 0 0,0-1 0 0 0,0 0 0 0 0,0 1-1 0 0,0-1 1 0 0,1 0 0 0 0,-1 1 0 0 0,1-1 0 0 0,0 0 0 0 0,-1 0 0 0 0,1 1 0 0 0,0-1 0 0 0,0 0 0 0 0,3 4 0 0 0,-3-4 11 0 0,0 0 0 0 0,0 0 1 0 0,0 0-1 0 0,-1 0 0 0 0,1 0 0 0 0,-1 0 1 0 0,0 0-1 0 0,1 0 0 0 0,-1 0 0 0 0,0 1 1 0 0,0-1-1 0 0,0 0 0 0 0,-1 4 0 0 0,0-4-3 0 0,1 1 0 0 0,0-1 1 0 0,-1 0-1 0 0,1 0 0 0 0,0 0 0 0 0,1 1 0 0 0,-1-1 0 0 0,0 0 0 0 0,1 0 0 0 0,-1 1 0 0 0,1-1 0 0 0,-1 0 0 0 0,1 0 0 0 0,0 0 0 0 0,1 2 1 0 0,5 4 32 0 0,-1 0 1 0 0,1-1-1 0 0,0 0 1 0 0,1 0-1 0 0,0 0 1 0 0,0-1-1 0 0,1 0 1 0 0,-1-1-1 0 0,1 0 1 0 0,0 0-1 0 0,0-1 1 0 0,1 0-1 0 0,0-1 1 0 0,-1 0-1 0 0,1 0 1 0 0,0-1 0 0 0,0 0-1 0 0,17 0 1 0 0,2-1-383 0 0,0-1 0 0 0,0-2 0 0 0,0 0 0 0 0,0-2 0 0 0,41-12 0 0 0,-45 8-644 0 0,-1-1-1 0 0,0-1 1 0 0,-1-1 0 0 0,29-17 0 0 0,88-61-6474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15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63 2241 0 0,'-58'-5'4722'0'0,"-73"3"1"0"0,89 2-3110 0 0,43 0-1578 0 0,-1 0 0 0 0,0-1 0 0 0,0 1 0 0 0,0 0 0 0 0,0 0 0 0 0,0 0 0 0 0,0 0 0 0 0,1 0 0 0 0,-1 0 0 0 0,0-1 0 0 0,0 1 0 0 0,0 0 0 0 0,0 0 0 0 0,0 0 0 0 0,0 0 0 0 0,0 0 0 0 0,0-1 0 0 0,0 1 0 0 0,0 0 0 0 0,0 0 0 0 0,0 0 0 0 0,0 0 0 0 0,0-1 0 0 0,0 1 0 0 0,0 0 0 0 0,0 0 0 0 0,0 0 0 0 0,0-1 0 0 0,0 1 0 0 0,0 0 0 0 0,0 0 0 0 0,0 0 0 0 0,0 0 0 0 0,0 0 0 0 0,0-1 0 0 0,0 1 0 0 0,0 0 0 0 0,-1 0 0 0 0,1 0 0 0 0,0 0 0 0 0,0 0 0 0 0,0-1 0 0 0,0 1 0 0 0,-1 0-1 0 0,51-7 586 0 0,96-3-1 0 0,-95 9-510 0 0,371-10-883 0 0,-385 11 470 0 0,6-2-800 0 0,-1 2 1 0 0,81 12-1 0 0,-123-12 988 0 0,1 0-1 0 0,-1 0 1 0 0,0 0-1 0 0,0 0 1 0 0,1 0-1 0 0,-1-1 1 0 0,0 1-1 0 0,0 0 1 0 0,1 0-1 0 0,-1 0 1 0 0,0 0-1 0 0,0 0 1 0 0,1-1-1 0 0,-1 1 1 0 0,0 0 0 0 0,0 0-1 0 0,0 0 1 0 0,1-1-1 0 0,-1 1 1 0 0,0 0-1 0 0,0 0 1 0 0,0-1-1 0 0,0 1 1 0 0,0 0-1 0 0,1 0 1 0 0,-1-1-1 0 0,0 1 1 0 0,0 0-1 0 0,0 0 1 0 0,0-1-1 0 0,0 1 1 0 0,0 0 0 0 0,0 0-1 0 0,0-1 1 0 0,0 1-1 0 0,0 0 1 0 0,0-1-1 0 0,0 1 1 0 0,0 0-1 0 0,0 0 1 0 0,0-1-1 0 0,0 1 1 0 0,-1 0-1 0 0,1 0 1 0 0,0-1-1 0 0,0 1 1 0 0,0 0-1 0 0,0 0 1 0 0,0-1 0 0 0,-1 1-1 0 0,1 0 1 0 0,0 0-1 0 0,0 0 1 0 0,0-1-1 0 0,-1 1 1 0 0,1 0-1 0 0,0 0 1 0 0,0 0-1 0 0,-1 0 1 0 0,1 0-1 0 0,0-1 1 0 0,0 1-1 0 0,-1 0 1 0 0,1 0-1 0 0,0 0 1 0 0,-1 0 0 0 0,-24-17-2873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15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 3282 0 0,'-30'71'6482'0'0,"-1"-2"-4561"0"0,-23 8-2241 0 0,24 11 80 0 0,30 2 800 0 0,0-1 81 0 0,0-6-481 0 0,30-20-721 0 0,-30-5 81 0 0,54-26-2161 0 0,-23-26-5203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16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3 602 1681 0 0,'-1'-29'5966'0'0,"0"16"-5278"0"0,1 1 1 0 0,0-1 0 0 0,1 0-1 0 0,0 1 1 0 0,4-14 0 0 0,3-7-312 0 0,-2 0-1 0 0,-1 0 1 0 0,1-56 0 0 0,-6 82-366 0 0,1 0-1 0 0,0 0 1 0 0,0 0-1 0 0,1 0 1 0 0,0 1-1 0 0,0-1 1 0 0,4-9 0 0 0,-3 10 6 0 0,0 0 1 0 0,-1-1 0 0 0,0 0 0 0 0,-1 1-1 0 0,1-1 1 0 0,-1 0 0 0 0,0-9 0 0 0,0 4 28 0 0,0 10-43 0 0,-1-1 0 0 0,0 0 0 0 0,1 0 0 0 0,-1 1 0 0 0,0-1 1 0 0,0 0-1 0 0,-1 1 0 0 0,1-1 0 0 0,0 0 0 0 0,-1 1 1 0 0,0-1-1 0 0,1 0 0 0 0,-1 1 0 0 0,-3-5 0 0 0,-16-1-16 0 0,21 9-8 0 0,0-1 0 0 0,1 0 1 0 0,-1 0-1 0 0,0 1 0 0 0,0-1 0 0 0,0 0 1 0 0,0 1-1 0 0,0-1 0 0 0,0 1 0 0 0,1 0 1 0 0,-1-1-1 0 0,-1 1 0 0 0,1 0 0 0 0,0-1 1 0 0,0 1-1 0 0,0 0 0 0 0,0 0 0 0 0,0 0 1 0 0,-1 0-1 0 0,1 0 0 0 0,0 0 0 0 0,-1 0 1 0 0,1 0-1 0 0,-1 0 0 0 0,1 0 0 0 0,-1 0 1 0 0,0 0-1 0 0,1 1 0 0 0,-1-1 0 0 0,0 0 1 0 0,0 0-1 0 0,0 0 0 0 0,1 0 0 0 0,-1 1 1 0 0,-1 1-1 0 0,2 10 34 0 0,0 1 0 0 0,1 0 1 0 0,1 0-1 0 0,0-1 0 0 0,1 1 0 0 0,0-1 1 0 0,10 20-1 0 0,10 33-39 0 0,-19-42 64 0 0,-3-16 4 0 0,0 0 0 0 0,0 0 0 0 0,1 0 0 0 0,0 0 0 0 0,0-1 0 0 0,1 1-1 0 0,7 10 1 0 0,-5-9 113 0 0,-1 1-1 0 0,0 0 1 0 0,-1 1-1 0 0,6 18 1 0 0,-8-23-68 0 0,-1 0-1 0 0,1 0 1 0 0,0 0 0 0 0,0-1 0 0 0,1 1 0 0 0,0 0-1 0 0,0-1 1 0 0,0 0 0 0 0,1 0 0 0 0,-1 0-1 0 0,1 0 1 0 0,1-1 0 0 0,-1 1 0 0 0,0-1 0 0 0,6 4-1 0 0,-9-8-86 0 0,-1 1-1 0 0,0-1 0 0 0,0 0 0 0 0,1 0 0 0 0,-1 0 1 0 0,0 1-1 0 0,0-1 0 0 0,1 0 0 0 0,-1 0 1 0 0,0 0-1 0 0,0 0 0 0 0,1 0 0 0 0,-1 0 0 0 0,0 0 1 0 0,1 1-1 0 0,-1-1 0 0 0,0 0 0 0 0,1 0 1 0 0,-1 0-1 0 0,0 0 0 0 0,1 0 0 0 0,-1 0 0 0 0,0-1 1 0 0,1 1-1 0 0,-1 0 0 0 0,0 0 0 0 0,0 0 0 0 0,1 0 1 0 0,-1 0-1 0 0,0 0 0 0 0,1 0 0 0 0,-1-1 1 0 0,0 1-1 0 0,8-4 34 0 0,-1-1 0 0 0,0 0 0 0 0,0 0 1 0 0,-1 0-1 0 0,0-1 0 0 0,0 0 0 0 0,0-1 0 0 0,-1 1 1 0 0,1-1-1 0 0,-2 0 0 0 0,1 0 0 0 0,-1 0 0 0 0,0-1 1 0 0,0 0-1 0 0,2-8 0 0 0,8-24-62 0 0,17-74 0 0 0,-21 69-177 0 0,10-27-408 0 0,46-107 0 0 0,-66 177 495 0 0,1 1 0 0 0,-1-1 0 0 0,1 1 1 0 0,0 0-1 0 0,-1-1 0 0 0,1 1 0 0 0,0 0 0 0 0,0-1 0 0 0,0 1 0 0 0,0 0 0 0 0,0 0 0 0 0,0 0 0 0 0,0 0 0 0 0,1 0 0 0 0,-1 0 0 0 0,0 0 0 0 0,0 0 0 0 0,1 1 0 0 0,-1-1 0 0 0,1 0 0 0 0,-1 1 1 0 0,0-1-1 0 0,1 1 0 0 0,-1 0 0 0 0,1-1 0 0 0,-1 1 0 0 0,1 0 0 0 0,-1 0 0 0 0,1 0 0 0 0,0 0 0 0 0,-1 0 0 0 0,1 0 0 0 0,-1 0 0 0 0,1 1 0 0 0,-1-1 0 0 0,1 0 0 0 0,-1 1 0 0 0,0-1 0 0 0,1 1 1 0 0,-1 0-1 0 0,1 0 0 0 0,-1-1 0 0 0,0 1 0 0 0,0 0 0 0 0,1 0 0 0 0,-1 0 0 0 0,1 2 0 0 0,-1-2-188 0 0,0 0 0 0 0,-1 0 1 0 0,1 0-1 0 0,-1 1 0 0 0,1-1 0 0 0,-1 0 0 0 0,1 1 1 0 0,-1-1-1 0 0,0 0 0 0 0,0 1 0 0 0,1-1 0 0 0,-1 1 1 0 0,0-1-1 0 0,-1 3 0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16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61 447 3201 0 0,'-9'31'4557'0'0,"-21"15"-2658"0"0,14-23-1338 0 0,15-22-550 0 0,1-1 1 0 0,-1 1-1 0 0,1-1 0 0 0,-1 1 1 0 0,1 0-1 0 0,-1-1 0 0 0,1 1 1 0 0,0 0-1 0 0,-1-1 0 0 0,1 1 1 0 0,0 0-1 0 0,0-1 0 0 0,0 1 1 0 0,0 0-1 0 0,-1-1 0 0 0,1 1 1 0 0,0 0-1 0 0,0 0 0 0 0,0-1 1 0 0,0 1-1 0 0,1 0 0 0 0,-1 0 1 0 0,0-1-1 0 0,0 1 0 0 0,0 0 0 0 0,0-1 1 0 0,1 1-1 0 0,-1 0 0 0 0,0-1 1 0 0,1 1-1 0 0,-1 0 0 0 0,1-1 1 0 0,-1 1-1 0 0,0-1 0 0 0,1 1 1 0 0,-1-1-1 0 0,1 1 0 0 0,0-1 1 0 0,-1 1-1 0 0,1-1 0 0 0,-1 1 1 0 0,1-1-1 0 0,0 0 0 0 0,-1 1 1 0 0,1-1-1 0 0,0 0 0 0 0,-1 0 1 0 0,1 1-1 0 0,0-1 0 0 0,0 0 1 0 0,-1 0-1 0 0,1 0 0 0 0,0 0 1 0 0,-1 0-1 0 0,1 0 0 0 0,1 0 1 0 0,1 0 37 0 0,1 0 1 0 0,-1 0-1 0 0,1 0 1 0 0,0 0 0 0 0,-1-1-1 0 0,1 1 1 0 0,-1-1-1 0 0,0 0 1 0 0,1 0-1 0 0,-1 0 1 0 0,5-3 0 0 0,0-1 36 0 0,0 0 0 0 0,-1 0 0 0 0,0 0 0 0 0,0-1 1 0 0,0-1-1 0 0,0 1 0 0 0,-1-1 0 0 0,0 0 0 0 0,-1 0 1 0 0,0-1-1 0 0,0 0 0 0 0,7-15 0 0 0,2-1-4 0 0,-2 0-1 0 0,-1-1 1 0 0,-1 0-1 0 0,-1-1 1 0 0,-1 0-1 0 0,-1 0 1 0 0,-2-1-1 0 0,5-53 1 0 0,-12 43-1 0 0,1 29-60 0 0,0 1 0 0 0,1-1 0 0 0,0 0 1 0 0,0 0-1 0 0,0 1 0 0 0,1-1 0 0 0,0 0 1 0 0,1 1-1 0 0,3-12 0 0 0,15-8-74 0 0,-19 25 47 0 0,0 0-27 0 0,0-1-1 0 0,0 1 0 0 0,0 0 1 0 0,0 0-1 0 0,0 0 1 0 0,1 0-1 0 0,-1 0 0 0 0,1 0 1 0 0,-1 0-1 0 0,1 0 1 0 0,0 0-1 0 0,0 1 0 0 0,3-3 1 0 0,-3 4 8 0 0,1 0 1 0 0,-1 0-1 0 0,0 0 1 0 0,1 1-1 0 0,-1-1 0 0 0,0 1 1 0 0,1-1-1 0 0,-1 1 1 0 0,0 0-1 0 0,1 0 1 0 0,-1 0-1 0 0,0 0 0 0 0,0 0 1 0 0,0 1-1 0 0,0-1 1 0 0,3 3-1 0 0,45 17-42 0 0,-37-3 111 0 0,-11-14-23 0 0,0 0 0 0 0,0-1 0 0 0,1 1 1 0 0,0-1-1 0 0,0 0 0 0 0,0 0 1 0 0,6 5-1 0 0,20 16 108 0 0,-1 1 0 0 0,26 29 0 0 0,-51-51-122 0 0,-1-1 1 0 0,1 1-1 0 0,-1 0 1 0 0,0 0-1 0 0,0 0 1 0 0,0 0 0 0 0,0 0-1 0 0,0 0 1 0 0,0 0-1 0 0,-1 1 1 0 0,0-1-1 0 0,0 0 1 0 0,0 1-1 0 0,0 0 1 0 0,0-1 0 0 0,-1 1-1 0 0,1-1 1 0 0,-1 1-1 0 0,0 0 1 0 0,0-1-1 0 0,-1 6 1 0 0,-1-4-19 0 0,-1 0 0 0 0,0 0 1 0 0,0 0-1 0 0,-1-1 0 0 0,1 1 0 0 0,-1-1 1 0 0,0 0-1 0 0,0 0 0 0 0,0 0 1 0 0,-1-1-1 0 0,1 1 0 0 0,-6 2 0 0 0,4-2 15 0 0,0 0 1 0 0,0-1-1 0 0,0 0 0 0 0,0 0 0 0 0,0 0 0 0 0,-1-1 0 0 0,1 0 0 0 0,-1 0 0 0 0,0 0 0 0 0,1-1 0 0 0,-11 1 0 0 0,-3-2 72 0 0,-1-1 0 0 0,-31-5 0 0 0,24 3 74 0 0,-142-16 1384 0 0,160 18-1227 0 0,11 2-313 0 0,-1 0-1 0 0,1 0 1 0 0,-1-1-1 0 0,1 1 1 0 0,-1 0-1 0 0,1 0 1 0 0,-1-1 0 0 0,1 1-1 0 0,0 0 1 0 0,-1-1-1 0 0,1 1 1 0 0,0 0-1 0 0,0-1 1 0 0,0 1-1 0 0,-1-1 1 0 0,1 0 0 0 0,0 1-1 0 0,0-1 1 0 0,0 0-1 0 0,0 1 1 0 0,0-1-1 0 0,0 0 1 0 0,0 0 0 0 0,0 0-1 0 0,1 0 1 0 0,7 3-80 0 0,106 49-47 0 0,-62-26-294 0 0,75 26 0 0 0,169 47-3042 0 0,-267-92-399 0 0,-29-7 3681 0 0,-1 0 0 0 0,0 0 1 0 0,1 0-1 0 0,-1 0 0 0 0,0-1 0 0 0,0 1 1 0 0,1 0-1 0 0,-1 0 0 0 0,0-1 0 0 0,0 1 1 0 0,1 0-1 0 0,-1 0 0 0 0,0-1 0 0 0,0 1 1 0 0,1 0-1 0 0,-1 0 0 0 0,0-1 0 0 0,0 1 1 0 0,0 0-1 0 0,0-1 0 0 0,0 1 0 0 0,0 0 1 0 0,1-1-1 0 0,-1 1 0 0 0,0 0 0 0 0,0-1 1 0 0,0 1-1 0 0,0 0 0 0 0,0-1 0 0 0,0 1 1 0 0,0 0-1 0 0,0-1 0 0 0,-1 0 0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18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1013 69 640 0 0,'1'0'146'0'0,"1"0"0"0"0,-1 0 0 0 0,0 0 0 0 0,1 0 0 0 0,-1-1 0 0 0,0 1 0 0 0,0-1 0 0 0,1 1 0 0 0,-1-1 0 0 0,0 1 0 0 0,0-1 0 0 0,0 0 0 0 0,1 1 0 0 0,-1-1 0 0 0,0 0 0 0 0,0 0 0 0 0,0 0 0 0 0,0 0 0 0 0,1-1 0 0 0,-15-13 2628 0 0,6 10-2532 0 0,3-5 759 0 0,-2 1 173 0 0,-8 4-892 0 0,-1 2 0 0 0,1-1 0 0 0,-1 2 1 0 0,0 0-1 0 0,1 1 0 0 0,-1 1 1 0 0,0 0-1 0 0,-23 3 0 0 0,-128 24 659 0 0,103-14-779 0 0,-1 0 220 0 0,1 3 0 0 0,-79 31 0 0 0,129-41-331 0 0,1 2 1 0 0,0 0-1 0 0,1 0 1 0 0,-1 1 0 0 0,-14 16-1 0 0,-9 6-40 0 0,25-23 6 0 0,0 0 1 0 0,0 1 0 0 0,1 0 0 0 0,0 0 0 0 0,1 1-1 0 0,0 0 1 0 0,1 1 0 0 0,-7 11 0 0 0,5 1 60 0 0,6-14-77 0 0,-1 0-1 0 0,0 0 0 0 0,0 0 0 0 0,-8 10 1 0 0,0-1-4 0 0,0-2-32 0 0,1 1 0 0 0,1-1 0 0 0,0 2 0 0 0,1 0 0 0 0,-7 22-1 0 0,12-25 63 0 0,-1 0 0 0 0,0 0-1 0 0,-10 18 1 0 0,14-31-32 0 0,0 0 0 0 0,1 1 0 0 0,-1-1 0 0 0,1 0 0 0 0,0 1 0 0 0,0-1 0 0 0,0 0 0 0 0,0 1 0 0 0,0-1 0 0 0,0 1 0 0 0,1-1 0 0 0,-1 0 0 0 0,1 1 0 0 0,0-1 0 0 0,0 0 0 0 0,-1 0 0 0 0,1 1 0 0 0,1-1 0 0 0,-1 0 0 0 0,0 0 0 0 0,0 0 1 0 0,3 2-1 0 0,5 12-54 0 0,5 27 234 0 0,-12-37-123 0 0,-1 1-1 0 0,1-1 0 0 0,1 0 1 0 0,-1 1-1 0 0,1-1 0 0 0,0 0 0 0 0,1-1 1 0 0,-1 1-1 0 0,1-1 0 0 0,0 1 1 0 0,1-1-1 0 0,-1 0 0 0 0,6 4 0 0 0,11 7-36 0 0,0-1 0 0 0,1-1 0 0 0,0-1 0 0 0,1 0-1 0 0,32 11 1 0 0,13 7-10 0 0,-35-14-14 0 0,2-3 0 0 0,0 0 0 0 0,1-2 0 0 0,0-2 0 0 0,0-1 0 0 0,1-2 1 0 0,0-2-1 0 0,42 1 0 0 0,-52-5 9 0 0,0-2 0 0 0,0 0 0 0 0,-1-2 0 0 0,1-1 0 0 0,-1-2 0 0 0,0 0 0 0 0,-1-1 0 0 0,1-2 0 0 0,-1-1 0 0 0,-1 0 0 0 0,0-2 0 0 0,25-17 0 0 0,-22 10 6 0 0,0-1 1 0 0,-2-1-1 0 0,0-1 1 0 0,-2-1-1 0 0,-1-1 0 0 0,0-2 1 0 0,-2 0-1 0 0,26-43 1 0 0,-36 50-23 0 0,0 1 1 0 0,-1-1 0 0 0,-1-1-1 0 0,-1 0 1 0 0,-1 0-1 0 0,-1 0 1 0 0,0-1-1 0 0,-2 1 1 0 0,0-1 0 0 0,-1 0-1 0 0,-2 0 1 0 0,0 0-1 0 0,-1 0 1 0 0,-6-35-1 0 0,5 48 36 0 0,0 0 0 0 0,-1 1-1 0 0,0-1 1 0 0,0 0 0 0 0,-1 1-1 0 0,0 0 1 0 0,0 0-1 0 0,-1 0 1 0 0,0 0 0 0 0,0 1-1 0 0,-1 0 1 0 0,1 0 0 0 0,-11-8-1 0 0,0 2 1 0 0,0 1 0 0 0,0 0-1 0 0,-1 1 1 0 0,-22-9 0 0 0,25 14-123 0 0,1-1-1 0 0,-1 2 1 0 0,-1 0 0 0 0,1 1-1 0 0,-1 0 1 0 0,1 1 0 0 0,-1 1-1 0 0,0 0 1 0 0,-25 2 0 0 0,4 3-638 0 0,0 2 1 0 0,-44 14 0 0 0,70-18 539 0 0,-111 35-3587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19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 2721 0 0,'-85'5'10979'0'0,"85"-5"-10894"0"0,0 0 0 0 0,0 1 0 0 0,0-1 1 0 0,1 0-1 0 0,-1 0 0 0 0,0 0 0 0 0,0 0 1 0 0,0 0-1 0 0,0 0 0 0 0,0 0 1 0 0,0 1-1 0 0,1-1 0 0 0,-1 0 0 0 0,0 0 1 0 0,0 0-1 0 0,0 0 0 0 0,0 1 0 0 0,0-1 1 0 0,0 0-1 0 0,0 0 0 0 0,0 0 1 0 0,0 0-1 0 0,0 1 0 0 0,0-1 0 0 0,0 0 1 0 0,0 0-1 0 0,0 0 0 0 0,0 1 0 0 0,0-1 1 0 0,0 0-1 0 0,0 0 0 0 0,0 0 0 0 0,0 0 1 0 0,0 1-1 0 0,0-1 0 0 0,0 0 1 0 0,0 0-1 0 0,0 0 0 0 0,-1 0 0 0 0,1 1 1 0 0,0-1-1 0 0,0 0 0 0 0,0 0 0 0 0,0 0 1 0 0,0 0-1 0 0,0 0 0 0 0,-1 1 0 0 0,1-1 1 0 0,0 0-1 0 0,0 0 0 0 0,165 12 4344 0 0,-105-1-4259 0 0,-59-11-349 0 0,1 1 0 0 0,0-1 0 0 0,0 0 0 0 0,0 1-1 0 0,-1-1 1 0 0,1 1 0 0 0,0 0 0 0 0,-1 0 0 0 0,1-1 0 0 0,-1 1 0 0 0,1 0-1 0 0,-1 1 1 0 0,1-1 0 0 0,-1 0 0 0 0,0 0 0 0 0,1 0 0 0 0,-1 1-1 0 0,0-1 1 0 0,0 1 0 0 0,0-1 0 0 0,0 1 0 0 0,0-1 0 0 0,0 1-1 0 0,0 2 1 0 0,4 18-4063 0 0,21 18-3441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19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26 2321 0 0,'-31'0'5443'0'0,"1"7"-881"0"0,60-7-4082 0 0,1 0-320 0 0,29 6 0 0 0,25 0 0 0 0,35 2-640 0 0,31-16-1441 0 0,-60-4-1681 0 0,-61-1-239 0 0,0-6 639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20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318 123 320 0 0,'0'-4'348'0'0,"-1"1"0"0"0,1 0-1 0 0,-1 0 1 0 0,1 0 0 0 0,-1-1-1 0 0,0 1 1 0 0,0 0 0 0 0,0 0 0 0 0,-1 0-1 0 0,1 0 1 0 0,-1 0 0 0 0,-2-2-1 0 0,2 2 71 0 0,0 0 0 0 0,0 0 0 0 0,1 0-1 0 0,-1-1 1 0 0,1 1 0 0 0,0 0 0 0 0,0-1 0 0 0,0 1-1 0 0,0 0 1 0 0,1-1 0 0 0,-1 1 0 0 0,1-5-1 0 0,0 7-358 0 0,0-1-1 0 0,0 1 0 0 0,0 0 0 0 0,0 0 1 0 0,1 0-1 0 0,-1 0 0 0 0,0 0 1 0 0,1 0-1 0 0,-1 0 0 0 0,1 0 0 0 0,-1 0 1 0 0,1 0-1 0 0,0 0 0 0 0,-1 0 0 0 0,1 0 1 0 0,0 1-1 0 0,0-1 0 0 0,0 0 1 0 0,-1 0-1 0 0,1 1 0 0 0,0-1 0 0 0,0 0 1 0 0,0 1-1 0 0,2-2 0 0 0,36-7 365 0 0,42 11-631 0 0,-73-1 271 0 0,10 0-118 0 0,0 2 0 0 0,28 7 1 0 0,-7 0-36 0 0,-36-10 84 0 0,0 1 1 0 0,1 0-1 0 0,-1 0 1 0 0,-1 0-1 0 0,1 0 0 0 0,0 1 1 0 0,0-1-1 0 0,0 1 1 0 0,-1 0-1 0 0,1-1 0 0 0,-1 1 1 0 0,1 0-1 0 0,-1 1 0 0 0,0-1 1 0 0,1 0-1 0 0,-1 1 1 0 0,-1-1-1 0 0,1 1 0 0 0,0 0 1 0 0,-1-1-1 0 0,1 1 1 0 0,-1 0-1 0 0,0 0 0 0 0,0 0 1 0 0,0 0-1 0 0,0 0 0 0 0,0 0 1 0 0,-1 1-1 0 0,1 4 1 0 0,-1-1 39 0 0,0-1 0 0 0,0 1-1 0 0,-1 0 1 0 0,0 0 0 0 0,0 0 0 0 0,0 0 0 0 0,-1-1 0 0 0,0 1 0 0 0,-1-1 0 0 0,1 1 0 0 0,-1-1 0 0 0,-1 0 0 0 0,-7 12 0 0 0,-16 20 54 0 0,14-18-23 0 0,-1 0 0 0 0,0-1 1 0 0,-2-1-1 0 0,0-1 1 0 0,-29 25-1 0 0,28-29 44 0 0,0-2 1 0 0,0 0-1 0 0,-1-1 0 0 0,0-1 0 0 0,-1-1 0 0 0,0-1 1 0 0,0 0-1 0 0,-1-1 0 0 0,0-1 0 0 0,0-1 0 0 0,0-1 1 0 0,0-1-1 0 0,-1 0 0 0 0,1-2 0 0 0,-21-1 1 0 0,35 0-90 0 0,1 1 0 0 0,0-1 0 0 0,1 0 0 0 0,-1 0 1 0 0,0-1-1 0 0,0 1 0 0 0,0-1 0 0 0,1 0 0 0 0,-1 0 1 0 0,1-1-1 0 0,-1 1 0 0 0,1-1 0 0 0,0 0 0 0 0,0 0 1 0 0,0-1-1 0 0,1 1 0 0 0,-1-1 0 0 0,1 0 0 0 0,-4-4 1 0 0,-3-4-52 0 0,0 3 17 0 0,10 9 14 0 0,0 0 0 0 0,0 0 0 0 0,0 0 0 0 0,0 0 0 0 0,1 0 0 0 0,-1 0 0 0 0,0-1 0 0 0,0 1 0 0 0,0 0 0 0 0,0 0 0 0 0,0 0 0 0 0,1 0 0 0 0,-1 0 0 0 0,0 0 0 0 0,0 0 0 0 0,0 0 0 0 0,0 0 0 0 0,0 0 0 0 0,0 0 0 0 0,1 0 0 0 0,-1-1 0 0 0,0 1 0 0 0,0 0 0 0 0,0 0 0 0 0,0 0 0 0 0,0 0 0 0 0,0 0 0 0 0,0 0 0 0 0,0-1 0 0 0,0 1 0 0 0,0 0 0 0 0,0 0 0 0 0,1 0 0 0 0,-1 0 0 0 0,0 0 0 0 0,0-1 0 0 0,0 1 0 0 0,0 0 0 0 0,0 0 0 0 0,0 0 0 0 0,0 0 0 0 0,0-1 0 0 0,0 1 0 0 0,-1 0 0 0 0,1 0 0 0 0,0 0 0 0 0,0 0 0 0 0,0 0 0 0 0,0-1 0 0 0,0 1 0 0 0,0 0 0 0 0,0 0 0 0 0,0 0 0 0 0,0 0 0 0 0,0 0 0 0 0,0 0 0 0 0,-1 0 0 0 0,1-1 0 0 0,0 1 0 0 0,0 0 0 0 0,0 0 0 0 0,0 0 0 0 0,0 0 0 0 0,0 0 0 0 0,-1 0 0 0 0,10-5 1 0 0,3-7-10 0 0,-11 11 5 0 0,-1 0 0 0 0,1 1 1 0 0,0-1-1 0 0,0 0 0 0 0,-1 0 0 0 0,1 0 0 0 0,0 1 0 0 0,0-1 0 0 0,0 1 1 0 0,0-1-1 0 0,0 0 0 0 0,0 1 0 0 0,0 0 0 0 0,0-1 0 0 0,0 1 0 0 0,1 0 1 0 0,-1-1-1 0 0,0 1 0 0 0,0 0 0 0 0,0 0 0 0 0,2 0 0 0 0,9-1 0 0 0,-1 1 0 0 0,1 1 0 0 0,-1 0-1 0 0,1 0 1 0 0,-1 1 0 0 0,0 1 0 0 0,0 0 0 0 0,1 0-1 0 0,18 9 1 0 0,3 5 170 0 0,51 33-1 0 0,-62-35-120 0 0,16 9 88 0 0,44 37 1 0 0,-76-56-433 0 0,0-1 1 0 0,1 1 0 0 0,-1-1 0 0 0,1-1 0 0 0,0 0 0 0 0,1 1-1 0 0,-1-2 1 0 0,13 4 0 0 0,-17-5 13 0 0,-1-1 1 0 0,1 1-1 0 0,-1-1 0 0 0,1 0 1 0 0,0 1-1 0 0,-1-1 0 0 0,1 0 1 0 0,0-1-1 0 0,-1 1 0 0 0,1 0 1 0 0,0-1-1 0 0,-1 1 1 0 0,1-1-1 0 0,-1 0 0 0 0,1 0 1 0 0,-1 0-1 0 0,1 0 0 0 0,-1-1 1 0 0,0 1-1 0 0,1 0 0 0 0,-1-1 1 0 0,0 0-1 0 0,0 1 0 0 0,0-1 1 0 0,2-4-1 0 0,1-18-3263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20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62 1761 0 0,'-116'-32'9604'0'0,"116"28"-8598"0"0,8 1-689 0 0,15-3-92 0 0,380-11-811 0 0,-374 17 531 0 0,-4 0-12 0 0,110 5-279 0 0,-118 0 371 0 0,-23 2 109 0 0,-43 13 449 0 0,18-9-58 0 0,22-8-357 0 0,-116 52 2196 0 0,107-47-1974 0 0,2 2-1 0 0,-1 0 1 0 0,1 1-1 0 0,1 1 0 0 0,-21 19 1 0 0,32-25-312 0 0,-1 0 0 0 0,1 0 1 0 0,0 0-1 0 0,0 1 0 0 0,1-1 0 0 0,0 1 1 0 0,0 0-1 0 0,0 0 0 0 0,1 1 0 0 0,0-1 1 0 0,1 0-1 0 0,0 1 0 0 0,0-1 0 0 0,0 1 1 0 0,1-1-1 0 0,1 11 0 0 0,1 13 59 0 0,2-1 1 0 0,13 49-1 0 0,-10-47-105 0 0,-1 2 6 0 0,-5-26-40 0 0,-1-1 0 0 0,2 0 0 0 0,-1-1 0 0 0,1 1 1 0 0,0 0-1 0 0,0 0 0 0 0,1-1 0 0 0,0 1 0 0 0,0-1 0 0 0,0 0 0 0 0,1 0 0 0 0,4 6 0 0 0,78 76-291 0 0,-82-84 61 0 0,1-1 0 0 0,-1 1 0 0 0,1-1 0 0 0,0 1 0 0 0,-1-1 1 0 0,2-1-1 0 0,-1 1 0 0 0,0-1 0 0 0,0 0 0 0 0,1 0 0 0 0,-1 0 0 0 0,11 1 0 0 0,-14-3 77 0 0,-1 1 0 0 0,0-1-1 0 0,0 0 1 0 0,1 0 0 0 0,-1 0-1 0 0,0 0 1 0 0,1-1 0 0 0,-1 1 0 0 0,0 0-1 0 0,0 0 1 0 0,0-1 0 0 0,1 1-1 0 0,-1-1 1 0 0,0 1 0 0 0,0-1 0 0 0,0 1-1 0 0,0-1 1 0 0,0 0 0 0 0,0 1-1 0 0,0-1 1 0 0,0 0 0 0 0,0 0-1 0 0,0 0 1 0 0,0 0 0 0 0,0 0 0 0 0,0 0-1 0 0,-1 0 1 0 0,1 0 0 0 0,-1 0-1 0 0,1 0 1 0 0,0 0 0 0 0,-1 0 0 0 0,1-2-1 0 0,4-36-1760 0 0,-5 38 1829 0 0,0-48-3181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21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1281 0 0,'0'0'8483'0'0,"30"0"-7042"0"0,121-8-480 0 0,175 22-161 0 0,-24 5-1280 0 0,-121 0-1921 0 0,-66-19-4643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25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64 4562 0 0,'-1'0'139'0'0,"-22"3"3776"0"0,22-2-3739 0 0,1 0-1 0 0,-1 0 1 0 0,0-1-1 0 0,1 1 0 0 0,-1 0 1 0 0,1 1-1 0 0,-1-1 1 0 0,1 0-1 0 0,0 0 1 0 0,-1 0-1 0 0,1 0 1 0 0,0 0-1 0 0,0 0 1 0 0,0 0-1 0 0,0 1 1 0 0,0-1-1 0 0,0 0 1 0 0,0 0-1 0 0,0 1 1 0 0,10 0 37 0 0,161 14 601 0 0,186-27 1823 0 0,-261 4-2220 0 0,-63 4-723 0 0,1-3-1 0 0,34-9 0 0 0,-66 14 138 0 0,0 1 1 0 0,0-1-1 0 0,1 0 0 0 0,-1 0 0 0 0,0 0 1 0 0,0 0-1 0 0,0 0 0 0 0,0 0 1 0 0,0 0-1 0 0,-1-1 0 0 0,1 1 1 0 0,0-1-1 0 0,-1 0 0 0 0,1 1 0 0 0,1-3 1 0 0,0 0-508 0 0,-3 3 592 0 0,1 1-1 0 0,-1 0 0 0 0,0-1 1 0 0,1 1-1 0 0,-1 0 1 0 0,0-1-1 0 0,1 1 0 0 0,-1-1 1 0 0,0 1-1 0 0,0-1 1 0 0,0 1-1 0 0,0 0 0 0 0,1-1 1 0 0,-1 1-1 0 0,0-1 1 0 0,0 1-1 0 0,0-1 0 0 0,0 1 1 0 0,0-1-1 0 0,0 1 1 0 0,0-1-1 0 0,0 1 0 0 0,0-1 1 0 0,0 1-1 0 0,0 0 1 0 0,-1-1-1 0 0,1 1 0 0 0,0-1 1 0 0,0 1-1 0 0,0-1 1 0 0,-1 1-1 0 0,1 0 0 0 0,0-1 1 0 0,0 1-1 0 0,-1-1 1 0 0,1 1-1 0 0,-1-1 0 0 0,-24-22-3730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26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3922 0 0,'0'19'2881'0'0,"0"-7"-1440"0"0,0 1-801 0 0,0 12-320 0 0,30 20 80 0 0,-30-1 81 0 0,0 2-241 0 0,30-2 0 0 0,1 12-80 0 0,-31-4-80 0 0,30-14-80 0 0,0-7-400 0 0,0-18-961 0 0,0-7-1760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26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25 2401 0 0,'-14'-6'2328'0'0,"0"1"0"0"0,0 1-1 0 0,-30-6 1 0 0,234 16-1475 0 0,-157-3-1030 0 0,-1 2 1 0 0,0 0-1 0 0,58 19 1 0 0,-89-23 170 0 0,1-1 0 0 0,0 1 0 0 0,0-1-1 0 0,0 1 1 0 0,-1 0 0 0 0,1 0 0 0 0,0-1 0 0 0,0 1 0 0 0,-1 0 0 0 0,1 1 0 0 0,-1-1 0 0 0,1 0 0 0 0,-1 0 0 0 0,0 1 0 0 0,1-1 0 0 0,-1 1-1 0 0,0-1 1 0 0,0 1 0 0 0,0-1 0 0 0,0 1 0 0 0,1 3 0 0 0,-2-4 11 0 0,0-1 0 0 0,0 1-1 0 0,0 0 1 0 0,0-1 0 0 0,0 1 0 0 0,-1 0-1 0 0,1-1 1 0 0,0 1 0 0 0,-1 0 0 0 0,1-1 0 0 0,0 1-1 0 0,-1 0 1 0 0,1-1 0 0 0,0 1 0 0 0,-1-1-1 0 0,1 1 1 0 0,-1-1 0 0 0,1 1 0 0 0,-1-1-1 0 0,0 1 1 0 0,1-1 0 0 0,-1 1 0 0 0,-28 10 206 0 0,-44 0 727 0 0,0-3 0 0 0,-93-2 0 0 0,286-11-751 0 0,252 60-1041 0 0,-370-54 845 0 0,0-1 1 0 0,1 1-1 0 0,-1-1 0 0 0,0 1 0 0 0,0 0 1 0 0,1 0-1 0 0,-1 0 0 0 0,0 0 0 0 0,0 0 0 0 0,0 0 1 0 0,0 1-1 0 0,0-1 0 0 0,0 1 0 0 0,-1-1 1 0 0,1 1-1 0 0,0 0 0 0 0,-1-1 0 0 0,3 4 1 0 0,-4-3 18 0 0,1 0 0 0 0,-1-1 0 0 0,1 1 0 0 0,-1-1 0 0 0,0 1 0 0 0,0-1 0 0 0,0 1 0 0 0,0 0 0 0 0,0-1 0 0 0,0 1 0 0 0,0-1 0 0 0,0 1 0 0 0,-1 0 0 0 0,1-1 0 0 0,-1 1 0 0 0,1-1 0 0 0,-1 1 0 0 0,0-1 0 0 0,1 0 0 0 0,-1 1 0 0 0,0-1 0 0 0,0 1 0 0 0,0-1 0 0 0,0 0 0 0 0,-2 2 0 0 0,-7 6 97 0 0,1-1 1 0 0,-1 0 0 0 0,-1 0 0 0 0,0-1-1 0 0,0-1 1 0 0,0 0 0 0 0,-1 0 0 0 0,0-1 0 0 0,0 0-1 0 0,0-1 1 0 0,-1-1 0 0 0,-12 2 0 0 0,-1 0-309 0 0,0-1 1 0 0,0-1 0 0 0,0-1 0 0 0,-48-4 0 0 0,66 1-10 0 0,0 1 1 0 0,1-2-1 0 0,-1 1 1 0 0,0-1 0 0 0,1 0-1 0 0,-1 0 1 0 0,-7-4-1 0 0,12 3-124 0 0,-1 0 0 0 0,0 1 0 0 0,1-1 0 0 0,0 0 0 0 0,-1-1 0 0 0,1 1 0 0 0,0-1 0 0 0,1 1 0 0 0,-5-8 0 0 0,0 1-686 0 0,6 10 920 0 0,1-1 1 0 0,0 1 0 0 0,-1 0 0 0 0,1-1-1 0 0,0 1 1 0 0,-1-1 0 0 0,1 1-1 0 0,0-1 1 0 0,-1 1 0 0 0,1-1 0 0 0,0 1-1 0 0,0-1 1 0 0,-1 1 0 0 0,1-1-1 0 0,0 1 1 0 0,0-1 0 0 0,0 1 0 0 0,0-1-1 0 0,0 1 1 0 0,0-1 0 0 0,0 0-1 0 0,0 1 1 0 0,0-1 0 0 0,0 1 0 0 0,0-1-1 0 0,0 1 1 0 0,0-1 0 0 0,0 1-1 0 0,0-1 1 0 0,1 1 0 0 0,-1-1 0 0 0,0 1-1 0 0,0-1 1 0 0,1 1 0 0 0,-1-1-1 0 0,0 1 1 0 0,1-1 0 0 0,-1 1 0 0 0,0 0-1 0 0,1-1 1 0 0,-1 1 0 0 0,1-1 0 0 0,-1 1-1 0 0,1 0 1 0 0,-1 0 0 0 0,1-1-1 0 0,4-5-576 0 0,0-13-2312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27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418 6 1121 0 0,'0'0'172'0'0,"0"0"0"0"0,0 0 0 0 0,0-1 1 0 0,0 1-1 0 0,0 0 0 0 0,0 0 0 0 0,0-1 1 0 0,0 1-1 0 0,-1 0 0 0 0,1 0 0 0 0,0-1 1 0 0,0 1-1 0 0,0 0 0 0 0,0 0 0 0 0,0-1 1 0 0,-1 1-1 0 0,1 0 0 0 0,0 0 0 0 0,0 0 1 0 0,0 0-1 0 0,-1-1 0 0 0,1 1 0 0 0,0 0 1 0 0,0 0-1 0 0,0 0 0 0 0,-1 0 0 0 0,1 0 1 0 0,0 0-1 0 0,0-1 0 0 0,-1 1 0 0 0,1 0 1 0 0,0 0-1 0 0,0 0 0 0 0,-1 0 0 0 0,1 0 1 0 0,0 0-1 0 0,-1 0 0 0 0,1 0 0 0 0,0 0 1 0 0,0 0-1 0 0,-1 1 0 0 0,-16 2-327 0 0,7 0 959 0 0,-31 8-65 0 0,0 1 0 0 0,2 2 0 0 0,-1 2 0 0 0,-51 28 0 0 0,78-36-464 0 0,1 1 0 0 0,0-1 0 0 0,0 2 0 0 0,1 0 0 0 0,-14 16 0 0 0,10-10 89 0 0,12-13-243 0 0,0 0 0 0 0,0 0 0 0 0,0 1 0 0 0,1-1 0 0 0,-1 1 0 0 0,1 0 0 0 0,0 0 0 0 0,0 0 0 0 0,1 0-1 0 0,-1 0 1 0 0,1 0 0 0 0,0 0 0 0 0,0 1 0 0 0,0-1 0 0 0,1 0 0 0 0,-1 1 0 0 0,1-1 0 0 0,0 1 0 0 0,0-1 0 0 0,1 0-1 0 0,-1 1 1 0 0,2 4 0 0 0,0-2-30 0 0,1 0 0 0 0,-1-1 0 0 0,1 1 0 0 0,0-1 0 0 0,1 1 0 0 0,-1-1 0 0 0,1 0 0 0 0,0 0 0 0 0,1-1 0 0 0,0 0 1 0 0,0 1-1 0 0,0-1 0 0 0,10 7 0 0 0,3 0-61 0 0,2-1 0 0 0,-1 0 0 0 0,1-2 0 0 0,1 0 0 0 0,0-1 0 0 0,0-1 0 0 0,0-1 0 0 0,1-1 0 0 0,0-1 0 0 0,24 1 0 0 0,-11-2-80 0 0,1-2-1 0 0,0-1 0 0 0,0-2 1 0 0,0-1-1 0 0,57-14 0 0 0,-78 14-19 0 0,1-2 0 0 0,-1 0 0 0 0,-1-1 0 0 0,1 0 0 0 0,25-17 0 0 0,-35 21 44 0 0,-1-1-1 0 0,0 0 1 0 0,0 0 0 0 0,0-1-1 0 0,0 1 1 0 0,-1-1-1 0 0,1 0 1 0 0,-1 0 0 0 0,0 0-1 0 0,0 0 1 0 0,0-1 0 0 0,-1 1-1 0 0,1-1 1 0 0,-1 0 0 0 0,0 1-1 0 0,0-1 1 0 0,-1 0 0 0 0,0 0-1 0 0,0 0 1 0 0,1-11-1 0 0,-4 4-20 0 0,0-1-1 0 0,0 1 0 0 0,-2 0 0 0 0,0 0 0 0 0,0 0 0 0 0,-1 0 0 0 0,0 1 1 0 0,-1-1-1 0 0,0 2 0 0 0,-1-1 0 0 0,0 1 0 0 0,-1 0 0 0 0,0 0 0 0 0,-1 1 1 0 0,0 0-1 0 0,-14-11 0 0 0,10 13-270 0 0,-1 0 1 0 0,0 1 0 0 0,-1 1 0 0 0,0 0-1 0 0,0 1 1 0 0,0 0 0 0 0,0 1-1 0 0,0 1 1 0 0,-1 1 0 0 0,1 0 0 0 0,-1 1-1 0 0,1 0 1 0 0,-17 3 0 0 0,-13 10-3218 0 0,-11 5-1494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27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0 1841 0 0,'-30'14'2961'0'0,"-25"16"801"0"0,-35 34-160 0 0,29-12-1842 0 0,61-8-1119 0 0,-30 6-561 0 0,30-4-320 0 0,0-15-721 0 0,30-12-480 0 0,1 0-399 0 0,-1-25-2162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27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0 2561 0 0,'-30'6'5363'0'0,"-30"2"-2242"0"0,30-2-1760 0 0,30-1-881 0 0,30 3-400 0 0,-30-2-160 0 0,30 5-160 0 0,30 3-481 0 0,-29-8-639 0 0,29 1-1121 0 0,0-7-641 0 0,-29 0 161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28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 5122 0 0,'-91'44'5923'0'0,"61"-13"-4722"0"0,60-12-1842 0 0,1-12-79 0 0,29-7 80 0 0,0-13-1281 0 0,-29-6-720 0 0,-31 5-321 0 0,0-3 401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29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4402 0 0,'31'0'4802'0'0,"29"11"-2961"0"0,-30-3-1281 0 0,31 4-560 0 0,89 13-240 0 0,86 7 160 0 0,-85-18 80 0 0,-61-8-480 0 0,-29-12-641 0 0,-31-8-79 0 0,-30 9 159 0 0,0-3-239 0 0,-30-4-561 0 0,0-1-240 0 0,-1 1 0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29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0 1841 0 0,'-30'64'6323'0'0,"-55"24"-2882"0"0,25 8-2480 0 0,30 20-1 0 0,0 5 641 0 0,0-27-320 0 0,-1-11-561 0 0,1-6-320 0 0,30-8-640 0 0,0-31-1841 0 0,0-30-2241 0 0,30-47-3362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31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987 33 1921 0 0,'0'-2'198'0'0,"0"1"0"0"0,-1-1 1 0 0,1 1-1 0 0,0-1 0 0 0,-1 1 1 0 0,1 0-1 0 0,-1-1 0 0 0,1 1 1 0 0,-1 0-1 0 0,1-1 0 0 0,-1 1 0 0 0,0 0 1 0 0,0 0-1 0 0,0 0 0 0 0,0 0 1 0 0,0 0-1 0 0,0 0 0 0 0,0 0 1 0 0,0 0-1 0 0,0 0 0 0 0,0 0 0 0 0,0 0 1 0 0,-1 1-1 0 0,1-1 0 0 0,0 0 1 0 0,-1 1-1 0 0,1-1 0 0 0,0 1 0 0 0,-1-1 1 0 0,1 1-1 0 0,-1 0 0 0 0,1 0 1 0 0,0 0-1 0 0,-1 0 0 0 0,1 0 1 0 0,-1 0-1 0 0,1 0 0 0 0,-3 1 0 0 0,-12 0-23 0 0,0 0-1 0 0,1 2 0 0 0,-17 4 1 0 0,2 0 305 0 0,-297 36 3015 0 0,146-22-1988 0 0,166-17-1416 0 0,0 0 1 0 0,0 1-1 0 0,1 1 1 0 0,0 0-1 0 0,0 1 1 0 0,-15 10-1 0 0,29-17-84 0 0,-1 0 1 0 0,1 1-1 0 0,-1-1 0 0 0,1 0 0 0 0,0 1 0 0 0,-1-1 0 0 0,1 0 0 0 0,0 1 1 0 0,-1-1-1 0 0,1 0 0 0 0,0 1 0 0 0,0-1 0 0 0,0 1 0 0 0,-1-1 0 0 0,1 1 1 0 0,0-1-1 0 0,0 0 0 0 0,0 1 0 0 0,0-1 0 0 0,0 1 0 0 0,0-1 0 0 0,0 1 1 0 0,0-1-1 0 0,0 1 0 0 0,0-1 0 0 0,0 1 0 0 0,0 0 0 0 0,0 4 52 0 0,-1-1 0 0 0,0 1 0 0 0,0-1 0 0 0,0 1 0 0 0,0-1 0 0 0,0 1 0 0 0,-4 4 0 0 0,3-3-23 0 0,0 0 0 0 0,-1 0 0 0 0,2 0 0 0 0,-1 1 1 0 0,1-1-1 0 0,0 0 0 0 0,0 11 0 0 0,0-12-30 0 0,1 0 1 0 0,-1 0-1 0 0,0 0 1 0 0,-1 0-1 0 0,1 0 0 0 0,-1 0 1 0 0,0-1-1 0 0,0 1 1 0 0,0-1-1 0 0,-1 1 1 0 0,0-1-1 0 0,-5 7 1 0 0,4-6 10 0 0,0 0 0 0 0,1 0-1 0 0,0 0 1 0 0,0 0 0 0 0,0 0 0 0 0,1 1 0 0 0,0-1 0 0 0,0 1 0 0 0,0-1-1 0 0,1 1 1 0 0,-1 0 0 0 0,2 0 0 0 0,-2 7 0 0 0,2-6-2 0 0,0-1 0 0 0,-1 1 1 0 0,1-1-1 0 0,-2 1 0 0 0,1-1 0 0 0,-1 1 1 0 0,0-1-1 0 0,0 0 0 0 0,-1 1 0 0 0,1-1 1 0 0,-2-1-1 0 0,1 1 0 0 0,-5 6 0 0 0,3-3-13 0 0,0 0-1 0 0,0 1 0 0 0,1-1 1 0 0,0 1-1 0 0,-2 12 0 0 0,3-13-15 0 0,0 1-1 0 0,0-1 0 0 0,-1 0 1 0 0,0 0-1 0 0,-10 15 0 0 0,9-16 84 0 0,1-1-1 0 0,0 1 1 0 0,0 0-1 0 0,1 0 0 0 0,0 0 1 0 0,1 0-1 0 0,0 1 1 0 0,0-1-1 0 0,0 1 1 0 0,1-1-1 0 0,1 1 0 0 0,-1 0 1 0 0,1-1-1 0 0,2 14 1 0 0,-1 7 198 0 0,-1-22-244 0 0,0 0 1 0 0,0 0-1 0 0,1-1 0 0 0,0 1 1 0 0,1 0-1 0 0,-1 0 1 0 0,1 0-1 0 0,1-1 0 0 0,-1 1 1 0 0,1-1-1 0 0,7 11 0 0 0,-1-4-15 0 0,1-1 0 0 0,1 0 0 0 0,0-1 0 0 0,13 11 0 0 0,16 14-22 0 0,-18-14-10 0 0,1-1 0 0 0,2-2 1 0 0,0 0-1 0 0,45 26 0 0 0,-24-26-19 0 0,0-2 0 0 0,1-2 1 0 0,0-1-1 0 0,52 6 0 0 0,-46-9 3 0 0,94 13-233 0 0,1-7 0 0 0,1-6-1 0 0,231-12 1 0 0,-294-4 133 0 0,1-5-1 0 0,-2-3 1 0 0,103-30 0 0 0,-182 42 132 0 0,3-1 3 0 0,-1 0 0 0 0,0 0-1 0 0,0 0 1 0 0,0-1 0 0 0,-1 0-1 0 0,1-1 1 0 0,-1 0 0 0 0,1 0-1 0 0,-1 0 1 0 0,0-1 0 0 0,-1 0-1 0 0,1 0 1 0 0,-1-1 0 0 0,0 0-1 0 0,9-12 1 0 0,-13 15 5 0 0,0 1 0 0 0,0-1 0 0 0,0 1 0 0 0,0-1 0 0 0,-1 0 0 0 0,1 0 0 0 0,-1 0 0 0 0,0 0 0 0 0,0 0 0 0 0,0 0 0 0 0,0 0 0 0 0,-1 0 0 0 0,1 0 0 0 0,-1 0 0 0 0,0 0 0 0 0,1-1 0 0 0,-2 1 0 0 0,1 0 0 0 0,0 0 0 0 0,-1 0 0 0 0,1 0 0 0 0,-1 0 0 0 0,0 0 0 0 0,0-1 0 0 0,0 2 0 0 0,0-1 0 0 0,-1 0 0 0 0,1 0 0 0 0,-1 0 0 0 0,0 1 0 0 0,0-1 0 0 0,0 0 0 0 0,0 1 0 0 0,0 0 0 0 0,0 0 0 0 0,-4-3 0 0 0,-33-30-53 0 0,-1 2-1 0 0,-1 2 1 0 0,-2 1 0 0 0,-59-29-1 0 0,60 40-237 0 0,0 3 1 0 0,-1 1-1 0 0,-1 2 0 0 0,-77-13 0 0 0,-8 5-2506 0 0,-1 5 0 0 0,-175 2 1 0 0,120 18-1900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34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19 4722 0 0,'1'0'96'0'0,"-1"0"1"0"0,0-1-1 0 0,0 1 0 0 0,0 0 1 0 0,0-1-1 0 0,0 1 0 0 0,0-1 1 0 0,0 1-1 0 0,0 0 0 0 0,0-1 1 0 0,0 1-1 0 0,0 0 0 0 0,0-1 1 0 0,0 1-1 0 0,0-1 0 0 0,-1 1 1 0 0,1 0-1 0 0,0-1 0 0 0,0 1 1 0 0,0 0-1 0 0,0-1 0 0 0,-1 1 1 0 0,1 0-1 0 0,0-1 0 0 0,0 1 1 0 0,-1 0-1 0 0,1 0 0 0 0,0-1 1 0 0,0 1-1 0 0,-1 0 0 0 0,1 0 0 0 0,0-1 1 0 0,-1 1-1 0 0,1 0 0 0 0,0 0 1 0 0,-1 0-1 0 0,1 0 0 0 0,-1 0 1 0 0,1-1-1 0 0,0 1 0 0 0,-1 0 1 0 0,1 0-1 0 0,0 0 0 0 0,-1 0 1 0 0,1 0-1 0 0,-1 0 0 0 0,1 0 1 0 0,0 0-1 0 0,-1 1 0 0 0,-23 11 559 0 0,3 0 264 0 0,21-12-867 0 0,0 0 0 0 0,1 0 1 0 0,-1 0-1 0 0,0 0 0 0 0,0 0 1 0 0,0 0-1 0 0,0 0 0 0 0,0 1 1 0 0,1-1-1 0 0,-1 0 0 0 0,0 0 1 0 0,0 0-1 0 0,0 0 0 0 0,0 0 1 0 0,0 1-1 0 0,0-1 0 0 0,0 0 1 0 0,0 0-1 0 0,1 0 0 0 0,-1 1 1 0 0,0-1-1 0 0,0 0 0 0 0,0 0 1 0 0,0 0-1 0 0,0 0 0 0 0,0 1 1 0 0,0-1-1 0 0,0 0 0 0 0,0 0 1 0 0,0 0-1 0 0,0 1 0 0 0,0-1 1 0 0,0 0-1 0 0,-1 0 0 0 0,1 0 1 0 0,0 0-1 0 0,0 1 0 0 0,0-1 1 0 0,0 0-1 0 0,0 0 0 0 0,0 0 1 0 0,0 0-1 0 0,0 1 0 0 0,-1-1 1 0 0,1 0-1 0 0,0 0 0 0 0,0 0 1 0 0,0 0-1 0 0,0 0 0 0 0,0 0 1 0 0,-1 1-1 0 0,156 33 955 0 0,67 13-277 0 0,-183-41-751 0 0,0-1 0 0 0,0-3 1 0 0,61-3-1 0 0,-94 0-330 0 0,0 0-1 0 0,0-1 1 0 0,0 0-1 0 0,0 0 1 0 0,0 0-1 0 0,0-1 1 0 0,0 0-1 0 0,-1 0 1 0 0,1 0-1 0 0,-1-1 1 0 0,0 0 0 0 0,0 0-1 0 0,0 0 1 0 0,-1-1-1 0 0,0 1 1 0 0,0-1-1 0 0,0 0 1 0 0,0 0-1 0 0,-1-1 1 0 0,1 1-1 0 0,-1-1 1 0 0,2-7-1 0 0,0-28-4330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35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2561 0 0,'0'50'4242'0'0,"30"13"-1601"0"0,-30 0-2000 0 0,-30 9-481 0 0,30-3 0 0 0,30-12-80 0 0,0-12 0 0 0,0-26-160 0 0,31-19-721 0 0,-31-19-2800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39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357 193 1521 0 0,'-23'-9'1626'0'0,"-1"2"1"0"0,0 0-1 0 0,-1 2 1 0 0,-34-4-1 0 0,33 6-1254 0 0,0-2-1 0 0,0 0 0 0 0,-43-16 0 0 0,55 17-119 0 0,12 3-119 0 0,0 1-1 0 0,0 0 0 0 0,0-1 0 0 0,0 1 1 0 0,-1-1-1 0 0,1 0 0 0 0,1 1 0 0 0,-1-1 1 0 0,0 0-1 0 0,0 0 0 0 0,0 0 0 0 0,0 0 1 0 0,1-1-1 0 0,-1 1 0 0 0,0-1 0 0 0,1 1 1 0 0,-1-1-1 0 0,1 1 0 0 0,0-1 0 0 0,0 0 1 0 0,-2-3 1693 0 0,7 5-1012 0 0,157 7 1520 0 0,101 5-1394 0 0,199-1-319 0 0,-435-12-1542 0 0,-1 0 1 0 0,45-10 0 0 0,-68 11 678 0 0,0-1 0 0 0,0 1 1 0 0,0-1-1 0 0,0 0 1 0 0,0 0-1 0 0,-1 0 1 0 0,1 0-1 0 0,0 0 0 0 0,0 0 1 0 0,-1 0-1 0 0,1-1 1 0 0,-1 1-1 0 0,1 0 0 0 0,-1-1 1 0 0,0 1-1 0 0,1-1 1 0 0,-1 0-1 0 0,0 1 1 0 0,0-1-1 0 0,0 0 0 0 0,0 0 1 0 0,-1 0-1 0 0,1 0 1 0 0,0 0-1 0 0,-1 0 1 0 0,1 0-1 0 0,-1 0 0 0 0,0 0 1 0 0,0 0-1 0 0,0 0 1 0 0,0 0-1 0 0,0 0 1 0 0,0 0-1 0 0,0 0 0 0 0,-1-4 1 0 0,0-3-1000 0 0,2 8 1105 0 0,-1 1 1 0 0,0-1 0 0 0,0 0-1 0 0,0 0 1 0 0,0 0-1 0 0,-1 0 1 0 0,1 1 0 0 0,0-1-1 0 0,0 0 1 0 0,0 0 0 0 0,-1 0-1 0 0,1 0 1 0 0,0 1-1 0 0,-1-1 1 0 0,1 0 0 0 0,-1 0-1 0 0,1 1 1 0 0,-1-1 0 0 0,1 0-1 0 0,-1 1 1 0 0,1-1 0 0 0,-1 1-1 0 0,0-1 1 0 0,1 1-1 0 0,-1-1 1 0 0,-1 0 0 0 0,-48-18-3174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40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1 160 0 0,'0'11'2641'0'0,"-30"9"-80"0"0,30-1-159 0 0,0 0-882 0 0,-31 25-719 0 0,31 0-401 0 0,0 8-80 0 0,31 6 240 0 0,-31 5 321 0 0,0 26-1 0 0,-31 7-320 0 0,31-8-240 0 0,0-11-240 0 0,-30-13-400 0 0,30-12-1200 0 0,61-16-881 0 0,-1-17-2482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42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6 1761 0 0,'25'0'2121'0'0,"-39"-2"2725"0"0,-22-2-3209 0 0,31 4-1224 0 0,-20 0-66 0 0,20 0-294 0 0,5 190 574 0 0,-1-181-622 0 0,0 0-1 0 0,0 0 1 0 0,-1 0-1 0 0,0-1 0 0 0,-1 1 1 0 0,1-1-1 0 0,-5 9 1 0 0,-10 30 93 0 0,-33 121 182 0 0,40-65 374 0 0,0-75-478 0 0,7-22-156 0 0,1 1-1 0 0,-1-1 1 0 0,1 0 0 0 0,0 1 0 0 0,1-1 0 0 0,-1 1 0 0 0,1-1-1 0 0,1 1 1 0 0,-1 0 0 0 0,1-1 0 0 0,0 1 0 0 0,1 0 0 0 0,0 0-1 0 0,0-1 1 0 0,3 12 0 0 0,16 12-100 0 0,-20-30 33 0 0,1 1-1 0 0,-1 0 1 0 0,0 0-1 0 0,1 0 1 0 0,-1-1-1 0 0,1 1 1 0 0,-1 0-1 0 0,1-1 1 0 0,0 1-1 0 0,-1 0 1 0 0,1-1-1 0 0,0 1 1 0 0,-1-1-1 0 0,1 1 1 0 0,0-1-1 0 0,0 1 1 0 0,-1-1-1 0 0,1 1 1 0 0,0-1 0 0 0,0 0-1 0 0,0 0 1 0 0,-1 1-1 0 0,1-1 1 0 0,0 0-1 0 0,0 0 1 0 0,0 0-1 0 0,0 0 1 0 0,0 0-1 0 0,0 0 1 0 0,0 0-1 0 0,-1 0 1 0 0,1 0-1 0 0,0 0 1 0 0,0-1-1 0 0,0 1 1 0 0,0 0-1 0 0,-1-1 1 0 0,1 1-1 0 0,0 0 1 0 0,0-1-1 0 0,0 1 1 0 0,-1-1 0 0 0,2 0-1 0 0,5-2-424 0 0,49-24-3290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44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870 49 2481 0 0,'-31'-4'2406'0'0,"-47"-13"-1"0"0,36 7-2080 0 0,26 8-291 0 0,0 0 0 0 0,-1 1 0 0 0,1 1 1 0 0,0 0-1 0 0,0 1 0 0 0,-1 1 0 0 0,1 1 0 0 0,0 0 0 0 0,1 1 1 0 0,-1 1-1 0 0,1 0 0 0 0,-1 1 0 0 0,2 1 0 0 0,-1 0 1 0 0,-15 10-1 0 0,30-16-34 0 0,-1-1 0 0 0,1 1 0 0 0,0-1 0 0 0,-1 1 0 0 0,1-1 0 0 0,-1 1 0 0 0,1-1 0 0 0,0 1 0 0 0,-1-1 0 0 0,1 1 0 0 0,0-1 0 0 0,-1 1 0 0 0,1 0 0 0 0,0-1 0 0 0,0 1 0 0 0,0 0 0 0 0,0-1 0 0 0,0 1 0 0 0,-1-1 0 0 0,1 1 0 0 0,0 0 0 0 0,0-1 0 0 0,1 1 0 0 0,-1 0 0 0 0,0-1 0 0 0,0 2 0 0 0,0 1 0 0 0,-30-3 640 0 0,-5-5 94 0 0,-15 0-427 0 0,-11-9 93 0 0,53 14-341 0 0,0 0 1 0 0,-1-1-1 0 0,1-1 0 0 0,0 1 1 0 0,0-1-1 0 0,-1 0 1 0 0,2-1-1 0 0,-1 0 0 0 0,0 0 1 0 0,-10-7-1 0 0,5 4 112 0 0,0 0-1 0 0,0 0 1 0 0,-1 2 0 0 0,0 0-1 0 0,0 0 1 0 0,-18-2-1 0 0,29 6-96 0 0,-47-6-1128 0 0,65 12-1441 0 0,-35 6-1960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46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842 223 2081 0 0,'0'-1'219'0'0,"0"-1"1"0"0,0 1-1 0 0,0-1 0 0 0,0 1 1 0 0,0-1-1 0 0,0 1 0 0 0,0-1 1 0 0,-1 1-1 0 0,1-1 1 0 0,0 1-1 0 0,-1 0 0 0 0,1-1 1 0 0,-1 1-1 0 0,1 0 0 0 0,-1-1 1 0 0,0 1-1 0 0,0 0 0 0 0,0 0 1 0 0,1-1-1 0 0,-1 1 0 0 0,0 0 1 0 0,0 0-1 0 0,-1 0 1 0 0,0-1-1 0 0,-2 1-150 0 0,1 0 0 0 0,-1 0 0 0 0,0 0 0 0 0,0 1 0 0 0,0-1-1 0 0,1 1 1 0 0,-1 0 0 0 0,-5 1 0 0 0,1-1 56 0 0,-74-7 485 0 0,63 5-505 0 0,0 0 0 0 0,0 1 0 0 0,-1 1 0 0 0,-27 3-1 0 0,-99 12 390 0 0,90-7-392 0 0,42-7-71 0 0,0 1 0 0 0,0 0 1 0 0,-18 6-1 0 0,24-6-16 0 0,3-1-6 0 0,-1 0 0 0 0,1 0 1 0 0,0 1-1 0 0,0-1 1 0 0,-1 1-1 0 0,2 1 0 0 0,-1-1 1 0 0,0 1-1 0 0,0 0 1 0 0,1 0-1 0 0,-1 0 1 0 0,1 0-1 0 0,-4 5 0 0 0,-1 9 4 0 0,8-15-13 0 0,0 0 0 0 0,0 0 0 0 0,0 0 0 0 0,0 0 0 0 0,0 0 0 0 0,0 0 0 0 0,-1 0 0 0 0,1-1 0 0 0,0 1 0 0 0,-1 0 0 0 0,0-1 1 0 0,1 1-1 0 0,-1-1 0 0 0,0 0 0 0 0,0 1 0 0 0,-3 0 0 0 0,-1 2 0 0 0,0-1 0 0 0,0 1 0 0 0,1 1 0 0 0,-1-1 0 0 0,1 1 0 0 0,0 0 0 0 0,0 0 0 0 0,0 1 0 0 0,1-1 0 0 0,0 1 0 0 0,0 0 0 0 0,1 0 0 0 0,-1 0 0 0 0,1 1 0 0 0,-3 8 0 0 0,-2 3 0 0 0,-22 37 0 0 0,29-53-3 0 0,-1 0 1 0 0,2 1 0 0 0,-1-1-1 0 0,0 0 1 0 0,0 0 0 0 0,0 0-1 0 0,1 1 1 0 0,0-1 0 0 0,-1 0-1 0 0,1 1 1 0 0,0-1 0 0 0,0 0-1 0 0,0 4 1 0 0,-2 18-19 0 0,-8-4 31 0 0,8-17-5 0 0,0 1 0 0 0,0 0 1 0 0,0 0-1 0 0,0 0 0 0 0,1 0 0 0 0,0 1 0 0 0,0-1 0 0 0,0 0 1 0 0,0 0-1 0 0,1 8 0 0 0,-1-5 5 0 0,1 0-1 0 0,-1 0 1 0 0,-1 0 0 0 0,1-1-1 0 0,-1 1 1 0 0,0 0 0 0 0,-4 7 0 0 0,3-7 0 0 0,0 1 0 0 0,1-1 1 0 0,0 1-1 0 0,0-1 0 0 0,1 1 0 0 0,0 0 1 0 0,-1 10-1 0 0,2 236 43 0 0,1-250-59 0 0,-1 0-1 0 0,1 1 0 0 0,0-1 0 0 0,0 0 1 0 0,0 0-1 0 0,0 0 0 0 0,1 0 0 0 0,2 5 1 0 0,4 17 13 0 0,-16-5 34 0 0,6-19-38 0 0,1 0 1 0 0,0-1-1 0 0,-1 1 0 0 0,1 0 1 0 0,0 0-1 0 0,0 0 0 0 0,1 0 1 0 0,-1 0-1 0 0,0 0 0 0 0,0 0 0 0 0,1 0 1 0 0,0 0-1 0 0,-1 0 0 0 0,1 0 1 0 0,0 0-1 0 0,0 0 0 0 0,0 0 1 0 0,0 0-1 0 0,0 1 0 0 0,1-1 0 0 0,-1 0 1 0 0,1 0-1 0 0,-1 0 0 0 0,1 0 1 0 0,0 0-1 0 0,-1 0 0 0 0,2 1 1 0 0,7 7-29 0 0,-8-8 22 0 0,1-1 0 0 0,-1 1 1 0 0,1 0-1 0 0,-1 0 0 0 0,1 0 0 0 0,-1 0 1 0 0,0 0-1 0 0,0 0 0 0 0,0 1 0 0 0,0-1 0 0 0,0 0 1 0 0,-1 0-1 0 0,1 1 0 0 0,-1-1 0 0 0,1 1 1 0 0,-1-1-1 0 0,0 0 0 0 0,0 1 0 0 0,0 2 0 0 0,0-3 0 0 0,0-1 0 0 0,0 0 0 0 0,0 1 0 0 0,0-1 0 0 0,0 0 0 0 0,1 1 0 0 0,-1-1 0 0 0,0 0-1 0 0,1 0 1 0 0,0 1 0 0 0,-1-1 0 0 0,1 0 0 0 0,-1 0 0 0 0,1 0 0 0 0,0 0 0 0 0,0 0-1 0 0,0 0 1 0 0,0 0 0 0 0,0 0 0 0 0,0 0 0 0 0,2 1 0 0 0,-2-1 3 0 0,0 0 0 0 0,1 0 0 0 0,-1 0 0 0 0,0 0 0 0 0,0 0 0 0 0,0 0 0 0 0,0 1 0 0 0,0-1 1 0 0,-1 0-1 0 0,1 1 0 0 0,0-1 0 0 0,0 0 0 0 0,-1 1 0 0 0,1-1 0 0 0,-1 1 0 0 0,1-1 0 0 0,-1 0 0 0 0,0 1 0 0 0,1-1 1 0 0,-1 1-1 0 0,0 0 0 0 0,0 1 0 0 0,-1 0 4 0 0,1 1 0 0 0,-1 0 0 0 0,1 0 0 0 0,0-1 0 0 0,1 1 0 0 0,-1 0 0 0 0,0 0 0 0 0,1-1 0 0 0,0 1 0 0 0,0-1 0 0 0,0 1 1 0 0,1 0-1 0 0,-1-1 0 0 0,1 0 0 0 0,-1 1 0 0 0,1-1 0 0 0,0 0 0 0 0,1 0 0 0 0,-1 0 0 0 0,0 0 0 0 0,1-1 0 0 0,4 5 0 0 0,-1-2 22 0 0,-4-4-21 0 0,0 0 0 0 0,0 1 0 0 0,-1-1-1 0 0,1 0 1 0 0,-1 1 0 0 0,1-1 0 0 0,-1 1 0 0 0,0-1 0 0 0,1 1 0 0 0,-1 0 0 0 0,0-1 0 0 0,0 1 0 0 0,0 0-1 0 0,-1 0 1 0 0,1 0 0 0 0,0 0 0 0 0,-1 0 0 0 0,1 0 0 0 0,-1 0 0 0 0,1 0 0 0 0,-1 2 0 0 0,0-3-8 0 0,0 0 1 0 0,0 0 0 0 0,0 0-1 0 0,0 0 1 0 0,1 0 0 0 0,-1 1-1 0 0,0-1 1 0 0,1 0 0 0 0,-1 0-1 0 0,0 0 1 0 0,1 0 0 0 0,-1-1-1 0 0,1 1 1 0 0,-1 0 0 0 0,1 0-1 0 0,0 0 1 0 0,0 0 0 0 0,-1 0-1 0 0,1-1 1 0 0,0 1 0 0 0,0 0-1 0 0,0-1 1 0 0,-1 1 0 0 0,1 0-1 0 0,0-1 1 0 0,2 1 0 0 0,-2 0-1 0 0,0-1 0 0 0,-1 0 1 0 0,1 1-1 0 0,0-1 1 0 0,0 1-1 0 0,0 0 0 0 0,-1-1 1 0 0,1 1-1 0 0,0-1 1 0 0,0 1-1 0 0,-1 0 0 0 0,1 0 1 0 0,-1-1-1 0 0,1 1 1 0 0,-1 0-1 0 0,1 0 0 0 0,-1 0 1 0 0,1 0-1 0 0,-1 0 0 0 0,0 0 1 0 0,1-1-1 0 0,-1 1 1 0 0,0 0-1 0 0,0 0 0 0 0,0 0 1 0 0,0 1-1 0 0,1 0 8 0 0,0 0 0 0 0,0 0 0 0 0,0 0 0 0 0,0 0 0 0 0,0 0-1 0 0,0 0 1 0 0,0-1 0 0 0,1 1 0 0 0,-1 0 0 0 0,0-1 0 0 0,1 0 0 0 0,0 1-1 0 0,-1-1 1 0 0,1 0 0 0 0,0 1 0 0 0,-1-1 0 0 0,1 0 0 0 0,0 0 0 0 0,3 0-1 0 0,45 21 111 0 0,-40-18-47 0 0,60 21 186 0 0,1-4-1 0 0,76 14 0 0 0,-109-26-186 0 0,-13-4-10 0 0,1-2 1 0 0,0 0-1 0 0,0-1 0 0 0,-1-2 0 0 0,35-3 0 0 0,128-29 493 0 0,-172 29-496 0 0,35-5 35 0 0,-37 6-27 0 0,1 0 1 0 0,0-1-1 0 0,-1-1 0 0 0,28-10 1 0 0,-2-1 150 0 0,1 2 1 0 0,42-9 0 0 0,19-5 198 0 0,-70 7-142 0 0,-4 2 21 0 0,-14 13-153 0 0,-1-2 0 0 0,1 1 1 0 0,-1-2-1 0 0,-1 0 1 0 0,0 0-1 0 0,0-1 0 0 0,14-14 1 0 0,-7 7 96 0 0,-18 15-208 0 0,1 0 1 0 0,-1 1 0 0 0,0-1 0 0 0,0 0 0 0 0,0 0-1 0 0,0 0 1 0 0,0 0 0 0 0,0 0 0 0 0,0-1-1 0 0,0 1 1 0 0,0 0 0 0 0,-1 0 0 0 0,1-1 0 0 0,0 1-1 0 0,-1 0 1 0 0,1-1 0 0 0,-1 1 0 0 0,0-1 0 0 0,1 1-1 0 0,-1 0 1 0 0,0-1 0 0 0,0 1 0 0 0,0-1-1 0 0,0 1 1 0 0,0-1 0 0 0,0 1 0 0 0,0-1 0 0 0,-1-1-1 0 0,1 0-8 0 0,0 0-1 0 0,0 1 1 0 0,0-1-1 0 0,0 0 1 0 0,0 0-1 0 0,0 0 0 0 0,1 1 1 0 0,0-1-1 0 0,-1 0 1 0 0,1 1-1 0 0,0-1 1 0 0,0 0-1 0 0,1 1 1 0 0,-1-1-1 0 0,0 1 0 0 0,1-1 1 0 0,0 1-1 0 0,-1 0 1 0 0,1 0-1 0 0,4-4 1 0 0,-3 3-6 0 0,3-14 21 0 0,-2 2 12 0 0,117-124-20 0 0,-112 131-1 0 0,-7 8-23 0 0,-1-1 0 0 0,0 0 1 0 0,0 1-1 0 0,0-1 0 0 0,0 0 0 0 0,-1 0 0 0 0,1 0 1 0 0,0 1-1 0 0,0-1 0 0 0,0 0 0 0 0,-1 0 1 0 0,1 0-1 0 0,0 0 0 0 0,-1 0 0 0 0,1-1 0 0 0,-1 1 1 0 0,1 0-1 0 0,-1 0 0 0 0,0 0 0 0 0,1 0 0 0 0,-1-1 1 0 0,0 1-1 0 0,0 0 0 0 0,0-2 0 0 0,0 0 2 0 0,1 1 1 0 0,-1-1-1 0 0,0 1 0 0 0,1-1 0 0 0,0 1 0 0 0,-1-1 0 0 0,1 1 1 0 0,0-1-1 0 0,0 1 0 0 0,1 0 0 0 0,-1-1 0 0 0,0 1 0 0 0,1 0 1 0 0,-1 0-1 0 0,4-3 0 0 0,13-20-4 0 0,32-35 0 0 0,-40 39 0 0 0,-8 17 0 0 0,0 0 0 0 0,0 0 0 0 0,0 0 0 0 0,1 0 0 0 0,-1 1 0 0 0,1-1 0 0 0,6-5 0 0 0,-4 3 0 0 0,0 1 0 0 0,0-1 0 0 0,-1 0 0 0 0,0-1 0 0 0,0 1 0 0 0,0-1 0 0 0,5-13 0 0 0,10-21 67 0 0,2 10-23 0 0,19-35 165 0 0,-19 31-51 0 0,-16 28-112 0 0,0 0 0 0 0,0 0-1 0 0,-1-1 1 0 0,6-15 0 0 0,20-64 207 0 0,-29 83-241 0 0,0 0-1 0 0,0 1 1 0 0,0-1-1 0 0,0 0 1 0 0,-1 1-1 0 0,0-1 1 0 0,0 0-1 0 0,-1-7 0 0 0,1 8 1 0 0,0-1-1 0 0,-1 1 1 0 0,1-1-1 0 0,1 1 1 0 0,-1-1-1 0 0,0 1 0 0 0,1-1 1 0 0,0 1-1 0 0,0 0 1 0 0,0-1-1 0 0,1-2 1 0 0,7-8 21 0 0,-7 11-30 0 0,0 0 1 0 0,0 0-1 0 0,-1 0 0 0 0,1 0 1 0 0,-1 0-1 0 0,1-1 0 0 0,-1 1 1 0 0,0 0-1 0 0,0-1 0 0 0,-1 1 1 0 0,1-1-1 0 0,-1 1 0 0 0,1-5 1 0 0,-1 5-4 0 0,0-1 1 0 0,0 1-1 0 0,0-1 1 0 0,0 1 0 0 0,0-1-1 0 0,-1 1 1 0 0,1 0 0 0 0,-1-1-1 0 0,0 1 1 0 0,0 0 0 0 0,0-1-1 0 0,0 1 1 0 0,-1 0-1 0 0,1 0 1 0 0,-1 0 0 0 0,0 0-1 0 0,0 0 1 0 0,0 0 0 0 0,0 1-1 0 0,-5-5 1 0 0,4-6 39 0 0,3 12-38 0 0,0 0-1 0 0,0 0 1 0 0,0 1 0 0 0,0-1 0 0 0,0 0 0 0 0,-1 0 0 0 0,1 0 0 0 0,0 1 0 0 0,0-1 0 0 0,0 0 0 0 0,-1 0 0 0 0,1 1 0 0 0,0-1-1 0 0,-1 0 1 0 0,1 0 0 0 0,-1 1 0 0 0,1-1 0 0 0,-1 1 0 0 0,1-1 0 0 0,-2-1 0 0 0,-5-3 9 0 0,6 4-6 0 0,0 0 1 0 0,-1 0-1 0 0,1 0 0 0 0,0 0 0 0 0,-1 0 0 0 0,1-1 1 0 0,0 1-1 0 0,0 0 0 0 0,0-1 0 0 0,0 1 0 0 0,0 0 1 0 0,1-1-1 0 0,-1 0 0 0 0,0 1 0 0 0,1-1 1 0 0,-1 1-1 0 0,1-1 0 0 0,-1 0 0 0 0,1 1 0 0 0,0-1 1 0 0,0 0-1 0 0,0 1 0 0 0,0-1 0 0 0,0 0 0 0 0,0-2 1 0 0,-1 1-2 0 0,-1 0 0 0 0,1 0-1 0 0,-1 0 1 0 0,0 1 0 0 0,0-1 0 0 0,0 0 0 0 0,0 1 0 0 0,0 0 0 0 0,-1-1 0 0 0,1 1 0 0 0,-1 0 0 0 0,1 0 0 0 0,-1 0 0 0 0,0 1 0 0 0,0-1-1 0 0,0 1 1 0 0,-5-3 0 0 0,-6-3 6 0 0,-4-4-7 0 0,0 2 0 0 0,0 0 0 0 0,-1 2 0 0 0,0 0 0 0 0,0 1 0 0 0,-33-6 0 0 0,-125-9 38 0 0,156 20-37 0 0,-70-4 34 0 0,1 5-1 0 0,0 3 0 0 0,0 4 1 0 0,-147 31-1 0 0,61-1 43 0 0,-41-1 707 0 0,183-31-640 0 0,21-4-176 0 0,0 1-1 0 0,0 0 1 0 0,0 1 0 0 0,-21 8-1 0 0,-21 7-366 0 0,44-15-25 0 0,-1 0 0 0 0,1 1 0 0 0,0 1 1 0 0,1-1-1 0 0,-16 10 0 0 0,24-13 263 0 0,1 0 0 0 0,-1 0 0 0 0,0 0 0 0 0,1 0 1 0 0,0 0-1 0 0,-1 0 0 0 0,1 1 0 0 0,0-1 0 0 0,-1 0 0 0 0,1 1 0 0 0,0-1 0 0 0,0 1 0 0 0,0-1 1 0 0,0 1-1 0 0,1 0 0 0 0,-1-1 0 0 0,0 1 0 0 0,0 3 0 0 0,1-4-62 0 0,0 1-1 0 0,1 0 1 0 0,-1-1-1 0 0,1 1 0 0 0,0 0 1 0 0,-1-1-1 0 0,1 1 1 0 0,0-1-1 0 0,0 1 1 0 0,0-1-1 0 0,0 1 1 0 0,0-1-1 0 0,0 0 1 0 0,1 0-1 0 0,-1 1 1 0 0,0-1-1 0 0,1 0 0 0 0,1 1 1 0 0,27 23-4636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50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1348 65 960 0 0,'-3'-1'329'0'0,"0"-1"0"0"0,0 1-1 0 0,0 0 1 0 0,0 1-1 0 0,0-1 1 0 0,0 0-1 0 0,0 1 1 0 0,0 0-1 0 0,0-1 1 0 0,0 1 0 0 0,-1 0-1 0 0,1 1 1 0 0,-3 0-1 0 0,-9-2 622 0 0,-136-24 2451 0 0,64 10-2384 0 0,62 10-732 0 0,0 0 0 0 0,-1 1 0 0 0,1 2-1 0 0,-1 1 1 0 0,1 0 0 0 0,-1 2-1 0 0,-40 7 1 0 0,37-2-220 0 0,0 2 0 0 0,0 1-1 0 0,1 1 1 0 0,0 2 0 0 0,1 1 0 0 0,-34 21 0 0 0,-25 20 108 0 0,66-30-80 0 0,-116 61-26 0 0,66-9-54 0 0,58-66 1 0 0,-12 10 11 0 0,-31 33 1 0 0,48-44-11 0 0,0-1 0 0 0,1 1 0 0 0,0 0 0 0 0,0 1 0 0 0,1 0 0 0 0,0 0 0 0 0,1 0 0 0 0,-4 11 1 0 0,1-3-82 0 0,0-1 1 0 0,-18 30-1 0 0,15-31-35 0 0,1 1 0 0 0,1-1 0 0 0,-7 22 0 0 0,8-12-62 0 0,0-5 52 0 0,1 2-1 0 0,1-1 1 0 0,1 1-1 0 0,-2 41 1 0 0,6 258-396 0 0,0-315 480 0 0,0 5-33 0 0,0 0 0 0 0,1-1 1 0 0,3 19-1 0 0,-3-26 47 0 0,0 0 1 0 0,1 0-1 0 0,-1 0 1 0 0,1-1 0 0 0,0 1-1 0 0,0 0 1 0 0,0-1-1 0 0,0 1 1 0 0,1-1-1 0 0,0 0 1 0 0,-1 0 0 0 0,1 0-1 0 0,7 5 1 0 0,2 1 1 0 0,1-1 0 0 0,0-1 0 0 0,0 0 0 0 0,1-1-1 0 0,0 0 1 0 0,0-2 0 0 0,1 1 0 0 0,-1-2 0 0 0,27 4 0 0 0,18-1-60 0 0,80-2-1 0 0,37-7-715 0 0,317-46 0 0 0,-427 34 784 0 0,0-2 0 0 0,-1-4-1 0 0,-1-2 1 0 0,-2-2 0 0 0,0-4-1 0 0,-2-2 1 0 0,88-60 0 0 0,-95 52 39 0 0,-2-2 1 0 0,-1-3 0 0 0,66-74-1 0 0,-101 101-26 0 0,0-1-1 0 0,-2-1 0 0 0,0 0 0 0 0,13-26 0 0 0,-23 39-6 0 0,0 1 0 0 0,-1-1 0 0 0,0 0 0 0 0,0 0 0 0 0,0 0 0 0 0,-1 0 0 0 0,0 0 0 0 0,0 0-1 0 0,0 0 1 0 0,-1 0 0 0 0,0 0 0 0 0,0-1 0 0 0,-1 1 0 0 0,1 0 0 0 0,-1 0 0 0 0,-1 0 0 0 0,1 0-1 0 0,-1 0 1 0 0,0 0 0 0 0,-3-5 0 0 0,-3-1 6 0 0,0 1 1 0 0,0 1-1 0 0,-1 0 0 0 0,0 0 1 0 0,-1 0-1 0 0,0 1 0 0 0,-1 1 1 0 0,0 0-1 0 0,0 0 0 0 0,-1 1 0 0 0,-15-7 1 0 0,5 4-40 0 0,0 0 0 0 0,0 2 1 0 0,-1 0-1 0 0,0 2 0 0 0,-47-8 0 0 0,46 12-306 0 0,0 1-1 0 0,0 1 0 0 0,-26 3 0 0 0,-95 20-3545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51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793 20 2001 0 0,'-9'-4'795'0'0,"0"1"-1"0"0,0 0 1 0 0,-1 0 0 0 0,1 1-1 0 0,-1 1 1 0 0,-19-2-1 0 0,-61 4 1394 0 0,59 5-2031 0 0,1 1-1 0 0,-1 1 1 0 0,-29 13-1 0 0,1-1-62 0 0,53-19-74 0 0,5-1-12 0 0,0 0 0 0 0,0 0 0 0 0,0 0-1 0 0,0 0 1 0 0,-1 1 0 0 0,1-1 0 0 0,0 0-1 0 0,0 0 1 0 0,0 1 0 0 0,0-1 0 0 0,0 1-1 0 0,0-1 1 0 0,0 1 0 0 0,0-1 0 0 0,0 1-1 0 0,0 0 1 0 0,1-1 0 0 0,-1 1-1 0 0,0 0 1 0 0,0 0 0 0 0,1 0 0 0 0,-1 0-1 0 0,0 0 1 0 0,0 1 0 0 0,0-1 20 0 0,1 0-1 0 0,-1 0 1 0 0,1 0 0 0 0,-1 0-1 0 0,0 0 1 0 0,1 0 0 0 0,-1 0 0 0 0,0 0-1 0 0,0 0 1 0 0,0-1 0 0 0,0 1 0 0 0,0 0-1 0 0,0-1 1 0 0,0 1 0 0 0,0-1-1 0 0,0 1 1 0 0,0-1 0 0 0,0 1 0 0 0,0-1-1 0 0,0 1 1 0 0,-2-1 0 0 0,-38 12 187 0 0,12-3-133 0 0,22-6-75 0 0,1 0-1 0 0,-1 1 1 0 0,1 0 0 0 0,0 0-1 0 0,0 1 1 0 0,0 0 0 0 0,0 0-1 0 0,1 0 1 0 0,0 1 0 0 0,0-1-1 0 0,0 1 1 0 0,1 1 0 0 0,-7 12-1 0 0,8-12 3 0 0,-1-1 0 0 0,1 1 0 0 0,-1 0 0 0 0,-1-1 0 0 0,1 0 0 0 0,-1 0 0 0 0,0 0-1 0 0,0-1 1 0 0,-1 1 0 0 0,1-1 0 0 0,-12 7 0 0 0,12-7-1 0 0,0 0 1 0 0,-1 0-1 0 0,2 1 0 0 0,-1-1 0 0 0,1 1 0 0 0,0 0 1 0 0,0 1-1 0 0,0-1 0 0 0,1 1 0 0 0,0-1 1 0 0,0 1-1 0 0,1 0 0 0 0,0 0 0 0 0,-2 11 0 0 0,-3 7 2 0 0,-16 60-50 0 0,-14 103 0 0 0,37-188 40 0 0,-4 17 14 0 0,2 0-1 0 0,0 1 1 0 0,1-1 0 0 0,1 28-1 0 0,2-36-5 0 0,-1 0-1 0 0,2 0 1 0 0,-1 0 0 0 0,1 0 0 0 0,0 0-1 0 0,1 0 1 0 0,0-1 0 0 0,1 0-1 0 0,-1 0 1 0 0,2 0 0 0 0,6 8-1 0 0,-2-5-8 0 0,0 0 0 0 0,1-1 0 0 0,0 0-1 0 0,0-1 1 0 0,1-1 0 0 0,1 1-1 0 0,-1-2 1 0 0,24 11 0 0 0,13 2-48 0 0,53 14-1 0 0,-57-19 0 0 0,-13-3-16 0 0,1-1-1 0 0,1-2 0 0 0,-1-1 1 0 0,1-2-1 0 0,1-1 0 0 0,66 1 1 0 0,-43-12 146 0 0,1-2 0 0 0,-1-3 0 0 0,-1-3 0 0 0,0-1 0 0 0,-1-4 0 0 0,76-34 0 0 0,-123 48 16 0 0,1 1 0 0 0,-1-1 1 0 0,1-1-1 0 0,-1 0 0 0 0,-1 0 0 0 0,1 0 1 0 0,-1-1-1 0 0,-1-1 0 0 0,1 1 1 0 0,-1-1-1 0 0,0-1 0 0 0,-1 1 0 0 0,0-1 1 0 0,0 0-1 0 0,-1 0 0 0 0,0-1 0 0 0,-1 0 1 0 0,0 0-1 0 0,-1 0 0 0 0,1 0 1 0 0,-2 0-1 0 0,3-15 0 0 0,-4 15-65 0 0,0 1 1 0 0,0 0-1 0 0,-1 0 0 0 0,0-1 1 0 0,-1 1-1 0 0,0 0 0 0 0,0 0 1 0 0,-1 0-1 0 0,0 0 0 0 0,-1 0 1 0 0,0 0-1 0 0,0 0 0 0 0,-1 1 1 0 0,0 0-1 0 0,-9-15 0 0 0,-1 4-8 0 0,0 1-1 0 0,-1 1 1 0 0,-1 0-1 0 0,-32-26 1 0 0,20 19-62 0 0,4 3-195 0 0,-2 0 0 0 0,0 2 1 0 0,-31-17-1 0 0,-24-6-1847 0 0,-164-59 0 0 0,128 62 53 0 0,-3-4-1733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35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2 258 2001 0 0,'-1'0'5971'0'0,"1"-9"-3834"0"0,6-14-1775 0 0,48-41-163 0 0,-35 39-159 0 0,2 2 1 0 0,31-30 0 0 0,-29 29 3 0 0,-21 21-39 0 0,1 0 0 0 0,-1 0-1 0 0,1 0 1 0 0,-1 1 0 0 0,1 0 0 0 0,0-1 0 0 0,0 1 0 0 0,0 0 0 0 0,5-2 0 0 0,-2-6-5 0 0,-7 14 0 0 0,1-2 0 0 0,0 0 0 0 0,-1 0-1 0 0,1 0 1 0 0,0 0 0 0 0,-1 0 0 0 0,0-1 0 0 0,1 1 0 0 0,-1 0-1 0 0,0 0 1 0 0,0-1 0 0 0,0 1 0 0 0,0-1 0 0 0,0 1 0 0 0,0-1 0 0 0,-1 1-1 0 0,-1 1 1 0 0,-12 18 16 0 0,9-7 3 0 0,1 0-1 0 0,1 0 0 0 0,0 1 1 0 0,-3 27-1 0 0,-2 7 24 0 0,-2-10-30 0 0,7-29-14 0 0,2 1 0 0 0,-1-1 0 0 0,1 1 0 0 0,0 0 0 0 0,0 15 0 0 0,2-12-10 0 0,-2 0 1 0 0,0 0 0 0 0,0-1-1 0 0,-1 1 1 0 0,-7 16 0 0 0,4-11 12 0 0,5-16-1 0 0,1-1 1 0 0,-1 1-1 0 0,1 0 1 0 0,-1 0-1 0 0,1 0 0 0 0,0-1 1 0 0,0 1-1 0 0,0 0 1 0 0,0 0-1 0 0,1 0 0 0 0,-1 0 1 0 0,1-1-1 0 0,0 1 0 0 0,-1 0 1 0 0,1-1-1 0 0,0 1 1 0 0,1 0-1 0 0,-1-1 0 0 0,3 5 1 0 0,0-2-39 0 0,1 0 1 0 0,-1-1 0 0 0,1 0 0 0 0,-1 1-1 0 0,1-2 1 0 0,10 7 0 0 0,-15-10 5 0 0,1 1 0 0 0,-1-1 0 0 0,1 0 0 0 0,-1 1-1 0 0,1-1 1 0 0,-1 0 0 0 0,1 0 0 0 0,-1 0 0 0 0,1 0 0 0 0,0 1 0 0 0,-1-1 0 0 0,1 0 0 0 0,-1 0 0 0 0,1 0 0 0 0,0 0 0 0 0,-1 0 0 0 0,1 0 0 0 0,-1 0 0 0 0,1-1 0 0 0,0 1 0 0 0,-1 0 0 0 0,1 0 0 0 0,-1 0 0 0 0,2-1 0 0 0,43-11-1929 0 0,-10-6-1667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36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389 1 1521 0 0,'-1'1'161'0'0,"1"0"0"0"0,0 0 0 0 0,0 0 1 0 0,0 1-1 0 0,-1-1 0 0 0,1 0 0 0 0,-1 0 0 0 0,1 0 1 0 0,-1 0-1 0 0,1 0 0 0 0,-1 0 0 0 0,0 0 1 0 0,1 0-1 0 0,-1 0 0 0 0,0-1 0 0 0,0 1 0 0 0,0 0 1 0 0,0 0-1 0 0,1-1 0 0 0,-1 1 0 0 0,0 0 1 0 0,0-1-1 0 0,-2 1 0 0 0,-15 15 1212 0 0,0 4-846 0 0,-1-1-1 0 0,-1-1 1 0 0,-1-1-1 0 0,0 0 0 0 0,-37 20 1 0 0,25-16-282 0 0,1 1 1 0 0,-37 35-1 0 0,51-41-125 0 0,15-14-98 0 0,0 1 0 0 0,-1-1 0 0 0,1 1 0 0 0,0 0 0 0 0,0 0 0 0 0,1 0 0 0 0,-1 0 0 0 0,1 1 0 0 0,-1-1 0 0 0,1 1 1 0 0,0-1-1 0 0,1 1 0 0 0,-1 0 0 0 0,0 0 0 0 0,1 0 0 0 0,0 0 0 0 0,0 0 0 0 0,0 0 0 0 0,1 0 0 0 0,-1 0 0 0 0,1 0 0 0 0,0 7 0 0 0,0-9-9 0 0,1 0-1 0 0,-1 0 1 0 0,0 0-1 0 0,1 0 1 0 0,-1 0-1 0 0,1 0 1 0 0,0 0-1 0 0,0 0 1 0 0,0 0-1 0 0,0 0 0 0 0,0 0 1 0 0,0-1-1 0 0,0 1 1 0 0,0 0-1 0 0,1-1 1 0 0,-1 1-1 0 0,1-1 1 0 0,-1 1-1 0 0,1-1 1 0 0,3 3-1 0 0,40 17 49 0 0,-28-14-64 0 0,-3 1 17 0 0,1-1-1 0 0,0-1 0 0 0,0 0 1 0 0,1-2-1 0 0,0 1 0 0 0,0-2 1 0 0,0 0-1 0 0,0-1 0 0 0,0 0 1 0 0,1-2-1 0 0,22-1 0 0 0,-39 1-3 0 0,0 0 0 0 0,0 0-1 0 0,-1 0 1 0 0,1 0 0 0 0,0 0-1 0 0,0 0 1 0 0,0-1 0 0 0,0 1-1 0 0,-1 0 1 0 0,1 0 0 0 0,0 0 0 0 0,0 0-1 0 0,0 0 1 0 0,0-1 0 0 0,0 1-1 0 0,0 0 1 0 0,0 0 0 0 0,0 0-1 0 0,0-1 1 0 0,0 1 0 0 0,0 0-1 0 0,-1 0 1 0 0,1 0 0 0 0,0 0-1 0 0,0-1 1 0 0,0 1 0 0 0,0 0-1 0 0,0 0 1 0 0,1 0 0 0 0,-1-1-1 0 0,0 1 1 0 0,0 0 0 0 0,0 0-1 0 0,0 0 1 0 0,0-1 0 0 0,0 1-1 0 0,0 0 1 0 0,0 0 0 0 0,0 0-1 0 0,0 0 1 0 0,0 0 0 0 0,1-1 0 0 0,-1 1-1 0 0,0 0 1 0 0,0 0 0 0 0,0 0-1 0 0,0 0 1 0 0,0 0 0 0 0,1 0-1 0 0,-1-1 1 0 0,-31-10 424 0 0,-53-13 1 0 0,-2-1-184 0 0,0-2-1184 0 0,86 27 817 0 0,-1 0 0 0 0,0 0 1 0 0,1-1-1 0 0,-1 1 1 0 0,0 0-1 0 0,1-1 0 0 0,-1 1 1 0 0,0-1-1 0 0,1 1 1 0 0,-1-1-1 0 0,1 1 0 0 0,-1-1 1 0 0,1 1-1 0 0,0-1 1 0 0,-1 1-1 0 0,1-1 0 0 0,-1 0 1 0 0,1 1-1 0 0,0-1 1 0 0,-1 0-1 0 0,1 1 0 0 0,0-1 1 0 0,0 0-1 0 0,0 0 0 0 0,0 1 1 0 0,0-1-1 0 0,-1 0 1 0 0,1 1-1 0 0,0-1 0 0 0,1 0 1 0 0,-1 0-1 0 0,0 1 1 0 0,0-1-1 0 0,0 0 0 0 0,0 0 1 0 0,0 1-1 0 0,1-1 1 0 0,-1 0-1 0 0,0 1 0 0 0,1-1 1 0 0,-1 0-1 0 0,0 1 1 0 0,1-1-1 0 0,-1 1 0 0 0,1-1 1 0 0,-1 1-1 0 0,1-1 0 0 0,-1 1 1 0 0,1-1-1 0 0,0 1 1 0 0,-1-1-1 0 0,1 1 0 0 0,-1 0 1 0 0,1-1-1 0 0,0 1 1 0 0,0-1-1 0 0,45-12-2725 0 0,-11 1 226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36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1 160 0 0,'0'19'2721'0'0,"0"18"721"0"0,30 39-241 0 0,1-4-2080 0 0,-31-22-1281 0 0,30-18-80 0 0,30-7 160 0 0,-30-13 160 0 0,1-5-160 0 0,-1-20-801 0 0,-30 1-1680 0 0,0-1-400 0 0,-30-6 239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36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91 212 4402 0 0,'-30'6'5523'0'0,"-31"0"-4083"0"0,61 1-1440 0 0,30-14-240 0 0,1 7 80 0 0,29-12 160 0 0,-30 4-80 0 0,30-17 0 0 0,1-5-240 0 0,29-36-2241 0 0,-29-16-3842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37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154 152 320 0 0,'0'-1'126'0'0,"0"0"1"0"0,0 0-1 0 0,0 0 1 0 0,0 1-1 0 0,0-1 0 0 0,-1 0 1 0 0,1 0-1 0 0,0 0 0 0 0,-1 0 1 0 0,1 0-1 0 0,0 0 0 0 0,-1 1 1 0 0,1-1-1 0 0,-1 0 0 0 0,1 0 1 0 0,-1 1-1 0 0,0-1 0 0 0,1 0 1 0 0,-1 1-1 0 0,0-1 1 0 0,1 0-1 0 0,-1 1 0 0 0,0-1 1 0 0,0 1-1 0 0,0 0 0 0 0,1-1 1 0 0,-3 0-1 0 0,3 1-28 0 0,-1 0 0 0 0,0-1 0 0 0,0 1 0 0 0,0-1 0 0 0,0 1 0 0 0,0-1 0 0 0,1 1 0 0 0,-1-1 0 0 0,0 0 0 0 0,0 1 0 0 0,1-1 0 0 0,-1 0 0 0 0,0 0 0 0 0,1 1 1 0 0,-1-1-1 0 0,1 0 0 0 0,-1 0 0 0 0,1 0 0 0 0,0 0 0 0 0,-1 0 0 0 0,1 0 0 0 0,0 0 0 0 0,-1 0 0 0 0,1 0 0 0 0,0 0 0 0 0,0 0 0 0 0,0-1 0 0 0,-4-30 3375 0 0,-14 20-2336 0 0,15 10-1105 0 0,2 1 18 0 0,0 0-1 0 0,1 0 1 0 0,-1 0-1 0 0,0 0 1 0 0,1-1-1 0 0,-1 1 1 0 0,1 0 0 0 0,0 0-1 0 0,-1-1 1 0 0,1 1-1 0 0,0 0 1 0 0,0-1-1 0 0,0 1 1 0 0,0 0-1 0 0,0-1 1 0 0,0 1-1 0 0,0 0 1 0 0,0-1 0 0 0,0 1-1 0 0,1 0 1 0 0,-1-1-1 0 0,1 1 1 0 0,-1 0-1 0 0,1 0 1 0 0,-1-1-1 0 0,1 1 1 0 0,1-2-1 0 0,7 0 33 0 0,-8 3-64 0 0,-1-1 1 0 0,1 1-1 0 0,0 0 1 0 0,0 0-1 0 0,0 0 1 0 0,-1-1-1 0 0,1 1 1 0 0,0-1-1 0 0,-1 1 1 0 0,1 0-1 0 0,0-1 1 0 0,-1 1-1 0 0,1-1 1 0 0,0 1-1 0 0,-1-1 1 0 0,1 0-1 0 0,-1 1 1 0 0,1-1-1 0 0,-1 1 1 0 0,1-1-1 0 0,-1 0 1 0 0,0 0-1 0 0,1 1 1 0 0,-1-1-1 0 0,0 0 1 0 0,1 0-1 0 0,-1 1 0 0 0,0-1 1 0 0,0 0-1 0 0,0 0 1 0 0,0 0-1 0 0,0 1 1 0 0,0-1-1 0 0,0 0 1 0 0,0-1-1 0 0,0 1 129 0 0,0 20 920 0 0,0-16-981 0 0,0 1-1 0 0,-1-1 0 0 0,1 0 1 0 0,-1 0-1 0 0,0 1 0 0 0,0-1 1 0 0,0 0-1 0 0,0 0 0 0 0,-1 0 1 0 0,1 0-1 0 0,-1-1 1 0 0,0 1-1 0 0,-3 4 0 0 0,-7 13 254 0 0,9-15-260 0 0,-13 27 269 0 0,-21 57-1 0 0,32-69-760 0 0,-1-1-1 0 0,-13 26 1 0 0,18-43 237 0 0,0 0 0 0 0,0 0 1 0 0,0 0-1 0 0,0 0 1 0 0,1 0-1 0 0,-1 0 1 0 0,1 0-1 0 0,-1 0 1 0 0,1 0-1 0 0,0 0 1 0 0,0 1-1 0 0,-1-1 1 0 0,2 0-1 0 0,-1 0 1 0 0,0 0-1 0 0,0 0 1 0 0,1 0-1 0 0,-1 1 1 0 0,1-1-1 0 0,-1 0 1 0 0,1 0-1 0 0,0 0 1 0 0,0 0-1 0 0,0 0 1 0 0,0-1-1 0 0,0 1 1 0 0,1 0-1 0 0,-1 0 1 0 0,0-1-1 0 0,1 1 1 0 0,0-1-1 0 0,-1 1 1 0 0,1-1-1 0 0,0 1 1 0 0,-1-1-1 0 0,1 0 1 0 0,0 0-1 0 0,0 0 1 0 0,0 0-1 0 0,0 0 1 0 0,0-1-1 0 0,0 1 1 0 0,0-1-1 0 0,1 1 1 0 0,-1-1-1 0 0,0 0 1 0 0,0 1-1 0 0,0-1 1 0 0,0 0-1 0 0,5-1 1 0 0,-7 1 10 0 0,0 0 1 0 0,1-1-1 0 0,-1 1 1 0 0,0 0-1 0 0,1 0 1 0 0,-1 0-1 0 0,0-1 1 0 0,0 1-1 0 0,1 0 1 0 0,-1 0-1 0 0,0-1 1 0 0,0 1-1 0 0,1 0 0 0 0,-1-1 1 0 0,0 1-1 0 0,0 0 1 0 0,0-1-1 0 0,0 1 1 0 0,1 0-1 0 0,-1-1 1 0 0,0 1-1 0 0,0 0 1 0 0,0-1-1 0 0,0 1 1 0 0,0 0-1 0 0,0-1 1 0 0,0 1-1 0 0,0-1 1 0 0,0 1-1 0 0,0 0 1 0 0,0-1-1 0 0,0 1 1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37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206 110 80 0 0,'-34'-7'3768'0'0,"-60"-4"-1"0"0,16 1 23 0 0,78 10-3754 0 0,1 0 1 0 0,-1 0-1 0 0,0 0 0 0 0,0 0 0 0 0,1 0 1 0 0,-1 0-1 0 0,0 0 0 0 0,0 0 0 0 0,0 0 1 0 0,1-1-1 0 0,-1 1 0 0 0,0 0 0 0 0,0 0 1 0 0,0 0-1 0 0,0 0 0 0 0,1 0 0 0 0,-1-1 0 0 0,0 1 1 0 0,0 0-1 0 0,0 0 0 0 0,0 0 0 0 0,0-1 1 0 0,1 1-1 0 0,-1 0 0 0 0,0 0 0 0 0,0 0 1 0 0,0-1-1 0 0,0 1 0 0 0,0 0 0 0 0,0 0 1 0 0,0-1-1 0 0,0 1 0 0 0,0 0 0 0 0,0 0 0 0 0,0 0 1 0 0,0-1-1 0 0,0 1 0 0 0,0 0 0 0 0,0 0 1 0 0,0-1-1 0 0,0 1 0 0 0,0 0 0 0 0,0 0 1 0 0,0 0-1 0 0,-1-1 0 0 0,1 1 0 0 0,0 0 1 0 0,0 0-1 0 0,0 0 0 0 0,0-1 0 0 0,0 1 0 0 0,-1 0 1 0 0,1 0-1 0 0,0 0 0 0 0,0 0 0 0 0,0-1 1 0 0,0 1-1 0 0,-1 0 0 0 0,1 0 0 0 0,0 0 1 0 0,0 0-1 0 0,-1 0 0 0 0,1 0 0 0 0,0 0 1 0 0,0 0-1 0 0,-1 0 0 0 0,108-5 1372 0 0,53 3-668 0 0,41 3-2675 0 0,-169-6-574 0 0,-32 4 2392 0 0,1 1 0 0 0,-1 0 0 0 0,0 0 0 0 0,1-1 1 0 0,-1 1-1 0 0,1 0 0 0 0,-1 0 0 0 0,0-1 0 0 0,0 1 0 0 0,1 0 0 0 0,-1-1 0 0 0,0 1 0 0 0,0-1 0 0 0,1 1 1 0 0,-1 0-1 0 0,0-1 0 0 0,0 1 0 0 0,0-1 0 0 0,1 1 0 0 0,-1 0 0 0 0,0-1 0 0 0,0 1 0 0 0,0-1 1 0 0,0 1-1 0 0,0-1 0 0 0,0 1 0 0 0,0 0 0 0 0,0-1 0 0 0,0 1 0 0 0,0-1 0 0 0,0 1 0 0 0,-1-1 0 0 0,0-2-297 0 0,-1 1 0 0 0,1-1 0 0 0,-1 1-1 0 0,0 0 1 0 0,0-1 0 0 0,0 1-1 0 0,0 0 1 0 0,0 0 0 0 0,0 0-1 0 0,-1 1 1 0 0,-3-3 0 0 0,-24-15-2214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2:38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0 320 0 0,'-19'1'2427'0'0,"33"3"-278"0"0,-13-4-2079 0 0,-1 0 0 0 0,0 0 1 0 0,0 0-1 0 0,0 0 0 0 0,1 0 1 0 0,-1 0-1 0 0,0 0 0 0 0,0 0 1 0 0,1 0-1 0 0,-1 0 0 0 0,0 0 1 0 0,0 0-1 0 0,0 0 0 0 0,1 1 0 0 0,-1-1 1 0 0,0 0-1 0 0,0 0 0 0 0,0 0 1 0 0,0 0-1 0 0,1 0 0 0 0,-1 1 1 0 0,0-1-1 0 0,0 0 0 0 0,0 0 1 0 0,0 0-1 0 0,0 0 0 0 0,1 1 1 0 0,-1-1-1 0 0,0 0 0 0 0,0 0 1 0 0,0 1-1 0 0,0-1 0 0 0,0 0 1 0 0,0 0-1 0 0,0 0 0 0 0,0 1 1 0 0,0-1-1 0 0,0 0 0 0 0,0 0 1 0 0,0 1-1 0 0,0-1 0 0 0,0 0 1 0 0,0 0-1 0 0,0 1 0 0 0,4 6 847 0 0,1-5-791 0 0,222 74 1256 0 0,-176-64-1345 0 0,-38-7-32 0 0,1-2 1 0 0,-1 0-1 0 0,1 0 0 0 0,-1-1 1 0 0,1-1-1 0 0,0 0 0 0 0,21-2 1 0 0,-33 1-101 0 0,-1-1 0 0 0,1 1 1 0 0,0 0-1 0 0,-1-1 0 0 0,1 1 0 0 0,-1-1 1 0 0,1 0-1 0 0,-1 0 0 0 0,1 1 0 0 0,-1-1 1 0 0,0 0-1 0 0,1 0 0 0 0,-1 0 0 0 0,0 0 1 0 0,0-1-1 0 0,1 1 0 0 0,-1 0 0 0 0,0 0 1 0 0,0-1-1 0 0,-1 1 0 0 0,1-1 0 0 0,0 1 1 0 0,0-1-1 0 0,0-1 0 0 0,2-39-3931 0 0,-3 30 3191 0 0,0-1-1620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16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16 640 0 0,'-55'-5'3882'0'0,"50"4"-2255"0"0,4 0-1611 0 0,1 1 0 0 0,-1-1 0 0 0,1 0-1 0 0,-1 1 1 0 0,0-1 0 0 0,1 0-1 0 0,-1 1 1 0 0,0-1 0 0 0,1 1-1 0 0,-1-1 1 0 0,0 1 0 0 0,0 0-1 0 0,1-1 1 0 0,-1 1 0 0 0,0 0 0 0 0,0 0-1 0 0,0-1 1 0 0,0 1 0 0 0,0 0-1 0 0,1 0 1 0 0,-1 0 0 0 0,0 0-1 0 0,0 0 1 0 0,0 0 0 0 0,0 0-1 0 0,0 0 1 0 0,0 0 0 0 0,-1 1 0 0 0,1-1 35 0 0,-4 0 603 0 0,-81 28 1961 0 0,68-18-2438 0 0,0 0 0 0 0,0 2 0 0 0,1 0 0 0 0,-26 24 0 0 0,6-4-35 0 0,29-26-144 0 0,6-5-3 0 0,1 0 0 0 0,-1-1 0 0 0,1 1 0 0 0,0 0 0 0 0,0 0 1 0 0,-1 0-1 0 0,1 0 0 0 0,0 1 0 0 0,0-1 0 0 0,0 0 0 0 0,0 0 0 0 0,0 1 0 0 0,1-1 0 0 0,-1 0 0 0 0,0 1 0 0 0,1-1 0 0 0,-1 1 0 0 0,1-1 0 0 0,-1 1 0 0 0,1-1 0 0 0,0 1 1 0 0,-1-1-1 0 0,1 3 0 0 0,5-4-369 0 0,6-5-345 0 0,-1-1 0 0 0,1 0 0 0 0,-1-1 0 0 0,0 0 0 0 0,-1 0 0 0 0,0-1 0 0 0,0 0 0 0 0,-1-1 0 0 0,15-19 0 0 0,7-20-2309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17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1681 0 0,'-30'0'5522'0'0,"0"0"-4081"0"0,-1 0 240 0 0,31 5-1281 0 0,31 3-240 0 0,-1-2-320 0 0,0 0-480 0 0,0-6-1121 0 0,0-6-800 0 0,1 6-161 0 0,-1-6 321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17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2081 0 0,'0'5'2321'0'0,"0"1"-480"0"0,30-6 400 0 0,0 8-1441 0 0,1-8-1280 0 0,-1-8-1041 0 0,-30 2-800 0 0,0 1-160 0 0,0-9 160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19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64 2321 0 0,'-37'6'3970'0'0,"-52"14"0"0"0,69-14-3626 0 0,15-5 3444 0 0,10-1-3534 0 0,634-19 1173 0 0,-233 10-2641 0 0,-345 2-736 0 0,-56 6 1419 0 0,0 0 0 0 0,-1 0 0 0 0,1 0 0 0 0,-1-1 0 0 0,1 0 1 0 0,-1 0-1 0 0,0 0 0 0 0,1 0 0 0 0,-1-1 0 0 0,6-4 0 0 0,-10 6 426 0 0,1 1 1 0 0,-1 0 0 0 0,0-1-1 0 0,1 1 1 0 0,-1-1-1 0 0,0 1 1 0 0,1-1-1 0 0,-1 1 1 0 0,0-1 0 0 0,0 1-1 0 0,0-1 1 0 0,0 1-1 0 0,1-1 1 0 0,-1 1-1 0 0,0-1 1 0 0,0 1 0 0 0,0-1-1 0 0,0 0 1 0 0,0 1-1 0 0,0-1 1 0 0,0 1-1 0 0,0-1 1 0 0,-1 1 0 0 0,1-1-1 0 0,0 1 1 0 0,0-1-1 0 0,0 1 1 0 0,-1-1-1 0 0,1 1 1 0 0,0-1 0 0 0,0 1-1 0 0,-1-1 1 0 0,1 1-1 0 0,-1-1 1 0 0,-24-18-2991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19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0 800 0 0,'-30'6'2241'0'0,"30"8"0"0"0,-31 24 401 0 0,1 20-481 0 0,0-1-1441 0 0,30-7-640 0 0,0 8 240 0 0,0 11 160 0 0,0 8-160 0 0,-30-8-79 0 0,30-17-1 0 0,30-21-320 0 0,-30-18-321 0 0,30-13-1679 0 0,31-19-3603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20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107 333 2401 0 0,'-55'-6'5696'0'0,"50"5"-4709"0"0,4-1-866 0 0,1 1-1 0 0,0 0 1 0 0,0 0 0 0 0,-1 0-1 0 0,1 0 1 0 0,0-1 0 0 0,0 1-1 0 0,0 0 1 0 0,0 0 0 0 0,1 0-1 0 0,-1 0 1 0 0,0-1 0 0 0,0 1-1 0 0,1 0 1 0 0,-1 0 0 0 0,1 0-1 0 0,-1 0 1 0 0,1 0 0 0 0,-1 0-1 0 0,1 0 1 0 0,1-1 0 0 0,14-7 80 0 0,-11 7-131 0 0,0 0-1 0 0,0-1 1 0 0,-1 1-1 0 0,1-1 1 0 0,-1 0-1 0 0,0-1 1 0 0,0 1-1 0 0,4-5 1 0 0,8-6 142 0 0,-13 12-172 0 0,0 0 1 0 0,0-1 0 0 0,0 1 0 0 0,0-1 0 0 0,-1 0 0 0 0,1 0-1 0 0,-1 0 1 0 0,0 0 0 0 0,1 0 0 0 0,-1 0 0 0 0,-1 0 0 0 0,1-1 0 0 0,0 1-1 0 0,-1-1 1 0 0,0 1 0 0 0,0-1 0 0 0,1-5 0 0 0,-2 5-24 0 0,1 1 0 0 0,-1-1 0 0 0,1 1 0 0 0,-1-1 0 0 0,1 1 0 0 0,0-1 0 0 0,0 1 0 0 0,1-1 0 0 0,-1 1 0 0 0,1 0 0 0 0,-1 0 0 0 0,3-4 0 0 0,-2 4-2 0 0,0 0 0 0 0,0 0 0 0 0,0 0 0 0 0,-1-1-1 0 0,1 1 1 0 0,-1 0 0 0 0,0-1 0 0 0,0 1-1 0 0,-1-1 1 0 0,1 0 0 0 0,-1 1 0 0 0,1-5-1 0 0,-2 4 6 0 0,1 0-1 0 0,0-1 0 0 0,0 1 0 0 0,1 0 0 0 0,-1 0 0 0 0,1 0 1 0 0,0 0-1 0 0,0 0 0 0 0,0 0 0 0 0,0 0 0 0 0,1 0 0 0 0,0 1 1 0 0,0-1-1 0 0,0 0 0 0 0,5-6 0 0 0,-3-7 30 0 0,-4 14 72 0 0,0 11 203 0 0,0-6-309 0 0,0-1-1 0 0,-1 1 1 0 0,1-1 0 0 0,0 1 0 0 0,0-1 0 0 0,-1 1 0 0 0,1-1-1 0 0,-1 1 1 0 0,1-1 0 0 0,-1 0 0 0 0,0 1 0 0 0,0-1 0 0 0,1 0-1 0 0,-1 0 1 0 0,-2 2 0 0 0,-7 15 81 0 0,-2 24 95 0 0,-11 30 5 0 0,-97 190 138 0 0,114-252-286 0 0,2 1 1 0 0,-1 1 0 0 0,2-1 0 0 0,-1 0 0 0 0,2 1 0 0 0,-1 0 0 0 0,2 0 0 0 0,-2 16 0 0 0,3-21-21 0 0,-1-1 0 0 0,1 1 0 0 0,-2-1 0 0 0,1 0 0 0 0,-5 12 0 0 0,5-17-38 0 0,1 1 0 0 0,-1-1 0 0 0,0 1 0 0 0,1-1 0 0 0,-1 1 1 0 0,1 0-1 0 0,0-1 0 0 0,-1 1 0 0 0,1 0 0 0 0,0-1 0 0 0,0 1 0 0 0,0 0 0 0 0,0 0 0 0 0,0-1 0 0 0,0 1 0 0 0,1 0 0 0 0,0 2 0 0 0,1-3-92 0 0,0 1-1 0 0,1-1 1 0 0,-1 0 0 0 0,0 1-1 0 0,1-1 1 0 0,-1 0-1 0 0,1-1 1 0 0,-1 1-1 0 0,1 0 1 0 0,0-1 0 0 0,-1 1-1 0 0,1-1 1 0 0,0 0-1 0 0,-1 0 1 0 0,1 0-1 0 0,0 0 1 0 0,3-1 0 0 0,0 1-291 0 0,1 0 0 0 0,-1 0 1 0 0,1-1-1 0 0,-1 0 1 0 0,1 0-1 0 0,9-4 1 0 0,-7 1-369 0 0,0 0 0 0 0,-1-1-1 0 0,0-1 1 0 0,10-7 0 0 0,-10 7 71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21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597 15 640 0 0,'0'0'129'0'0,"0"-1"-1"0"0,0 1 0 0 0,0-1 1 0 0,0 1-1 0 0,0-1 1 0 0,0 1-1 0 0,0-1 0 0 0,0 1 1 0 0,0-1-1 0 0,0 1 0 0 0,0-1 1 0 0,0 1-1 0 0,-1-1 1 0 0,1 1-1 0 0,0-1 0 0 0,0 1 1 0 0,-1-1-1 0 0,1 1 1 0 0,0-1-1 0 0,0 1 0 0 0,-1 0 1 0 0,1-1-1 0 0,-1 1 0 0 0,1-1 1 0 0,0 1-1 0 0,-1 0 1 0 0,1-1-1 0 0,-1 1 0 0 0,1 0 1 0 0,-1 0-1 0 0,1-1 1 0 0,-1 1-1 0 0,1 0 0 0 0,-1 0 1 0 0,1 0-1 0 0,-1 0 0 0 0,1 0 1 0 0,-1 0-1 0 0,1 0 1 0 0,-1 0-1 0 0,1 0 0 0 0,-1 0 1 0 0,1 0-1 0 0,-1 0 0 0 0,1 0 1 0 0,-1 0-1 0 0,1 0 1 0 0,-1 0-1 0 0,-30 14 984 0 0,18-8-524 0 0,-2 1-486 0 0,0 1 0 0 0,1 0 0 0 0,0 1-1 0 0,-13 11 1 0 0,-38 23 216 0 0,32-27-167 0 0,24-12-85 0 0,0 0 0 0 0,0 0 0 0 0,0 2 1 0 0,0-1-1 0 0,1 1 0 0 0,0 0 0 0 0,-14 14 0 0 0,-4 6 73 0 0,-38 43 122 0 0,61-65-253 0 0,-1 1 0 0 0,1-1 0 0 0,0 1 1 0 0,0 0-1 0 0,1 0 0 0 0,-1 1 0 0 0,1-1 1 0 0,0 0-1 0 0,1 1 0 0 0,-1-1 0 0 0,1 1 1 0 0,-1 8-1 0 0,2-11-5 0 0,0 0-1 0 0,0 0 1 0 0,1 0 0 0 0,-1-1 0 0 0,1 1-1 0 0,0 0 1 0 0,-1 0 0 0 0,1-1 0 0 0,1 1-1 0 0,-1 0 1 0 0,0-1 0 0 0,0 1 0 0 0,1-1 0 0 0,3 5-1 0 0,-4-5 1 0 0,1 0-1 0 0,0 0 1 0 0,-1 0 0 0 0,0 0-1 0 0,0 1 1 0 0,0-1-1 0 0,0 0 1 0 0,0 1-1 0 0,0-1 1 0 0,0 1 0 0 0,-1-1-1 0 0,1 1 1 0 0,-1 0-1 0 0,0 4 1 0 0,0-5-3 0 0,1 0 0 0 0,-1 0 0 0 0,0 1 0 0 0,1-1 0 0 0,-1 0 0 0 0,1 0 0 0 0,-1 0 0 0 0,1 1 0 0 0,0-1 0 0 0,0 0 0 0 0,0 0 0 0 0,0 0 0 0 0,1 0 0 0 0,-1-1 0 0 0,3 4 0 0 0,7 10 0 0 0,-2 7 16 0 0,-7-18 0 0 0,0 0 0 0 0,0 0 0 0 0,0 0 0 0 0,0 0 0 0 0,0-1 0 0 0,1 1 0 0 0,-1-1 0 0 0,7 7 0 0 0,8 13 92 0 0,6 6-69 0 0,-6-18-36 0 0,1-2 0 0 0,0 0 0 0 0,1-1 0 0 0,-1-1 0 0 0,1 0 0 0 0,1-2-1 0 0,-1 0 1 0 0,28 2 0 0 0,-16-7 37 0 0,-29-1-39 0 0,-1 1 0 0 0,1 0-1 0 0,-1 0 1 0 0,1-1-1 0 0,-1 1 1 0 0,1-1 0 0 0,-1 1-1 0 0,0-1 1 0 0,1 0-1 0 0,-1 0 1 0 0,0 1-1 0 0,1-1 1 0 0,-1 0 0 0 0,0 0-1 0 0,0 0 1 0 0,0 0-1 0 0,1-2 1 0 0,-1 2 0 0 0,-1 0 1 0 0,0 0-1 0 0,1 0 1 0 0,-1 0-1 0 0,0 0 1 0 0,0 0-1 0 0,0 0 1 0 0,0 0-1 0 0,0 0 1 0 0,0 0-1 0 0,0 0 1 0 0,0 0-1 0 0,0 0 1 0 0,-1 0-1 0 0,1 0 1 0 0,0 0-1 0 0,-1 0 1 0 0,1 0-1 0 0,0 0 1 0 0,-2-1-1 0 0,-3-7 25 0 0,-2 1-1 0 0,1 0 0 0 0,-1 0 0 0 0,-13-10 1 0 0,11 9 6 0 0,-2-3 2 0 0,0 1 0 0 0,-1 0 0 0 0,0 1 0 0 0,-1 1 0 0 0,0 0 0 0 0,0 0 0 0 0,-1 1 0 0 0,0 1 0 0 0,-1 1 0 0 0,0 0 0 0 0,0 0 1 0 0,0 2-1 0 0,0 0 0 0 0,-1 0 0 0 0,0 2 0 0 0,1 0 0 0 0,-20 0 0 0 0,9 4-426 0 0,1 1 0 0 0,-1 2 0 0 0,1 0-1 0 0,-40 15 1 0 0,62-19 176 0 0,0 1 0 0 0,-1-1 0 0 0,1 1 0 0 0,0 0 0 0 0,0 0 0 0 0,0 0 0 0 0,0 0-1 0 0,0 1 1 0 0,-4 3 0 0 0,7-6 153 0 0,0 0 1 0 0,-1 1-1 0 0,1-1 0 0 0,0 0 0 0 0,0 0 1 0 0,-1 1-1 0 0,1-1 0 0 0,0 0 0 0 0,0 1 1 0 0,0-1-1 0 0,-1 0 0 0 0,1 1 0 0 0,0-1 1 0 0,0 0-1 0 0,0 1 0 0 0,0-1 0 0 0,0 0 1 0 0,0 1-1 0 0,-1-1 0 0 0,1 0 0 0 0,0 1 1 0 0,0-1-1 0 0,0 0 0 0 0,0 1 0 0 0,0-1 1 0 0,1 1-1 0 0,-1-1 0 0 0,0 0 0 0 0,0 1 1 0 0,0-1-1 0 0,0 0 0 0 0,0 1 0 0 0,0-1 1 0 0,1 0-1 0 0,-1 1 0 0 0,0-1 0 0 0,0 0 1 0 0,0 0-1 0 0,1 1 0 0 0,-1-1 0 0 0,0 0 0 0 0,0 0 1 0 0,1 1-1 0 0,24 6-3765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22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1 1441 0 0,'-17'3'1677'0'0,"10"-1"-1155"0"0,0 0 0 0 0,0-1 0 0 0,0 0 0 0 0,-1-1 0 0 0,1 1 1 0 0,0-1-1 0 0,0-1 0 0 0,-15-1 0 0 0,11 1-350 0 0,0 0 0 0 0,0 1 0 0 0,0 1 0 0 0,0 0 0 0 0,0 0-1 0 0,0 1 1 0 0,0 0 0 0 0,-12 5 0 0 0,23-6-94 0 0,-1 0 0 0 0,0 0 0 0 0,1 0 0 0 0,-1 0 0 0 0,0 0 0 0 0,1 0 0 0 0,-1 0 0 0 0,1 0 0 0 0,0 0 0 0 0,-1 0 0 0 0,1 0 0 0 0,0 1 0 0 0,0-1 0 0 0,0 0 0 0 0,-1 0-1 0 0,1 0 1 0 0,1 1 0 0 0,-1-1 0 0 0,0 0 0 0 0,0 0 0 0 0,0 0 0 0 0,1 2 0 0 0,-1 1 530 0 0,0-2 126 0 0,86 22 1637 0 0,-38-10-1689 0 0,95 17 0 0 0,540 45 999 0 0,-562-58-2388 0 0,-101-13-1145 0 0,-50-18-5660 0 0,-20-4 3830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22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32 230 80 0 0,'-25'6'2788'0'0,"24"-6"-2728"0"0,1 0-1 0 0,0 0 1 0 0,0 0 0 0 0,-1 0 0 0 0,1 0-1 0 0,0 0 1 0 0,0 0 0 0 0,-1 0 0 0 0,1 0-1 0 0,0-1 1 0 0,0 1 0 0 0,-1 0-1 0 0,1 0 1 0 0,0 0 0 0 0,0 0 0 0 0,-1-1-1 0 0,1 1 1 0 0,0 0 0 0 0,0 0 0 0 0,0-1-1 0 0,0 1 1 0 0,-1 0 0 0 0,1 0-1 0 0,0-1 1 0 0,0 1 0 0 0,0 0 0 0 0,0 0-1 0 0,0-1 1 0 0,0 1 0 0 0,0 0 0 0 0,0 0-1 0 0,0-1 1 0 0,0 1 0 0 0,0 0-1 0 0,0-1 1 0 0,0 1 0 0 0,0 0 0 0 0,0 0-1 0 0,0-1 1 0 0,0 1 0 0 0,0 0 0 0 0,0-1-1 0 0,0 1 1 0 0,0 0 0 0 0,0 0 0 0 0,1-1-1 0 0,-1 1 1 0 0,0 0 0 0 0,0 0-1 0 0,0-1 1 0 0,1 1 0 0 0,-1 0 0 0 0,0 0-1 0 0,0 0 1 0 0,0-1 0 0 0,1 1 0 0 0,-1 0-1 0 0,0 0 1 0 0,0 0 0 0 0,1 0-1 0 0,-1 0 1 0 0,0 0 0 0 0,0 0 0 0 0,1-1-1 0 0,-1 1 1 0 0,1 0 0 0 0,19-4 47 0 0,-14-3 240 0 0,-2-1-214 0 0,4 2 4 0 0,1-1 0 0 0,-1 0 0 0 0,-1 0 0 0 0,1 0 0 0 0,8-14 0 0 0,-9 13-9 0 0,0-1-1 0 0,1 1 1 0 0,-1 0-1 0 0,2 1 1 0 0,13-10-1 0 0,-14 10-29 0 0,1 0 0 0 0,-1 0-1 0 0,0-1 1 0 0,6-8 0 0 0,-6 8-40 0 0,-5-5 15 0 0,-3 12-61 0 0,0 0 0 0 0,0 1-1 0 0,0-1 1 0 0,0 0 0 0 0,0 0 0 0 0,0 0 0 0 0,0 1 0 0 0,1-1 0 0 0,-1 0-1 0 0,0 0 1 0 0,0 0 0 0 0,1 1 0 0 0,-1-1 0 0 0,0 0 0 0 0,1 0-1 0 0,-1 1 1 0 0,1-1 0 0 0,-1 0 0 0 0,1 1 0 0 0,-1-1 0 0 0,2 0 0 0 0,14-8 88 0 0,-32 12 40 0 0,16-3-139 0 0,-1 0 1 0 0,1 0 0 0 0,0 0 0 0 0,0 0-1 0 0,-1 0 1 0 0,1 0 0 0 0,0 1 0 0 0,-1-1-1 0 0,1 0 1 0 0,0 0 0 0 0,0 1 0 0 0,-1-1-1 0 0,1 0 1 0 0,0 0 0 0 0,0 1 0 0 0,0-1-1 0 0,-1 0 1 0 0,1 0 0 0 0,0 1 0 0 0,0-1 0 0 0,0 0-1 0 0,0 1 1 0 0,0-1 0 0 0,0 0 0 0 0,0 1-1 0 0,0-1 1 0 0,-1 0 0 0 0,1 1 0 0 0,0-1-1 0 0,0 0 1 0 0,0 1 0 0 0,1-1 0 0 0,-1 0-1 0 0,0 1 1 0 0,0-1 0 0 0,0 0 0 0 0,0 1-1 0 0,0 2 3 0 0,0 0 0 0 0,-1 0-1 0 0,1 1 1 0 0,-1-1 0 0 0,0 0-1 0 0,1 0 1 0 0,-2 0-1 0 0,1 0 1 0 0,0 0 0 0 0,-2 3-1 0 0,-26 44 77 0 0,-25 50-43 0 0,49-90-53 0 0,1 1 0 0 0,-1 0-1 0 0,2 0 1 0 0,0 1 0 0 0,0-1 0 0 0,1 1-1 0 0,-1 17 1 0 0,2-4-21 0 0,0-16 4 0 0,0 0 0 0 0,1 1 1 0 0,0-1-1 0 0,3 14 0 0 0,-3-21-20 0 0,0-1 0 0 0,0 1-1 0 0,1-1 1 0 0,-1 1 0 0 0,1-1-1 0 0,-1 1 1 0 0,1-1 0 0 0,0 1-1 0 0,0-1 1 0 0,0 1 0 0 0,0-1-1 0 0,0 0 1 0 0,0 1 0 0 0,0-1-1 0 0,0 0 1 0 0,0 0 0 0 0,0 0-1 0 0,1 0 1 0 0,-1 0 0 0 0,0 0-1 0 0,1 0 1 0 0,-1-1 0 0 0,1 1-1 0 0,-1 0 1 0 0,1-1 0 0 0,-1 1-1 0 0,1-1 1 0 0,-1 0 0 0 0,1 1-1 0 0,3-1 1 0 0,3 0-403 0 0,0 0-1 0 0,0-1 1 0 0,0 1 0 0 0,15-5 0 0 0,37-17-3106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23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6 1281 0 0,'0'0'3214'0'0,"-5"0"-2053"0"0,1 1-962 0 0,-1 0-1 0 0,1 1 1 0 0,0 0 0 0 0,0 0 0 0 0,0 0-1 0 0,0 0 1 0 0,0 1 0 0 0,0-1 0 0 0,0 1 0 0 0,-5 5-1 0 0,-51 47 577 0 0,29-25-375 0 0,-1-5-34 0 0,-13 13-43 0 0,43-35-303 0 0,0 0 0 0 0,0 0-1 0 0,0 0 1 0 0,1 0 0 0 0,-1 0 0 0 0,1 0 0 0 0,0 0 0 0 0,-1 0 0 0 0,1 1 0 0 0,1-1 0 0 0,-1 0 0 0 0,0 1 0 0 0,1-1 0 0 0,0 6 0 0 0,0-8-18 0 0,0 1 0 0 0,1 0 0 0 0,0-1 0 0 0,-1 1 0 0 0,1-1 0 0 0,0 1 0 0 0,-1-1 0 0 0,1 1 0 0 0,0-1 0 0 0,0 0 0 0 0,0 1 1 0 0,0-1-1 0 0,0 0 0 0 0,1 0 0 0 0,-1 0 0 0 0,0 1 0 0 0,1-2 0 0 0,-1 1 0 0 0,0 0 0 0 0,1 0 0 0 0,-1 0 0 0 0,1-1 0 0 0,-1 1 1 0 0,1 0-1 0 0,0-1 0 0 0,1 1 0 0 0,49 10 21 0 0,-45-10-22 0 0,19 3 16 0 0,0-1 0 0 0,-1-1 0 0 0,1-2 1 0 0,0 0-1 0 0,34-6 0 0 0,-44 3-5 0 0,-1 0 1 0 0,1-1-1 0 0,-1-1 0 0 0,0 0 1 0 0,-1-1-1 0 0,1-1 0 0 0,-1 0 1 0 0,-1-1-1 0 0,23-16 0 0 0,-30 18-10 0 0,0 1 0 0 0,0-1 0 0 0,-1 0-1 0 0,0 0 1 0 0,0-1 0 0 0,0 1 0 0 0,-1-1-1 0 0,6-11 1 0 0,-8 14-3 0 0,0 0 0 0 0,-1 0 0 0 0,1-1 0 0 0,-1 1 0 0 0,0 0 0 0 0,0 0 0 0 0,0-1 0 0 0,-1 1 0 0 0,1-1 0 0 0,-1 1 0 0 0,0 0 0 0 0,-1-1 0 0 0,1 1 0 0 0,-1-1 0 0 0,-1-6 0 0 0,1 8-32 0 0,0-1 0 0 0,0 1-1 0 0,-1-1 1 0 0,1 1 0 0 0,-1 0-1 0 0,0-1 1 0 0,0 1 0 0 0,0 0-1 0 0,0 0 1 0 0,0 1 0 0 0,-1-1-1 0 0,1 0 1 0 0,-1 1 0 0 0,0-1-1 0 0,0 1 1 0 0,0 0-1 0 0,0 0 1 0 0,0 0 0 0 0,0 0-1 0 0,0 1 1 0 0,-1-1 0 0 0,1 1-1 0 0,-1 0 1 0 0,1 0 0 0 0,-1 0-1 0 0,0 0 1 0 0,1 1 0 0 0,-1-1-1 0 0,-6 1 1 0 0,-14-1-2238 0 0,18 1-1021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23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373 176 560 0 0,'-30'1'2244'0'0,"0"2"1"0"0,-45 11-1 0 0,59-11-1907 0 0,-2 1-99 0 0,0 1 0 0 0,0 0-1 0 0,0 1 1 0 0,1 1 0 0 0,-1 1-1 0 0,2 1 1 0 0,-1 0 0 0 0,1 1-1 0 0,1 0 1 0 0,-19 17 0 0 0,33-27-235 0 0,0 1 1 0 0,0 0-1 0 0,0 0 1 0 0,0-1 0 0 0,0 1-1 0 0,0 0 1 0 0,0 0-1 0 0,0 0 1 0 0,0 0 0 0 0,0 0-1 0 0,1 0 1 0 0,-1 0-1 0 0,0 0 1 0 0,1 0 0 0 0,-1 0-1 0 0,1 0 1 0 0,-1 1-1 0 0,1-1 1 0 0,0 0 0 0 0,-1 0-1 0 0,1 1 1 0 0,0-1-1 0 0,0 0 1 0 0,0 0 0 0 0,0 1-1 0 0,0-1 1 0 0,0 0 0 0 0,0 0-1 0 0,0 1 1 0 0,0-1-1 0 0,1 0 1 0 0,0 3 0 0 0,3 1 27 0 0,0 0 1 0 0,0 0 0 0 0,1 0 0 0 0,0-1 0 0 0,-1 1-1 0 0,9 4 1 0 0,-4-1 27 0 0,8 4 28 0 0,1-1 1 0 0,0 0-1 0 0,1-1 1 0 0,0-1-1 0 0,0-1 1 0 0,1 0-1 0 0,0-2 0 0 0,32 7 1 0 0,-37-9-55 0 0,0-1 1 0 0,0-1-1 0 0,0 0 0 0 0,17 0 0 0 0,-25-2-31 0 0,1-1 0 0 0,-1 1 0 0 0,0-1 0 0 0,0-1 0 0 0,0 0-1 0 0,0 0 1 0 0,0 0 0 0 0,-1 0 0 0 0,1-1 0 0 0,12-8 0 0 0,-17 10 0 0 0,0 0 1 0 0,0 0 0 0 0,0 0 0 0 0,0-1-1 0 0,-1 1 1 0 0,1-1 0 0 0,0 0 0 0 0,0 1-1 0 0,-1-1 1 0 0,0 0 0 0 0,1 0-1 0 0,-1 0 1 0 0,2-4 0 0 0,-1 0-21 0 0,-1-1 1 0 0,0 0-1 0 0,0 0 1 0 0,-1 0-1 0 0,0-10 1 0 0,-1-4-52 0 0,0 1 1 0 0,-2-1-1 0 0,0 1 1 0 0,-1-1-1 0 0,-2 1 0 0 0,0 0 1 0 0,0 1-1 0 0,-2-1 1 0 0,-10-17-1 0 0,12 25-8 0 0,-1 1-1 0 0,0 0 1 0 0,0 0 0 0 0,-1 1-1 0 0,-1 0 1 0 0,1 1 0 0 0,-2-1-1 0 0,1 2 1 0 0,-1-1-1 0 0,0 1 1 0 0,-1 1 0 0 0,0 0-1 0 0,0 1 1 0 0,-1 0 0 0 0,0 0-1 0 0,-21-6 1 0 0,3 6-1604 0 0,25 10-1627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24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1521 0 0,'0'31'3521'0'0,"31"26"-239"0"0,-62 14-2002 0 0,31-15-959 0 0,31-4-321 0 0,-1-8 160 0 0,0 8-160 0 0,0-15 0 0 0,0-10 0 0 0,1-22-561 0 0,-1-18-959 0 0,0-6-1282 0 0,-30-1-799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24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61 275 5042 0 0,'-30'11'4322'0'0,"0"-16"-4242"0"0,60-1-160 0 0,0-13 80 0 0,31-8 160 0 0,29-37-160 0 0,31 1-640 0 0,-30-6-2081 0 0,-31 36-1041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25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6 1281 0 0,'-30'-6'2161'0'0,"60"6"1280"0"0,0 0-2320 0 0,1 0-401 0 0,29 6-240 0 0,0-6-240 0 0,1 0-160 0 0,-31 8-240 0 0,30-8-80 0 0,-30 0-240 0 0,1 0-160 0 0,-1 0-481 0 0,-30-8-640 0 0,0 2-2641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25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0 1121 0 0,'-60'39'5122'0'0,"-1"30"-1761"0"0,-29 14-2480 0 0,66 13-881 0 0,-7 0-80 0 0,31 6 240 0 0,-30-14 80 0 0,60-25-160 0 0,1-24-240 0 0,-7-26-480 0 0,6-26-1201 0 0,0-18-2481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25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0 720 0 0,'0'44'4002'0'0,"0"28"-800"0"0,0-9-2322 0 0,0-5-800 0 0,-31 11 0 0 0,-29-6 80 0 0,60-5-80 0 0,30-27-80 0 0,0-18-480 0 0,1-7-961 0 0,-31-12-2080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29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2247 133 2001 0 0,'0'-1'247'0'0,"0"0"0"0"0,0-1 0 0 0,-1 1 0 0 0,1-1 0 0 0,-1 1 0 0 0,1 0 0 0 0,-1-1 0 0 0,1 1 0 0 0,-1 0 0 0 0,0-1 0 0 0,0 1 0 0 0,1 0 0 0 0,-1 0 0 0 0,0 0 0 0 0,0 0 0 0 0,0 0 0 0 0,0 0 1 0 0,-1 0-1 0 0,1 0 0 0 0,-2-1 0 0 0,-39-17 1318 0 0,-55 1-808 0 0,-70-12 620 0 0,105 17-791 0 0,-1 2 0 0 0,-122-4 0 0 0,148 14-533 0 0,-69 2 152 0 0,93-1-182 0 0,1 1 1 0 0,-1 1 0 0 0,0 0 0 0 0,0 1-1 0 0,-21 8 1 0 0,-37 8-87 0 0,-9 2-34 0 0,66-15 81 0 0,0 0 0 0 0,0 2 0 0 0,0-1 0 0 0,-16 14 0 0 0,25-18 13 0 0,-1 1-1 0 0,1-1 1 0 0,-1 0 0 0 0,0 0-1 0 0,0 0 1 0 0,0-1 0 0 0,0 0-1 0 0,-1 0 1 0 0,-7 0 0 0 0,-44 16-17 0 0,-77 38 73 0 0,103-45-53 0 0,21-8 5 0 0,0 1 0 0 0,0 0 0 0 0,0 0-1 0 0,0 1 1 0 0,1 1 0 0 0,-1 0 0 0 0,1 0 0 0 0,1 1 0 0 0,-1 0-1 0 0,-14 15 1 0 0,11-11 4 0 0,1 0 0 0 0,-26 16 0 0 0,-15 12-76 0 0,40-29 53 0 0,2-1 1 0 0,1 1 0 0 0,0 0 0 0 0,-11 14 0 0 0,-25 16 15 0 0,39-35-3 0 0,1-1-1 0 0,-1 1 1 0 0,1 1-1 0 0,0-1 0 0 0,1 1 1 0 0,-1 0-1 0 0,1 0 0 0 0,1 0 1 0 0,-9 14-1 0 0,10-11 0 0 0,-1-2 0 0 0,0 1 0 0 0,-1 0 0 0 0,0-1 0 0 0,0 0 1 0 0,0 0-1 0 0,-12 12 0 0 0,9-11 5 0 0,0 1 0 0 0,0 0 0 0 0,1 1 0 0 0,-10 17 0 0 0,-107 176-96 0 0,84-133 21 0 0,12-21 21 0 0,-35 85 0 0 0,43-52-28 0 0,17-64 30 0 0,-1 0 0 0 0,-9 28 0 0 0,6-30 9 0 0,1 1 0 0 0,1-1 0 0 0,1 1 0 0 0,-4 27 0 0 0,7-39 33 0 0,1 1 0 0 0,-1 0 1 0 0,2-1-1 0 0,-1 1 0 0 0,1 0 1 0 0,0-1-1 0 0,0 1 0 0 0,0 0 1 0 0,1-1-1 0 0,-1 0 0 0 0,2 1 1 0 0,-1-1-1 0 0,0 0 0 0 0,1 0 1 0 0,0 0-1 0 0,0 0 0 0 0,5 4 0 0 0,7 16-47 0 0,-13-21 39 0 0,1 0 0 0 0,-1 0 0 0 0,1 0 0 0 0,-1 0 1 0 0,1-1-1 0 0,0 1 0 0 0,4 3 0 0 0,2-1-9 0 0,1 0 0 0 0,-1 0 0 0 0,1-1 0 0 0,1 0 0 0 0,18 7 0 0 0,72 18-35 0 0,-79-24 35 0 0,119 29-26 0 0,191 22 0 0 0,149-11-10 0 0,136-25 214 0 0,-530-25-122 0 0,0-3 0 0 0,0-4 0 0 0,-1-4 1 0 0,-1-4-1 0 0,88-31 0 0 0,24-40 6 0 0,-63 27 57 0 0,-100 48-60 0 0,-1 0 0 0 0,39-25-1 0 0,-56 29-1 0 0,-1 0 0 0 0,-1-1 0 0 0,0-1 0 0 0,0 0-1 0 0,-1-1 1 0 0,13-19 0 0 0,-7 6 51 0 0,-2-2 0 0 0,-1 0-1 0 0,-1 0 1 0 0,-1-2 0 0 0,-2 0 0 0 0,11-40 0 0 0,4-27-9 0 0,30-92-3 0 0,-50 173-69 0 0,-1 0 0 0 0,-1 0 1 0 0,0 0-1 0 0,-2-1 0 0 0,0 1 1 0 0,-1-1-1 0 0,0 0 0 0 0,-2 1 1 0 0,0-1-1 0 0,-1 0 0 0 0,-5-30 1 0 0,-17-43 94 0 0,14 48 0 0 0,-2 0-1 0 0,-2 1 1 0 0,-2 1 0 0 0,-24-50 0 0 0,34 84-85 0 0,0 0 0 0 0,0 0 1 0 0,0 0-1 0 0,-1 1 1 0 0,0 0-1 0 0,0 0 1 0 0,-1 0-1 0 0,1 1 1 0 0,-1 0-1 0 0,-1 0 0 0 0,-11-5 1 0 0,18 9-15 0 0,-9-4-99 0 0,0 1 0 0 0,-1-1-1 0 0,1 2 1 0 0,-1 0 0 0 0,0 0 0 0 0,0 1 0 0 0,0 0 0 0 0,0 1 0 0 0,0 0 0 0 0,-1 0 0 0 0,1 2 0 0 0,0-1 0 0 0,0 1 0 0 0,0 1 0 0 0,0 0 0 0 0,0 1 0 0 0,-15 5 0 0 0,23-7-105 0 0,1 0-1 0 0,0 0 1 0 0,-1 1 0 0 0,1-1 0 0 0,0 1-1 0 0,-1-1 1 0 0,1 1 0 0 0,0 0 0 0 0,0 0 0 0 0,0 0-1 0 0,1 0 1 0 0,-3 3 0 0 0,-1 20-3904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31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2038 102 2801 0 0,'-79'-28'3087'0'0,"44"14"-2735"0"0,0 2 0 0 0,-1 2 0 0 0,-49-8 1 0 0,-117-2 754 0 0,129 21-787 0 0,0 2 0 0 0,-96 18 0 0 0,-53-1-66 0 0,154-18-178 0 0,1 4 1 0 0,-1 3 0 0 0,-71 18 0 0 0,-66 37-77 0 0,172-54-3 0 0,0 1 1 0 0,1 2 0 0 0,1 1 0 0 0,0 1-1 0 0,-41 28 1 0 0,39-6 29 0 0,29-30-17 0 0,-1-1 1 0 0,0 0 0 0 0,-1 0 0 0 0,-11 10-1 0 0,2-5-2 0 0,11-8-9 0 0,0 0 0 0 0,0 0 1 0 0,0 0-1 0 0,1 0 1 0 0,-1 1-1 0 0,1-1 1 0 0,0 1-1 0 0,0 0 1 0 0,0 0-1 0 0,0 0 0 0 0,1 0 1 0 0,-3 8-1 0 0,-51 109-65 0 0,52-114 66 0 0,0 0 0 0 0,0 0 0 0 0,1 1 0 0 0,0 0 0 0 0,0-1 0 0 0,1 1 0 0 0,0 0 0 0 0,0 0 0 0 0,1 1 0 0 0,0-1 0 0 0,0 15 0 0 0,0-12-5 0 0,0 1 0 0 0,-1 0 0 0 0,0-1 1 0 0,-7 23-1 0 0,5-23-4 0 0,1 0 1 0 0,0 0-1 0 0,1 1 1 0 0,-1 22-1 0 0,2 1-2 0 0,0-24 5 0 0,0 1 1 0 0,1-1 0 0 0,0 0-1 0 0,1 0 1 0 0,0 0 0 0 0,1 0 0 0 0,0 0-1 0 0,0 0 1 0 0,1 0 0 0 0,1 0-1 0 0,0-1 1 0 0,10 19 0 0 0,-6-14-8 0 0,0 0-1 0 0,-1 0 1 0 0,-1 1 0 0 0,0 0 0 0 0,-1 0-1 0 0,3 19 1 0 0,9 27-1 0 0,44 79-66 0 0,-54-129 72 0 0,1 0 1 0 0,0-1-1 0 0,1 0 0 0 0,17 17 1 0 0,1 1 45 0 0,-5-9-47 0 0,0 0 0 0 0,1-2 0 0 0,1-1 0 0 0,0-1 1 0 0,41 20-1 0 0,-29-17 36 0 0,0-3 0 0 0,55 18 0 0 0,13 5 12 0 0,22 14-106 0 0,1-6 0 0 0,158 36 1 0 0,-214-72 112 0 0,-1-4 0 0 0,1-2 0 0 0,1-4 0 0 0,71-7 1 0 0,-83 3-52 0 0,5 0 12 0 0,347-7-14 0 0,-200 0 175 0 0,246-44 0 0 0,-112 10 190 0 0,-271 35-335 0 0,1-3 1 0 0,-2-3-1 0 0,87-30 0 0 0,-77 17-4 0 0,83-32-76 0 0,-148 51 53 0 0,0-1 0 0 0,0 0 0 0 0,-1-2 0 0 0,0 0 0 0 0,-1-1 0 0 0,20-19 0 0 0,-24 18-4 0 0,-3 6 25 0 0,0-1 1 0 0,-1-1-1 0 0,0 1 0 0 0,-1-1 1 0 0,0-1-1 0 0,-1 1 0 0 0,0-1 1 0 0,0-1-1 0 0,-1 1 0 0 0,-1-1 1 0 0,6-18-1 0 0,-8 8-38 0 0,0 0 1 0 0,-2-1 0 0 0,-2-31-1 0 0,0 13-4 0 0,0 13 52 0 0,-2 0-1 0 0,-11-53 1 0 0,7 49 27 0 0,6 22-36 0 0,-1 0 0 0 0,-1 0 1 0 0,1 0-1 0 0,-2 1 1 0 0,1-1-1 0 0,-1 1 1 0 0,-1 0-1 0 0,1 0 1 0 0,-2 0-1 0 0,1 1 1 0 0,-1-1-1 0 0,-9-9 1 0 0,3 5 6 0 0,0 1 0 0 0,-1 0 0 0 0,0 1 0 0 0,-1 0 0 0 0,0 1 0 0 0,-1 0 0 0 0,0 1 0 0 0,0 1 0 0 0,-20-8 0 0 0,-24-13 5 0 0,-50-26 80 0 0,-3 4 1 0 0,-2 5-1 0 0,-130-33 1 0 0,164 58-130 0 0,-2 4 1 0 0,0 3 0 0 0,-1 4 0 0 0,0 3 0 0 0,-124 6 0 0 0,174 4-228 0 0,0 1 0 0 0,0 2 0 0 0,0 1 0 0 0,1 1 0 0 0,0 2 0 0 0,1 2 0 0 0,0 0 0 0 0,-42 25 0 0 0,-18 14-2222 0 0,1 6-2094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04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22 2161 0 0,'0'-1'224'0'0,"0"0"1"0"0,0 0-1 0 0,0 0 0 0 0,0 0 0 0 0,0 0 1 0 0,0 0-1 0 0,0 0 0 0 0,0 0 0 0 0,0 0 1 0 0,0 1-1 0 0,0-1 0 0 0,-1 0 0 0 0,1 0 1 0 0,0 0-1 0 0,-1 0 0 0 0,1 0 0 0 0,-1 0 1 0 0,1 0-1 0 0,-1 1 0 0 0,1-1 1 0 0,-2-1-1 0 0,-19 4 2224 0 0,18-2-2693 0 0,-8 2 697 0 0,6-1-282 0 0,1-1 1 0 0,-1 1 0 0 0,0 0 0 0 0,1 0 0 0 0,-1 1 0 0 0,1-1 0 0 0,0 1 0 0 0,0 0 0 0 0,-6 4 2081 0 0,10-6-2159 0 0,0 0 1 0 0,0 0 0 0 0,0 0 0 0 0,0 0-1 0 0,0-1 1 0 0,0 1 0 0 0,-1 0 0 0 0,1 0-1 0 0,0 0 1 0 0,0 0 0 0 0,0-1 0 0 0,0 1-1 0 0,0 0 1 0 0,0 0 0 0 0,0 0 0 0 0,0 0-1 0 0,0-1 1 0 0,0 1 0 0 0,0 0 0 0 0,0 0-1 0 0,0 0 1 0 0,0 0 0 0 0,0-1 0 0 0,0 1-1 0 0,0 0 1 0 0,0 0 0 0 0,0 0 0 0 0,0 0-1 0 0,0 0 1 0 0,1-1 0 0 0,-1 1 0 0 0,0 0 0 0 0,0 0-1 0 0,0 0 1 0 0,0 0 0 0 0,0 0 0 0 0,0-1-1 0 0,0 1 1 0 0,1 0 0 0 0,-1 0 0 0 0,0 0-1 0 0,0 0 1 0 0,0 0 0 0 0,0 0 0 0 0,0 0-1 0 0,1 0 1 0 0,-1 0 0 0 0,0 0 0 0 0,0 0-1 0 0,0 0 1 0 0,0-1 0 0 0,1 1 0 0 0,-1 0-1 0 0,0 0 1 0 0,0 0 0 0 0,0 0 0 0 0,0 0-1 0 0,1 1 1 0 0,-1-1 0 0 0,0 0 0 0 0,0 0-1 0 0,0 0 1 0 0,0 0 0 0 0,0 0 0 0 0,1 0-1 0 0,-1 0 1 0 0,0 0 0 0 0,0 0 0 0 0,0 0 0 0 0,401 3 1395 0 0,-199-1-1881 0 0,-6-1-3974 0 0,-192 0 316 0 0,-1 2 2592 0 0,-7 0-279 0 0,-4-1-2810 0 0,-42 3 786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04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1921 0 0,'0'0'4002'0'0,"-30"6"-2482"0"0,-1 13-239 0 0,1 14-241 0 0,30 6-639 0 0,0 16-721 0 0,0 11 720 0 0,0 3-160 0 0,0-6-160 0 0,0 14 160 0 0,0-8-80 0 0,0 2-160 0 0,0-1 0 0 0,30-20-80 0 0,1-18-880 0 0,-1-32-2882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05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0 2321 0 0,'-24'5'1722'0'0,"-20"4"2673"0"0,-88 6 0 0 0,101-19-2768 0 0,88 1 2160 0 0,-18-1-2072 0 0,43 2 0 0 0,-72 3-2111 0 0,0-1 0 0 0,0 1 0 0 0,0 1-1 0 0,0 0 1 0 0,0 0 0 0 0,0 1 0 0 0,-1 0-1 0 0,1 1 1 0 0,14 8 0 0 0,-17-7-532 0 0,0 1 0 0 0,0 0 0 0 0,0 0 0 0 0,-1 0 0 0 0,0 1 0 0 0,9 14-1 0 0,21 48-7248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05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47 1681 0 0,'0'0'3121'0'0,"-31"0"1841"0"0,31-8-2000 0 0,0 2-2002 0 0,31 1-319 0 0,-1-3-161 0 0,-30 2-160 0 0,60-7-240 0 0,-30 13-560 0 0,1 0-1361 0 0,-1 13-1281 0 0,30-7-479 0 0,-60 7 239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06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71 2001 0 0,'0'-7'2196'0'0,"-1"-23"1549"0"0,1 29-3641 0 0,0 0 0 0 0,0 0 0 0 0,0 1 0 0 0,0-1 1 0 0,0 0-1 0 0,0 0 0 0 0,0 0 0 0 0,1 0 0 0 0,-1 0 0 0 0,0 1 0 0 0,1-1 0 0 0,-1 0 0 0 0,0 0 0 0 0,1 0 0 0 0,-1 1 0 0 0,1-1 0 0 0,-1 0 0 0 0,1 0 0 0 0,-1 1 0 0 0,1-1 0 0 0,0 1 0 0 0,-1-1 0 0 0,1 0 0 0 0,0 1 0 0 0,0-1 1 0 0,0 0-1 0 0,41-4 509 0 0,52-1 1 0 0,-66 4-586 0 0,0 3 1 0 0,0 0 0 0 0,0 1-1 0 0,0 2 1 0 0,-1 1-1 0 0,47 15 1 0 0,-59-15 15 0 0,1 2 0 0 0,-1 0-1 0 0,-1 1 1 0 0,1 0 0 0 0,-1 1 0 0 0,13 11 0 0 0,-27-18-35 0 0,1 0-1 0 0,0 0 1 0 0,0 0 0 0 0,-1 0 0 0 0,0 1 0 0 0,1-1 0 0 0,-1 0 0 0 0,0 0 0 0 0,0 0 0 0 0,0 0-1 0 0,0 0 1 0 0,0 0 0 0 0,0 1 0 0 0,-1-1 0 0 0,1 0 0 0 0,-1 0 0 0 0,0 0 0 0 0,1 0 0 0 0,-1 0 0 0 0,0 0-1 0 0,0 0 1 0 0,0-1 0 0 0,0 1 0 0 0,-1 0 0 0 0,1 0 0 0 0,0-1 0 0 0,-1 1 0 0 0,-2 1 0 0 0,-3 8 40 0 0,-2 8 14 0 0,7-13-42 0 0,-1 1 1 0 0,0-1-1 0 0,0 0 1 0 0,-1 0-1 0 0,1 0 0 0 0,-2 0 1 0 0,1-1-1 0 0,0 0 0 0 0,-1 1 1 0 0,0-2-1 0 0,-10 9 1 0 0,-4 0-10 0 0,-17 18 2 0 0,28-23 5 0 0,0 0-1 0 0,0-1 1 0 0,0-1-1 0 0,-1 1 0 0 0,0-1 1 0 0,-1-1-1 0 0,1 1 1 0 0,-1-2-1 0 0,-15 6 1 0 0,-21 13 116 0 0,15-6-68 0 0,-1-1 0 0 0,-1-1 0 0 0,0-1-1 0 0,-1-2 1 0 0,0-2 0 0 0,-36 7-1 0 0,69-17-56 0 0,0 0 1 0 0,0 1-1 0 0,0-1 0 0 0,0 0 0 0 0,0 1 0 0 0,0-1 0 0 0,0 0 0 0 0,0 0 0 0 0,0 0 0 0 0,0 0 0 0 0,0 0 0 0 0,0 0 0 0 0,0 0 0 0 0,0 0 0 0 0,0 0 1 0 0,0 0-1 0 0,0-1 0 0 0,0 1 0 0 0,0 0 0 0 0,0-1 0 0 0,0 1 0 0 0,0-1 0 0 0,0 1 0 0 0,0-1 0 0 0,0 1 0 0 0,1-1 0 0 0,-1 0 0 0 0,0 1 0 0 0,0-1 1 0 0,1 0-1 0 0,-1 0 0 0 0,0 1 0 0 0,1-1 0 0 0,-1 0 0 0 0,1 0 0 0 0,-1 0 0 0 0,1 0 0 0 0,-1 0 0 0 0,1 0 0 0 0,0 0 0 0 0,-1 0 0 0 0,1 0 1 0 0,0 0-1 0 0,0 0 0 0 0,0 0 0 0 0,0 0 0 0 0,0 0 0 0 0,0-2 0 0 0,1 2-5 0 0,-1 0 0 0 0,1 0 0 0 0,0 0 0 0 0,0 1-1 0 0,0-1 1 0 0,0 0 0 0 0,0 0 0 0 0,0 0 0 0 0,0 1 0 0 0,1-1 0 0 0,-1 0 0 0 0,0 1 0 0 0,0-1 0 0 0,0 1-1 0 0,1 0 1 0 0,-1-1 0 0 0,0 1 0 0 0,0 0 0 0 0,1 0 0 0 0,1 0 0 0 0,32-6 119 0 0,-20 6-59 0 0,0 0 1 0 0,0 0-1 0 0,-1 2 1 0 0,1 0-1 0 0,0 0 1 0 0,-1 1-1 0 0,1 1 1 0 0,-1 1-1 0 0,0 0 1 0 0,17 9-1 0 0,9 7-55 0 0,67 48 0 0 0,-85-54-163 0 0,12 14-656 0 0,-31-26 460 0 0,0 0 1 0 0,0 0-1 0 0,0 0 0 0 0,1 0 1 0 0,0-1-1 0 0,-1 1 0 0 0,1-1 1 0 0,0 0-1 0 0,7 3 0 0 0,44 4-5387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06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90 2481 0 0,'0'0'86'0'0,"-1"-1"0"0"0,1 1 0 0 0,0 0 1 0 0,0-1-1 0 0,0 1 0 0 0,0-1 0 0 0,0 1 0 0 0,-1 0 0 0 0,1-1 0 0 0,0 1 0 0 0,0 0 0 0 0,0-1 0 0 0,-1 1 0 0 0,1 0 1 0 0,0-1-1 0 0,-1 1 0 0 0,1 0 0 0 0,0 0 0 0 0,-1-1 0 0 0,1 1 0 0 0,0 0 0 0 0,-1 0 0 0 0,1-1 0 0 0,-1 1 0 0 0,1 0 1 0 0,0 0-1 0 0,-1 0 0 0 0,1 0 0 0 0,-1 0 0 0 0,1 0 0 0 0,0 0 0 0 0,-1 0 0 0 0,1 0 0 0 0,-1 0 0 0 0,1 0 0 0 0,-1 0 1 0 0,1 0-1 0 0,0 0 0 0 0,-1 0 0 0 0,1 0 0 0 0,-1 1 0 0 0,-12-3 1440 0 0,9-7 2256 0 0,9 7-3061 0 0,79-17 177 0 0,63-17-783 0 0,-104 24-95 0 0,-31 9 1054 0 0,-16 6-1046 0 0,0-1 1 0 0,1 1-1 0 0,-1 0 0 0 0,0 0 1 0 0,1 0-1 0 0,0 0 0 0 0,0 1 1 0 0,0-1-1 0 0,0 1 0 0 0,0 0 1 0 0,1 0-1 0 0,0 0 0 0 0,0 0 1 0 0,0 0-1 0 0,0 0 0 0 0,0 1 0 0 0,1-1 1 0 0,-2 9-1 0 0,2-4 36 0 0,-1 0-1 0 0,1 0 1 0 0,0 1-1 0 0,1-1 1 0 0,0 0 0 0 0,1 0-1 0 0,0 1 1 0 0,0-1-1 0 0,4 13 1 0 0,15 27 43 0 0,20 131-27 0 0,-29-147-65 0 0,-8-26-6 0 0,0 0 0 0 0,-1 1 1 0 0,0-1-1 0 0,-1 1 0 0 0,1-1 1 0 0,-1 12-1 0 0,-1-9-120 0 0,3 32 200 0 0,-3-41-143 0 0,1 0 1 0 0,-1 0 0 0 0,0 0-1 0 0,1-1 1 0 0,-1 1-1 0 0,1 0 1 0 0,-1 0-1 0 0,1-1 1 0 0,0 1-1 0 0,-1 0 1 0 0,1 0-1 0 0,-1-1 1 0 0,1 1-1 0 0,0-1 1 0 0,0 1-1 0 0,-1-1 1 0 0,1 1-1 0 0,0-1 1 0 0,0 1 0 0 0,0-1-1 0 0,0 0 1 0 0,-1 1-1 0 0,1-1 1 0 0,0 0-1 0 0,0 0 1 0 0,0 0-1 0 0,0 0 1 0 0,0 1-1 0 0,0-1 1 0 0,0 0-1 0 0,0-1 1 0 0,0 1-1 0 0,0 0 1 0 0,-1 0-1 0 0,1 0 1 0 0,0-1-1 0 0,0 1 1 0 0,0 0 0 0 0,0-1-1 0 0,0 1 1 0 0,1-1-1 0 0,14-9-2192 0 0,-15 9 1796 0 0,0-1 0 0 0,0 1 0 0 0,0-1 0 0 0,0 1-1 0 0,0-1 1 0 0,-1 0 0 0 0,1 0 0 0 0,-1 1 0 0 0,1-1 0 0 0,-1 0 0 0 0,1 0 0 0 0,-1 0 0 0 0,0 1 0 0 0,0-1-1 0 0,0 0 1 0 0,0-3 0 0 0,0-9-2498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07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44 2561 0 0,'-30'0'2881'0'0,"30"6"-559"0"0,-30-6 399 0 0,30 8-2001 0 0,30-8-160 0 0,0 6-239 0 0,24-6-241 0 0,37-6-1441 0 0,-1-8-2001 0 0,1-5-319 0 0,0-6 639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07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0 3041 0 0,'-85'6'4883'0'0,"-5"1"-1762"0"0,60-1-800 0 0,60-6-2161 0 0,30 6 0 0 0,31 2 80 0 0,24 3 0 0 0,35 8-79 0 0,1-13-241 0 0,-60 2-401 0 0,-31-8-959 0 0,-29 0-1602 0 0,-1-8-479 0 0,-30 2 159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07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 4802 0 0,'-30'63'4082'0'0,"0"1"-2801"0"0,0 18-881 0 0,0 14 0 0 0,30-7 0 0 0,-31-12-160 0 0,62-27-80 0 0,-31-23-1040 0 0,30-16-3122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10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91 720 0 0,'-56'-19'5149'0'0,"-15"4"-2114"0"0,17 5-1227 0 0,53 9-1641 0 0,1 0 0 0 0,0 1 0 0 0,0-1 0 0 0,0 0 0 0 0,0 0 0 0 0,0 0 0 0 0,0 0 0 0 0,0 0 0 0 0,0 0 0 0 0,0 1 0 0 0,0-1 0 0 0,1 0 0 0 0,-1 0 0 0 0,0 0 0 0 0,1 0 0 0 0,-1 1 0 0 0,0-1 0 0 0,1 0 0 0 0,-1 0 0 0 0,1 1 0 0 0,-1-1 0 0 0,2 0 0 0 0,-1 0-175 0 0,1 1 5 0 0,-1 0 0 0 0,0 0 0 0 0,1 0 0 0 0,-1-1 0 0 0,0 1 0 0 0,0 0 0 0 0,0-1 1 0 0,1 1-1 0 0,-1-1 0 0 0,0 0 0 0 0,0 1 0 0 0,0-1 0 0 0,0 0 0 0 0,0 0 0 0 0,0 1 0 0 0,0-1 0 0 0,0 0 0 0 0,0 0 1 0 0,1-2-1 0 0,-2 3 0 0 0,1-1 1 0 0,-1 0 0 0 0,1 0 0 0 0,0 0-1 0 0,-1 0 1 0 0,1 1 0 0 0,0-1 0 0 0,0 0-1 0 0,0 1 1 0 0,-1-1 0 0 0,1 1 0 0 0,0-1 0 0 0,0 1-1 0 0,0-1 1 0 0,0 1 0 0 0,0 0 0 0 0,0-1-1 0 0,0 1 1 0 0,0 0 0 0 0,0 0 0 0 0,0-1-1 0 0,0 1 1 0 0,0 0 0 0 0,0 0 0 0 0,2 1-1 0 0,31-3-20 0 0,-32 2 25 0 0,29 0 29 0 0,0 2 0 0 0,57 9 0 0 0,-85-10-26 0 0,0 0 0 0 0,1 0 0 0 0,-1 1 1 0 0,0-1-1 0 0,0 1 0 0 0,0-1 0 0 0,-1 1 0 0 0,1 0 1 0 0,4 4-1 0 0,14 9 10 0 0,-19-14-13 0 0,0 0 0 0 0,0 0 0 0 0,0 0 0 0 0,0 0 1 0 0,0 1-1 0 0,-1-1 0 0 0,1 1 0 0 0,0-1 1 0 0,-1 1-1 0 0,1 0 0 0 0,-1-1 0 0 0,0 1 0 0 0,0 0 1 0 0,1 0-1 0 0,0 3 0 0 0,2 34 41 0 0,-4-30-41 0 0,-1-8-1 0 0,1 0 0 0 0,0 0 0 0 0,-1 0-1 0 0,1 0 1 0 0,0 0 0 0 0,-1-1 0 0 0,1 1 0 0 0,-1 0 0 0 0,1 0 0 0 0,-1 0 0 0 0,0-1 0 0 0,1 1 0 0 0,-1 0 0 0 0,0-1 0 0 0,0 1 0 0 0,1-1 0 0 0,-1 1 0 0 0,0-1 0 0 0,0 1-1 0 0,0-1 1 0 0,1 0 0 0 0,-1 1 0 0 0,-1-1 0 0 0,-31 11 53 0 0,17-6-24 0 0,-2 0 19 0 0,1-1 0 0 0,-2-1 1 0 0,1 0-1 0 0,-35 0 0 0 0,-43 3-81 0 0,186-23-48 0 0,161-15 66 0 0,-223 29-22 0 0,1 0-1 0 0,-1 2 0 0 0,33 2 1 0 0,-57-1 30 0 0,0 1 0 0 0,0-1 0 0 0,0 1 0 0 0,0 0 0 0 0,0 0 0 0 0,0 0-1 0 0,0 1 1 0 0,-1-1 0 0 0,1 1 0 0 0,0 0 0 0 0,-1 0 0 0 0,7 4 0 0 0,-9-4 7 0 0,0-1-1 0 0,0 0 0 0 0,-1 0 1 0 0,1 0-1 0 0,0 0 1 0 0,0 1-1 0 0,-1-1 0 0 0,1 0 1 0 0,-1 1-1 0 0,1-1 0 0 0,-1 0 1 0 0,1 1-1 0 0,-1-1 1 0 0,0 1-1 0 0,0-1 0 0 0,0 1 1 0 0,0-1-1 0 0,0 1 1 0 0,0-1-1 0 0,0 0 0 0 0,0 1 1 0 0,0-1-1 0 0,-1 3 1 0 0,-2 2 9 0 0,0 0 0 0 0,0-1 1 0 0,0 1-1 0 0,-1-1 1 0 0,0 0-1 0 0,0 0 1 0 0,0 0-1 0 0,0 0 1 0 0,-1 0-1 0 0,0-1 1 0 0,0 0-1 0 0,-7 5 0 0 0,-33 16 17 0 0,-1-2-1 0 0,-1-2 1 0 0,-73 22-1 0 0,117-42-25 0 0,-19 7 72 0 0,0-2 1 0 0,-27 6-1 0 0,43-11-329 0 0,1-1-1 0 0,0 1 1 0 0,0-1-1 0 0,-1 0 0 0 0,1 0 1 0 0,0 0-1 0 0,0-1 1 0 0,-1 0-1 0 0,1 0 1 0 0,0 0-1 0 0,0 0 0 0 0,0-1 1 0 0,0 0-1 0 0,-5-3 1 0 0,10 5 154 0 0,0 0 1 0 0,-1 0-1 0 0,1-1 0 0 0,0 1 1 0 0,-1 0-1 0 0,1-1 0 0 0,0 1 1 0 0,0 0-1 0 0,0-1 0 0 0,-1 1 1 0 0,1 0-1 0 0,0-1 1 0 0,0 1-1 0 0,0 0 0 0 0,0-1 1 0 0,-1 1-1 0 0,1-1 0 0 0,0 1 1 0 0,0 0-1 0 0,0-1 1 0 0,0 1-1 0 0,0-1 0 0 0,0 1 1 0 0,0 0-1 0 0,0-1 0 0 0,1 1 1 0 0,-1-1-1 0 0,0 1 0 0 0,0 0 1 0 0,0-1-1 0 0,0 1 1 0 0,0 0-1 0 0,1-1 0 0 0,-1 1 1 0 0,0 0-1 0 0,0-1 0 0 0,0 1 1 0 0,1 0-1 0 0,-1-1 0 0 0,0 1 1 0 0,1-1-1 0 0,24-27-5540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11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390 42 4562 0 0,'-257'26'6990'0'0,"250"-25"-6945"0"0,-1 1 1 0 0,1-1-1 0 0,0 1 0 0 0,0 1 0 0 0,0-1 1 0 0,0 1-1 0 0,0 1 0 0 0,1-1 1 0 0,0 1-1 0 0,-1 0 0 0 0,1 1 0 0 0,1-1 1 0 0,-10 10-1 0 0,12-11-30 0 0,0 0 0 0 0,0 0-1 0 0,1 0 1 0 0,-1 0 0 0 0,1 0 0 0 0,0 1-1 0 0,0-1 1 0 0,0 1 0 0 0,1 0 0 0 0,-1-1-1 0 0,1 1 1 0 0,0 0 0 0 0,0 0 0 0 0,0 0 0 0 0,0 0-1 0 0,1 0 1 0 0,-1 0 0 0 0,1 0 0 0 0,0 0-1 0 0,0 0 1 0 0,1 0 0 0 0,0 4 0 0 0,3 1-10 0 0,1 0 0 0 0,0 0 0 0 0,1-1 1 0 0,-1 0-1 0 0,1 0 0 0 0,1 0 0 0 0,0-1 1 0 0,0 0-1 0 0,16 12 0 0 0,-12-9 9 0 0,8 5 42 0 0,2 0 0 0 0,-1-2 0 0 0,2 0 0 0 0,0-1-1 0 0,0-1 1 0 0,1-2 0 0 0,1 0 0 0 0,-1-1-1 0 0,1-1 1 0 0,26 3 0 0 0,-15-4-3 0 0,0-1 1 0 0,0-2-1 0 0,0-2 0 0 0,0-1 1 0 0,0-2-1 0 0,42-7 1 0 0,-62 7-48 0 0,-1-2 0 0 0,1 0 0 0 0,-1-1 0 0 0,0 0 0 0 0,-1-1 1 0 0,0-1-1 0 0,1 0 0 0 0,-2-1 0 0 0,1 0 0 0 0,-1-1 1 0 0,-1 0-1 0 0,0-1 0 0 0,0-1 0 0 0,16-19 0 0 0,-22 24-5 0 0,-1 0 0 0 0,1-1 0 0 0,-1 0 0 0 0,-1 1 0 0 0,1-1 0 0 0,-1-1 0 0 0,-1 1 0 0 0,1 0 0 0 0,-1-1 0 0 0,0 1 0 0 0,-1-1 0 0 0,0 0 0 0 0,0 1 0 0 0,-1-1 0 0 0,0 0 0 0 0,0 0 0 0 0,-1 1 0 0 0,1-1 0 0 0,-2 0 0 0 0,1 1 0 0 0,-1-1 0 0 0,-1 1 0 0 0,1-1 0 0 0,-1 1 0 0 0,0 0 0 0 0,-1 0 0 0 0,-8-12 0 0 0,7 12-5 0 0,0 0 0 0 0,-1 0 0 0 0,-1 0 1 0 0,1 1-1 0 0,-1 0 0 0 0,0 0 0 0 0,0 1 1 0 0,-1 0-1 0 0,0 0 0 0 0,1 1 1 0 0,-2 0-1 0 0,-15-6 0 0 0,11 6-208 0 0,0 1 0 0 0,0 0-1 0 0,-1 0 1 0 0,1 2 0 0 0,-1-1 0 0 0,-26 2 0 0 0,32 1-208 0 0,1 0 1 0 0,-1 0-1 0 0,1 1 1 0 0,-1-1-1 0 0,1 2 1 0 0,0-1-1 0 0,0 1 1 0 0,-9 5 0 0 0,-70 43-6051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11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451 125 240 0 0,'-48'-8'4039'0'0,"-53"0"0"0"0,72 8-3291 0 0,1-2 0 0 0,-1-1 0 0 0,1-1-1 0 0,0-1 1 0 0,0-2 0 0 0,-39-14 0 0 0,12-9 1093 0 0,54 30-1808 0 0,1-1 0 0 0,-1 1 0 0 0,1 0 1 0 0,-1 0-1 0 0,1 0 0 0 0,-1-1 0 0 0,1 1 1 0 0,0 0-1 0 0,-1 0 0 0 0,1-1 0 0 0,-1 1 0 0 0,1 0 1 0 0,0-1-1 0 0,-1 1 0 0 0,1 0 0 0 0,0-1 1 0 0,0 1-1 0 0,-1-1 0 0 0,1 1 0 0 0,0-1 0 0 0,0 1 1 0 0,-1-1-1 0 0,1 1 0 0 0,0 0 0 0 0,0-1 1 0 0,0 1-1 0 0,0-1 0 0 0,0 1 0 0 0,0-1 0 0 0,0 1 1 0 0,0-1-1 0 0,0 1 0 0 0,0-1 0 0 0,0 1 1 0 0,0-1-1 0 0,0 1 0 0 0,0-1 0 0 0,1 1 1 0 0,-1-1-1 0 0,0 1 0 0 0,0-1 0 0 0,0 1 0 0 0,1-1 1 0 0,-1 1-1 0 0,0 0 0 0 0,1-1 0 0 0,-1 1 1 0 0,0 0-1 0 0,1-1 0 0 0,-1 1 0 0 0,0 0 0 0 0,1-1 1 0 0,-1 1-1 0 0,1 0 0 0 0,-1-1 0 0 0,0 1 1 0 0,1 0-1 0 0,-1 0 0 0 0,1 0 0 0 0,-1 0 0 0 0,1-1 1 0 0,29-9 1094 0 0,-21 9-992 0 0,-1 0 1 0 0,1 0-1 0 0,0 1 1 0 0,0 0-1 0 0,0 0 1 0 0,16 4-1 0 0,18 1 229 0 0,359 26 2343 0 0,326 31-827 0 0,-712-61-2053 0 0,66 3 157 0 0,-76-4-496 0 0,0-1 0 0 0,0 1 1 0 0,0-1-1 0 0,0 0 1 0 0,-1-1-1 0 0,8-2 0 0 0,-8-2-4866 0 0,-5 6 5120 0 0,0-1 0 0 0,0 1 1 0 0,0 0-1 0 0,0-1 0 0 0,-1 1 1 0 0,1-1-1 0 0,0 1 1 0 0,0 0-1 0 0,0-1 0 0 0,-1 1 1 0 0,1 0-1 0 0,0 0 1 0 0,-1-1-1 0 0,1 1 0 0 0,0 0 1 0 0,-1 0-1 0 0,1-1 0 0 0,0 1 1 0 0,-1 0-1 0 0,1 0 1 0 0,0 0-1 0 0,-1-1 0 0 0,1 1 1 0 0,-1 0-1 0 0,1 0 0 0 0,0 0 1 0 0,-1 0-1 0 0,1 0 1 0 0,-1 0-1 0 0,1 0 0 0 0,0 0 1 0 0,-1 0-1 0 0,-50-6-3825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12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175 282 1040 0 0,'-52'-18'5203'0'0,"49"18"-5040"0"0,1-1 0 0 0,0 0-1 0 0,0 0 1 0 0,-1 0-1 0 0,1 0 1 0 0,0 0 0 0 0,0 0-1 0 0,0-1 1 0 0,1 1-1 0 0,-1-1 1 0 0,0 1-1 0 0,0-1 1 0 0,1 0 0 0 0,-1 0-1 0 0,1 1 1 0 0,-1-1-1 0 0,1 0 1 0 0,0 0 0 0 0,0-1-1 0 0,-1-2 1 0 0,1-24 823 0 0,0 18-715 0 0,1 0 0 0 0,0 1 1 0 0,0-1-1 0 0,1 0 1 0 0,5-19-1 0 0,4 5 38 0 0,-7 21-251 0 0,-1-1-1 0 0,0 1 1 0 0,-1-1-1 0 0,1 0 1 0 0,-1 0 0 0 0,0 1-1 0 0,0-1 1 0 0,1-8-1 0 0,-2 12-50 0 0,0 0 0 0 0,0 0 0 0 0,0 0 0 0 0,0 0 0 0 0,0-1-1 0 0,0 1 1 0 0,1 0 0 0 0,-1 0 0 0 0,0 0 0 0 0,1 0 0 0 0,-1 0 0 0 0,1 0-1 0 0,-1 0 1 0 0,1 1 0 0 0,-1-1 0 0 0,1 0 0 0 0,0 0 0 0 0,-1 0-1 0 0,1 0 1 0 0,0 1 0 0 0,0-1 0 0 0,-1 0 0 0 0,1 1 0 0 0,0-1 0 0 0,0 1-1 0 0,0-1 1 0 0,0 1 0 0 0,0-1 0 0 0,1 0 0 0 0,-1 1 0 0 0,-1 0 1 0 0,1 0 0 0 0,0-1-1 0 0,-1 1 1 0 0,1 0 0 0 0,0-1-1 0 0,-1 1 1 0 0,1 0 0 0 0,0-1-1 0 0,-1 1 1 0 0,1-1-1 0 0,-1 1 1 0 0,1-1 0 0 0,-1 1-1 0 0,1-1 1 0 0,-1 0 0 0 0,1 1-1 0 0,-1-1 1 0 0,0 0 0 0 0,1 1-1 0 0,-1-1 1 0 0,0 0-1 0 0,0 1 1 0 0,1-1 0 0 0,-1 0-1 0 0,0 0 1 0 0,0 1 0 0 0,0-2-1 0 0,-25 17 313 0 0,10 28-240 0 0,3-20-53 0 0,2-4 6 0 0,1 0 1 0 0,0 1-1 0 0,-7 26 0 0 0,-1 9 31 0 0,10-37-92 0 0,1 1-1 0 0,1-1 1 0 0,0 1 0 0 0,1 1-1 0 0,-1 28 1 0 0,5-47 6 0 0,1 0 0 0 0,-1 0 0 0 0,0 0 0 0 0,1 0 0 0 0,-1 0 0 0 0,1 0 0 0 0,-1 0 0 0 0,1 0 0 0 0,-1 0 0 0 0,1 0 0 0 0,0 0 0 0 0,0 0 0 0 0,-1-1 0 0 0,1 1 0 0 0,0 0 0 0 0,0 0 0 0 0,0-1 1 0 0,0 1-1 0 0,0 0 0 0 0,0-1 0 0 0,0 1 0 0 0,0-1 0 0 0,0 0 0 0 0,0 1 0 0 0,0-1 0 0 0,0 0 0 0 0,0 1 0 0 0,0-1 0 0 0,0 0 0 0 0,0 0 0 0 0,1 0 0 0 0,-1 0 0 0 0,0 0 0 0 0,0 0 0 0 0,0 0 0 0 0,2-1 0 0 0,45-5-974 0 0,-44 5 857 0 0,24-7-1884 0 0,0-1-1 0 0,37-17 0 0 0,-35 13-15 0 0,0 0-122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12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15 560 0 0,'-21'-7'1688'0'0,"18"6"-1310"0"0,0 0 0 0 0,0-1 0 0 0,0 2 1 0 0,-1-1-1 0 0,1 0 0 0 0,0 1 0 0 0,-1-1 0 0 0,1 1 0 0 0,-1 0 0 0 0,1 0 0 0 0,0 0 0 0 0,-7 2 0 0 0,1-1-181 0 0,1 0 0 0 0,0 1 0 0 0,0 0 0 0 0,-1 0 0 0 0,2 1 0 0 0,-1 0 0 0 0,0 1 0 0 0,1 0 0 0 0,-1 0 0 0 0,1 0 0 0 0,0 1 0 0 0,-10 9 0 0 0,0 2 131 0 0,-33 35 278 0 0,47-47-576 0 0,0-1-1 0 0,1 1 1 0 0,0 0 0 0 0,0-1-1 0 0,0 1 1 0 0,0 0-1 0 0,0 0 1 0 0,1 1-1 0 0,0-1 1 0 0,0 0-1 0 0,0 0 1 0 0,0 1-1 0 0,0 4 1 0 0,1-3-3 0 0,0 0 1 0 0,0 0 0 0 0,1 0-1 0 0,-1 0 1 0 0,1 0-1 0 0,0 0 1 0 0,1 0 0 0 0,0 0-1 0 0,0-1 1 0 0,0 1-1 0 0,0 0 1 0 0,1-1 0 0 0,0 0-1 0 0,0 1 1 0 0,1-1-1 0 0,-1-1 1 0 0,1 1 0 0 0,0 0-1 0 0,0-1 1 0 0,1 0-1 0 0,-1 0 1 0 0,1 0 0 0 0,0-1-1 0 0,0 1 1 0 0,0-1-1 0 0,1 0 1 0 0,-1-1 0 0 0,10 4-1 0 0,-2-2 1 0 0,0 0-1 0 0,0-2 0 0 0,0 1 1 0 0,0-2-1 0 0,1 0 1 0 0,-1 0-1 0 0,1-1 1 0 0,-1-1-1 0 0,0 0 1 0 0,1-1-1 0 0,-1 0 1 0 0,0-1-1 0 0,0-1 1 0 0,0 0-1 0 0,-1 0 1 0 0,14-8-1 0 0,-21 9 27 0 0,-1 0 0 0 0,0-1-1 0 0,0 1 1 0 0,0-1 0 0 0,-1 0 0 0 0,1 0 0 0 0,-1 0-1 0 0,0 0 1 0 0,0-1 0 0 0,3-5 0 0 0,12-17 221 0 0,-15 23-239 0 0,0 1 1 0 0,0 0-1 0 0,-1-1 0 0 0,1 1 0 0 0,-1-1 1 0 0,0 0-1 0 0,0 0 0 0 0,0 0 1 0 0,0 0-1 0 0,0 0 0 0 0,-1 0 0 0 0,0 0 1 0 0,0-1-1 0 0,0 1 0 0 0,-1 0 1 0 0,1-1-1 0 0,-1 1 0 0 0,0 0 0 0 0,0-1 1 0 0,-1 1-1 0 0,1 0 0 0 0,-1-1 1 0 0,0 1-1 0 0,-2-6 0 0 0,-1 4-101 0 0,1 1-1 0 0,-1 0 1 0 0,0 0 0 0 0,-1 0-1 0 0,1 0 1 0 0,-1 1 0 0 0,0 0-1 0 0,-7-5 1 0 0,9 7-290 0 0,1 0-1 0 0,-1 1 1 0 0,0-1 0 0 0,0 1 0 0 0,0-1 0 0 0,0 1-1 0 0,-1 0 1 0 0,1 0 0 0 0,0 0 0 0 0,-7 0 0 0 0,15 13-5475 0 0,21-1 2922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13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1 160 0 0,'-37'5'2983'0'0,"-41"1"-1"0"0,51-6-1945 0 0,0 2-1 0 0,0 1 1 0 0,-49 13-1 0 0,73-16-1000 0 0,0 1 0 0 0,0 0 0 0 0,0 0 0 0 0,0 0 1 0 0,0 1-1 0 0,0-1 0 0 0,0 1 0 0 0,0-1 0 0 0,1 1 0 0 0,-1 0 0 0 0,1 0 0 0 0,-1 0 0 0 0,1 0 0 0 0,0 1 0 0 0,0-1 0 0 0,0 0 0 0 0,0 1 0 0 0,0 0 0 0 0,0-1 0 0 0,1 1 0 0 0,0 0 0 0 0,-1 0 0 0 0,1 0 0 0 0,0 0 0 0 0,-1 5 0 0 0,2-3-17 0 0,0 0-1 0 0,1 0 1 0 0,-1 1-1 0 0,1-1 1 0 0,0 0-1 0 0,0 0 0 0 0,1 0 1 0 0,0 0-1 0 0,0 0 1 0 0,0 0-1 0 0,0-1 1 0 0,1 1-1 0 0,-1-1 1 0 0,8 9-1 0 0,14 21 193 0 0,29 36 52 0 0,-48-65-248 0 0,1 0 0 0 0,-1 0 1 0 0,1 0-1 0 0,0-1 0 0 0,0 0 1 0 0,0 0-1 0 0,1-1 1 0 0,0 1-1 0 0,13 3 0 0 0,-7-3 12 0 0,57 14 296 0 0,-66-17-274 0 0,0 0 1 0 0,0-1-1 0 0,0 0 1 0 0,0 0 0 0 0,0 0-1 0 0,0 0 1 0 0,0-1 0 0 0,0 1-1 0 0,0-1 1 0 0,0 0 0 0 0,0 0-1 0 0,-1-1 1 0 0,1 1-1 0 0,3-3 1 0 0,-5 2-2 0 0,-1-1 1 0 0,0 0-1 0 0,0 0 1 0 0,0 0-1 0 0,0-1 1 0 0,0 1-1 0 0,-1 0 1 0 0,0 0-1 0 0,1 0 1 0 0,-1 0-1 0 0,0-1 1 0 0,0 1-1 0 0,-1 0 0 0 0,-1-6 1 0 0,2-7 91 0 0,-1-4-306 0 0,-1 1 0 0 0,-1-1-1 0 0,-1 1 1 0 0,0 0 0 0 0,-1 0 0 0 0,-1 1 0 0 0,-1 0-1 0 0,-14-27 1 0 0,18 37-85 0 0,-2-17-3233 0 0,5 19 885 0 0,0 0-1163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13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7 5042 0 0,'-121'6'6016'0'0,"229"-13"-5108"0"0,-71 3-608 0 0,59 3 0 0 0,-55 3-314 0 0,-1 3 1 0 0,0 1 0 0 0,75 23-1 0 0,-109-27-457 0 0,-1-1 0 0 0,1 1 0 0 0,0-1 0 0 0,0-1 0 0 0,0 1 0 0 0,0-1 1 0 0,-1 0-1 0 0,1 0 0 0 0,0 0 0 0 0,0-1 0 0 0,0 0 0 0 0,9-3 0 0 0,-10-3-2424 0 0,-5-4 200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14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0 2321 0 0,'-30'25'3842'0'0,"-31"27"80"0"0,31 17-2482 0 0,0 8-1360 0 0,30 0-160 0 0,-30 12 480 0 0,0-13 161 0 0,30-6-321 0 0,-31-18-240 0 0,31-8 80 0 0,0-14-320 0 0,0-16-1681 0 0,31-14-2961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33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4759 5 880 0 0,'-13'-2'1355'0'0,"0"1"-1"0"0,0 0 1 0 0,0 1-1 0 0,-17 2 0 0 0,-11 3-72 0 0,-41 12 0 0 0,50-10-880 0 0,9 0-279 0 0,-1 0 0 0 0,1 2 0 0 0,1 0 0 0 0,-41 24 0 0 0,32-16-71 0 0,2 0 59 0 0,-34 27 0 0 0,4-3 67 0 0,-10 10 113 0 0,48-34-127 0 0,0-1 0 0 0,-1-1 0 0 0,-25 12 0 0 0,38-23-132 0 0,-43 23 294 0 0,-1-3-1 0 0,-1-2 1 0 0,-70 18-1 0 0,53-21 37 0 0,49-13-122 0 0,-1 0 0 0 0,1-1-1 0 0,-26 1 1 0 0,-615 58 5616 0 0,-20 7-1961 0 0,578-61-3611 0 0,-1-4-1 0 0,1-5 1 0 0,-152-17-1 0 0,86-4-66 0 0,21 4 295 0 0,-182-43 0 0 0,201 35-676 0 0,46 10 208 0 0,65 13-58 0 0,14-3-53 0 0,7 4 66 0 0,-1 0 0 0 0,0 0-1 0 0,0 0 1 0 0,0-1 0 0 0,0 1 0 0 0,0 0-1 0 0,0 0 1 0 0,0 0 0 0 0,0 0 0 0 0,0-1-1 0 0,0 1 1 0 0,0 0 0 0 0,0 0-1 0 0,0 0 1 0 0,0 0 0 0 0,0-1 0 0 0,-1 1-1 0 0,1 0 1 0 0,0 0 0 0 0,0 0-1 0 0,0 0 1 0 0,0-1 0 0 0,0 1 0 0 0,0 0-1 0 0,0 0 1 0 0,0 0 0 0 0,-1 0-1 0 0,1 0 1 0 0,0 0 0 0 0,0-1 0 0 0,0 1-1 0 0,0 0 1 0 0,0 0 0 0 0,-1 0-1 0 0,1 0 1 0 0,0 0 0 0 0,0 0 0 0 0,0 0-1 0 0,0 0 1 0 0,0 0 0 0 0,-1 0 0 0 0,1 0-1 0 0,0 0 1 0 0,0 0 0 0 0,0 0-1 0 0,-1 0 1 0 0,1 0 0 0 0,0 0 0 0 0,0 0-1 0 0,0 0 1 0 0,-1 0 0 0 0,-14-3 18 0 0,-146-23 32 0 0,71 11 112 0 0,-30-4-68 0 0,106 16-83 0 0,1-1-1 0 0,-1 0 1 0 0,-14-6 0 0 0,17 6-9 0 0,-3-2 14 0 0,1 0-1 0 0,0-1 1 0 0,1-1-1 0 0,-1 0 1 0 0,1 0 0 0 0,1-1-1 0 0,0-1 1 0 0,-17-17-1 0 0,-32-27 55 0 0,54 49-41 0 0,4 3-109 0 0,-1 0 0 0 0,1 0 0 0 0,0 0 0 0 0,-1 1 0 0 0,0-1 0 0 0,1 0 0 0 0,-1 1 0 0 0,0 0 1 0 0,0-1-1 0 0,1 1 0 0 0,-1 0 0 0 0,0 1 0 0 0,0-1 0 0 0,0 0 0 0 0,-6 0 0 0 0,9 1 40 0 0,0 0-1 0 0,1 0 1 0 0,-1 1 0 0 0,0-1 0 0 0,0 0 0 0 0,0 0 0 0 0,0 0-1 0 0,1 0 1 0 0,-1 0 0 0 0,0 0 0 0 0,0 0 0 0 0,0 0 0 0 0,0 0 0 0 0,0 0-1 0 0,1 0 1 0 0,-1 1 0 0 0,0-1 0 0 0,0 0 0 0 0,0 0 0 0 0,0 0-1 0 0,0 0 1 0 0,0 0 0 0 0,0 1 0 0 0,1-1 0 0 0,-1 0 0 0 0,0 0-1 0 0,0 0 1 0 0,0 0 0 0 0,0 0 0 0 0,0 1 0 0 0,0-1 0 0 0,0 0-1 0 0,0 0 1 0 0,0 0 0 0 0,0 1 0 0 0,0-1 0 0 0,0 0 0 0 0,0 0-1 0 0,0 0 1 0 0,0 0 0 0 0,0 1 0 0 0,0-1 0 0 0,0 0 0 0 0,0 0 0 0 0,0 0-1 0 0,-1 0 1 0 0,1 1 0 0 0,0-1 0 0 0,0 0 0 0 0,0 0 0 0 0,0 0-1 0 0,0 0 1 0 0,0 0 0 0 0,0 0 0 0 0,-1 1 0 0 0,1-1 0 0 0,0 0-1 0 0,0 0 1 0 0,0 0 0 0 0,0 0 0 0 0,0 0 0 0 0,-1 0 0 0 0,1 0-1 0 0,0 0 1 0 0,0 0 0 0 0,0 0 0 0 0,0 0 0 0 0,-1 0 0 0 0,1 0-1 0 0,50 36-6120 0 0,106 58-5150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35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8622 1 1761 0 0,'-142'84'3797'0'0,"95"-53"-2927"0"0,-90 44-1 0 0,-4-22 133 0 0,-282 66 1 0 0,409-116-954 0 0,-63 20 579 0 0,-80 36 0 0 0,-52 16 117 0 0,-27-5-265 0 0,183-50-327 0 0,-54 29 0 0 0,68-29-55 0 0,-2-2 0 0 0,-50 15 0 0 0,-45 6 16 0 0,-116 30 226 0 0,-43 8 207 0 0,-37 11-134 0 0,221-61-150 0 0,28-5 374 0 0,0-4 0 0 0,-127 11 1 0 0,51-20 39 0 0,-461 46 1580 0 0,354-26-1794 0 0,-279-6-1 0 0,160-12-93 0 0,254-3-210 0 0,-95 3 2 0 0,-53-3 106 0 0,-70-1-133 0 0,-223-10-214 0 0,250-8 80 0 0,55 8-12 0 0,-245-15 24 0 0,219-21 13 0 0,237 28-42 0 0,1-2-1 0 0,-99-36 1 0 0,154 49-44 0 0,-1 0 1 0 0,0 0-1 0 0,1 0 1 0 0,-1 0-1 0 0,0-1 1 0 0,0 1-1 0 0,1 0 1 0 0,-1 0-1 0 0,0-1 1 0 0,1 1-1 0 0,-1 0 1 0 0,1-1-1 0 0,-1 1 1 0 0,1-1-1 0 0,-1 1 1 0 0,0-1-1 0 0,1 1 1 0 0,0-1-1 0 0,-1 1 1 0 0,1-1-1 0 0,-1 1 1 0 0,1-1-1 0 0,0 0 1 0 0,-1 1-1 0 0,1-1 1 0 0,0 0-1 0 0,-1 0 1 0 0,1 1-83 0 0,0 1-1 0 0,0 0 1 0 0,0-1 0 0 0,1 1 0 0 0,-1-1 0 0 0,0 1-1 0 0,0-1 1 0 0,0 1 0 0 0,1-1 0 0 0,-1 1 0 0 0,0-1 0 0 0,0 1-1 0 0,1-1 1 0 0,-1 1 0 0 0,0-1 0 0 0,1 0 0 0 0,-1 1-1 0 0,0-1 1 0 0,1 0 0 0 0,-1 1 0 0 0,1-1 0 0 0,-1 0-1 0 0,1 1 1 0 0,-1-1 0 0 0,1 0 0 0 0,-1 0 0 0 0,1 1 0 0 0,-1-1-1 0 0,2 0 1 0 0,26 5-2155 0 0,-27-5 2142 0 0,114 8-3406 0 0,147 9-1853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52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 1681 0 0,'-5'0'2054'0'0,"-5"0"-1808"0"0,-19 0 5157 0 0,26 5-2970 0 0,16 3-2245 0 0,-4 4 266 0 0,21-7-306 0 0,1-2 0 0 0,-1-1-1 0 0,52-3 1 0 0,-23-1-72 0 0,115 1 20 0 0,98 1 61 0 0,-220 0-379 0 0,22 2-260 0 0,-70-2 176 0 0,0 1 0 0 0,0 0 0 0 0,-1 0 0 0 0,1 0 0 0 0,0 0 0 0 0,0 0 0 0 0,-1 1 0 0 0,1 0 0 0 0,-1-1 0 0 0,0 1 0 0 0,1 1 0 0 0,-1-1 0 0 0,5 5 0 0 0,-3 12-4163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52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211 110 320 0 0,'-30'-13'2081'0'0,"0"1"-320"0"0,0 4-240 0 0,0 3-321 0 0,-1-1-239 0 0,1 6-161 0 0,30-8 0 0 0,-30 8-239 0 0,30-6-1 0 0,0 1-80 0 0,30-3-80 0 0,0 2 0 0 0,61-7 1 0 0,60 1-1 0 0,30 5-240 0 0,54 26-1521 0 0,-53 0-3041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53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58 145 3201 0 0,'-56'-43'4016'0'0,"56"43"-3996"0"0,0-1 0 0 0,0 0 0 0 0,-1 0 0 0 0,1 1 0 0 0,0-1 0 0 0,0 0 1 0 0,0 0-1 0 0,0 0 0 0 0,0 1 0 0 0,0-1 0 0 0,0 0 0 0 0,0 0 0 0 0,0 1 1 0 0,0-1-1 0 0,1 0 0 0 0,-1 0 0 0 0,0 1 0 0 0,1-1 0 0 0,-1 0 0 0 0,0 1 1 0 0,1-1-1 0 0,-1 0 0 0 0,1 1 0 0 0,-1-1 0 0 0,1 0 0 0 0,-1 1 0 0 0,1-1 1 0 0,-1 1-1 0 0,1-1 0 0 0,-1 1 0 0 0,1 0 0 0 0,0-1 0 0 0,-1 1 0 0 0,1-1 1 0 0,0 1-1 0 0,-1 0 0 0 0,1 0 0 0 0,0-1 0 0 0,0 1 0 0 0,-1 0 0 0 0,3 0 1 0 0,1-3 66 0 0,1-11 56 0 0,-6 13-133 0 0,1 0 0 0 0,0 0-1 0 0,0 0 1 0 0,0 0-1 0 0,1 0 1 0 0,-1 1-1 0 0,0-1 1 0 0,0 0-1 0 0,0 0 1 0 0,0 0-1 0 0,1 0 1 0 0,-1 1-1 0 0,1-1 1 0 0,-1 0-1 0 0,0 0 1 0 0,1 1-1 0 0,-1-1 1 0 0,1 0-1 0 0,0 0 1 0 0,8-5 53 0 0,0 1 0 0 0,0 0 0 0 0,1 1 0 0 0,-1 0 0 0 0,1 0 0 0 0,0 1 1 0 0,0 0-1 0 0,0 1 0 0 0,0 0 0 0 0,18 0 0 0 0,14-2 70 0 0,59 4 0 0 0,-75 1-104 0 0,0 0 0 0 0,0 2 0 0 0,0 0 0 0 0,-1 2 0 0 0,46 15 0 0 0,-62-16-15 0 0,0 1 0 0 0,0 0 0 0 0,-1 1 1 0 0,1 0-1 0 0,-2 0 0 0 0,1 1 0 0 0,8 9 0 0 0,5 4 6 0 0,-13-13-14 0 0,31 33 0 0 0,-38-38-5 0 0,1 0 0 0 0,-1 0-1 0 0,0 0 1 0 0,0 0 0 0 0,0 0-1 0 0,0 0 1 0 0,0 1 0 0 0,-1-1-1 0 0,1 0 1 0 0,0 0 0 0 0,-1 1-1 0 0,0-1 1 0 0,0 0 0 0 0,1 1-1 0 0,-1-1 1 0 0,-1 0 0 0 0,1 1-1 0 0,0-1 1 0 0,-1 0 0 0 0,1 1-1 0 0,-2 2 1 0 0,-4 6 9 0 0,0 0 0 0 0,-1 0 0 0 0,-1-1 0 0 0,0 0 0 0 0,0-1 0 0 0,-16 14 0 0 0,6-4 0 0 0,11-12 2 0 0,-1 0 0 0 0,1-1 0 0 0,-1 0 0 0 0,0-1 0 0 0,0 0 0 0 0,-1 0 0 0 0,0 0 1 0 0,0-1-1 0 0,0-1 0 0 0,0 1 0 0 0,-12 1 0 0 0,-10 1 10 0 0,1-1 0 0 0,-39 0-1 0 0,15-1 9 0 0,-40-1 49 0 0,86-4-63 0 0,0 1 0 0 0,0-1 1 0 0,1 0-1 0 0,-1-1 1 0 0,0 0-1 0 0,0 0 1 0 0,1-1-1 0 0,-13-6 1 0 0,19 6 125 0 0,9 1-115 0 0,10 0-36 0 0,26 4 148 0 0,1 2 0 0 0,-1 2 1 0 0,0 1-1 0 0,-1 3 0 0 0,0 1 1 0 0,0 2-1 0 0,-1 2 0 0 0,77 40 1 0 0,-119-55-140 0 0,9 5 17 0 0,-1 0 0 0 0,1-1-1 0 0,0 0 1 0 0,16 4 0 0 0,-23-8-74 0 0,1 0 0 0 0,-1 1 0 0 0,0-2 0 0 0,1 1 1 0 0,-1 0-1 0 0,0 0 0 0 0,1-1 0 0 0,-1 1 0 0 0,0-1 0 0 0,0 0 0 0 0,0 1 0 0 0,1-1 0 0 0,-1 0 0 0 0,0 0 0 0 0,0-1 1 0 0,0 1-1 0 0,0 0 0 0 0,-1-1 0 0 0,4-2 0 0 0,13-7-708 0 0,-13 8 413 0 0,0 0 0 0 0,0-1 0 0 0,-1 1 0 0 0,1-1 0 0 0,-1 0 1 0 0,5-4-1 0 0,21-35-3263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54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2161 0 0,'1'-5'3686'0'0,"3"5"-942"0"0,8 2-2644 0 0,-1 1 1 0 0,0-1 0 0 0,-1 2 0 0 0,1 0 0 0 0,17 8 0 0 0,-24-10-94 0 0,0 1 0 0 0,0 0 0 0 0,0 0 0 0 0,-1 0 1 0 0,1 0-1 0 0,-1 1 0 0 0,0-1 0 0 0,0 1 0 0 0,0 0 0 0 0,-1 0 0 0 0,1 0 0 0 0,-1 0 1 0 0,0 0-1 0 0,0 1 0 0 0,0-1 0 0 0,0 0 0 0 0,0 7 0 0 0,3 19 168 0 0,-2 1 0 0 0,-1 0-1 0 0,-1 1 1 0 0,-4 35 0 0 0,0 13 32 0 0,4-46-131 0 0,0-13-5 0 0,-1-1 0 0 0,-1 0 0 0 0,-5 30 0 0 0,-3-13 96 0 0,5-24-118 0 0,0 1 0 0 0,1-1 1 0 0,1 1-1 0 0,-1 21 0 0 0,3 46-689 0 0,0-84 413 0 0,0 0 0 0 0,1 0 0 0 0,-1 0-1 0 0,1 0 1 0 0,0 0 0 0 0,0 1 0 0 0,0-1 0 0 0,0 0-1 0 0,0 0 1 0 0,0 1 0 0 0,1-1 0 0 0,2-3 0 0 0,7-15-1422 0 0,-6-23-2206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54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63 6323 0 0,'-91'31'3602'0'0,"61"-17"-2482"0"0,60-20-1040 0 0,1 6 0 0 0,29 0 80 0 0,31 0 160 0 0,60-14-160 0 0,-7 1-480 0 0,7-12-1601 0 0,0-25-4401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36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75 4802 0 0,'-34'0'826'0'0,"-139"6"2030"0"0,133-3-2055 0 0,39-3-734 0 0,0 0 0 0 0,0 1-1 0 0,0-1 1 0 0,0 0 0 0 0,0 0-1 0 0,0 0 1 0 0,0 0 0 0 0,0 0-1 0 0,0 0 1 0 0,0-1 0 0 0,0 1-1 0 0,0 0 1 0 0,0 0-1 0 0,0-1 1 0 0,0 1 0 0 0,0-1-1 0 0,1 1 1 0 0,-1 0 0 0 0,0-1-1 0 0,0 0 1 0 0,0 1 0 0 0,0-1-1 0 0,1 0 1 0 0,-1 1 0 0 0,0-1-1 0 0,0-1 681 0 0,6 2-493 0 0,12 0-47 0 0,453-10 1880 0 0,-387 4-2008 0 0,267-22-2719 0 0,-339 27 1367 0 0,1-1 0 0 0,-1 0 0 0 0,1-1 0 0 0,-1 0 0 0 0,0-1 0 0 0,11-5 0 0 0,-17 2-1488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37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0 2161 0 0,'-30'0'2001'0'0,"0"12"240"0"0,0 26-240 0 0,-1 20-801 0 0,31 11-879 0 0,31 8-241 0 0,-31 19 160 0 0,0-2 160 0 0,30 8 0 0 0,-30-19-240 0 0,0-12 0 0 0,-30-27 320 0 0,60-13-480 0 0,-30-23-1760 0 0,0-22-2722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37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1 320 0 0,'-5'1'739'0'0,"-14"3"-72"0"0,14 0 798 0 0,4 0 333 0 0,-4-4-771 0 0,-106 12 2455 0 0,106-12-1975 0 0,10 0-1520 0 0,94 8 172 0 0,54 25 406 0 0,13 2-115 0 0,-119-28-357 0 0,57 0 0 0 0,-82-11-290 0 0,-21 4 114 0 0,-1 0 0 0 0,0-1 0 0 0,1 1 0 0 0,-1 0 0 0 0,0 0 0 0 0,1-1 1 0 0,-1 1-1 0 0,0 0 0 0 0,1-1 0 0 0,-1 1 0 0 0,0 0 0 0 0,0-1 0 0 0,1 1 0 0 0,-1-1 0 0 0,0 1 0 0 0,0 0 0 0 0,0-1 0 0 0,1 1 1 0 0,-1-1-1 0 0,0 1 0 0 0,0 0 0 0 0,0-1 0 0 0,0 1 0 0 0,0-1 0 0 0,0 1 0 0 0,0-1 0 0 0,0 0 0 0 0,-1-1-219 0 0,0 0 0 0 0,-1-1 0 0 0,1 1-1 0 0,0 0 1 0 0,-1 0 0 0 0,0 0 0 0 0,1 1-1 0 0,-1-1 1 0 0,0 0 0 0 0,0 1 0 0 0,0-1 0 0 0,0 1-1 0 0,0-1 1 0 0,0 1 0 0 0,0 0 0 0 0,-4-1-1 0 0,-49-24-3031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38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45 2561 0 0,'-1'-2'126'0'0,"1"1"0"0"0,-1 0 0 0 0,1 0 0 0 0,-1 0-1 0 0,0 0 1 0 0,1 0 0 0 0,-1 0 0 0 0,0 0 0 0 0,0 0 0 0 0,0 0 0 0 0,0 1-1 0 0,0-1 1 0 0,0 0 0 0 0,0 0 0 0 0,0 1 0 0 0,0-1 0 0 0,0 1 0 0 0,0-1-1 0 0,-1 1 1 0 0,1-1 0 0 0,0 1 0 0 0,0 0 0 0 0,0-1 0 0 0,-1 1-1 0 0,1 0 1 0 0,0 0 0 0 0,0 0 0 0 0,-2 0 0 0 0,1 0-39 0 0,1-1 0 0 0,0 1 0 0 0,-1 0 0 0 0,1 0 0 0 0,0 0 0 0 0,-1-1 0 0 0,1 2-1 0 0,-1-1 1 0 0,1 0 0 0 0,0 0 0 0 0,-1 0 0 0 0,1 0 0 0 0,0 1 0 0 0,-1-1 0 0 0,1 1 0 0 0,0-1 0 0 0,0 1 0 0 0,-1-1 0 0 0,1 1 0 0 0,0 0 0 0 0,-2 1 0 0 0,3-1 420 0 0,0-1-498 0 0,0 0 1 0 0,0 0-1 0 0,0 0 1 0 0,0-1-1 0 0,0 1 1 0 0,0 0 0 0 0,0 0-1 0 0,-1 0 1 0 0,1 0-1 0 0,0-1 1 0 0,0 1-1 0 0,0 0 1 0 0,0 0-1 0 0,0 0 1 0 0,0 0 0 0 0,0-1-1 0 0,0 1 1 0 0,0 0-1 0 0,0 0 1 0 0,0 0-1 0 0,0 0 1 0 0,0-1-1 0 0,0 1 1 0 0,0 0 0 0 0,0 0-1 0 0,0 0 1 0 0,0 0-1 0 0,0-1 1 0 0,1 1-1 0 0,-1 0 1 0 0,0 0-1 0 0,0 0 1 0 0,0 0 0 0 0,0-1-1 0 0,0 1 1 0 0,0 0-1 0 0,0 0 1 0 0,1 0-1 0 0,-1 0 1 0 0,0 0-1 0 0,0 0 1 0 0,0 0 0 0 0,0-1-1 0 0,0 1 1 0 0,1 0-1 0 0,-1 0 1 0 0,0 0-1 0 0,0 0 1 0 0,0 0-1 0 0,0 0 1 0 0,1 0 0 0 0,-1 0-1 0 0,0 0 1 0 0,0 0-1 0 0,0 0 1 0 0,1 0-1 0 0,-1 0 1 0 0,0 0-1 0 0,0 0 1 0 0,0 0 0 0 0,0 0-1 0 0,1 0 1 0 0,-1 0-1 0 0,0 0 1 0 0,0 0-1 0 0,0 1 1 0 0,51-11 105 0 0,-1 2-1 0 0,1 3 1 0 0,0 1 0 0 0,67 5 0 0 0,-108 0-119 0 0,0-1 12 0 0,1 1 0 0 0,0 0 1 0 0,-1 0-1 0 0,12 4 0 0 0,-20-5-2 0 0,0 1-1 0 0,-1-1 1 0 0,1 1-1 0 0,0 0 0 0 0,0-1 1 0 0,0 1-1 0 0,-1 0 1 0 0,1 0-1 0 0,0 0 0 0 0,-1 0 1 0 0,1 1-1 0 0,-1-1 1 0 0,1 0-1 0 0,-1 1 1 0 0,1-1-1 0 0,-1 1 0 0 0,0-1 1 0 0,0 1-1 0 0,0 0 1 0 0,0 0-1 0 0,0-1 0 0 0,0 1 1 0 0,-1 0-1 0 0,1 0 1 0 0,0 0-1 0 0,-1 0 0 0 0,0 0 1 0 0,1 0-1 0 0,-1 2 1 0 0,-1 7 31 0 0,-1 0 0 0 0,0 0 0 0 0,-1 0 0 0 0,0-1 1 0 0,-1 1-1 0 0,0-1 0 0 0,0 0 0 0 0,-1 0 0 0 0,0-1 1 0 0,-1 1-1 0 0,0-1 0 0 0,-1 0 0 0 0,0-1 1 0 0,0 1-1 0 0,-1-1 0 0 0,0-1 0 0 0,0 0 0 0 0,-13 8 1 0 0,-2-1 63 0 0,8-4 4 0 0,-1-1-1 0 0,0-1 1 0 0,-29 11 0 0 0,45-19-109 0 0,0 0 0 0 0,0 0 0 0 0,0 0 0 0 0,0 0 0 0 0,0 0 0 0 0,1-1 0 0 0,-1 1 0 0 0,0 0 0 0 0,0 0 0 0 0,0 0 0 0 0,0 0 0 0 0,0 0 0 0 0,0 0 0 0 0,0-1 0 0 0,0 1 0 0 0,0 0 0 0 0,0 0 0 0 0,0 0 0 0 0,1 0 0 0 0,-1 0 0 0 0,0 0 0 0 0,0-1 0 0 0,0 1 0 0 0,0 0 0 0 0,0 0 0 0 0,0 0 0 0 0,0 0 0 0 0,0-1 0 0 0,0 1 0 0 0,0 0 0 0 0,0 0 0 0 0,-1 0 0 0 0,1 0 0 0 0,0 0 0 0 0,0 0 0 0 0,0-1 0 0 0,0 1 0 0 0,0 0 0 0 0,0 0 0 0 0,0 0 0 0 0,0 0 0 0 0,0 0 0 0 0,0 0 0 0 0,0-1 0 0 0,-1 1 0 0 0,1 0 0 0 0,0 0 0 0 0,0 0 0 0 0,0 0 0 0 0,7-4-11 0 0,-1 2 12 0 0,-1 0 1 0 0,0-1-1 0 0,0 0 1 0 0,0 0-1 0 0,0 0 1 0 0,0 0-1 0 0,-1-1 1 0 0,1 0-1 0 0,3-4 1 0 0,1 0-14 0 0,0 0 1 0 0,1 1 0 0 0,0 0-1 0 0,0 1 1 0 0,1 0 0 0 0,0 1-1 0 0,0 0 1 0 0,17-5 0 0 0,99-22-75 0 0,-101 27 78 0 0,-15 3-6 0 0,0 0 1 0 0,0 0-1 0 0,0 1 0 0 0,0 1 1 0 0,0 0-1 0 0,1 1 1 0 0,16 2-1 0 0,-24-2 23 0 0,1 1-1 0 0,0-1 0 0 0,-1 0 1 0 0,1 1-1 0 0,0 0 0 0 0,-1 0 1 0 0,0 1-1 0 0,0-1 0 0 0,0 1 1 0 0,0 0-1 0 0,0 0 1 0 0,0 0-1 0 0,-1 0 0 0 0,1 1 1 0 0,-1 0-1 0 0,0-1 0 0 0,0 1 1 0 0,0 0-1 0 0,2 6 0 0 0,-2-6 10 0 0,-1 1-1 0 0,1 0 0 0 0,-1 0 1 0 0,0 0-1 0 0,-1 1 0 0 0,1-1 1 0 0,-1 0-1 0 0,0 1 0 0 0,0-1 1 0 0,-1 1-1 0 0,1-1 0 0 0,-1 1 1 0 0,-1 0-1 0 0,1-1 0 0 0,-1 1 1 0 0,0-1-1 0 0,0 0 0 0 0,0 1 1 0 0,-1-1-1 0 0,0 0 0 0 0,0 0 1 0 0,0 0-1 0 0,-1 0 0 0 0,-5 9 1 0 0,-58 51 345 0 0,16-17-38 0 0,47-44-328 0 0,-1 0 1 0 0,1 0-1 0 0,-1-1 0 0 0,0 1 1 0 0,0-1-1 0 0,-1 0 0 0 0,1 0 1 0 0,0-1-1 0 0,-1 1 0 0 0,0-1 1 0 0,0 0-1 0 0,1 0 0 0 0,-1-1 1 0 0,0 1-1 0 0,0-1 0 0 0,-1 0 1 0 0,-4 0-1 0 0,9-2-69 0 0,0 1 1 0 0,1-1-1 0 0,-1 1 0 0 0,1-1 1 0 0,0 1-1 0 0,-1-1 0 0 0,1 1 1 0 0,-1-1-1 0 0,1 0 0 0 0,0 1 1 0 0,-1-1-1 0 0,1 0 0 0 0,0 1 1 0 0,0-1-1 0 0,-1 0 0 0 0,1 1 1 0 0,0-1-1 0 0,0 0 1 0 0,0 0-1 0 0,0 1 0 0 0,0-1 1 0 0,0 0-1 0 0,0 1 0 0 0,0-1 1 0 0,0 0-1 0 0,1 0 0 0 0,-1 1 1 0 0,0-2-1 0 0,1-1-331 0 0,4-34-2101 0 0,20-11-1214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39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8 3762 0 0,'-34'17'1671'0'0,"6"-5"-110"0"0,-43 28 0 0 0,62-33-1423 0 0,0-1 1 0 0,1 1 0 0 0,0 0 0 0 0,0 1 0 0 0,1 0 0 0 0,0 0 0 0 0,0 1 0 0 0,-8 13-1 0 0,5-5-62 0 0,6-10-43 0 0,0-1 0 0 0,0 1 0 0 0,0 0 0 0 0,1 0 0 0 0,0 1 0 0 0,0-1 0 0 0,1 1 0 0 0,-2 9 0 0 0,4-14-24 0 0,0 1 1 0 0,1-1 0 0 0,-1 0-1 0 0,1 0 1 0 0,0 0 0 0 0,0 1-1 0 0,0-1 1 0 0,0 0 0 0 0,1 0-1 0 0,-1-1 1 0 0,1 1-1 0 0,0 0 1 0 0,-1 0 0 0 0,1-1-1 0 0,1 1 1 0 0,-1-1 0 0 0,0 1-1 0 0,0-1 1 0 0,1 0 0 0 0,0 0-1 0 0,-1 0 1 0 0,1-1 0 0 0,0 1-1 0 0,4 2 1 0 0,4 1 14 0 0,1 0 0 0 0,-1 0 0 0 0,1-1 0 0 0,-1 0 0 0 0,1-1 0 0 0,1-1 0 0 0,-1 0 0 0 0,24 1 0 0 0,100-6 40 0 0,-97-2-57 0 0,0-1 0 0 0,-1-2-1 0 0,0-2 1 0 0,0-1 0 0 0,62-28-1 0 0,-98 38-3 0 0,1 0 0 0 0,-1 0 0 0 0,0 0 0 0 0,0 0 0 0 0,0-1 0 0 0,0 1 0 0 0,0-1 0 0 0,0 0 0 0 0,0 1 0 0 0,0-1 0 0 0,0 0 0 0 0,-1 0 0 0 0,1 0 0 0 0,-1 0 0 0 0,0 0 0 0 0,1-1 0 0 0,-1 1 1 0 0,0 0-1 0 0,0-1 0 0 0,-1 1 0 0 0,2-5 0 0 0,-2 3 0 0 0,0 0-1 0 0,0 0 1 0 0,0 0 0 0 0,-1 0 0 0 0,1 0 0 0 0,-1 0 0 0 0,0 1 0 0 0,0-1 0 0 0,-1 0 0 0 0,1 0 0 0 0,-1 1 0 0 0,-3-6 0 0 0,-5-6-67 0 0,0 1 1 0 0,-1 0-1 0 0,0 0 0 0 0,-20-17 1 0 0,22 23-277 0 0,-1 0 0 0 0,1 0-1 0 0,-1 1 1 0 0,0 0 0 0 0,-1 1 0 0 0,1 0 0 0 0,-1 1 0 0 0,0 0-1 0 0,-19-6 1 0 0,-31 1-3822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39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0 1921 0 0,'-171'12'4695'0'0,"161"-12"-4214"0"0,5 0-281 0 0,-5-1-9 0 0,0 1 0 0 0,0 1 0 0 0,0 0 0 0 0,0 0 1 0 0,0 1-1 0 0,0 0 0 0 0,0 1 0 0 0,-15 6 0 0 0,17-6-71 0 0,36-5 1134 0 0,57 8-999 0 0,-4 1-149 0 0,76 3 42 0 0,565 10-230 0 0,-606-30-4907 0 0,-106 4 601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40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0 149 400 0 0,'0'-45'7221'0'0,"0"-58"-5411"0"0,4 107-1540 0 0,-2-2-246 0 0,0 0 0 0 0,1 0 0 0 0,-1 1 0 0 0,0-1 0 0 0,-1 1 0 0 0,1-1 0 0 0,0 1 0 0 0,-1 0 0 0 0,1 0 0 0 0,0 4 0 0 0,0 1 28 0 0,-1 1-1 0 0,-1-1 1 0 0,0 1 0 0 0,0-1 0 0 0,0 1 0 0 0,-1-1 0 0 0,-1 0 0 0 0,1 1 0 0 0,-1-1 0 0 0,-4 10 0 0 0,2-3 2 0 0,0 0 0 0 0,1 0-1 0 0,1 0 1 0 0,-1 17 0 0 0,3 87-27 0 0,0-118-67 0 0,0 1 1 0 0,0-1-1 0 0,0 1 0 0 0,1-1 1 0 0,-1 1-1 0 0,0-1 1 0 0,1 1-1 0 0,-1-1 1 0 0,0 1-1 0 0,1-1 1 0 0,0 0-1 0 0,-1 1 1 0 0,1-1-1 0 0,0 0 1 0 0,0 0-1 0 0,0 1 1 0 0,0-1-1 0 0,0 0 1 0 0,0 0-1 0 0,0 0 0 0 0,0 0 1 0 0,0 0-1 0 0,0 0 1 0 0,3 1-1 0 0,-1-1-92 0 0,0 0 1 0 0,1 0-1 0 0,-1 0 0 0 0,1 0 0 0 0,-1 0 0 0 0,1-1 0 0 0,0 1 0 0 0,-1-1 0 0 0,8 0 0 0 0,1-2-508 0 0,1 1 0 0 0,-1-2-1 0 0,0 1 1 0 0,0-2 0 0 0,12-4-1 0 0,11-12-3481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40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0 800 0 0,'-4'1'1828'0'0,"-8"3"-990"0"0,0 0 0 0 0,0 0 0 0 0,0 1 1 0 0,1 1-1 0 0,-20 12 0 0 0,-2-2-59 0 0,21-11-533 0 0,1 1 0 0 0,0 0 0 0 0,0 0 0 0 0,-17 14 0 0 0,25-18-191 0 0,0 2 0 0 0,0-1 0 0 0,0 0 0 0 0,0 1 0 0 0,1-1 0 0 0,-1 1 0 0 0,1 0 1 0 0,0-1-1 0 0,0 1 0 0 0,0 0 0 0 0,1 1 0 0 0,-1-1 0 0 0,1 0 0 0 0,0 0 0 0 0,0 1 0 0 0,1-1 0 0 0,-1 0 0 0 0,1 7 0 0 0,0-8-45 0 0,1-1 0 0 0,-1 1 0 0 0,1-1 0 0 0,0 1 1 0 0,0-1-1 0 0,0 1 0 0 0,0-1 0 0 0,0 1 0 0 0,0-1 1 0 0,1 0-1 0 0,-1 0 0 0 0,1 0 0 0 0,0 0 0 0 0,0 0 1 0 0,0 0-1 0 0,0 0 0 0 0,0 0 0 0 0,0-1 0 0 0,0 1 1 0 0,0-1-1 0 0,0 1 0 0 0,1-1 0 0 0,3 1 0 0 0,10 6 33 0 0,1-1 0 0 0,27 6-1 0 0,-35-10-14 0 0,25 6-2 0 0,0-2 0 0 0,1-1 0 0 0,0-1 0 0 0,45-1 0 0 0,-56-4-16 0 0,1-1 0 0 0,-1-1 0 0 0,0-1 0 0 0,0-1 0 0 0,0-1 0 0 0,44-16 0 0 0,-65 19-6 0 0,0 0 0 0 0,0 1 0 0 0,0-1 0 0 0,-1 0 0 0 0,1 0 0 0 0,-1-1 1 0 0,1 1-1 0 0,-1 0 0 0 0,0-1 0 0 0,0 1 0 0 0,0-1 0 0 0,3-6 0 0 0,-4 9-4 0 0,-1-2 0 0 0,1 1-1 0 0,-1-1 1 0 0,1 0-1 0 0,-1 1 1 0 0,0-1-1 0 0,1 0 1 0 0,-1 1-1 0 0,0-1 1 0 0,0 0-1 0 0,0 1 1 0 0,0-1-1 0 0,0 0 1 0 0,-1 1-1 0 0,1-1 1 0 0,-1 0-1 0 0,1 1 1 0 0,-1-1-1 0 0,1 0 1 0 0,-1 1-1 0 0,0-1 1 0 0,0 1-1 0 0,1-1 1 0 0,-3-1-1 0 0,-30-37-36 0 0,16 21 6 0 0,14 14-66 0 0,-1 0 0 0 0,-1 0 0 0 0,1 0 0 0 0,0 0 0 0 0,-1 1 1 0 0,0-1-1 0 0,0 1 0 0 0,0 1 0 0 0,-1-1 0 0 0,0 1 0 0 0,1 0 0 0 0,-1 0 0 0 0,0 0 0 0 0,-10-2 0 0 0,15 5-103 0 0,1 1 0 0 0,-1-1 0 0 0,1 1 0 0 0,-1 0 0 0 0,1-1 0 0 0,0 1 0 0 0,-1-1-1 0 0,1 1 1 0 0,0 0 0 0 0,-1-1 0 0 0,1 1 0 0 0,0 0 0 0 0,0-1 0 0 0,0 1 0 0 0,-1 0 0 0 0,1-1 0 0 0,0 1 0 0 0,0 0-1 0 0,0 0 1 0 0,0-1 0 0 0,0 1 0 0 0,1 0 0 0 0,-1-1 0 0 0,0 1 0 0 0,0 0 0 0 0,0 0 0 0 0,1-1 0 0 0,-1 1 0 0 0,0 0-1 0 0,0-1 1 0 0,1 1 0 0 0,-1-1 0 0 0,1 1 0 0 0,-1 0 0 0 0,1-1 0 0 0,0 1 0 0 0,24 12-2068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41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384 72 1841 0 0,'-27'0'1217'0'0,"-1"2"0"0"0,1 1 0 0 0,-1 1 0 0 0,1 1 1 0 0,-30 10-1 0 0,43-10-1059 0 0,-1 0 0 0 0,1 1 1 0 0,0 1-1 0 0,0 0 0 0 0,1 1 1 0 0,0 0-1 0 0,0 1 0 0 0,1 1 0 0 0,0 0 1 0 0,-16 18-1 0 0,25-25-138 0 0,0 0 0 0 0,1 0 1 0 0,-1 0-1 0 0,1 1 0 0 0,0-1 0 0 0,0 1 1 0 0,0 0-1 0 0,0 0 0 0 0,1-1 0 0 0,0 1 1 0 0,-1 0-1 0 0,1 0 0 0 0,0 5 0 0 0,1-6-10 0 0,0 0-1 0 0,1 0 0 0 0,-1-1 1 0 0,1 1-1 0 0,0 0 1 0 0,0 0-1 0 0,0-1 0 0 0,0 1 1 0 0,0 0-1 0 0,1-1 0 0 0,-1 1 1 0 0,1-1-1 0 0,-1 0 1 0 0,1 1-1 0 0,0-1 0 0 0,0 0 1 0 0,0 0-1 0 0,0 0 0 0 0,1 0 1 0 0,3 2-1 0 0,7 5 19 0 0,0-1 0 0 0,1-1 0 0 0,0 0 0 0 0,0-1 0 0 0,1 0 0 0 0,-1-1 0 0 0,1-1 0 0 0,25 5 0 0 0,-17-6-16 0 0,0 0-1 0 0,0-2 0 0 0,-1 0 1 0 0,1-1-1 0 0,27-5 0 0 0,-45 5-31 0 0,1-1-1 0 0,-1 1 1 0 0,0-1-1 0 0,1 0 0 0 0,-1-1 1 0 0,0 0-1 0 0,0 0 0 0 0,0 0 1 0 0,0 0-1 0 0,0-1 1 0 0,0 1-1 0 0,-1-1 0 0 0,1 0 1 0 0,-1-1-1 0 0,0 1 1 0 0,0-1-1 0 0,0 0 0 0 0,0 0 1 0 0,-1 0-1 0 0,0-1 0 0 0,0 1 1 0 0,0-1-1 0 0,0 1 1 0 0,-1-1-1 0 0,1 0 0 0 0,-1 0 1 0 0,-1 0-1 0 0,1-1 0 0 0,-1 1 1 0 0,1 0-1 0 0,-2-1 1 0 0,2-6-1 0 0,-1-10-629 0 0,-1-1-1 0 0,-1 1 1 0 0,0 0-1 0 0,-2 0 1 0 0,-9-39 0 0 0,7 40-357 0 0,0-43-4369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41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0 720 0 0,'-30'0'2962'0'0,"30"8"-881"0"0,-30 3-561 0 0,30 3-399 0 0,0-8-401 0 0,0 7-240 0 0,30-1-239 0 0,30 1-81 0 0,1 0 0 0 0,29-7-160 0 0,-29-6 0 0 0,-1 6-160 0 0,0-12-321 0 0,-5 0-319 0 0,-25-1-481 0 0,0 7-800 0 0,-30-6-240 0 0,0 0 80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41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0 160 0 0,'-91'52'6643'0'0,"31"17"-3361"0"0,29-5-2882 0 0,62-1-640 0 0,-31 14 160 0 0,0-14 240 0 0,30-11 320 0 0,-30-13-320 0 0,30-22-640 0 0,0-9-1601 0 0,61-16-3522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42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0 5042 0 0,'-62'3'3382'0'0,"23"1"-2265"0"0,-61 13 0 0 0,103-16-206 0 0,-3-1-840 0 0,1 0 1 0 0,-1 1-1 0 0,1-1 1 0 0,-1 0-1 0 0,1 0 1 0 0,-1 0-1 0 0,1 0 0 0 0,-1 0 1 0 0,1 1-1 0 0,0-1 1 0 0,-1 0-1 0 0,1 0 1 0 0,-1 0-1 0 0,1 0 1 0 0,-1-1-1 0 0,1 1 0 0 0,0 0 1 0 0,-1 0-1 0 0,1 0 1 0 0,-1 0-1 0 0,1-1 1 0 0,-1 1-1 0 0,1 0 0 0 0,-1 0 1 0 0,1-1-1 0 0,-1 1 1 0 0,1 0-1 0 0,-1-1 1 0 0,0 1-1 0 0,1-1 1 0 0,-1 1-1 0 0,1-1 0 0 0,4 0 543 0 0,307 17 1743 0 0,60-3-4341 0 0,-365-12 1305 0 0,1-1 0 0 0,-1-1-1 0 0,1 0 1 0 0,-1 0-1 0 0,1 0 1 0 0,-1-1 0 0 0,1 0-1 0 0,-1 0 1 0 0,0-1-1 0 0,0 0 1 0 0,0 0-1 0 0,0-1 1 0 0,-1 0 0 0 0,8-6-1 0 0,-9-3-2601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43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145 209 240 0 0,'-9'-2'591'0'0,"1"0"-1"0"0,-1 0 1 0 0,0-1 0 0 0,1 0 0 0 0,-1-1-1 0 0,1 1 1 0 0,0-2 0 0 0,0 1-1 0 0,1-1 1 0 0,-14-11 0 0 0,17 12-445 0 0,1 0 0 0 0,-1 0-1 0 0,0 0 1 0 0,1-1 0 0 0,0 1 0 0 0,0-1 0 0 0,1 0 0 0 0,-1 0 0 0 0,1 0 0 0 0,0-1 0 0 0,0 1 0 0 0,1 0 0 0 0,-1-1 0 0 0,1 1 0 0 0,0-1-1 0 0,1 1 1 0 0,-1-8 0 0 0,1-46 335 0 0,4 54-401 0 0,13 7 0 0 0,-17-1-76 0 0,1 1 1 0 0,-1-1 0 0 0,1 0-1 0 0,-1 0 1 0 0,1 0 0 0 0,-1 0 0 0 0,0 1-1 0 0,1-1 1 0 0,-1 0 0 0 0,0 0-1 0 0,0 1 1 0 0,0-1 0 0 0,0 0-1 0 0,0 0 1 0 0,0 1 0 0 0,0 0 0 0 0,1 18 39 0 0,1 0 0 0 0,1-1 0 0 0,6 24 0 0 0,-5-28-27 0 0,0 0 1 0 0,-2 0-1 0 0,1 0 1 0 0,-2 0-1 0 0,0 1 1 0 0,-1-1-1 0 0,0 1 1 0 0,-5 28-1 0 0,-6-8 18 0 0,8-29-28 0 0,0 0 0 0 0,1 0 1 0 0,-1 1-1 0 0,2-1 1 0 0,-1 0-1 0 0,1 1 1 0 0,0 0-1 0 0,0-1 1 0 0,1 1-1 0 0,0-1 1 0 0,1 1-1 0 0,-1 0 1 0 0,1-1-1 0 0,5 15 1 0 0,5-8 36 0 0,-10-13-27 0 0,0 0-1 0 0,0 0 1 0 0,0 0-1 0 0,0 0 1 0 0,0 0-1 0 0,0 0 1 0 0,0 0-1 0 0,0 0 0 0 0,-1 1 1 0 0,1-1-1 0 0,0 0 1 0 0,-1 1-1 0 0,1-1 1 0 0,-1 1-1 0 0,1-1 1 0 0,-1 0-1 0 0,0 1 0 0 0,0-1 1 0 0,1 3-1 0 0,-1-3-46 0 0,1 0 0 0 0,-1 0 0 0 0,1 0-1 0 0,-1 0 1 0 0,1-1 0 0 0,-1 1 0 0 0,1 0-1 0 0,0 0 1 0 0,-1-1 0 0 0,1 1 0 0 0,0 0-1 0 0,0-1 1 0 0,-1 1 0 0 0,1-1-1 0 0,0 1 1 0 0,0-1 0 0 0,0 1 0 0 0,0-1-1 0 0,0 1 1 0 0,0-1 0 0 0,0 0 0 0 0,0 0-1 0 0,0 1 1 0 0,0-1 0 0 0,0 0 0 0 0,0 0-1 0 0,0 0 1 0 0,0 0 0 0 0,0 0 0 0 0,0 0-1 0 0,0-1 1 0 0,0 1 0 0 0,0 0 0 0 0,0 0-1 0 0,0-1 1 0 0,1 0 0 0 0,52-10-1052 0 0,-45 8 869 0 0,-3 2 86 0 0,65-21-1346 0 0,-65 19 1074 0 0,0 1 0 0 0,-1-1 0 0 0,1 0 0 0 0,-1 0 0 0 0,0 0 0 0 0,0-1 0 0 0,0 0 0 0 0,0 0 0 0 0,0 0 0 0 0,6-9-1 0 0,-10 12 209 0 0,0-1 0 0 0,0 0 0 0 0,-1 0 0 0 0,1 1 0 0 0,-1-1-1 0 0,1 0 1 0 0,-1 0 0 0 0,0 0 0 0 0,0 0 0 0 0,0 0-1 0 0,0-3 1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43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12 2161 0 0,'0'0'87'0'0,"0"-1"1"0"0,0 1-1 0 0,0-1 1 0 0,0 1-1 0 0,0-1 0 0 0,0 1 1 0 0,0 0-1 0 0,0-1 0 0 0,0 1 1 0 0,0-1-1 0 0,0 1 1 0 0,0 0-1 0 0,-1-1 0 0 0,1 1 1 0 0,0-1-1 0 0,0 1 1 0 0,0 0-1 0 0,-1-1 0 0 0,1 1 1 0 0,0 0-1 0 0,-1-1 0 0 0,1 1 1 0 0,0 0-1 0 0,0-1 1 0 0,-1 1-1 0 0,1 0 0 0 0,-1 0 1 0 0,1-1-1 0 0,0 1 1 0 0,-1 0-1 0 0,1 0 0 0 0,0 0 1 0 0,-1-1-1 0 0,1 1 0 0 0,-1 0 1 0 0,1 0-1 0 0,-1 0 1 0 0,1 0-1 0 0,0 0 0 0 0,-1 0 1 0 0,1 0-1 0 0,-1 0 1 0 0,1 0-1 0 0,-1 0 0 0 0,1 0 1 0 0,0 0-1 0 0,-1 0 0 0 0,1 1 1 0 0,-1-1-1 0 0,-25 13 986 0 0,2 1-644 0 0,9-6-166 0 0,1 1 0 0 0,0 1 0 0 0,-25 21 0 0 0,-26 47 484 0 0,58-69-698 0 0,0 0 1 0 0,1 0-1 0 0,0 1 0 0 0,0 0 0 0 0,1 0 0 0 0,1 0 0 0 0,-1 1 1 0 0,2-1-1 0 0,0 1 0 0 0,0 0 0 0 0,1 0 0 0 0,0 0 1 0 0,1 0-1 0 0,0 1 0 0 0,1 17 0 0 0,0-25-29 0 0,0 0-1 0 0,1 0 1 0 0,-1 0 0 0 0,1 0-1 0 0,0 0 1 0 0,0 0 0 0 0,0 0-1 0 0,0-1 1 0 0,1 1 0 0 0,-1 0-1 0 0,1-1 1 0 0,0 0 0 0 0,0 1-1 0 0,0-1 1 0 0,1 0-1 0 0,-1 0 1 0 0,4 3 0 0 0,1 1 19 0 0,1-2 0 0 0,-1 1-1 0 0,1-1 1 0 0,0 0 0 0 0,12 4 0 0 0,-15-6-27 0 0,1 0 0 0 0,0 0 0 0 0,0-1 0 0 0,0 0 0 0 0,0 0 0 0 0,0-1 1 0 0,0 1-1 0 0,1-1 0 0 0,-1-1 0 0 0,0 1 0 0 0,1-1 0 0 0,-1 0 0 0 0,1 0 0 0 0,-1-1 0 0 0,0 0 0 0 0,0 0 0 0 0,1-1 0 0 0,7-2 0 0 0,-8 2-1 0 0,-1 1 5 0 0,0 0-1 0 0,0 0 1 0 0,0-1-1 0 0,1 0 0 0 0,-2 0 1 0 0,1 0-1 0 0,0-1 1 0 0,0 1-1 0 0,-1-1 0 0 0,1 0 1 0 0,-1-1-1 0 0,5-4 1 0 0,-7 5-19 0 0,0 0 0 0 0,0 0 0 0 0,0 0 0 0 0,0 0 0 0 0,-1 0 0 0 0,1-1 0 0 0,-1 1 0 0 0,0 0 0 0 0,0-1 1 0 0,0 0-1 0 0,0 1 0 0 0,-1-1 0 0 0,0 1 0 0 0,1-1 0 0 0,-1 0 0 0 0,0 1 0 0 0,-1-1 0 0 0,1 0 0 0 0,-1 1 0 0 0,0-1 0 0 0,1 1 1 0 0,-3-5-1 0 0,1-1-50 0 0,0 0 1 0 0,-1 1 0 0 0,0-1 0 0 0,-1 0 0 0 0,0 1-1 0 0,0 0 1 0 0,-1 0 0 0 0,0 0 0 0 0,0 1 0 0 0,-1-1-1 0 0,0 1 1 0 0,0 1 0 0 0,-1-1 0 0 0,0 1 0 0 0,0 0-1 0 0,0 0 1 0 0,-1 1 0 0 0,1 0 0 0 0,-1 1 0 0 0,-1 0-1 0 0,1 0 1 0 0,-15-5 0 0 0,22 9 8 0 0,0-1 0 0 0,0 1 0 0 0,0 0-1 0 0,0-1 1 0 0,0 1 0 0 0,0 0 0 0 0,0 0 0 0 0,0 0 0 0 0,0 0 0 0 0,0 0-1 0 0,0 0 1 0 0,0 0 0 0 0,-1 0 0 0 0,1 0 0 0 0,0 0 0 0 0,0 0 0 0 0,0 1-1 0 0,0-1 1 0 0,0 0 0 0 0,0 1 0 0 0,0-1 0 0 0,0 1 0 0 0,-1 0 0 0 0,1 2-315 0 0,0-1 1 0 0,1 1-1 0 0,-1 0 1 0 0,0-1-1 0 0,1 1 1 0 0,0 0 0 0 0,-1-1-1 0 0,1 1 1 0 0,0 0-1 0 0,1 3 1 0 0,-1 40-4938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44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8 1281 0 0,'-21'-3'1113'0'0,"-1"0"1"0"0,1 2 0 0 0,0 1 0 0 0,0 0 0 0 0,-24 5 0 0 0,-96 22-331 0 0,117-22-352 0 0,12 1-91 0 0,19-3 53 0 0,-6-3-366 0 0,0 0-18 0 0,0 0 0 0 0,0 0-1 0 0,0 0 1 0 0,0 0 0 0 0,0 0 0 0 0,0 0-1 0 0,0 1 1 0 0,0-1 0 0 0,0 0-1 0 0,0 0 1 0 0,0 1 0 0 0,0-1 0 0 0,0 1-1 0 0,0-1 1 0 0,0 1 0 0 0,0-1-1 0 0,0 1 1 0 0,-1 0 0 0 0,1-1-1 0 0,0 1 1 0 0,0 0 0 0 0,-1-1 0 0 0,1 1-1 0 0,-1 0 1 0 0,2 1 0 0 0,-1-1 1 0 0,-1 0 1 0 0,1 0 0 0 0,0 0 0 0 0,0 0 0 0 0,0 0-1 0 0,-1-1 1 0 0,1 1 0 0 0,0 0 0 0 0,0-1 0 0 0,0 1-1 0 0,0 0 1 0 0,1-1 0 0 0,-1 1 0 0 0,0-1 0 0 0,0 0-1 0 0,0 1 1 0 0,0-1 0 0 0,0 0 0 0 0,2 0-1 0 0,1 1 28 0 0,6 5 19 0 0,1-1 0 0 0,-1 0 1 0 0,1-1-1 0 0,0 0 0 0 0,0-1 0 0 0,0 0 0 0 0,17 2 1 0 0,93 4 283 0 0,-93-8-273 0 0,559 4 1159 0 0,-560-5-1922 0 0,1-1-1 0 0,-1-2 0 0 0,0-1 0 0 0,-1-1 0 0 0,45-13 0 0 0,-71 17 605 0 0,0 1-1 0 0,1 0 1 0 0,-1 0-1 0 0,0-1 1 0 0,1 1-1 0 0,-1 0 1 0 0,0 0-1 0 0,1-1 1 0 0,-1 1-1 0 0,0-1 1 0 0,0 1 0 0 0,1 0-1 0 0,-1-1 1 0 0,0 1-1 0 0,0 0 1 0 0,0-1-1 0 0,1 1 1 0 0,-1-1-1 0 0,0 1 1 0 0,0-1-1 0 0,0 1 1 0 0,0 0-1 0 0,0-1 1 0 0,0 1-1 0 0,0-1 1 0 0,0 1-1 0 0,0-1 1 0 0,0 1 0 0 0,0-1-1 0 0,0 1 1 0 0,0 0-1 0 0,0-1 1 0 0,-1 1-1 0 0,1-1 1 0 0,0 1-1 0 0,0-1 1 0 0,0 1-1 0 0,-1 0 1 0 0,1-1-1 0 0,0 1 1 0 0,-1 0-1 0 0,1-1 1 0 0,0 1-1 0 0,-1 0 1 0 0,1-1 0 0 0,0 1-1 0 0,-1 0 1 0 0,1-1-1 0 0,-26-6-2242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44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91 224 3121 0 0,'0'0'3495'0'0,"5"0"-2868"0"0,-4 0-621 0 0,20-6 478 0 0,-20 6-469 0 0,-1 0 0 0 0,1-1 0 0 0,-1 1-1 0 0,0 0 1 0 0,1 0 0 0 0,-1-1 0 0 0,1 1 0 0 0,-1 0-1 0 0,0-1 1 0 0,1 1 0 0 0,-1 0 0 0 0,0-1 0 0 0,1 1 0 0 0,-1-1-1 0 0,0 1 1 0 0,0-1 0 0 0,0 1 0 0 0,1 0 0 0 0,-1-1-1 0 0,0 1 1 0 0,0-1 0 0 0,0 1 0 0 0,0-1 0 0 0,0 1-1 0 0,0-1 1 0 0,0 1 0 0 0,0-1 0 0 0,0 1 0 0 0,0-1-1 0 0,0 1 1 0 0,0-1 0 0 0,0 1 0 0 0,0-1 0 0 0,0 1-1 0 0,0-1 1 0 0,-1 1 0 0 0,1-1 0 0 0,0 1 0 0 0,0 0 0 0 0,-1-1-1 0 0,1 1 1 0 0,0-1 0 0 0,-1 1 0 0 0,1 0 0 0 0,0-1-1 0 0,-1 1 1 0 0,1 0 0 0 0,0-1 0 0 0,-1 1 0 0 0,1 0-1 0 0,-1 0 1 0 0,1-1 0 0 0,-1 1 0 0 0,1 0 0 0 0,-1 0-1 0 0,0-1 1 0 0,-3-2 70 0 0,-1-1-1 0 0,1 0 1 0 0,0-1 0 0 0,0 1-1 0 0,0-1 1 0 0,1 0-1 0 0,-1 0 1 0 0,1 0-1 0 0,1 0 1 0 0,-4-9 0 0 0,3 4 43 0 0,0 0 0 0 0,1 0 0 0 0,0 0 0 0 0,1 0 0 0 0,0-1 1 0 0,1-11-1 0 0,0-30 432 0 0,0 51-480 0 0,0 24 80 0 0,-1-13-135 0 0,0 0 1 0 0,-1 0-1 0 0,0-1 0 0 0,-1 1 0 0 0,1-1 0 0 0,-2 0 0 0 0,0 0 1 0 0,-6 13-1 0 0,5-13-13 0 0,0 1 0 0 0,1-1-1 0 0,0 1 1 0 0,1 1 0 0 0,0-1 0 0 0,0 0 0 0 0,2 1 0 0 0,-2 16 0 0 0,3 126 134 0 0,0-147-144 0 0,0 0 0 0 0,1 0 0 0 0,0 0 0 0 0,0 0 0 0 0,0 0 0 0 0,1 0 0 0 0,0-1 0 0 0,0 1 0 0 0,1-1 0 0 0,3 7 0 0 0,0 0-37 0 0,-1 0-37 0 0,-4-10 35 0 0,-1-1 0 0 0,0 0 0 0 0,1 1 1 0 0,0-1-1 0 0,-1 0 0 0 0,1 1 0 0 0,0-1 0 0 0,-1 0 0 0 0,1 0 1 0 0,0 0-1 0 0,0 0 0 0 0,0 0 0 0 0,0 1 0 0 0,0-2 0 0 0,0 1 1 0 0,1 0-1 0 0,-1 0 0 0 0,0 0 0 0 0,0-1 0 0 0,1 1 0 0 0,-1 0 1 0 0,0-1-1 0 0,1 1 0 0 0,-1-1 0 0 0,1 0 0 0 0,-1 1 0 0 0,0-1 1 0 0,1 0-1 0 0,-1 0 0 0 0,3 0 0 0 0,56 0-2137 0 0,26-11-1628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45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33 800 0 0,'0'1'143'0'0,"-1"0"0"0"0,0 0 0 0 0,0 0 0 0 0,1-1 0 0 0,-1 1 0 0 0,0 0 0 0 0,0 0 0 0 0,0-1 0 0 0,0 1 0 0 0,0-1 0 0 0,0 1 0 0 0,0-1 0 0 0,0 1 0 0 0,0-1 0 0 0,0 1 0 0 0,0-1 0 0 0,0 0 0 0 0,0 0 0 0 0,0 0 0 0 0,0 1 0 0 0,-2-1-1 0 0,-10 3 635 0 0,-2 2-83 0 0,-84 34 2108 0 0,88-34-2575 0 0,0 0-1 0 0,1 1 1 0 0,0 0 0 0 0,0 1-1 0 0,0 0 1 0 0,-10 10-1 0 0,18-16-209 0 0,1 1-1 0 0,0-1 0 0 0,0 1 0 0 0,0-1 0 0 0,0 1 1 0 0,1-1-1 0 0,-1 1 0 0 0,0 0 0 0 0,0-1 0 0 0,1 1 1 0 0,-1 0-1 0 0,1 0 0 0 0,0 0 0 0 0,0-1 0 0 0,-1 1 1 0 0,1 0-1 0 0,0 0 0 0 0,1 0 0 0 0,-1-1 0 0 0,0 1 1 0 0,1 2-1 0 0,-1-2-2 0 0,1 0 0 0 0,-1 0 1 0 0,0 0-1 0 0,0 0 1 0 0,0 0-1 0 0,0 0 0 0 0,0 0 1 0 0,0 0-1 0 0,-1 0 0 0 0,1 0 1 0 0,-1 0-1 0 0,1-1 0 0 0,-1 1 1 0 0,0 0-1 0 0,1 0 0 0 0,-2 2 1 0 0,-2 1 24 0 0,-5 13 172 0 0,21 1 15 0 0,-11-18-222 0 0,4 4 28 0 0,0 0 0 0 0,1 0 0 0 0,0 0 0 0 0,0-1 0 0 0,0 0 0 0 0,0 0 0 0 0,1 0 0 0 0,-1-1 0 0 0,1 0 0 0 0,0-1 0 0 0,11 4 0 0 0,7 0 10 0 0,46 6-1 0 0,80-3 39 0 0,-149-9-79 0 0,1 0 0 0 0,0 0 0 0 0,0 0-1 0 0,0-1 1 0 0,-1 1 0 0 0,1-1 0 0 0,0 0 0 0 0,-1 1 0 0 0,1-1 0 0 0,0 0 0 0 0,-1 0 0 0 0,1-1 0 0 0,-1 1-1 0 0,4-3 1 0 0,16-9-1 0 0,-19 12-2 0 0,-1-1 1 0 0,0 1-1 0 0,1-1 0 0 0,-1 0 0 0 0,0 0 0 0 0,0 0 0 0 0,0 0 0 0 0,0 0 1 0 0,-1 0-1 0 0,1 0 0 0 0,0-1 0 0 0,-1 1 0 0 0,0-1 0 0 0,1 1 0 0 0,-1-1 1 0 0,0 0-1 0 0,-1 1 0 0 0,1-1 0 0 0,0 0 0 0 0,-1 0 0 0 0,1 1 0 0 0,-1-1 1 0 0,0 0-1 0 0,0 0 0 0 0,0 0 0 0 0,0 0 0 0 0,-1 1 0 0 0,1-1 0 0 0,-1 0 1 0 0,0-3-1 0 0,-3-9-80 0 0,0-1 0 0 0,0 1 0 0 0,-1 0 0 0 0,-9-16 0 0 0,6 16-286 0 0,-1-1 1 0 0,0 2-1 0 0,-20-24 0 0 0,-1-1-2269 0 0,25 18-1032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45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45 880 0 0,'25'0'1975'0'0,"-20"0"-135"0"0,-10 1-199 0 0,-15 2-644 0 0,6-1-742 0 0,1 0 0 0 0,-1 1 0 0 0,0 1 0 0 0,1 0 0 0 0,0 0 0 0 0,0 2 0 0 0,0-1 0 0 0,1 2 0 0 0,0 0 0 0 0,-17 11 0 0 0,18-8-162 0 0,0-1-1 0 0,0 1 1 0 0,1 1 0 0 0,1 0 0 0 0,0 0 0 0 0,0 1-1 0 0,1 0 1 0 0,-11 22 0 0 0,17-28-73 0 0,-1 0 0 0 0,1 0 1 0 0,1 0-1 0 0,-1 0 0 0 0,1 0 0 0 0,0 0 0 0 0,0 0 1 0 0,1 0-1 0 0,0 1 0 0 0,0-1 0 0 0,0 0 1 0 0,1 0-1 0 0,0 1 0 0 0,0-1 0 0 0,0 0 1 0 0,1 0-1 0 0,0 0 0 0 0,0 0 0 0 0,1-1 1 0 0,0 1-1 0 0,0-1 0 0 0,0 1 0 0 0,5 5 1 0 0,-4-4 7 0 0,1 0 1 0 0,1-1 0 0 0,-1 1-1 0 0,1-1 1 0 0,0 0 0 0 0,0-1-1 0 0,1 0 1 0 0,0 0-1 0 0,0 0 1 0 0,0-1 0 0 0,0 0-1 0 0,1 0 1 0 0,-1 0 0 0 0,1-1-1 0 0,0-1 1 0 0,0 1 0 0 0,0-1-1 0 0,1-1 1 0 0,-1 1 0 0 0,0-1-1 0 0,1-1 1 0 0,-1 0 0 0 0,0 0-1 0 0,1 0 1 0 0,-1-1 0 0 0,15-4-1 0 0,-17 4-33 0 0,3-1 10 0 0,0 1 0 0 0,0-2 0 0 0,-1 0 1 0 0,1 0-1 0 0,0 0 0 0 0,11-7 0 0 0,-17 8-17 0 0,0 0 1 0 0,-1-1-1 0 0,1 1 0 0 0,0-1 0 0 0,-1 1 1 0 0,1-1-1 0 0,-1 0 0 0 0,0 0 0 0 0,0 0 0 0 0,0 0 1 0 0,-1-1-1 0 0,1 1 0 0 0,-1 0 0 0 0,1-1 0 0 0,-1 1 1 0 0,0-1-1 0 0,-1 1 0 0 0,1-1 0 0 0,0 1 1 0 0,-1-1-1 0 0,0 0 0 0 0,0-4 0 0 0,-1-26-763 0 0,-2 0-1 0 0,-1 0 0 0 0,-1 1 1 0 0,-2 0-1 0 0,-2 0 1 0 0,-23-59-1 0 0,2 25-4426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45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31 4562 0 0,'-91'46'5202'0'0,"61"-9"-3681"0"0,60-10-1601 0 0,30-8 160 0 0,-5 6 560 0 0,35-6 1 0 0,1 0-241 0 0,30-26-160 0 0,-1-5-80 0 0,-29-7-400 0 0,-31 0-640 0 0,-29-6-161 0 0,29 6 81 0 0,-60-1-161 0 0,0-18-1600 0 0,0 5-400 0 0,-60 2 79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3:46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1 5843 0 0,'-91'63'3521'0'0,"31"8"-2640"0"0,30-1-721 0 0,30-1 160 0 0,-31 2 720 0 0,62 12 801 0 0,-1 13-320 0 0,0 4-721 0 0,0-10-400 0 0,0-40-800 0 0,31-17-1841 0 0,-61-39-800 0 0,54-33-881 0 0,-24-43-2721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06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86 227 1681 0 0,'-51'-12'3001'0'0,"42"19"-827"0"0,3-3-1993 0 0,5-3-79 0 0,0-1 0 0 0,-1 1 0 0 0,1-1-1 0 0,0 1 1 0 0,0 0 0 0 0,0 0 0 0 0,0 0 0 0 0,0-1 0 0 0,0 1 0 0 0,0 0 0 0 0,0 0-1 0 0,1 0 1 0 0,-1 0 0 0 0,0 1 0 0 0,0-1 0 0 0,1 0 0 0 0,-1 0 0 0 0,1 0 0 0 0,-1 1-1 0 0,1-1 1 0 0,0 0 0 0 0,-1 0 0 0 0,1 1 0 0 0,0-1 0 0 0,0 0 0 0 0,0 1 0 0 0,0-1-1 0 0,0 3 1 0 0,0-6-78 0 0,0 1-1 0 0,0-1 1 0 0,0 0-1 0 0,0 0 0 0 0,0 1 1 0 0,0-1-1 0 0,0 0 1 0 0,1 1-1 0 0,-1-1 0 0 0,1 1 1 0 0,-1-1-1 0 0,1 0 1 0 0,0 1-1 0 0,-1-1 1 0 0,1 1-1 0 0,0 0 0 0 0,0-1 1 0 0,0 1-1 0 0,0 0 1 0 0,0-1-1 0 0,1 1 1 0 0,-1 0-1 0 0,2-2 0 0 0,6-5 2 0 0,-8 8-21 0 0,0-1 1 0 0,-1 0-1 0 0,1 0 0 0 0,-1 0 1 0 0,1 0-1 0 0,-1 0 0 0 0,1 0 1 0 0,-1 0-1 0 0,0 0 0 0 0,1 0 1 0 0,-1 0-1 0 0,0 0 0 0 0,0 0 0 0 0,0 0 1 0 0,0 0-1 0 0,0-1 0 0 0,0 0 1 0 0,3-17 51 0 0,11-11-30 0 0,1 0 1 0 0,32-46 0 0 0,-47 75-30 0 0,1 1 0 0 0,0-1 0 0 0,-1 0 1 0 0,1 0-1 0 0,-1 1 0 0 0,1-1 0 0 0,-1 0 0 0 0,0 0 1 0 0,1 0-1 0 0,-1 0 0 0 0,0 0 0 0 0,1 0 1 0 0,-1 0-1 0 0,0 0 0 0 0,0 0 0 0 0,0 0 1 0 0,0 1-1 0 0,0-1 0 0 0,0 0 0 0 0,-1-2 0 0 0,1-11-5 0 0,0 10 8 0 0,0 27-67 0 0,0 8 56 0 0,0 2 17 0 0,-5 54-1 0 0,-15 10 62 0 0,-11 78 133 0 0,30-167-172 0 0,1-1 0 0 0,-1 0 0 0 0,1 1 0 0 0,0-1 0 0 0,1 1 0 0 0,-1-1 0 0 0,2 1 0 0 0,-1-1 0 0 0,1 0 0 0 0,0 0 0 0 0,0 0-1 0 0,4 8 1 0 0,1 2-31 0 0,-3-2-69 0 0,5 5-271 0 0,-7-19 291 0 0,0 0 0 0 0,0-1-1 0 0,0 1 1 0 0,0-1 0 0 0,0 1 0 0 0,0-1-1 0 0,0 0 1 0 0,0 1 0 0 0,0-1-1 0 0,0 0 1 0 0,0 0 0 0 0,0-1-1 0 0,4 0 1 0 0,79-16-2016 0 0,31-13-1840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06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0 1761 0 0,'-5'7'3812'0'0,"-11"-2"-3212"0"0,7-3-10 0 0,-10 6 97 0 0,3-2-216 0 0,0 0 0 0 0,1 2-1 0 0,-26 16 1 0 0,37-22-443 0 0,1 1 0 0 0,0 0 1 0 0,-1-1-1 0 0,1 1 0 0 0,0 1 0 0 0,1-1 0 0 0,-1 0 0 0 0,1 1 1 0 0,-1-1-1 0 0,1 1 0 0 0,0 0 0 0 0,0-1 0 0 0,1 1 0 0 0,-1 0 1 0 0,1 0-1 0 0,0 0 0 0 0,0 0 0 0 0,0 1 0 0 0,1-1 0 0 0,-1 6 1 0 0,0-4-14 0 0,1 0 0 0 0,0 0 1 0 0,0 0-1 0 0,1 0 1 0 0,-1 0-1 0 0,1 0 1 0 0,0-1-1 0 0,1 1 1 0 0,0 0-1 0 0,0-1 1 0 0,0 1-1 0 0,0-1 1 0 0,1 1-1 0 0,0-1 1 0 0,0 0-1 0 0,0 0 1 0 0,1-1-1 0 0,-1 1 1 0 0,1-1-1 0 0,1 1 0 0 0,-1-1 1 0 0,0 0-1 0 0,1-1 1 0 0,7 6-1 0 0,0-3-6 0 0,-1 1-1 0 0,1-1 1 0 0,1-1-1 0 0,-1 0 1 0 0,1-1-1 0 0,0 0 0 0 0,0-1 1 0 0,0 0-1 0 0,0-1 1 0 0,0-1-1 0 0,1 0 0 0 0,-1-1 1 0 0,0 0-1 0 0,1-1 1 0 0,-1 0-1 0 0,0-1 1 0 0,0-1-1 0 0,18-5 0 0 0,-29 7-3 0 0,-1 0 0 0 0,1 0 0 0 0,0 0-1 0 0,-1 0 1 0 0,1 0 0 0 0,-1 0 0 0 0,1-1-1 0 0,-1 1 1 0 0,0 0 0 0 0,1-1 0 0 0,-1 1-1 0 0,0-1 1 0 0,0 1 0 0 0,0-1 0 0 0,0 0-1 0 0,0 1 1 0 0,0-1 0 0 0,-1 0 0 0 0,2-2-1 0 0,1-40 69 0 0,-3 40-67 0 0,-2-33-55 0 0,-2 1 0 0 0,-10-46 0 0 0,2 49-524 0 0,12 32 541 0 0,-1 1 0 0 0,1-1 1 0 0,-1 0-1 0 0,0 1 0 0 0,1-1 0 0 0,-1 1 1 0 0,0 0-1 0 0,0-1 0 0 0,1 1 0 0 0,-1 0 0 0 0,0-1 1 0 0,0 1-1 0 0,0 0 0 0 0,1 0 0 0 0,-1 0 0 0 0,0-1 1 0 0,0 1-1 0 0,0 0 0 0 0,0 0 0 0 0,-1 1 1 0 0,27 9-6332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07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13 960 0 0,'-1'-1'131'0'0,"0"0"-1"0"0,1 0 0 0 0,-1 1 0 0 0,1-1 0 0 0,-1 0 1 0 0,0 0-1 0 0,0 0 0 0 0,0 1 0 0 0,1-1 0 0 0,-1 1 1 0 0,0-1-1 0 0,0 0 0 0 0,0 1 0 0 0,0 0 1 0 0,0-1-1 0 0,0 1 0 0 0,0 0 0 0 0,0-1 0 0 0,0 1 1 0 0,0 0-1 0 0,0 0 0 0 0,0 0 0 0 0,0 0 0 0 0,0 0 1 0 0,0 0-1 0 0,-2 0 0 0 0,-37 0 1370 0 0,27 2-1172 0 0,0 0 1 0 0,0 2-1 0 0,1-1 0 0 0,-1 2 1 0 0,1-1-1 0 0,0 2 0 0 0,0-1 1 0 0,-13 10-1 0 0,19-12-281 0 0,1 0 1 0 0,0 0-1 0 0,0 1 0 0 0,0-1 0 0 0,1 1 1 0 0,0 0-1 0 0,-1 1 0 0 0,1-1 1 0 0,0 1-1 0 0,1 0 0 0 0,-1 0 1 0 0,1 0-1 0 0,0 0 0 0 0,1 0 1 0 0,-1 1-1 0 0,1-1 0 0 0,0 1 1 0 0,0 0-1 0 0,1 0 0 0 0,-2 9 1 0 0,3-10-41 0 0,0-1 1 0 0,1 1 0 0 0,0 0 0 0 0,-1-1 0 0 0,1 0 0 0 0,1 1 0 0 0,-1-1 0 0 0,1 0 0 0 0,0 1 0 0 0,0-1 0 0 0,0 0 0 0 0,0 0 0 0 0,1 0 0 0 0,0-1 0 0 0,-1 1-1 0 0,1-1 1 0 0,1 1 0 0 0,3 2 0 0 0,5 8 28 0 0,-4-5-13 0 0,1 1-1 0 0,-1-1 1 0 0,2-1-1 0 0,-1 0 1 0 0,1 0-1 0 0,0-1 1 0 0,1 0-1 0 0,-1-1 1 0 0,1 0-1 0 0,1-1 1 0 0,-1 0-1 0 0,1 0 1 0 0,0-2-1 0 0,0 1 1 0 0,13 1-1 0 0,-19-4-18 0 0,0 0 0 0 0,0 0-1 0 0,0 0 1 0 0,0-1-1 0 0,0 0 1 0 0,-1 0 0 0 0,1-1-1 0 0,0 0 1 0 0,0 0-1 0 0,0 0 1 0 0,0 0-1 0 0,-1-1 1 0 0,1 0 0 0 0,-1 0-1 0 0,1-1 1 0 0,-1 1-1 0 0,0-1 1 0 0,0-1-1 0 0,0 1 1 0 0,0 0 0 0 0,-1-1-1 0 0,1 0 1 0 0,-1 0-1 0 0,0-1 1 0 0,0 1-1 0 0,4-8 1 0 0,-3 4 2 0 0,0 0 0 0 0,-1 0 0 0 0,0 0 0 0 0,0 0 0 0 0,-1-1 0 0 0,0 0 0 0 0,-1 0 0 0 0,0 0 0 0 0,0 0 0 0 0,-1 0 0 0 0,0 0 0 0 0,-1 0 0 0 0,1 0 0 0 0,-3-18 0 0 0,0 16 6 0 0,-1 0 0 0 0,1 1 0 0 0,-1-1 0 0 0,-1 1 0 0 0,-6-13 0 0 0,8 20-48 0 0,0-1 0 0 0,0 1 1 0 0,0-1-1 0 0,0 1 0 0 0,-1 0 0 0 0,1 0 0 0 0,-1 0 0 0 0,0 1 1 0 0,0-1-1 0 0,0 1 0 0 0,0-1 0 0 0,0 1 0 0 0,-1 0 1 0 0,1 0-1 0 0,-1 0 0 0 0,1 1 0 0 0,-1-1 0 0 0,0 1 1 0 0,1 0-1 0 0,-6-1 0 0 0,2 1-282 0 0,4 0 194 0 0,1 0 0 0 0,0 1 0 0 0,-1-1 0 0 0,1 1 1 0 0,-1 0-1 0 0,1-1 0 0 0,0 1 0 0 0,-1 1 1 0 0,1-1-1 0 0,-1 0 0 0 0,1 0 0 0 0,0 1 1 0 0,-1-1-1 0 0,1 1 0 0 0,0 0 0 0 0,-1 0 0 0 0,1 0 1 0 0,0 0-1 0 0,0 0 0 0 0,0 0 0 0 0,-2 2 1 0 0,-22 15-3212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07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78 1681 0 0,'-28'-5'1794'0'0,"-1"0"0"0"0,-29 0 0 0 0,31 3-898 0 0,0 0 0 0 0,-45-12 0 0 0,36-6-132 0 0,21 10-487 0 0,15 10-276 0 0,0 0 1 0 0,0 0 0 0 0,0 0 0 0 0,0 0 0 0 0,0 0 0 0 0,-1 0-1 0 0,1 0 1 0 0,0 0 0 0 0,0 0 0 0 0,0 0 0 0 0,0 0 0 0 0,0 0-1 0 0,-1 0 1 0 0,1 0 0 0 0,0 0 0 0 0,0-1 0 0 0,0 1 0 0 0,0 0-1 0 0,0 0 1 0 0,0 0 0 0 0,-1 0 0 0 0,1 0 0 0 0,0 0 0 0 0,0 0-1 0 0,0 0 1 0 0,0 0 0 0 0,0-1 0 0 0,0 1 0 0 0,0 0 0 0 0,0 0-1 0 0,0 0 1 0 0,0 0 0 0 0,0 0 0 0 0,-1 0 0 0 0,1-1 0 0 0,0 1 0 0 0,0 0-1 0 0,0 0 1 0 0,0 0 0 0 0,0 0 0 0 0,0 0 0 0 0,0-1 0 0 0,0 1-1 0 0,0 0 1 0 0,0 0 0 0 0,0 0 0 0 0,0 0 0 0 0,0 0 0 0 0,1 0-1 0 0,-1-1 1 0 0,0 1 0 0 0,0 0 0 0 0,0 0 0 0 0,0 0 0 0 0,0 0-1 0 0,0 0 1 0 0,0 0 0 0 0,0-1 0 0 0,0 1 0 0 0,0 0 0 0 0,1 0-1 0 0,-3-3 74 0 0,-23-2 123 0 0,81 6-77 0 0,164 12 572 0 0,444-7 1735 0 0,-518-13-2171 0 0,165 2-581 0 0,-307 5 245 0 0,9 0-615 0 0,0 1 0 0 0,0 0 1 0 0,0 1-1 0 0,21 6 0 0 0,-34-8 651 0 0,0 0 1 0 0,0 0-1 0 0,0 0 1 0 0,0 0-1 0 0,-1 0 0 0 0,1 0 1 0 0,0 0-1 0 0,0 0 0 0 0,0 0 1 0 0,0 0-1 0 0,0 0 1 0 0,0 1-1 0 0,-1-1 0 0 0,1 0 1 0 0,0 0-1 0 0,0 0 1 0 0,0 0-1 0 0,0 0 0 0 0,0 0 1 0 0,0 0-1 0 0,0 1 1 0 0,0-1-1 0 0,-1 0 0 0 0,1 0 1 0 0,0 0-1 0 0,0 0 1 0 0,0 0-1 0 0,0 1 0 0 0,0-1 1 0 0,0 0-1 0 0,0 0 1 0 0,0 0-1 0 0,0 0 0 0 0,0 0 1 0 0,0 1-1 0 0,0-1 1 0 0,0 0-1 0 0,0 0 0 0 0,0 0 1 0 0,0 0-1 0 0,0 1 0 0 0,0-1 1 0 0,0 0-1 0 0,1 0 1 0 0,-1 0-1 0 0,0 0 0 0 0,0 0 1 0 0,0 0-1 0 0,0 1 1 0 0,0-1-1 0 0,0 0 0 0 0,0 0 1 0 0,0 0-1 0 0,0 0 1 0 0,1 0-1 0 0,-1 0 0 0 0,0 0 1 0 0,0 0-1 0 0,0 1 1 0 0,0-1-1 0 0,0 0 0 0 0,1 0 1 0 0,-1 0-1 0 0,0 0 1 0 0,0 0-1 0 0,0 0 0 0 0,-25 12-4385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08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0 341 1601 0 0,'0'-1'100'0'0,"0"0"0"0"0,0 1 0 0 0,0-1 0 0 0,1 0 0 0 0,-1 1 0 0 0,0-1 0 0 0,0 1 1 0 0,1-1-1 0 0,-1 1 0 0 0,0-1 0 0 0,1 1 0 0 0,-1-1 0 0 0,0 1 0 0 0,1-1 0 0 0,-1 1 0 0 0,1-1 1 0 0,-1 1-1 0 0,1-1 0 0 0,-1 1 0 0 0,1 0 0 0 0,-1-1 0 0 0,1 1 0 0 0,-1 0 0 0 0,1 0 0 0 0,0-1 0 0 0,-1 1 1 0 0,1 0-1 0 0,0 0 0 0 0,7-7 718 0 0,-14-4 262 0 0,4 9-951 0 0,1 0 0 0 0,0 0 0 0 0,-1 0 0 0 0,1 0 0 0 0,0 0 0 0 0,0 0 0 0 0,0 0 0 0 0,0 0 0 0 0,0 0 0 0 0,1 0 0 0 0,-1 0 0 0 0,1 0 0 0 0,-1-1 0 0 0,1-2 0 0 0,1-4 102 0 0,0-1-1 0 0,1 0 1 0 0,1 0-1 0 0,-1 1 1 0 0,1-1-1 0 0,1 1 1 0 0,0 0-1 0 0,0 0 1 0 0,10-15-1 0 0,8-19 186 0 0,-17 33-397 0 0,-1 0-1 0 0,1 0 1 0 0,1 1-1 0 0,0 0 1 0 0,0 0-1 0 0,1 0 1 0 0,0 0-1 0 0,0 1 1 0 0,1 1-1 0 0,0-1 1 0 0,0 1-1 0 0,11-7 1 0 0,6 9-33 0 0,-11 5 17 0 0,-8 0-5 0 0,-8 2-1 0 0,1-1 5 0 0,-1 0-1 0 0,1-1 0 0 0,0 2 0 0 0,0-1 0 0 0,0 0 0 0 0,-1 0 1 0 0,1 0-1 0 0,0 0 0 0 0,0 1 0 0 0,1-1 0 0 0,-1 1 1 0 0,0-1-1 0 0,0 0 0 0 0,1 1 0 0 0,-1-1 0 0 0,1 1 1 0 0,-1 0-1 0 0,1-1 0 0 0,0 1 0 0 0,-1-1 0 0 0,1 1 0 0 0,0 0 1 0 0,0 1-1 0 0,-1 23 58 0 0,-2 0-1 0 0,-1 0 1 0 0,0 0 0 0 0,-14 40-1 0 0,11-46-29 0 0,1 0 0 0 0,1 0 0 0 0,1 0 0 0 0,0 1 0 0 0,0 36 0 0 0,4-49-21 0 0,0 1 0 0 0,0-1 0 0 0,-1 0 0 0 0,-3 15 0 0 0,-2-5-12 0 0,5-17 2 0 0,0 1-1 0 0,0 0 1 0 0,1-1 0 0 0,-1 1 0 0 0,0-1 0 0 0,1 1 0 0 0,0 0-1 0 0,-1 0 1 0 0,1-1 0 0 0,0 1 0 0 0,0 0 0 0 0,0-1 0 0 0,0 1 0 0 0,0 0-1 0 0,0 0 1 0 0,1-1 0 0 0,-1 1 0 0 0,0 0 0 0 0,1-1 0 0 0,0 1-1 0 0,-1 0 1 0 0,1-1 0 0 0,0 1 0 0 0,0-1 0 0 0,0 1 0 0 0,0-1-1 0 0,0 0 1 0 0,2 3 0 0 0,-1 6-28 0 0,-2-10 20 0 0,0 1 0 0 0,0-1 0 0 0,0 1 0 0 0,0-1 0 0 0,0 1 1 0 0,0-1-1 0 0,1 1 0 0 0,-1-1 0 0 0,0 1 0 0 0,0 0 1 0 0,0-1-1 0 0,0 1 0 0 0,1-1 0 0 0,-1 0 0 0 0,0 1 0 0 0,0-1 1 0 0,1 1-1 0 0,-1-1 0 0 0,0 1 0 0 0,1-1 0 0 0,-1 0 1 0 0,0 1-1 0 0,1-1 0 0 0,-1 1 0 0 0,1-1 0 0 0,-1 0 0 0 0,1 0 1 0 0,-1 1-1 0 0,1-1 0 0 0,-1 0 0 0 0,1 0 0 0 0,-1 0 0 0 0,1 1 1 0 0,-1-1-1 0 0,1 0 0 0 0,-1 0 0 0 0,1 0 0 0 0,0 0 1 0 0,31-4-1016 0 0,-1-2 1 0 0,1-1-1 0 0,-1-1 1 0 0,39-17-1 0 0,-5-5-2470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08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15 1040 0 0,'-74'31'4232'0'0,"54"-24"-3657"0"0,-1 0 0 0 0,1 2 0 0 0,1 1 0 0 0,0 0 0 0 0,0 2-1 0 0,1 0 1 0 0,-33 28 0 0 0,47-35-532 0 0,0-1 1 0 0,0 1-1 0 0,0 0 0 0 0,1-1 0 0 0,0 2 0 0 0,0-1 1 0 0,-5 10-1 0 0,7-12-25 0 0,0-1 1 0 0,1 1-1 0 0,-1 0 0 0 0,1-1 0 0 0,-1 1 1 0 0,1-1-1 0 0,0 1 0 0 0,0 0 1 0 0,0-1-1 0 0,0 1 0 0 0,0 0 1 0 0,0-1-1 0 0,1 1 0 0 0,0-1 1 0 0,-1 1-1 0 0,1-1 0 0 0,0 1 1 0 0,2 3-1 0 0,8 7 110 0 0,-10-12-114 0 0,0 0 0 0 0,1 0-1 0 0,-1 0 1 0 0,0 0-1 0 0,0 0 1 0 0,-1 0 0 0 0,1 0-1 0 0,0 1 1 0 0,0-1-1 0 0,0 0 1 0 0,-1 1-1 0 0,1-1 1 0 0,-1 0 0 0 0,1 1-1 0 0,-1-1 1 0 0,1 1-1 0 0,-1-1 1 0 0,0 4 0 0 0,0-4-7 0 0,1 0 1 0 0,-1 0 0 0 0,0 0 0 0 0,1 0 0 0 0,-1 0-1 0 0,1 0 1 0 0,-1-1 0 0 0,1 1 0 0 0,-1 0 0 0 0,1 0-1 0 0,0 0 1 0 0,-1 0 0 0 0,1-1 0 0 0,0 1 0 0 0,0 0-1 0 0,-1 0 1 0 0,1-1 0 0 0,0 1 0 0 0,0-1-1 0 0,0 1 1 0 0,0-1 0 0 0,0 1 0 0 0,0-1 0 0 0,0 0-1 0 0,0 1 1 0 0,0-1 0 0 0,0 0 0 0 0,2 0 0 0 0,39 6 174 0 0,-41-6-177 0 0,18 1 24 0 0,0 0 0 0 0,0-1 1 0 0,0-1-1 0 0,1-1 0 0 0,-1 0 0 0 0,0-2 0 0 0,-1 0 0 0 0,1-1 0 0 0,-1-1 0 0 0,23-11 0 0 0,-39 16-27 0 0,0 0 1 0 0,0 0-1 0 0,1-1 0 0 0,-1 1 0 0 0,-1-1 0 0 0,1 0 0 0 0,0 1 0 0 0,0-1 0 0 0,-1 0 0 0 0,1 0 0 0 0,-1 0 0 0 0,0 0 0 0 0,1-1 1 0 0,-1 1-1 0 0,0 0 0 0 0,0 0 0 0 0,0-1 0 0 0,-1 1 0 0 0,1 0 0 0 0,0-1 0 0 0,-1 1 0 0 0,0-1 0 0 0,0 1 0 0 0,1-1 0 0 0,-2-2 1 0 0,5-19 22 0 0,2-3-1 0 0,1-10-3 0 0,5-70 1 0 0,-11 106-23 0 0,-1 0-1 0 0,0 0 1 0 0,1 0 0 0 0,-1 0 0 0 0,0 0-1 0 0,0 0 1 0 0,0 0 0 0 0,0 0-1 0 0,0 0 1 0 0,0 0 0 0 0,0 0-1 0 0,-1 0 1 0 0,1 0 0 0 0,0 0-1 0 0,0 0 1 0 0,-1 0 0 0 0,1 0-1 0 0,-1 0 1 0 0,1 0 0 0 0,-1 0-1 0 0,1 0 1 0 0,-1 0 0 0 0,1 0-1 0 0,-1 1 1 0 0,0-1 0 0 0,0 0 0 0 0,1 0-1 0 0,-1 1 1 0 0,0-1 0 0 0,0 1-1 0 0,0-1 1 0 0,-1 0 0 0 0,-11 6-2210 0 0,45 18-1789 0 0,-8-3 1317 0 0,6 4 348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08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0 880 0 0,'-113'24'5473'0'0,"83"-17"-4630"0"0,1 2 0 0 0,0 0 0 0 0,-37 19-1 0 0,62-26-795 0 0,-1 0-1 0 0,1 0 0 0 0,0 1 1 0 0,-1-1-1 0 0,1 1 0 0 0,1 0 0 0 0,-1 0 1 0 0,0 0-1 0 0,1 1 0 0 0,0-1 1 0 0,-1 1-1 0 0,1 0 0 0 0,-3 5 0 0 0,4-1-20 0 0,-1-1 0 0 0,2 0 0 0 0,-1 1-1 0 0,1-1 1 0 0,0 1 0 0 0,1 0-1 0 0,1 13 1 0 0,-1-18-15 0 0,0 1 0 0 0,0-1 1 0 0,1 0-1 0 0,0 0 0 0 0,0 1 0 0 0,0-1 0 0 0,0 0 0 0 0,0 0 1 0 0,0 0-1 0 0,1 0 0 0 0,-1 0 0 0 0,1 0 0 0 0,0-1 0 0 0,0 1 1 0 0,0-1-1 0 0,0 1 0 0 0,1-1 0 0 0,-1 0 0 0 0,1 1 0 0 0,-1-1 0 0 0,1-1 1 0 0,0 1-1 0 0,4 2 0 0 0,5 5 28 0 0,5 3 3 0 0,1-1 1 0 0,0-1-1 0 0,1-1 0 0 0,0 0 1 0 0,1-1-1 0 0,0-1 1 0 0,0-1-1 0 0,0-1 0 0 0,1-1 1 0 0,-1 0-1 0 0,1-2 0 0 0,0 0 1 0 0,0-2-1 0 0,0 0 1 0 0,0-1-1 0 0,24-5 0 0 0,-38 5-42 0 0,0 0 0 0 0,0-1 0 0 0,-1 0 0 0 0,1-1 0 0 0,-1 1 0 0 0,1-1 0 0 0,10-7 0 0 0,-15 8 0 0 0,0 0 0 0 0,0 0 0 0 0,0 0 0 0 0,0 0 0 0 0,0 0 0 0 0,0 0 0 0 0,-1-1 0 0 0,1 1 0 0 0,-1-1 0 0 0,0 1 0 0 0,1-1 0 0 0,-1 0 0 0 0,0 1 0 0 0,-1-1 0 0 0,1 0 0 0 0,0 0 0 0 0,-1 0 0 0 0,1 0 0 0 0,-1 1 0 0 0,0-6 0 0 0,0-7-67 0 0,-1 1-1 0 0,-1-1 0 0 0,0 0 0 0 0,0 0 0 0 0,-2 1 0 0 0,0-1 1 0 0,0 1-1 0 0,-1 0 0 0 0,-1 0 0 0 0,-1 1 0 0 0,-11-19 1 0 0,16 30-90 0 0,-1 0 0 0 0,0-1 0 0 0,0 1 1 0 0,0 0-1 0 0,0 0 0 0 0,0 1 0 0 0,-1-1 1 0 0,1 1-1 0 0,0 0 0 0 0,-1-1 0 0 0,1 2 1 0 0,-1-1-1 0 0,1 0 0 0 0,-1 1 1 0 0,0-1-1 0 0,1 1 0 0 0,-1 0 0 0 0,1 0 1 0 0,-1 0-1 0 0,0 1 0 0 0,1 0 0 0 0,-1-1 1 0 0,-4 3-1 0 0,-27 13-3832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11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363 325 640 0 0,'0'-6'3196'0'0,"-5"6"972"0"0,1 1-4064 0 0,3-2-79 0 0,0 1 1 0 0,1 0-1 0 0,-1 0 1 0 0,0 1-1 0 0,0-1 1 0 0,0 0-1 0 0,0 0 1 0 0,0 0 0 0 0,1 1-1 0 0,-1-1 1 0 0,0 0-1 0 0,0 1 1 0 0,0-1-1 0 0,1 0 1 0 0,-1 1-1 0 0,0-1 1 0 0,1 1 0 0 0,-1-1-1 0 0,0 1 1 0 0,1 0-1 0 0,-1-1 1 0 0,1 1-1 0 0,-1 0 1 0 0,1-1-1 0 0,-1 1 1 0 0,1 0-1 0 0,-1 0 1 0 0,1-1 0 0 0,0 1-1 0 0,-1 0 1 0 0,1 0-1 0 0,0 1 1 0 0,0-1 481 0 0,0-73 1307 0 0,0 65-1803 0 0,-1 0-5 0 0,0 0 0 0 0,1-1 0 0 0,0 1 0 0 0,1 0 0 0 0,0 0 0 0 0,0-1 0 0 0,0 1 0 0 0,1 0 0 0 0,0 0 0 0 0,0 0 0 0 0,1 1 0 0 0,0-1 0 0 0,0 0 0 0 0,1 1 0 0 0,5-8 0 0 0,-6 11-2 0 0,0-1 1 0 0,0 0 0 0 0,0 0 0 0 0,0 0 0 0 0,-1 0 0 0 0,0 0 0 0 0,1-1 0 0 0,1-7 0 0 0,0-62 177 0 0,-9 73-102 0 0,-15 1 0 0 0,10-7 80 0 0,-15 6 81 0 0,24 0-147 0 0,3-2 38 0 0,-29 1-65 0 0,21-1-34 0 0,33 0 41 0 0,-48 3 19 0 0,15 4 207 0 0,2 0-213 0 0,-59 34 504 0 0,-2-2 1 0 0,-98 38-1 0 0,158-72-351 0 0,10-22-4348 0 0,12 6 1564 0 0,1 0 1 0 0,37-20 0 0 0,1 8-139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11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2001 0 0,'-31'20'3522'0'0,"31"10"-961"0"0,0 9-1521 0 0,0-6-640 0 0,0-14-160 0 0,31 0-159 0 0,-1-13-1 0 0,0 0-160 0 0,54-12-1361 0 0,7-8-1921 0 0,-61 3 1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13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65 359 800 0 0,'-8'4'4168'0'0,"-8"-7"-2870"0"0,15 3-1068 0 0,-4-1 1091 0 0,6-6-106 0 0,0 6-1194 0 0,-1 0-1 0 0,0 0 1 0 0,0 0-1 0 0,0 0 1 0 0,0 0 0 0 0,-1 0-1 0 0,1 0 1 0 0,0 0 0 0 0,0 0-1 0 0,0 0 1 0 0,-1 0-1 0 0,1 0 1 0 0,-1 0 0 0 0,1 0-1 0 0,0 1 1 0 0,-1-1-1 0 0,0 0 1 0 0,1 0 0 0 0,-2-1-1 0 0,-1 0 34 0 0,-19-19 502 0 0,21 20-533 0 0,1 0 0 0 0,-1 0 0 0 0,1 0-1 0 0,-1 0 1 0 0,1 0 0 0 0,0 0 0 0 0,-1 0-1 0 0,1 0 1 0 0,0-1 0 0 0,0 1 0 0 0,0 0-1 0 0,0 0 1 0 0,0 0 0 0 0,0 0 0 0 0,0 0-1 0 0,0 0 1 0 0,0 0 0 0 0,0 0 0 0 0,1 0-1 0 0,-1 0 1 0 0,0-1 0 0 0,1 1-1 0 0,-1 0 1 0 0,1 1 0 0 0,-1-1 0 0 0,1 0-1 0 0,0 0 1 0 0,-1 0 0 0 0,1 0 0 0 0,0 0-1 0 0,-1 0 1 0 0,2 0 0 0 0,114-120 1177 0 0,-107 112-1138 0 0,0 0-1 0 0,-1-1 1 0 0,0 1-1 0 0,13-22 0 0 0,-19 27-52 0 0,0 0 0 0 0,0 0 0 0 0,0-1 0 0 0,1 1 0 0 0,0 1 0 0 0,-1-1 0 0 0,1 0 0 0 0,1 1 0 0 0,-1 0 0 0 0,0-1 0 0 0,1 1 1 0 0,6-3-1 0 0,8-8 47 0 0,-11-4 67 0 0,-7 16-12 0 0,-7 17-25 0 0,0 3-43 0 0,2-1 0 0 0,0 1 0 0 0,-5 34-1 0 0,7-32-4 0 0,0 0-1 0 0,-2 0 0 0 0,-13 35 0 0 0,12-42-6 0 0,1 0 1 0 0,0 1-1 0 0,1 0 0 0 0,1 0 1 0 0,-4 26-1 0 0,6-37-74 0 0,1 0 0 0 0,0 0 0 0 0,0 0 0 0 0,0-1-1 0 0,0 1 1 0 0,1 0 0 0 0,-1 0 0 0 0,1-1 0 0 0,-1 1 0 0 0,1 0 0 0 0,0 0-1 0 0,0-1 1 0 0,0 1 0 0 0,1-1 0 0 0,-1 1 0 0 0,0-1 0 0 0,1 0 0 0 0,0 1 0 0 0,-1-1-1 0 0,1 0 1 0 0,0 0 0 0 0,0 0 0 0 0,1 0 0 0 0,-1-1 0 0 0,0 1 0 0 0,0-1 0 0 0,1 1-1 0 0,-1-1 1 0 0,1 0 0 0 0,-1 0 0 0 0,1 0 0 0 0,0 0 0 0 0,-1 0 0 0 0,1 0 0 0 0,0-1-1 0 0,0 1 1 0 0,-1-1 0 0 0,5 0 0 0 0,1 0-395 0 0,-1 0 0 0 0,0 0 0 0 0,1-1 0 0 0,-1 0 0 0 0,12-3 0 0 0,41-19-3844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13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51 2161 0 0,'-54'25'3868'0'0,"-63"41"1"0"0,113-64-3770 0 0,-2 1 108 0 0,0 1-1 0 0,0 0 1 0 0,0 0 0 0 0,1 0-1 0 0,-1 1 1 0 0,-8 8-1 0 0,12-9-180 0 0,1 0 0 0 0,-1 0 0 0 0,0 0-1 0 0,1 0 1 0 0,0 0 0 0 0,0 0 0 0 0,0 0 0 0 0,1 0-1 0 0,-1 1 1 0 0,1-1 0 0 0,0 0 0 0 0,0 6 0 0 0,0-8-18 0 0,0 0 1 0 0,1 1-1 0 0,-1-1 1 0 0,0 0-1 0 0,1 0 0 0 0,-1 0 1 0 0,1 0-1 0 0,0 0 1 0 0,0 0-1 0 0,-1 0 1 0 0,1 0-1 0 0,0-1 1 0 0,1 1-1 0 0,-1 0 1 0 0,0-1-1 0 0,1 1 1 0 0,-1 0-1 0 0,0-1 0 0 0,1 1 1 0 0,1 0-1 0 0,2 1 4 0 0,-1 0-1 0 0,0-1 0 0 0,1 0 1 0 0,-1 0-1 0 0,1 0 0 0 0,0-1 1 0 0,-1 1-1 0 0,8 0 0 0 0,2 0 18 0 0,0 0 0 0 0,0-2 0 0 0,-1 0 0 0 0,1 0 0 0 0,24-4 0 0 0,-28 2-22 0 0,-1-1 0 0 0,1 1-1 0 0,-1-1 1 0 0,0-1 0 0 0,0 0-1 0 0,0 0 1 0 0,-1-1 0 0 0,0 0-1 0 0,1 0 1 0 0,-2-1 0 0 0,12-10-1 0 0,-17 12 4 0 0,-1 1 0 0 0,0-1 0 0 0,0 1 0 0 0,0-1 0 0 0,0 0 0 0 0,-1 1 0 0 0,1-1 0 0 0,-1 0 0 0 0,0 0 0 0 0,0 1-1 0 0,0-1 1 0 0,-2-6 0 0 0,1-6 8 0 0,0 10-114 0 0,1 1 0 0 0,-2-1 1 0 0,1 0-1 0 0,-1 0 0 0 0,0 1 0 0 0,0-1 1 0 0,-4-6-1 0 0,4 9-34 0 0,0 0 1 0 0,1 0 0 0 0,-1-1 0 0 0,1 1-1 0 0,-1-1 1 0 0,1 1 0 0 0,0-1-1 0 0,0 1 1 0 0,1-1 0 0 0,-1 0-1 0 0,1 1 1 0 0,-1-1 0 0 0,1 0 0 0 0,1 0-1 0 0,-1 1 1 0 0,0-1 0 0 0,1 0-1 0 0,0 1 1 0 0,0-1 0 0 0,1-4-1 0 0,0 5-391 0 0,0 0-1 0 0,0 0 1 0 0,0 0-1 0 0,1 0 1 0 0,-1 0-1 0 0,1 1 0 0 0,0-1 1 0 0,-1 1-1 0 0,7-5 1 0 0,16 1-1720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14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 1841 0 0,'-34'9'1797'0'0,"1"2"1"0"0,0 1-1 0 0,-38 21 1 0 0,62-29-1558 0 0,0 2 1 0 0,1-1 0 0 0,-1 1-1 0 0,1 0 1 0 0,0 1-1 0 0,1 0 1 0 0,-12 13 0 0 0,17-17-215 0 0,-1 0 1 0 0,1 1-1 0 0,0-1 1 0 0,0 1-1 0 0,0-1 1 0 0,1 1-1 0 0,-1 0 1 0 0,1 0-1 0 0,0-1 0 0 0,0 1 1 0 0,0 0-1 0 0,0 0 1 0 0,1 0-1 0 0,-1 0 1 0 0,1 0-1 0 0,0 1 1 0 0,1-1-1 0 0,-1 0 1 0 0,1 0-1 0 0,1 5 1 0 0,0-2-5 0 0,0 0 0 0 0,1-1 0 0 0,0 1 0 0 0,0 0 0 0 0,0-1 0 0 0,1 0 0 0 0,0 0 0 0 0,1 0 0 0 0,-1 0-1 0 0,1-1 1 0 0,0 0 0 0 0,0 0 0 0 0,1 0 0 0 0,-1 0 0 0 0,1-1 0 0 0,0 0 0 0 0,0 0 0 0 0,1-1 0 0 0,-1 0 0 0 0,1 0 0 0 0,0 0 0 0 0,0-1 0 0 0,13 3 0 0 0,8-1 6 0 0,1 0 1 0 0,0-2 0 0 0,1-2-1 0 0,46-4 1 0 0,-72 4-32 0 0,3-1 16 0 0,45-4 6 0 0,-51 4-20 0 0,1 1 0 0 0,-1 0 0 0 0,1 0 0 0 0,-1-1 0 0 0,0 1 0 0 0,1 0 0 0 0,-1-1-1 0 0,0 0 1 0 0,1 1 0 0 0,-1-1 0 0 0,0 0 0 0 0,1 0 0 0 0,-1 1 0 0 0,0-1 0 0 0,0 0 0 0 0,0 0-1 0 0,0 0 1 0 0,0-1 0 0 0,0 1 0 0 0,0 0 0 0 0,0 0 0 0 0,-1 0 0 0 0,1-1 0 0 0,0 1-1 0 0,-1 0 1 0 0,1-1 0 0 0,-1 1 0 0 0,1-3 0 0 0,-1-18-142 0 0,0 0-1 0 0,-2 0 1 0 0,-1 0 0 0 0,-9-33-1 0 0,9 44-244 0 0,-1 0-1 0 0,0 1 1 0 0,-1 0-1 0 0,0-1 1 0 0,0 2-1 0 0,-1-1 0 0 0,-1 1 1 0 0,0 0-1 0 0,-15-16 1 0 0,-13-7-4548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15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75 1361 0 0,'-30'-6'5122'0'0,"30"12"-2001"0"0,30 2-2080 0 0,0-2-401 0 0,1-6-240 0 0,29 5-160 0 0,0-5-160 0 0,1-5-160 0 0,-1-1-240 0 0,-30-2-400 0 0,31-3-641 0 0,-31-8-880 0 0,0 5-160 0 0,-30-5 80 0 0,0 7 480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15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 1121 0 0,'0'25'3521'0'0,"-31"25"401"0"0,1 7-2001 0 0,0 14-1361 0 0,30-1-240 0 0,0 6-80 0 0,0-6 0 0 0,0-7-80 0 0,0-19-79 0 0,0-24-81 0 0,30-20-561 0 0,0-6-1119 0 0,31-19-1522 0 0,29-8-2401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17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72 4242 0 0,'-50'-16'2948'0'0,"49"16"-2920"0"0,1 0 1 0 0,0 0-1 0 0,-1 0 1 0 0,1 0 0 0 0,0 0-1 0 0,-1 0 1 0 0,1-1-1 0 0,0 1 1 0 0,-1 0-1 0 0,1 0 1 0 0,0 0-1 0 0,-1 0 1 0 0,1 0-1 0 0,0 0 1 0 0,-1 0-1 0 0,1 0 1 0 0,0 0-1 0 0,-1 1 1 0 0,1-1-1 0 0,0 0 1 0 0,-1 0-1 0 0,1 0 1 0 0,0 0-1 0 0,0 0 1 0 0,-1 1-1 0 0,1-1 1 0 0,0 0-1 0 0,-1 0 1 0 0,1 0-1 0 0,0 1 1 0 0,0-1-1 0 0,0 0 1 0 0,-1 0-1 0 0,1 1 1 0 0,0-1-1 0 0,0 0 1 0 0,0 1-1 0 0,-1-1 1 0 0,1 0-1 0 0,0 0 1 0 0,0 1-1 0 0,0-1 1 0 0,0 0-1 0 0,0 1 1 0 0,0-1-1 0 0,0 0 1 0 0,0 1-1 0 0,-4 5 85 0 0,-16-3 180 0 0,10-11 427 0 0,-10 3-346 0 0,15 4 133 0 0,10 1-267 0 0,166-20 880 0 0,-35 11-957 0 0,336-12-19 0 0,-331 13-50 0 0,42 9 19 0 0,362 50 0 0 0,-452-36-88 0 0,-15-3-37 0 0,103 30-1 0 0,-162-37 17 0 0,0 0 0 0 0,30 2-1 0 0,14 3 66 0 0,-2 2-55 0 0,-16-6-14 0 0,0 1 0 0 0,-35-3 0 0 0,46-2 0 0 0,31 3 0 0 0,1 3 0 0 0,105 24 0 0 0,37 6 0 0 0,277 40-694 0 0,-277-50 579 0 0,-68-12 190 0 0,85 14 68 0 0,421 66 528 0 0,-518-53-845 0 0,-168-48-855 0 0,-15-9-3197 0 0,4-3 130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18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8 1681 0 0,'-146'-8'8790'0'0,"141"8"-7669"0"0,10 2-721 0 0,141 17 761 0 0,265 56-27 0 0,-393-75-3455 0 0,-4 2 1062 0 0,-10 5-2618 0 0,-4 10-72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18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30 145 1441 0 0,'0'-5'443'0'0,"0"-1"0"0"0,-1 1 1 0 0,0 0-1 0 0,0-1 1 0 0,-1 1-1 0 0,1 0 0 0 0,-1 0 1 0 0,-4-8-1 0 0,3 8-65 0 0,1-1 0 0 0,0 1-1 0 0,0 0 1 0 0,0-1 0 0 0,1 1 0 0 0,-1-1-1 0 0,1 1 1 0 0,0-11 0 0 0,2 15-330 0 0,-1-1 1 0 0,1 1 0 0 0,-1-1 0 0 0,1 1-1 0 0,0-1 1 0 0,0 1 0 0 0,0 0 0 0 0,0-1-1 0 0,0 1 1 0 0,0 0 0 0 0,0 0 0 0 0,0-1-1 0 0,0 1 1 0 0,0 0 0 0 0,1 0 0 0 0,-1 0-1 0 0,0 1 1 0 0,1-1 0 0 0,-1 0 0 0 0,1 0-1 0 0,-1 1 1 0 0,1-1 0 0 0,-1 1-1 0 0,1-1 1 0 0,-1 1 0 0 0,1 0 0 0 0,0 0-1 0 0,2-1 1 0 0,50-2 258 0 0,-37 5-283 0 0,-1 1 0 0 0,1 0 0 0 0,30 11 0 0 0,-40-12-18 0 0,1 1 0 0 0,-1 1 0 0 0,0-1-1 0 0,-1 1 1 0 0,1 0 0 0 0,-1 0 0 0 0,1 1 0 0 0,-1 0 0 0 0,-1 0 0 0 0,8 8 0 0 0,-12-12-4 0 0,0 0 1 0 0,0 0-1 0 0,0-1 0 0 0,-1 1 1 0 0,1 0-1 0 0,0 0 1 0 0,0 0-1 0 0,-1 0 1 0 0,1 0-1 0 0,0 1 1 0 0,-1-1-1 0 0,1 0 1 0 0,-1 0-1 0 0,1 0 1 0 0,-1 0-1 0 0,0 1 1 0 0,0-1-1 0 0,1 0 0 0 0,-1 0 1 0 0,0 1-1 0 0,0-1 1 0 0,0 0-1 0 0,0 0 1 0 0,-1 1-1 0 0,1-1 1 0 0,0 0-1 0 0,0 0 1 0 0,-1 0-1 0 0,1 1 1 0 0,-1-1-1 0 0,1 0 1 0 0,-1 0-1 0 0,1 0 1 0 0,-1 0-1 0 0,0 0 0 0 0,1 0 1 0 0,-1 0-1 0 0,0 0 1 0 0,0 0-1 0 0,0 0 1 0 0,0 0-1 0 0,0-1 1 0 0,0 1-1 0 0,0 0 1 0 0,0-1-1 0 0,0 1 1 0 0,0-1-1 0 0,0 1 1 0 0,0-1-1 0 0,-1 1 1 0 0,-1 0-1 0 0,-7 1 49 0 0,1 1-1 0 0,-1-1 1 0 0,0-1 0 0 0,-16 1 0 0 0,22-1-33 0 0,-8 0 27 0 0,0 0 1 0 0,-1-1 0 0 0,1-1 0 0 0,-1 0-1 0 0,1 0 1 0 0,-14-4 0 0 0,11 1-33 0 0,18 2 12 0 0,-2 2-23 0 0,0 0 0 0 0,0-1 0 0 0,0 1 0 0 0,0 0 0 0 0,-1-1 0 0 0,1 1 0 0 0,0 0 0 0 0,0-1 0 0 0,-1 1 0 0 0,1-1 0 0 0,0 1 0 0 0,-1-1 0 0 0,1 0 0 0 0,0 1 1 0 0,-1-1-1 0 0,1 0 0 0 0,-1 1 0 0 0,1-1 0 0 0,-1 0 0 0 0,1 1 0 0 0,-1-1 0 0 0,0 0 0 0 0,1 0 0 0 0,-1 0 0 0 0,0 0 0 0 0,1-1 0 0 0,-1 1-4 0 0,1-1-1 0 0,0 1 1 0 0,0 0-1 0 0,0 0 1 0 0,0 0 0 0 0,0 0-1 0 0,0 0 1 0 0,0 0-1 0 0,0 0 1 0 0,0 0-1 0 0,0 0 1 0 0,1 0-1 0 0,-1 1 1 0 0,0-1-1 0 0,0 0 1 0 0,1 1 0 0 0,-1-1-1 0 0,1 1 1 0 0,-1-1-1 0 0,0 1 1 0 0,1 0-1 0 0,-1 0 1 0 0,1 0-1 0 0,1 0 1 0 0,1-1-3 0 0,20-3 11 0 0,0 0 0 0 0,-1 2 0 0 0,2 1 0 0 0,-1 1 1 0 0,0 1-1 0 0,0 0 0 0 0,0 2 0 0 0,-1 1 1 0 0,1 2-1 0 0,-1 0 0 0 0,0 1 0 0 0,0 1 1 0 0,-1 1-1 0 0,29 16 0 0 0,-46-22 12 0 0,0 0 1 0 0,-1-1 0 0 0,1 2-1 0 0,-1-1 1 0 0,0 1-1 0 0,0-1 1 0 0,0 1-1 0 0,-1 0 1 0 0,1 0-1 0 0,-1 1 1 0 0,5 7-1 0 0,-8-10-3 0 0,1 1 0 0 0,0-1 0 0 0,-1 0 0 0 0,1 0-1 0 0,-1 1 1 0 0,0-1 0 0 0,0 0 0 0 0,0 1 0 0 0,0-1-1 0 0,0 1 1 0 0,-1-1 0 0 0,1 0 0 0 0,0 0 0 0 0,-1 1 0 0 0,0-1-1 0 0,0 0 1 0 0,0 0 0 0 0,0 0 0 0 0,0 1 0 0 0,0-1 0 0 0,0 0-1 0 0,0-1 1 0 0,-1 1 0 0 0,1 0 0 0 0,-1 0 0 0 0,0-1-1 0 0,1 1 1 0 0,-1 0 0 0 0,-3 1 0 0 0,-3 2 4 0 0,-1 0 0 0 0,1-1 0 0 0,-1 0 0 0 0,1 0 1 0 0,-1-1-1 0 0,0 0 0 0 0,0-1 0 0 0,-1 0 0 0 0,1 0 0 0 0,0-1 0 0 0,-19 0 1 0 0,3 1-10 0 0,19-2-185 0 0,0 0-1 0 0,0 0 0 0 0,0 0 1 0 0,0-1-1 0 0,0 0 1 0 0,0 0-1 0 0,0-1 1 0 0,1 1-1 0 0,-1-1 1 0 0,-5-3-1 0 0,10 4 114 0 0,0 1 0 0 0,-1-1 0 0 0,1 1 0 0 0,0-1 0 0 0,0 0 0 0 0,-1 0 1 0 0,1 0-1 0 0,0 1 0 0 0,0-1 0 0 0,0 0 0 0 0,0 0 0 0 0,0 0 0 0 0,0-1 0 0 0,1 1 0 0 0,-1 0 0 0 0,0 0 0 0 0,0 0 0 0 0,1-1 0 0 0,-1 1 0 0 0,1 0 0 0 0,-1-1 0 0 0,1 1 0 0 0,0 0 1 0 0,-1-1-1 0 0,1 1 0 0 0,0-1 0 0 0,0 1 0 0 0,0 0 0 0 0,0-1 0 0 0,0 1 0 0 0,0-1 0 0 0,1 1 0 0 0,-1 0 0 0 0,0-1 0 0 0,1 1 0 0 0,-1 0 0 0 0,1-1 0 0 0,-1 1 0 0 0,1 0 0 0 0,0-1 0 0 0,-1 1 1 0 0,1 0-1 0 0,0 0 0 0 0,0 0 0 0 0,0 0 0 0 0,1-1 0 0 0,5-5-761 0 0,0 0-1 0 0,1 1 1 0 0,0 0 0 0 0,15-8 0 0 0,5-4-1091 0 0,1-1 407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19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197 127 1761 0 0,'0'0'2067'0'0,"-5"0"-92"0"0,-4 0-1665 0 0,-1 0 0 0 0,1 1 0 0 0,0 0 0 0 0,-1 1 0 0 0,1-1 1 0 0,0 2-1 0 0,0-1 0 0 0,0 1 0 0 0,0 1 0 0 0,0 0 0 0 0,1 0 0 0 0,-1 0 1 0 0,1 1-1 0 0,0 0 0 0 0,1 1 0 0 0,-1 0 0 0 0,1 0 0 0 0,0 1 0 0 0,-6 7 0 0 0,12-12-293 0 0,-1 0 0 0 0,1-1 0 0 0,-1 1 0 0 0,1 0 0 0 0,0 0 0 0 0,-1 0 0 0 0,1 0 0 0 0,0 0 0 0 0,1 1 0 0 0,-1-1 0 0 0,0 0 0 0 0,1 0-1 0 0,-1 1 1 0 0,1-1 0 0 0,-1 0 0 0 0,1 1 0 0 0,0-1 0 0 0,0 0 0 0 0,0 1 0 0 0,1-1 0 0 0,0 4 0 0 0,1-2-8 0 0,1 0 0 0 0,0 0 1 0 0,0-1-1 0 0,0 1 0 0 0,0-1 1 0 0,0 0-1 0 0,1 0 0 0 0,-1 0 1 0 0,1 0-1 0 0,0-1 0 0 0,0 1 1 0 0,6 2-1 0 0,5 2 13 0 0,1 0 0 0 0,-1-1 0 0 0,1-1 0 0 0,0 0 0 0 0,0-2 0 0 0,1 1 0 0 0,-1-2 0 0 0,1 0 0 0 0,-1-1 0 0 0,1-1 0 0 0,0-1 0 0 0,-1 0 0 0 0,1-1 0 0 0,-1 0 0 0 0,1-2 0 0 0,15-5 0 0 0,-30 9-22 0 0,0-1 1 0 0,0 0 0 0 0,0 0 0 0 0,0 0-1 0 0,-1 0 1 0 0,1 0 0 0 0,0 0 0 0 0,0 0 0 0 0,-1-1-1 0 0,1 1 1 0 0,-1 0 0 0 0,1-1 0 0 0,-1 1 0 0 0,0-1-1 0 0,0 0 1 0 0,0 0 0 0 0,0 1 0 0 0,2-5 0 0 0,1-44-28 0 0,-4 48 25 0 0,0-9-36 0 0,1-11 9 0 0,-2 0-1 0 0,0-1 0 0 0,-8-35 1 0 0,8 52-3 0 0,0 1 0 0 0,-1 0 0 0 0,0-1 0 0 0,1 1-1 0 0,-2 0 1 0 0,1 0 0 0 0,0 0 0 0 0,-1 0 0 0 0,0 1 0 0 0,0-1 0 0 0,-1 1 0 0 0,1-1 0 0 0,-1 1 0 0 0,0 0 0 0 0,0 1 0 0 0,0-1 0 0 0,-1 1 0 0 0,1 0 0 0 0,-1 0 0 0 0,0 0 0 0 0,1 0 0 0 0,-7-1-1 0 0,-15-4-995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19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34 160 0 0,'-40'-5'1798'0'0,"-66"-10"5328"0"0,106 14-7095 0 0,0 1 0 0 0,1 0 1 0 0,-1 0-1 0 0,0 0 0 0 0,0 0 0 0 0,0 0 0 0 0,0 0 0 0 0,0 0 0 0 0,1 0 0 0 0,-1 0 1 0 0,0-1-1 0 0,0 1 0 0 0,0 0 0 0 0,0 0 0 0 0,0 0 0 0 0,0 0 0 0 0,0 0 0 0 0,0 0 1 0 0,1-1-1 0 0,-1 1 0 0 0,0 0 0 0 0,0 0 0 0 0,0 0 0 0 0,0 0 0 0 0,0-1 0 0 0,0 1 1 0 0,0 0-1 0 0,0 0 0 0 0,0 0 0 0 0,0 0 0 0 0,0-1 0 0 0,0 1 0 0 0,0 0 0 0 0,0 0 1 0 0,0 0-1 0 0,0 0 0 0 0,0-1 0 0 0,-1 1 0 0 0,1 0 0 0 0,0 0 0 0 0,0 0 0 0 0,0 0 1 0 0,0 0-1 0 0,0-1 0 0 0,0 1 0 0 0,0 0 0 0 0,0 0 0 0 0,-1 0 0 0 0,1 0 0 0 0,0 0 1 0 0,0 0-1 0 0,0 0 0 0 0,0-1 0 0 0,0 1 0 0 0,-1 0 0 0 0,1 0 0 0 0,45-4 44 0 0,0 2-1 0 0,1 2 0 0 0,-1 2 0 0 0,68 11 0 0 0,-26-3-1925 0 0,-36-2-4819 0 0,-71-15 4682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19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6803 0 0,'-91'56'4482'0'0,"91"2"-3521"0"0,0-1-1121 0 0,0-7-1 0 0,30 2 322 0 0,1-13-81 0 0,29-20-881 0 0,0-33-2880 0 0,1 9-3123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20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 3842 0 0,'-146'45'6763'0'0,"141"-44"-5389"0"0,18 1-1299 0 0,0-1 0 0 0,0 0 1 0 0,0-1-1 0 0,22-2 0 0 0,-1 0-24 0 0,379 13 896 0 0,-318-8-863 0 0,30-1-524 0 0,-39-12-4633 0 0,-61 6 1564 0 0,-20 8 615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20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31 241 320 0 0,'0'0'69'0'0,"1"-1"0"0"0,-1 1 0 0 0,0-1 0 0 0,0 1-1 0 0,0-1 1 0 0,1 1 0 0 0,-1-1 0 0 0,0 1 0 0 0,0-1 0 0 0,1 1 0 0 0,-1-1-1 0 0,1 1 1 0 0,-1-1 0 0 0,0 1 0 0 0,1 0 0 0 0,-1-1 0 0 0,1 1 0 0 0,-1 0 0 0 0,1-1-1 0 0,-1 1 1 0 0,1 0 0 0 0,-1 0 0 0 0,1-1 0 0 0,-1 1 0 0 0,1 0 0 0 0,-1 0-1 0 0,1 0 1 0 0,0 0 0 0 0,-1 0 0 0 0,1 0 0 0 0,-1 0 0 0 0,1 0 0 0 0,-1 0-1 0 0,1 0 1 0 0,0 0 0 0 0,0 0 1 0 0,-1 0-1 0 0,1 0 1 0 0,-1 0-1 0 0,1 0 1 0 0,-1 0-1 0 0,1 0 1 0 0,-1 0-1 0 0,1 0 1 0 0,-1 0-1 0 0,1 0 1 0 0,-1 0-1 0 0,1 0 1 0 0,-1-1-1 0 0,1 1 1 0 0,-1 0-1 0 0,1 0 1 0 0,-1 0-1 0 0,1-1 1 0 0,-1 1-1 0 0,0 0 1 0 0,1-1-1 0 0,-1 1 1 0 0,1 0-1 0 0,-1-1 1 0 0,0 1-1 0 0,1-1 1 0 0,-1 1-1 0 0,0 0 1 0 0,0-1-1 0 0,1 1 1 0 0,-1-1-1 0 0,0 1 1 0 0,0-2-1 0 0,2 1 106 0 0,-1-1-1 0 0,1 0 0 0 0,0 1 1 0 0,0 0-1 0 0,-1-1 0 0 0,1 1 1 0 0,0 0-1 0 0,0 0 1 0 0,0 0-1 0 0,0 0 0 0 0,0 0 1 0 0,0 1-1 0 0,4-2 0 0 0,0 0 427 0 0,-1 1-430 0 0,-4 1-152 0 0,0 0 1 0 0,0-1-1 0 0,0 1 0 0 0,-1 0 0 0 0,1 0 1 0 0,0 0-1 0 0,0 0 0 0 0,0-1 1 0 0,-1 1-1 0 0,1 0 0 0 0,0-1 0 0 0,0 1 1 0 0,-1-1-1 0 0,1 1 0 0 0,0 0 1 0 0,-1-1-1 0 0,1 0 0 0 0,-1 1 0 0 0,1-1 1 0 0,0 1-1 0 0,-1-1 0 0 0,1 0 1 0 0,-1 1-1 0 0,0-1 0 0 0,1 0 1 0 0,-1 0-1 0 0,1 1 0 0 0,-1-1 0 0 0,0 0 1 0 0,0 0-1 0 0,0 0 0 0 0,1 1 1 0 0,-1-2-1 0 0,0 1-5 0 0,0 0 0 0 0,0 0 0 0 0,0-1 0 0 0,0 1 0 0 0,1 0 0 0 0,-1 0 0 0 0,0 0 0 0 0,1 0 0 0 0,-1 0 0 0 0,0 0 0 0 0,1 0 0 0 0,-1 0 0 0 0,1 0 0 0 0,0 1 0 0 0,-1-1 0 0 0,1 0 0 0 0,0 0 0 0 0,-1 0 0 0 0,1 1 0 0 0,0-1 0 0 0,0 0 0 0 0,1 0 0 0 0,6-11 77 0 0,-9 9-65 0 0,0-1-1 0 0,0 1 1 0 0,0-1-1 0 0,-1 1 0 0 0,1 0 1 0 0,-1-1-1 0 0,0 1 0 0 0,0 0 1 0 0,0 0-1 0 0,-4-4 1 0 0,2 3 4 0 0,1 1 0 0 0,0-1 0 0 0,1 0 0 0 0,-1 0 0 0 0,1-1 0 0 0,-1 1 0 0 0,1 0 0 0 0,1-1 0 0 0,-1 0 0 0 0,1 1 1 0 0,-2-10-1 0 0,2 11 31 0 0,1 0 0 0 0,-1 0 1 0 0,0 0-1 0 0,0 1 0 0 0,0-1 1 0 0,0 0-1 0 0,-1 1 1 0 0,1-1-1 0 0,-1 1 0 0 0,1 0 1 0 0,-1-1-1 0 0,0 1 0 0 0,0 0 1 0 0,0 0-1 0 0,0 0 0 0 0,0 0 1 0 0,0 0-1 0 0,-1 1 0 0 0,-4-3 1 0 0,2 16 41 0 0,1 0-1 0 0,0 1 1 0 0,0 0 0 0 0,1 0 0 0 0,-2 27 0 0 0,0-5 14 0 0,-4 16 0 0 0,3-21-67 0 0,2 1 0 0 0,-2 40-1 0 0,6 124 5 0 0,0-193-76 0 0,0 0-1 0 0,0 1 1 0 0,0-1 0 0 0,0 0 0 0 0,0 0 0 0 0,0 0 0 0 0,1 0-1 0 0,-1 0 1 0 0,1 0 0 0 0,-1 0 0 0 0,1 0 0 0 0,1 2 0 0 0,-1-3-25 0 0,0 0 0 0 0,0 0 1 0 0,1-1-1 0 0,-1 1 1 0 0,0 0-1 0 0,1-1 0 0 0,-1 0 1 0 0,0 1-1 0 0,1-1 0 0 0,-1 0 1 0 0,1 0-1 0 0,-1 1 0 0 0,0-1 1 0 0,1 0-1 0 0,-1 0 1 0 0,1-1-1 0 0,-1 1 0 0 0,0 0 1 0 0,1 0-1 0 0,1-1 0 0 0,53-14-2100 0 0,4-12-1522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21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0 1040 0 0,'0'0'62'0'0,"0"1"0"0"0,0-1 0 0 0,0 0 0 0 0,0 0 0 0 0,0 0 0 0 0,1 0 0 0 0,-1 0 0 0 0,0 1 0 0 0,0-1 0 0 0,0 0-1 0 0,0 0 1 0 0,0 0 0 0 0,0 1 0 0 0,0-1 0 0 0,0 0 0 0 0,0 0 0 0 0,0 0 0 0 0,0 1 0 0 0,0-1 0 0 0,0 0-1 0 0,0 0 1 0 0,0 0 0 0 0,0 1 0 0 0,0-1 0 0 0,0 0 0 0 0,0 0 0 0 0,0 0 0 0 0,0 0 0 0 0,0 1 0 0 0,0-1-1 0 0,-1 0 1 0 0,1 0 0 0 0,0 0 0 0 0,0 0 0 0 0,0 1 0 0 0,0-1 0 0 0,0 0 0 0 0,0 0 0 0 0,-1 0 0 0 0,1 0 0 0 0,0 0-1 0 0,0 0 1 0 0,0 1 0 0 0,0-1 0 0 0,-1 0 0 0 0,1 0 0 0 0,0 0 0 0 0,0 0 0 0 0,0 0 0 0 0,-1 0 0 0 0,1 0-1 0 0,0 0 1 0 0,0 0 0 0 0,0 0 0 0 0,-1 0 0 0 0,1 0 0 0 0,0 0 0 0 0,0 0 0 0 0,0 0 0 0 0,-1 0 0 0 0,1 0-1 0 0,0 0 1 0 0,0 0 0 0 0,-65 18 2830 0 0,58-17-2710 0 0,0 0-1 0 0,0 0 0 0 0,-1 1 0 0 0,2 0 0 0 0,-1 0 0 0 0,0 1 0 0 0,0 0 0 0 0,1 0 0 0 0,-1 1 0 0 0,1 0 0 0 0,0 0 0 0 0,0 0 0 0 0,1 0 0 0 0,-1 1 1 0 0,-7 9-1 0 0,2-1 19 0 0,-39 56 246 0 0,46-63-416 0 0,1 0 0 0 0,0 0-1 0 0,0 0 1 0 0,1 0 0 0 0,0 0 0 0 0,0 1-1 0 0,0-1 1 0 0,1 1 0 0 0,0 0 0 0 0,0 7-1 0 0,0-5 24 0 0,1-1 0 0 0,-2 1-1 0 0,1-1 1 0 0,-1 0 0 0 0,-6 16-1 0 0,6-21-43 0 0,0 0-1 0 0,1 1 0 0 0,-1 0 0 0 0,1-1 0 0 0,0 1 0 0 0,0 0 0 0 0,0 0 1 0 0,0-1-1 0 0,1 1 0 0 0,0 0 0 0 0,-1 0 0 0 0,2 0 0 0 0,-1 0 0 0 0,0 0 1 0 0,1 0-1 0 0,-1 0 0 0 0,1-1 0 0 0,0 1 0 0 0,1 0 0 0 0,-1-1 0 0 0,1 1 1 0 0,-1 0-1 0 0,1-1 0 0 0,0 0 0 0 0,0 1 0 0 0,1-1 0 0 0,-1 0 0 0 0,0 0 0 0 0,6 4 1 0 0,2 2 1 0 0,1-1 1 0 0,0 0-1 0 0,0 0 1 0 0,1-1-1 0 0,-1-1 1 0 0,2 0 0 0 0,-1 0-1 0 0,1-2 1 0 0,-1 1-1 0 0,1-2 1 0 0,1 1-1 0 0,25 2 1 0 0,-23-5-4 0 0,-1 0 1 0 0,0-1-1 0 0,0 0 1 0 0,0-1-1 0 0,0-1 1 0 0,0-1-1 0 0,0 0 1 0 0,0-1-1 0 0,-1 0 0 0 0,1-1 1 0 0,20-11-1 0 0,-33 16-6 0 0,-1 0-1 0 0,0 0 1 0 0,0-1-1 0 0,0 1 0 0 0,0-1 1 0 0,0 1-1 0 0,1-1 1 0 0,-1 0-1 0 0,0 1 0 0 0,0-1 1 0 0,0 0-1 0 0,-1 0 1 0 0,1 1-1 0 0,0-1 0 0 0,0 0 1 0 0,0 0-1 0 0,-1 0 1 0 0,1 0-1 0 0,0 0 0 0 0,-1 0 1 0 0,1 0-1 0 0,-1-1 0 0 0,1 1 1 0 0,-1 0-1 0 0,0 0 1 0 0,1 0-1 0 0,-1 0 0 0 0,0-1 1 0 0,0 1-1 0 0,0 0 1 0 0,0 0-1 0 0,0-1 0 0 0,0 1 1 0 0,0 0-1 0 0,0 0 1 0 0,-1-2-1 0 0,-2-1 0 0 0,0-1-1 0 0,-1 1 1 0 0,1-1 0 0 0,-1 1 0 0 0,0 0-1 0 0,-1 0 1 0 0,-5-4 0 0 0,-11-10 1 0 0,0 0 5 0 0,-2 0 0 0 0,0 1 0 0 0,-43-24 0 0 0,52 34-147 0 0,0 0 1 0 0,0 1-1 0 0,-1 0 1 0 0,0 1-1 0 0,0 1 1 0 0,0 0-1 0 0,-1 2 1 0 0,-30-3-1 0 0,24 6-895 0 0,28 3-1255 0 0,41 0-1812 0 0,-17-4 2036 0 0,0 0 319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21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64 400 0 0,'-332'-13'11512'0'0,"809"-6"-13379"0"0,-467 19 1717 0 0,2 0-699 0 0,1-1-1 0 0,-1 0 1 0 0,0-1-1 0 0,0 0 1 0 0,0-1-1 0 0,20-7 0 0 0,-27-2-1417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22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 1121 0 0,'-55'46'5442'0'0,"-35"23"-1200"0"0,60 8-2961 0 0,30 5-1281 0 0,0 13 80 0 0,0 1 80 0 0,0-14 0 0 0,30-24 0 0 0,30-44-480 0 0,1-14-1201 0 0,23-8-2881 0 0,-23-11-1921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22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14 1841 0 0,'-65'-8'5562'0'0,"25"4"-2124"0"0,36 3-1874 0 0,18 0-136 0 0,126 10-214 0 0,236 11-553 0 0,-109 4-3443 0 0,-267-24 2773 0 0,35 5-1410 0 0,-34-5 1125 0 0,0 0 0 0 0,1 0 0 0 0,-1 0 0 0 0,0 1 0 0 0,1-1 0 0 0,-1 0 0 0 0,0 1 0 0 0,0-1 0 0 0,0 1 0 0 0,1-1 0 0 0,-1 1 0 0 0,0-1-1 0 0,0 1 1 0 0,0 0 0 0 0,0 0 0 0 0,0-1 0 0 0,0 1 0 0 0,0 0 0 0 0,0 0 0 0 0,0 0 0 0 0,1 2 0 0 0,-2 8-4015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23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242 133 1361 0 0,'-90'13'6483'0'0,"-31"-7"-2642"0"0,91-6-2480 0 0,60-6-961 0 0,30-7 80 0 0,-30 0-159 0 0,31-7-161 0 0,120-5-481 0 0,121-19-1760 0 0,-67 13-3921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23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77 1281 0 0,'0'-25'2161'0'0,"0"6"-561"0"0,-30 6-479 0 0,30 7-481 0 0,0 0-400 0 0,-30-2-800 0 0,30 16-3282 0 0,-31-2 2081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24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32 176 2321 0 0,'-3'-4'369'0'0,"0"1"0"0"0,0-1 0 0 0,0 0-1 0 0,0 0 1 0 0,1 0 0 0 0,0 0 0 0 0,0 0 0 0 0,0 0 0 0 0,0-1-1 0 0,0 1 1 0 0,1-1 0 0 0,0 1 0 0 0,0-1 0 0 0,0 0 0 0 0,1 1-1 0 0,-1-1 1 0 0,1 0 0 0 0,0 0 0 0 0,1 1 0 0 0,0-6 0 0 0,-1 3 169 0 0,0 6-515 0 0,1-1 1 0 0,-1 1 0 0 0,1 0-1 0 0,-1 0 1 0 0,1-1-1 0 0,0 1 1 0 0,0 0-1 0 0,-1 0 1 0 0,1 0 0 0 0,0 0-1 0 0,0 0 1 0 0,0 0-1 0 0,0 0 1 0 0,0 0-1 0 0,0 0 1 0 0,0 1 0 0 0,1-1-1 0 0,-1 0 1 0 0,0 1-1 0 0,3-2 1 0 0,35-13 81 0 0,9 4-92 0 0,-1 2 1 0 0,1 1-1 0 0,0 4 0 0 0,1 1 1 0 0,93 6-1 0 0,-123-2-2 0 0,0 1 0 0 0,0 0-1 0 0,0 2 1 0 0,0 0 0 0 0,0 1-1 0 0,-1 0 1 0 0,1 2 0 0 0,-2 0-1 0 0,31 17 1 0 0,-44-22 7 0 0,0 0 0 0 0,0 0 0 0 0,0 1 0 0 0,-1-1 0 0 0,1 1 0 0 0,-1 0 0 0 0,1-1 0 0 0,-1 2 0 0 0,0-1 0 0 0,0 0 0 0 0,0 1 0 0 0,-1-1 0 0 0,1 1 1 0 0,-1 0-1 0 0,0 0 0 0 0,0 0 0 0 0,0 0 0 0 0,-1 0 0 0 0,1 0 0 0 0,-1 0 0 0 0,0 0 0 0 0,0 1 0 0 0,-1-1 0 0 0,1 1 0 0 0,-1-1 0 0 0,0 0 0 0 0,0 1 0 0 0,0-1 0 0 0,-1 1 0 0 0,1-1 0 0 0,-1 0 0 0 0,0 1 0 0 0,-3 4 0 0 0,1 2 26 0 0,0-2-1 0 0,1-1 1 0 0,-2 1-1 0 0,0 0 0 0 0,0-1 1 0 0,0 0-1 0 0,-7 9 0 0 0,-20 15 169 0 0,-2-1 1 0 0,-58 42-1 0 0,75-60-128 0 0,4-3 8 0 0,-1-1 0 0 0,-1 0 0 0 0,1-1 0 0 0,-1 0 0 0 0,-1-1 0 0 0,0-1 0 0 0,0 0 0 0 0,-17 4 0 0 0,21-8-47 0 0,0-1 0 0 0,1 1 0 0 0,-1-2 0 0 0,0 1 0 0 0,-1-2 0 0 0,2 1 0 0 0,-1-2 0 0 0,0 1 0 0 0,0-1 0 0 0,0-1 0 0 0,1 0 1 0 0,-19-8-1 0 0,8 2-20 0 0,1-2 0 0 0,0 0 0 0 0,-30-22 0 0 0,45 30-22 0 0,0 0 0 0 0,1-1 0 0 0,-1 0 0 0 0,1 0 0 0 0,-1 0 1 0 0,1-1-1 0 0,0 1 0 0 0,1-1 0 0 0,-1 0 0 0 0,1 0 0 0 0,0-1 1 0 0,1 1-1 0 0,-1 0 0 0 0,1-1 0 0 0,0 0 0 0 0,0 1 0 0 0,1-1 1 0 0,-2-7-1 0 0,3 8-11 0 0,0 0 0 0 0,0 0 0 0 0,0 0 0 0 0,0 1 0 0 0,1-1 0 0 0,0 0 0 0 0,0 0 0 0 0,0 0 0 0 0,3-5 0 0 0,-3 8 4 0 0,1 0 0 0 0,0 0 0 0 0,-1 1 0 0 0,1-1 0 0 0,0 1 0 0 0,0-1 0 0 0,0 1 0 0 0,0-1 0 0 0,0 1 0 0 0,1 0 0 0 0,-1 0 0 0 0,0 0 0 0 0,0 0 0 0 0,1 1 0 0 0,-1-1 0 0 0,1 1 0 0 0,-1-1 0 0 0,0 1 0 0 0,6 0 0 0 0,27 1 17 0 0,1 5 45 0 0,0 3 0 0 0,53 19-1 0 0,-35-8 186 0 0,-1 2 0 0 0,-1 3 0 0 0,-1 2-1 0 0,86 60 1 0 0,-109-68-24 0 0,-19-13-162 0 0,0-1 0 0 0,-1 1 0 0 0,1 1 0 0 0,-2 0 0 0 0,8 8 0 0 0,-13-14-113 0 0,0 1 0 0 0,0-1 1 0 0,0 0-1 0 0,0 1 0 0 0,0-1 1 0 0,0 0-1 0 0,1 0 0 0 0,-1-1 1 0 0,0 1-1 0 0,0 0 1 0 0,1-1-1 0 0,-1 1 0 0 0,1-1 1 0 0,-1 0-1 0 0,0 0 0 0 0,1 0 1 0 0,-1 0-1 0 0,0 0 0 0 0,1 0 1 0 0,-1-1-1 0 0,0 1 1 0 0,1-1-1 0 0,-1 0 0 0 0,0 0 1 0 0,0 1-1 0 0,1-1 0 0 0,-1-1 1 0 0,0 1-1 0 0,0 0 0 0 0,0 0 1 0 0,-1-1-1 0 0,1 1 1 0 0,0-1-1 0 0,0 0 0 0 0,-1 1 1 0 0,1-1-1 0 0,-1 0 0 0 0,1 0 1 0 0,-1 0-1 0 0,2-4 0 0 0,6-42-1904 0 0,16-50-2549 0 0,5-9-2388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24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201 218 1841 0 0,'-58'-34'3838'0'0,"36"22"-2704"0"0,0-1 1 0 0,1-1 0 0 0,-32-28 0 0 0,50 40-1074 0 0,1 0 1 0 0,0 0-1 0 0,0 0 1 0 0,1 0-1 0 0,-1 0 1 0 0,0 0-1 0 0,1-1 1 0 0,-1 1-1 0 0,1-1 0 0 0,0 1 1 0 0,0-1-1 0 0,0 0 1 0 0,0 1-1 0 0,0-1 1 0 0,0-5-1 0 0,1 6-39 0 0,0 0 1 0 0,0 1-1 0 0,1-1 1 0 0,-1 0-1 0 0,1 0 0 0 0,-1 1 1 0 0,1-1-1 0 0,-1 0 1 0 0,1 1-1 0 0,0-1 0 0 0,0 1 1 0 0,0-1-1 0 0,0 1 1 0 0,0-1-1 0 0,0 1 0 0 0,0 0 1 0 0,1 0-1 0 0,-1-1 1 0 0,2 0-1 0 0,3-2-24 0 0,0 1-1 0 0,0-1 1 0 0,0 2 0 0 0,1-1-1 0 0,-1 1 1 0 0,1-1 0 0 0,0 2-1 0 0,-1-1 1 0 0,1 1 0 0 0,0 0-1 0 0,0 0 1 0 0,7 1 0 0 0,-2 0-10 0 0,-1 0 0 0 0,1 1 0 0 0,-1 0 0 0 0,0 1 0 0 0,1 0 0 0 0,20 8 0 0 0,-26-7 26 0 0,1 0-1 0 0,-1 0 1 0 0,-1 1 0 0 0,1 0-1 0 0,0 0 1 0 0,-1 0-1 0 0,0 1 1 0 0,0-1 0 0 0,0 1-1 0 0,-1 0 1 0 0,0 1-1 0 0,7 10 1 0 0,20 44 208 0 0,9 43 224 0 0,-15-36-87 0 0,-17-41-92 0 0,0 0-1 0 0,5 33 1 0 0,-9-35 93 0 0,2 0 1 0 0,15 44-1 0 0,-17-58-271 0 0,1 1 0 0 0,-1-1 0 0 0,2 0 0 0 0,0 0 0 0 0,0-1 0 0 0,0 1 0 0 0,1-2-1 0 0,9 9 1 0 0,-13-13-75 0 0,-1-3-17 0 0,-1 0-1 0 0,1 0 1 0 0,-1 0 0 0 0,1 1-1 0 0,-1-1 1 0 0,1 1-1 0 0,-1-1 1 0 0,0 1 0 0 0,0 0-1 0 0,0-1 1 0 0,0 1 0 0 0,0 0-1 0 0,0 0 1 0 0,0-1 0 0 0,0 1-1 0 0,-1 0 1 0 0,1 0 0 0 0,-1 0-1 0 0,1 3 1 0 0,-1-5-25 0 0,0 0 0 0 0,0 1 1 0 0,0-1-1 0 0,0 1 0 0 0,0-1 0 0 0,0 0 0 0 0,0 1 0 0 0,1-1 1 0 0,-1 0-1 0 0,0 1 0 0 0,0-1 0 0 0,0 0 0 0 0,1 1 0 0 0,-1-1 1 0 0,0 0-1 0 0,0 1 0 0 0,1-1 0 0 0,-1 0 0 0 0,0 0 0 0 0,1 1 1 0 0,-1-1-1 0 0,0 0 0 0 0,1 0 0 0 0,-1 0 0 0 0,0 1 1 0 0,1-1-1 0 0,-1 0 0 0 0,0 0 0 0 0,1 0 0 0 0,-1 0 0 0 0,1 0 1 0 0,-1 0-1 0 0,0 0 0 0 0,1 0 0 0 0,-1 0 0 0 0,1 0 0 0 0,-1 0 1 0 0,0 0-1 0 0,1 0 0 0 0,-1 0 0 0 0,1 0 0 0 0,12-4-791 0 0,-12 2 642 0 0,0-1 0 0 0,0 1 0 0 0,0-1 0 0 0,0 1 0 0 0,0-1 0 0 0,-1 0 0 0 0,1 1 0 0 0,-1-1 0 0 0,0 0 0 0 0,0 0 0 0 0,0 1 0 0 0,0-1 0 0 0,0 0 0 0 0,-2-4 0 0 0,2-3-462 0 0,1-4-315 0 0,-1 10 540 0 0,0 0 0 0 0,1 0 0 0 0,-1 0-1 0 0,0 0 1 0 0,-1 1 0 0 0,1-1 0 0 0,-1 0 0 0 0,0 0 0 0 0,1 0 0 0 0,-4-6-1 0 0,-21-15-2239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25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0 80 0 0,'-120'14'7203'0'0,"-1"17"-2801"0"0,91-12-3201 0 0,60-25 800 0 0,0 6-1041 0 0,0-6-399 0 0,31 6-161 0 0,59 0 0 0 0,152 0 160 0 0,-97 0-880 0 0,-54 0-2081 0 0,-61-7-1041 0 0,31-30-2400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4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2809 140 560 0 0,'25'11'6163'0'0,"-71"-10"2091"0"0,41-1-8531 0 0,0 0 1944 0 0,6-5 625 0 0,-7 3 4394 0 0,-40-3-5154 0 0,0 2 1 0 0,-73 4-1 0 0,30 1-1060 0 0,-88 0 442 0 0,-270 39-1 0 0,228-20-571 0 0,81-11-179 0 0,8 6-153 0 0,-253 64 1 0 0,360-74-11 0 0,0-2 0 0 0,-30 2 0 0 0,31-4 0 0 0,0 1 0 0 0,-40 10 0 0 0,-64 12 0 0 0,-110 31 0 0 0,213-50 0 0 0,0-1 0 0 0,-26 2 0 0 0,-7 1 0 0 0,16-2 0 0 0,0-1 0 0 0,-55-2 0 0 0,87-3 0 0 0,-19 6 0 0 0,1-2 0 0 0,1-4 0 0 0,25 0 0 0 0,0 0 0 0 0,0 0 0 0 0,1 0 0 0 0,-1 0 0 0 0,0 0 0 0 0,0 0 0 0 0,0 0 0 0 0,0 0 0 0 0,0 0 0 0 0,0 0 0 0 0,0-1 0 0 0,0 1 0 0 0,0 0 0 0 0,0 0 0 0 0,0 0 0 0 0,0 0 0 0 0,0 0 0 0 0,0 0 0 0 0,0 0 0 0 0,0 0 0 0 0,0-1 0 0 0,0 1 0 0 0,0 0 0 0 0,0 0 0 0 0,0 0 0 0 0,0 0 0 0 0,0 0 0 0 0,0 0 0 0 0,0 0 0 0 0,0 0 0 0 0,0-1 0 0 0,0 1 0 0 0,0 0 0 0 0,0 0 0 0 0,0 0 0 0 0,0 0 0 0 0,0 0 0 0 0,0 0 0 0 0,-1 0 0 0 0,1 0 0 0 0,0 0 0 0 0,2-1 0 0 0,0 1 0 0 0,-1 0 0 0 0,1 0 0 0 0,0-1 0 0 0,-1 1 0 0 0,1-1 0 0 0,0 0 0 0 0,-1 1 0 0 0,1-1 0 0 0,-1 0 0 0 0,1 0 0 0 0,-1 0 0 0 0,0 0 0 0 0,3-2 0 0 0,-1-13 0 0 0,-2 2 0 0 0,35-22 0 0 0,-23 24 0 0 0,236-197 0 0 0,-210 181 0 0 0,0 2 0 0 0,2 1 0 0 0,1 2 0 0 0,87-34 0 0 0,-117 53-134 0 0,0 1 0 0 0,0 1 0 0 0,1 0 0 0 0,-1 1 0 0 0,0 0 0 0 0,1 1 0 0 0,13 1 0 0 0,79 16-13157 0 0,-80-12 7413 0 0,0 3-1419 0 0,-45 4 2708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4:48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152 463 160 0 0,'-78'24'7383'0'0,"36"-9"-2694"0"0,40-14-4539 0 0,1-1-8 0 0,-1 0-1 0 0,1 0 1 0 0,0 0-1 0 0,0 0 1 0 0,-1 1-1 0 0,1-1 1 0 0,0 0-1 0 0,0 1 1 0 0,0-1-1 0 0,0 1 1 0 0,-1 0 0 0 0,1-1-1 0 0,0 1 1 0 0,0 0-1 0 0,0 0 1 0 0,0-1-1 0 0,1 1 1 0 0,-1 0-1 0 0,0 0 1 0 0,0 0-1 0 0,0 0 1 0 0,1 0 0 0 0,-1 0-1 0 0,0 1 1 0 0,1-1-1 0 0,-1 0 1 0 0,1 0-1 0 0,0 0 1 0 0,-1 1-1 0 0,1-1 1 0 0,0 0-1 0 0,0 0 1 0 0,-1 3 1907 0 0,1-1-1682 0 0,0 1 0 0 0,0-1 0 0 0,0 0-1 0 0,0 1 1 0 0,1-1 0 0 0,-1 0 0 0 0,1 0 0 0 0,0 1 0 0 0,1 3-1 0 0,4-5-132 0 0,-5-2-189 0 0,0 0 0 0 0,0 0-1 0 0,0 1 1 0 0,0-1 0 0 0,0 0 0 0 0,0 0-1 0 0,0 1 1 0 0,0-1 0 0 0,0 1 0 0 0,0-1 0 0 0,0 1-1 0 0,0-1 1 0 0,-1 1 0 0 0,1 0 0 0 0,0-1-1 0 0,0 1 1 0 0,0 0 0 0 0,-1-1 0 0 0,1 1 0 0 0,1 2-1 0 0,3-1 610 0 0,130 21 2254 0 0,-26-7-1958 0 0,-80-13-773 0 0,0 1 0 0 0,50 14 0 0 0,97 31-1698 0 0,-176-48 1535 0 0,1-1 0 0 0,-1 0-1 0 0,1 0 1 0 0,-1 0 0 0 0,0 1 0 0 0,0-1 0 0 0,1 0 0 0 0,-1 0 0 0 0,0 1-1 0 0,1-1 1 0 0,-1 0 0 0 0,0 1 0 0 0,0-1 0 0 0,1 0 0 0 0,-1 1 0 0 0,0-1-1 0 0,0 0 1 0 0,0 1 0 0 0,0-1 0 0 0,1 1 0 0 0,-1-1 0 0 0,0 0 0 0 0,0 1-1 0 0,0-1 1 0 0,0 1 0 0 0,0-1 0 0 0,0 0 0 0 0,0 1 0 0 0,0-1-1 0 0,0 1 1 0 0,0-1 0 0 0,-1 0 0 0 0,1 1 0 0 0,0-1 0 0 0,0 1 0 0 0,0-1-1 0 0,0 0 1 0 0,0 1 0 0 0,-1-1 0 0 0,1 0 0 0 0,0 1 0 0 0,0-1 0 0 0,-1 0-1 0 0,1 1 1 0 0,0-1 0 0 0,-1 0 0 0 0,1 0 0 0 0,0 1 0 0 0,-1-1 0 0 0,1 0-1 0 0,-1 1 1 0 0,-5-4 29 0 0,-43 1 141 0 0,24 2-131 0 0,20 0-106 0 0,5-3-39 0 0,0 1 93 0 0,0 0 0 0 0,0-1 0 0 0,0 1 0 0 0,0-1 0 0 0,0 1 0 0 0,-1-1 0 0 0,1 1 0 0 0,-1-1 0 0 0,1 1 0 0 0,-1 0 0 0 0,-2-4 0 0 0,-1-2 215 0 0,0-1 0 0 0,0 0 0 0 0,1 0-1 0 0,0 0 1 0 0,1-1 0 0 0,0 1 0 0 0,0-1 0 0 0,0-13 0 0 0,2-87 1191 0 0,1 54-1142 0 0,-2 24-208 0 0,1 21-40 0 0,-1-1 0 0 0,1 1 0 0 0,1-1 1 0 0,0 1-1 0 0,4-18 0 0 0,4 2 46 0 0,-5 17-47 0 0,-1 0 1 0 0,0 0-1 0 0,-1-1 0 0 0,0 1 0 0 0,1-18 0 0 0,-3 20-11 0 0,1 0 1 0 0,0 0-1 0 0,1 0 0 0 0,0 0 1 0 0,0 0-1 0 0,1 1 0 0 0,0-1 1 0 0,5-10-1 0 0,5-11-26 0 0,-12 27 25 0 0,2-7 59 0 0,1 0 0 0 0,0 0 1 0 0,0 0-1 0 0,10-13 0 0 0,-3 16-26 0 0,-11 6-55 0 0,1 0-1 0 0,0 0 0 0 0,-1 0 0 0 0,1 0 1 0 0,0-1-1 0 0,-1 1 0 0 0,1 0 0 0 0,0-1 1 0 0,-1 1-1 0 0,1 0 0 0 0,0-1 0 0 0,-1 1 0 0 0,1-1 1 0 0,-1 1-1 0 0,1-1 0 0 0,-1 1 0 0 0,1-1 1 0 0,-1 1-1 0 0,1-1 0 0 0,-1 0 0 0 0,0 1 0 0 0,1-1 1 0 0,-1 0-1 0 0,0 1 0 0 0,0-1 0 0 0,1 0 1 0 0,-1 1-1 0 0,0-2 0 0 0,-5 26 6 0 0,-11 18 19 0 0,-2 0 0 0 0,-2-2 1 0 0,-27 42-1 0 0,7-13-98 0 0,30-49 66 0 0,1 1-1 0 0,1 1 1 0 0,-9 40 0 0 0,1-6-69 0 0,14-51 59 0 0,1 0 0 0 0,0 0 0 0 0,0 0 1 0 0,1 1-1 0 0,-1-1 0 0 0,2 10 0 0 0,-1-5 20 0 0,0-10 13 0 0,0 1 0 0 0,0-1 0 0 0,0 0 0 0 0,0 1 1 0 0,0-1-1 0 0,0 0 0 0 0,0 1 0 0 0,0-1 0 0 0,0 0 0 0 0,-1 1 0 0 0,1-1 0 0 0,0 0 0 0 0,0 0 0 0 0,0 1 0 0 0,0-1 0 0 0,0 0 1 0 0,-1 1-1 0 0,1-1 0 0 0,0 0 0 0 0,0 0 0 0 0,0 1 0 0 0,-1-1 0 0 0,1 0 0 0 0,0 0 0 0 0,0 0 0 0 0,-1 1 0 0 0,1-1 0 0 0,0 0 0 0 0,-1 0 1 0 0,1 0-1 0 0,0 0 0 0 0,-1 0 0 0 0,1 0 0 0 0,0 0 0 0 0,-1 0 0 0 0,1 1 0 0 0,0-1 0 0 0,-1 0 0 0 0,1 0 0 0 0,0 0 0 0 0,0 0 1 0 0,-1-1-1 0 0,1 1 0 0 0,0 0 0 0 0,-1 0 0 0 0,1 0 0 0 0,0 0 0 0 0,-1 0 0 0 0,1 0 0 0 0,0 0 0 0 0,-1-1 0 0 0,1 1 0 0 0,0 0 1 0 0,0 0-1 0 0,-1-1 0 0 0,-11-6-301 0 0,13 6 294 0 0,1-1-1 0 0,0 1 1 0 0,0 0-1 0 0,-1 0 0 0 0,1-1 1 0 0,-1 1-1 0 0,1-1 1 0 0,-1 0-1 0 0,0 1 1 0 0,1-1-1 0 0,-1 0 1 0 0,0 0-1 0 0,0 0 0 0 0,0 0 1 0 0,0 0-1 0 0,-1 0 1 0 0,1 0-1 0 0,0 0 1 0 0,-1 0-1 0 0,0 0 0 0 0,1 0 1 0 0,-1 0-1 0 0,0-4 1 0 0,0 3 17 0 0,0 1 0 0 0,0-1-1 0 0,0 1 1 0 0,1-1 0 0 0,0 1 0 0 0,-1 0 0 0 0,1-1 0 0 0,0 1 0 0 0,0 0-1 0 0,0-1 1 0 0,0 1 0 0 0,0 0 0 0 0,1 0 0 0 0,-1 0 0 0 0,3-3 0 0 0,-2 3-1 0 0,-1 0 1 0 0,1 0-1 0 0,-1 1 1 0 0,0-1-1 0 0,0 0 0 0 0,1 0 1 0 0,-1-1-1 0 0,-1 1 1 0 0,1 0-1 0 0,0 0 1 0 0,-1 0-1 0 0,1-1 1 0 0,-1 1-1 0 0,1 0 1 0 0,-1-4-1 0 0,0-60 74 0 0,-5 56-80 0 0,4 10 0 0 0,1 0 0 0 0,-1-1 0 0 0,1 1 0 0 0,-1 0 0 0 0,1 0 0 0 0,-1-1 0 0 0,1 1 0 0 0,-1 0 0 0 0,0 0 0 0 0,1 0 0 0 0,-1 0 0 0 0,1-1 0 0 0,-1 1 0 0 0,0 0 0 0 0,1 0 0 0 0,-1 0 0 0 0,1 1 0 0 0,-1-1 0 0 0,0 0 0 0 0,1 0 0 0 0,-1 0 0 0 0,1 0 0 0 0,-2 1 0 0 0,-15 21 0 0 0,14-17 0 0 0,-36 41-8 0 0,24-30-11 0 0,2-1-1 0 0,-21 32 1 0 0,19 2 5 0 0,10-38-5 0 0,0-1 0 0 0,-1 0 0 0 0,0 0 0 0 0,0 0 0 0 0,-1 0 0 0 0,-8 8 0 0 0,3 0-3 0 0,12-18 19 0 0,0 1 0 0 0,0-1-1 0 0,0 1 1 0 0,-1-1-1 0 0,1 1 1 0 0,0-1-1 0 0,0 1 1 0 0,-1-1-1 0 0,1 1 1 0 0,0-1-1 0 0,-1 0 1 0 0,1 1 0 0 0,0-1-1 0 0,-1 1 1 0 0,1-1-1 0 0,-1 0 1 0 0,1 0-1 0 0,-1 1 1 0 0,1-1-1 0 0,0 0 1 0 0,-1 0-1 0 0,1 1 1 0 0,-1-1 0 0 0,1 0-1 0 0,-1 0 1 0 0,1 0-1 0 0,-1 0 1 0 0,0 0-1 0 0,1 0 1 0 0,-1 0-1 0 0,1 0 1 0 0,-1 0-1 0 0,1 0 1 0 0,-1 0 0 0 0,1 0-1 0 0,-1 0 1 0 0,1 0-1 0 0,-1-1 1 0 0,1 1-1 0 0,-1 0 1 0 0,1 0-1 0 0,-1-1 1 0 0,0 1-1 0 0,1-2 19 0 0,-1 1-1 0 0,0 0 0 0 0,0-1 0 0 0,1 1 0 0 0,-1-1 0 0 0,0 1 0 0 0,1-1 0 0 0,-1 1 1 0 0,1-1-1 0 0,0 0 0 0 0,0 1 0 0 0,0-1 0 0 0,0 0 0 0 0,0 1 0 0 0,0-1 1 0 0,0 1-1 0 0,0-1 0 0 0,1-3 0 0 0,-1-2 24 0 0,1-23 68 0 0,0 16-66 0 0,0 0 0 0 0,-1 0 1 0 0,-1 0-1 0 0,-5-24 0 0 0,1 22-38 0 0,1-1 0 0 0,0 0 1 0 0,1 0-1 0 0,1 0 0 0 0,0-26 0 0 0,2 42-1 0 0,1 0 0 0 0,-1 0-1 0 0,0 0 1 0 0,0 0 0 0 0,0 0 0 0 0,-1 0-1 0 0,1 1 1 0 0,0-1 0 0 0,0 0-1 0 0,0 0 1 0 0,-1 0 0 0 0,1 0-1 0 0,0 1 1 0 0,-1-1 0 0 0,1 0 0 0 0,-1 0-1 0 0,1 1 1 0 0,-2-2 0 0 0,-18-4 39 0 0,20 6-42 0 0,-1 1 0 0 0,0-1 1 0 0,1 1-1 0 0,-1-1 0 0 0,1 1 0 0 0,-1 0 1 0 0,1 0-1 0 0,-1-1 0 0 0,1 1 1 0 0,0 0-1 0 0,-1 0 0 0 0,1-1 0 0 0,0 1 1 0 0,0 0-1 0 0,0 0 0 0 0,-1-1 1 0 0,1 1-1 0 0,0 0 0 0 0,0 0 0 0 0,0 0 1 0 0,0 0-1 0 0,0-1 0 0 0,0 1 1 0 0,1 0-1 0 0,-1 0 0 0 0,0 0 0 0 0,1 1 1 0 0,-1 6-18 0 0,-1 13 5 0 0,-1 0 0 0 0,-9 35 0 0 0,6-32 6 0 0,0 0 0 0 0,-1 44-1 0 0,6 1-4 0 0,0-67-94 0 0,0-7-200 0 0,0 1 267 0 0,0 0 0 0 0,0 0 0 0 0,1-1 0 0 0,-1 1 0 0 0,1 0 0 0 0,2-6 0 0 0,12-14 162 0 0,24-32 103 0 0,-18 31-349 0 0,-19 22-193 0 0,0 0-1 0 0,0 0 1 0 0,0 1-1 0 0,1-1 1 0 0,0 0 0 0 0,-1 1-1 0 0,1 0 1 0 0,0-1-1 0 0,0 1 1 0 0,0 0-1 0 0,0 1 1 0 0,1-1 0 0 0,-1 0-1 0 0,1 1 1 0 0,-1 0-1 0 0,1 0 1 0 0,-1 0 0 0 0,1 0-1 0 0,-1 0 1 0 0,8 1-1 0 0,-4-2-545 0 0,4 1-1230 0 0,-1-1 1 0 0,1 1 0 0 0,0 0-1 0 0,19 2 1 0 0,-55 4-7926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5:45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31 152 480 0 0,'24'9'889'0'0,"-38"-8"3223"0"0,11-1-3036 0 0,-1-1 0 0 0,1 1-1 0 0,0 0 1 0 0,-1-1 0 0 0,1 0 0 0 0,-1 0-1 0 0,1 0 1 0 0,0 0 0 0 0,0 0 0 0 0,-4-3 0 0 0,8 3-932 0 0,0 0 0 0 0,0 0 0 0 0,0 1 0 0 0,1-1 0 0 0,-1 0 1 0 0,0 0-1 0 0,0 1 0 0 0,1-1 0 0 0,-1 0 0 0 0,1 1 0 0 0,-1-1 1 0 0,0 1-1 0 0,1 0 0 0 0,-1 0 0 0 0,1-1 0 0 0,-1 1 0 0 0,1 0 1 0 0,-1 0-1 0 0,2 0 0 0 0,4 0 267 0 0,0-2-190 0 0,46-4 685 0 0,0-3 0 0 0,-1-2-1 0 0,-1-2 1 0 0,90-36-1 0 0,-115 40-851 0 0,-19 7-35 0 0,-1 1 0 0 0,1-2 0 0 0,0 1 0 0 0,-1-1 0 0 0,0 0 0 0 0,9-6 0 0 0,-13 7 6 0 0,1 0 0 0 0,-1 0 1 0 0,1 0-1 0 0,0 0 0 0 0,0 0 0 0 0,0 0 0 0 0,0 1 1 0 0,5-2-1 0 0,-22 10 141 0 0,0 0 0 0 0,0 2 1 0 0,1-1-1 0 0,0 2 0 0 0,1 0 1 0 0,0 0-1 0 0,-19 23 0 0 0,0 3 63 0 0,-40 59-1 0 0,66-88-314 0 0,1 0 0 0 0,-1 0-1 0 0,2 1 1 0 0,-1 0 0 0 0,1-1 0 0 0,0 1-1 0 0,1 0 1 0 0,0 1 0 0 0,0-1 0 0 0,1 0-1 0 0,0 0 1 0 0,0 1 0 0 0,1-1 0 0 0,0 9-1 0 0,24-23-6273 0 0,37-14 3310 0 0,-56 18 2509 0 0,16-6-1151 0 0,-1-1 0 0 0,0-2 0 0 0,0 0 1 0 0,-1-1-1 0 0,32-26 0 0 0,34-32-2870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5:45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76 1040 0 0,'-39'11'4373'0'0,"0"2"0"0"0,-59 27 0 0 0,63-25-2498 0 0,26-11-1377 0 0,-4 1 170 0 0,1 0-1 0 0,-1 1 1 0 0,1 1 0 0 0,-17 12 0 0 0,27-17-583 0 0,-1 0 0 0 0,1 0 0 0 0,0 0 0 0 0,0 0 0 0 0,0 0 0 0 0,0 0 0 0 0,0 1 0 0 0,0-1 0 0 0,0 1 0 0 0,1 0 0 0 0,-1-1 0 0 0,1 1 0 0 0,0 0 0 0 0,0 0 0 0 0,0 0 0 0 0,0 0 0 0 0,0 0 0 0 0,1 0-1 0 0,0 0 1 0 0,-1 0 0 0 0,1 0 0 0 0,0 0 0 0 0,0 0 0 0 0,1 0 0 0 0,-1 0 0 0 0,0 0 0 0 0,2 5 0 0 0,2 1 54 0 0,1 0 0 0 0,-1 0-1 0 0,1 0 1 0 0,1 0 0 0 0,0-1-1 0 0,0 0 1 0 0,0 0 0 0 0,1 0-1 0 0,0-1 1 0 0,1 0 0 0 0,0-1-1 0 0,0 0 1 0 0,0 0 0 0 0,0 0-1 0 0,1-1 1 0 0,0 0 0 0 0,0-1 0 0 0,17 5-1 0 0,5 2-3 0 0,1-2-1 0 0,0-1 1 0 0,0-2 0 0 0,45 3-1 0 0,-60-7-87 0 0,0-1 1 0 0,0-1-1 0 0,0-1 0 0 0,0 0 0 0 0,0-1 0 0 0,0-1 0 0 0,-1 0 0 0 0,1-2 1 0 0,-1 0-1 0 0,0 0 0 0 0,0-2 0 0 0,0 0 0 0 0,-1 0 0 0 0,25-18 0 0 0,-36 22-36 0 0,-1-1-1 0 0,1 1 1 0 0,-1-1-1 0 0,0 0 0 0 0,-1 0 1 0 0,1 0-1 0 0,-1 0 0 0 0,1 0 1 0 0,-1-1-1 0 0,-1 1 1 0 0,1-1-1 0 0,0 1 0 0 0,-1-1 1 0 0,0 0-1 0 0,0 1 0 0 0,-1-1 1 0 0,1 0-1 0 0,-1 0 1 0 0,0-8-1 0 0,3-21 49 0 0,-1 17-86 0 0,2 0 16 0 0,-2 0 0 0 0,0 0 0 0 0,-1 0 0 0 0,-1-22 0 0 0,-1 32-104 0 0,0 1 0 0 0,0-1 0 0 0,-1 1 0 0 0,0-1 0 0 0,0 1 0 0 0,0 0 1 0 0,-1 0-1 0 0,0 0 0 0 0,0 0 0 0 0,-1 0 0 0 0,0 1 0 0 0,0-1 0 0 0,0 1 0 0 0,0 0 0 0 0,-8-6 0 0 0,-34-18-1748 0 0,19 18-1366 0 0,26 11 3037 0 0,1 0 0 0 0,0 0 0 0 0,-1 0 0 0 0,1 0 0 0 0,0 0-1 0 0,-1-1 1 0 0,1 1 0 0 0,0 0 0 0 0,-1 0 0 0 0,1 0 0 0 0,0 0-1 0 0,-1 0 1 0 0,1 0 0 0 0,0 0 0 0 0,-1 0 0 0 0,1 0-1 0 0,0 1 1 0 0,-1-1 0 0 0,1 0 0 0 0,0 0 0 0 0,-1 0 0 0 0,1 0-1 0 0,0 0 1 0 0,-1 1 0 0 0,1-1 0 0 0,0 0 0 0 0,0 0 0 0 0,-1 0-1 0 0,1 1 1 0 0,0-1 0 0 0,0 0 0 0 0,-1 0 0 0 0,1 1 0 0 0,0-1-1 0 0,0 0 1 0 0,0 1 0 0 0,-1-1 0 0 0,1 0 0 0 0,0 1 0 0 0,0-1-1 0 0,0 0 1 0 0,0 1 0 0 0,0-1 0 0 0,0 1 0 0 0,0 17-5971 0 0,0-1 1934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5:45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553 29 400 0 0,'-17'2'1154'0'0,"-201"23"10166"0"0,178-18-8008 0 0,0 1 0 0 0,-77 28 0 0 0,110-33-3126 0 0,0 1 0 0 0,0 0 0 0 0,0 1 0 0 0,0-1 0 0 0,1 1 0 0 0,0 1-1 0 0,0-1 1 0 0,1 1 0 0 0,-1 0 0 0 0,1 0 0 0 0,1 0 0 0 0,-1 1 0 0 0,1 0-1 0 0,-4 7 1 0 0,-7 11 321 0 0,13-23-458 0 0,0 1-1 0 0,1-1 1 0 0,-1 1-1 0 0,1-1 0 0 0,-1 1 1 0 0,1 0-1 0 0,0 0 1 0 0,0 0-1 0 0,0 0 1 0 0,1 0-1 0 0,-1 0 1 0 0,1 0-1 0 0,-1 0 0 0 0,1 0 1 0 0,0 0-1 0 0,0 0 1 0 0,0 0-1 0 0,1 0 1 0 0,-1 0-1 0 0,1 0 0 0 0,0 0 1 0 0,0 0-1 0 0,0 0 1 0 0,0 0-1 0 0,0 0 1 0 0,2 3-1 0 0,3 1 45 0 0,0 1 1 0 0,0-1-1 0 0,1 0 0 0 0,-1-1 1 0 0,2 1-1 0 0,-1-1 0 0 0,13 8 1 0 0,-8-7-25 0 0,-1-1 0 0 0,0 0 0 0 0,1-1 0 0 0,0 0 0 0 0,1 0 0 0 0,-1-2 0 0 0,1 1 0 0 0,17 1 0 0 0,5-1 10 0 0,55-1 1 0 0,-80-3-60 0 0,20-1 3 0 0,1-1 1 0 0,-1-1-1 0 0,0-2 0 0 0,0-1 1 0 0,-1-1-1 0 0,0-2 0 0 0,34-14 1 0 0,-58 21-24 0 0,1 0 1 0 0,-1 0 0 0 0,0 0 0 0 0,1-1 0 0 0,-1 0-1 0 0,0 0 1 0 0,-1 0 0 0 0,1-1 0 0 0,-1 0 0 0 0,1 0-1 0 0,-1 0 1 0 0,0 0 0 0 0,0-1 0 0 0,-1 1-1 0 0,0-1 1 0 0,1 0 0 0 0,-2 0 0 0 0,1 0 0 0 0,0-1-1 0 0,-1 1 1 0 0,0 0 0 0 0,-1-1 0 0 0,1 0 0 0 0,-1 1-1 0 0,0-1 1 0 0,0 0 0 0 0,-1 0 0 0 0,1 0-1 0 0,-1 1 1 0 0,-1-1 0 0 0,1 0 0 0 0,-1 0 0 0 0,-3-10-1 0 0,2 5-50 0 0,-1 0-1 0 0,-1 0 1 0 0,1 1-1 0 0,-2-1 1 0 0,0 1-1 0 0,0 0 1 0 0,0 0-1 0 0,-2 1 1 0 0,1 0-1 0 0,-1 0 1 0 0,-11-11-1 0 0,12 14-178 0 0,0 0 0 0 0,-1 0 1 0 0,0 1-1 0 0,0 0 0 0 0,0 0 0 0 0,-1 1 1 0 0,1-1-1 0 0,-1 2 0 0 0,0-1 0 0 0,-1 1 1 0 0,1 1-1 0 0,0-1 0 0 0,-1 1 0 0 0,1 1 1 0 0,-1-1-1 0 0,-10 1 0 0 0,13 1-308 0 0,-3 0-193 0 0,1 0 0 0 0,0 0 0 0 0,-1 1 0 0 0,1 0 1 0 0,-16 5-1 0 0,20-5-134 0 0,0 1 0 0 0,0 0 0 0 0,0 0 0 0 0,0 0 0 0 0,0 1 0 0 0,1-1 0 0 0,-1 1 0 0 0,1 0 0 0 0,0 0 0 0 0,-4 3 0 0 0,-23 35-8514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5:30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96 1121 0 0,'0'-6'2596'0'0,"-5"6"2131"0"0,-76 11 3917 0 0,76-10-7030 0 0,4-3 82 0 0,-1-8 2068 0 0,4 9-3454 0 0,0-1-1 0 0,0 1 0 0 0,0 0 1 0 0,0 0-1 0 0,0-1 0 0 0,0 1 1 0 0,0 1-1 0 0,1-1 0 0 0,-1 0 1 0 0,0 0-1 0 0,0 1 0 0 0,1 0 1 0 0,3-1-1 0 0,113-23-180 0 0,-71 13-34 0 0,81-7 1 0 0,32 8 131 0 0,-110 3-54 0 0,-47 9-101 0 0,-6-2 36 0 0,-11-2 101 0 0,4 1-184 0 0,4 1 108 0 0,0 0-53 0 0,-16-1-53 0 0,16-3 40 0 0,5 3-14 0 0,0 49 80 0 0,1-40-48 0 0,0 0 0 0 0,0 0 0 0 0,1 0 0 0 0,0 0 0 0 0,0-1 0 0 0,5 12 0 0 0,-4-13-50 0 0,-1 0 0 0 0,1 1 0 0 0,-1-1 0 0 0,-1 1 0 0 0,1-1 0 0 0,-1 1 0 0 0,0 0 0 0 0,0 0 0 0 0,-1 0 1 0 0,0-1-1 0 0,-1 1 0 0 0,1 0 0 0 0,-1 0 0 0 0,-3 12 0 0 0,-4 2 38 0 0,5-11-42 0 0,-1 0 1 0 0,1 0-1 0 0,1 0 1 0 0,0 0-1 0 0,0 1 1 0 0,0 11-1 0 0,2-16-16 0 0,-1 1-1 0 0,1-1 1 0 0,-1 0-1 0 0,-1 1 1 0 0,0-1-1 0 0,0 0 1 0 0,-5 11-1 0 0,5-11 0 0 0,-1 0 0 0 0,1 0 0 0 0,0 0 0 0 0,0 0 0 0 0,1 1 0 0 0,0-1-1 0 0,-1 13 1 0 0,2 87-3029 0 0,0-106 2804 0 0,0 1 0 0 0,0 0 0 0 0,0 0 0 0 0,0-1 0 0 0,1 1 0 0 0,-1 0 0 0 0,0 0 0 0 0,0-1 0 0 0,0 1 0 0 0,1 0-1 0 0,-1-1 1 0 0,0 1 0 0 0,1 0 0 0 0,-1-1 0 0 0,1 1 0 0 0,-1-1 0 0 0,1 1 0 0 0,-1 0 0 0 0,1-1 0 0 0,-1 1 0 0 0,1-1-1 0 0,-1 1 1 0 0,1-1 0 0 0,0 0 0 0 0,-1 1 0 0 0,1-1 0 0 0,0 0 0 0 0,-1 1 0 0 0,1-1 0 0 0,0 0 0 0 0,0 0 0 0 0,-1 1-1 0 0,1-1 1 0 0,0 0 0 0 0,0 0 0 0 0,-1 0 0 0 0,2 0 0 0 0,33-5-4785 0 0,-28 4 3327 0 0,53-16-9029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5:31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427 1 1040 0 0,'-69'16'5954'0'0,"-1"-2"0"0"0,-92 5 0 0 0,143-18-4525 0 0,33-1-537 0 0,19 3 1125 0 0,34 12-1820 0 0,-51-11-125 0 0,-32-5 255 0 0,-19-1-72 0 0,22 3-171 0 0,0 1-1 0 0,0 0 1 0 0,1 1 0 0 0,-1 1-1 0 0,1 0 1 0 0,-18 8-1 0 0,20-8-54 0 0,6-1-7 0 0,0 0 0 0 0,0 0-1 0 0,0 0 1 0 0,0 0 0 0 0,0 0 0 0 0,1 1 0 0 0,-1 0 0 0 0,1 0 0 0 0,0 0 0 0 0,0 0 0 0 0,0 0 0 0 0,1 0 0 0 0,0 1 0 0 0,-1-1 0 0 0,2 1 0 0 0,-3 7 0 0 0,-1 0 32 0 0,2-3-6 0 0,1 0 0 0 0,0 0 0 0 0,1 1 0 0 0,0-1 0 0 0,1 0 0 0 0,-1 1 1 0 0,2-1-1 0 0,1 13 0 0 0,0 15 39 0 0,-3-11-90 0 0,1-11 20 0 0,-1-1-1 0 0,2 0 1 0 0,0 0-1 0 0,4 18 1 0 0,15 28 236 0 0,-18-51-230 0 0,1 0 0 0 0,0-1 0 0 0,0 0 0 0 0,1 1 0 0 0,0-1 0 0 0,0-1 0 0 0,1 1 0 0 0,0-1 0 0 0,1 1 0 0 0,-1-1 0 0 0,1-1 0 0 0,1 1 0 0 0,-1-1 0 0 0,1 0 0 0 0,0-1 0 0 0,0 0 0 0 0,10 5 0 0 0,-3-1-12 0 0,1-1 0 0 0,1 0 1 0 0,-1-1-1 0 0,1-1 0 0 0,0-1 0 0 0,1 0 1 0 0,0-1-1 0 0,-1 0 0 0 0,1-2 0 0 0,0 0 1 0 0,0-1-1 0 0,28-2 0 0 0,-23 1-58 0 0,0-2-1 0 0,0-1 1 0 0,-1-1 0 0 0,1 0-1 0 0,-1-2 1 0 0,0 0-1 0 0,0-2 1 0 0,37-18 0 0 0,-50 21 16 0 0,0-1 1 0 0,-1 0 0 0 0,1-1-1 0 0,-1 1 1 0 0,0-2 0 0 0,-1 1 0 0 0,0-1-1 0 0,0 0 1 0 0,8-13 0 0 0,4-7-68 0 0,-10 17 76 0 0,0-1-1 0 0,-1-1 0 0 0,0 1 0 0 0,-1-1 0 0 0,-1 0 0 0 0,0-1 0 0 0,0 1 0 0 0,3-23 0 0 0,-7 27 9 0 0,0 1 1 0 0,0-1-1 0 0,-1 1 0 0 0,0-1 0 0 0,0 0 1 0 0,-1 1-1 0 0,0-1 0 0 0,-1 1 0 0 0,0-1 1 0 0,0 1-1 0 0,-1 0 0 0 0,0 0 0 0 0,0 0 0 0 0,-1 0 1 0 0,0 1-1 0 0,-8-12 0 0 0,-1 2 2 0 0,0 1-1 0 0,-1 0 1 0 0,-1 1 0 0 0,-1 1-1 0 0,0 0 1 0 0,-1 1 0 0 0,0 0-1 0 0,-1 2 1 0 0,0 0-1 0 0,-1 1 1 0 0,0 1 0 0 0,0 0-1 0 0,-23-5 1 0 0,28 10-43 0 0,-2 0-562 0 0,0 0 1 0 0,-29-2-1 0 0,42 5 457 0 0,0 1 1 0 0,0 0-1 0 0,0 0 1 0 0,0 0-1 0 0,0 0 1 0 0,0 1-1 0 0,0-1 0 0 0,1 1 1 0 0,-1 0-1 0 0,0 0 1 0 0,0 0-1 0 0,0 0 1 0 0,1 0-1 0 0,-1 1 0 0 0,0-1 1 0 0,1 1-1 0 0,-1 0 1 0 0,1 0-1 0 0,0 0 1 0 0,-3 3-1 0 0,4-5-1 0 0,1 1-1 0 0,-1 0 1 0 0,1-1 0 0 0,0 1-1 0 0,-1 0 1 0 0,1-1 0 0 0,0 1-1 0 0,0 0 1 0 0,-1-1 0 0 0,1 1-1 0 0,0 0 1 0 0,0 0 0 0 0,0-1-1 0 0,0 1 1 0 0,0 0 0 0 0,0 0-1 0 0,0-1 1 0 0,0 1 0 0 0,0 0-1 0 0,0 0 1 0 0,0-1 0 0 0,1 1-1 0 0,-1 0 1 0 0,0-1 0 0 0,0 1-1 0 0,1 0 1 0 0,-1-1-1 0 0,1 1 1 0 0,-1 0 0 0 0,0-1-1 0 0,1 1 1 0 0,0 0 0 0 0,23 19-3570 0 0,-19-17 2968 0 0,50 33-5026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5:32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7 1761 0 0,'-30'0'3281'0'0,"0"0"481"0"0,-1 0 80 0 0,1 5 2961 0 0,60-5-6323 0 0,1 0-160 0 0,29 0-80 0 0,0 0-160 0 0,1 0 0 0 0,29 0-1200 0 0,25 0-2962 0 0,6-5-2641 0 0,-31-1 640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5:32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 2241 0 0,'-31'38'4242'0'0,"31"25"320"0"0,-30 20-2081 0 0,0 19-1520 0 0,0 0-321 0 0,30-8 0 0 0,30-11-320 0 0,0-12-1360 0 0,31-21-3282 0 0,-31-23-2561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5:33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91 129 560 0 0,'0'-1'52'0'0,"0"1"0"0"0,0-1 0 0 0,-1 1 0 0 0,1 0 0 0 0,0-1 0 0 0,-1 1 0 0 0,1-1 0 0 0,0 1 0 0 0,-1 0 0 0 0,1-1 0 0 0,0 1 0 0 0,-1 0 0 0 0,1 0 0 0 0,-1-1 0 0 0,1 1 0 0 0,0 0 0 0 0,-1 0 0 0 0,1 0 0 0 0,-1-1 0 0 0,1 1 0 0 0,-1 0 0 0 0,1 0 0 0 0,-1 0 0 0 0,1 0 0 0 0,-1 0 0 0 0,1 0 0 0 0,-1 0 0 0 0,1 0 0 0 0,-1 0 0 0 0,1 0 0 0 0,-1 0 0 0 0,1 0 0 0 0,-1 1 0 0 0,0-1 0 0 0,1 0 5 0 0,0 0-1 0 0,-1 0 0 0 0,1 1 0 0 0,-1-1 1 0 0,1 0-1 0 0,-1 0 0 0 0,1 0 0 0 0,-1 0 1 0 0,1 0-1 0 0,-1 0 0 0 0,1 0 0 0 0,-1 0 0 0 0,1 0 1 0 0,-1 0-1 0 0,1 0 0 0 0,-1-1 0 0 0,1 1 1 0 0,-1 0-1 0 0,1 0 0 0 0,-1 0 0 0 0,1-1 1 0 0,-1 1-1 0 0,1 0 0 0 0,0-1 0 0 0,-1 1 1 0 0,1 0-1 0 0,-1-1 0 0 0,1 1 0 0 0,0 0 0 0 0,-1-1 1 0 0,1 1-1 0 0,0-1 0 0 0,0 1 0 0 0,-1-1 1 0 0,1 0 58 0 0,-1 0 0 0 0,1 0 0 0 0,-1 1 1 0 0,1-1-1 0 0,-1 0 0 0 0,1 1 0 0 0,-1-1 0 0 0,0 0 1 0 0,1 1-1 0 0,-1-1 0 0 0,0 1 0 0 0,1-1 1 0 0,-1 1-1 0 0,0-1 0 0 0,0 1 0 0 0,0-1 1 0 0,1 1-1 0 0,-1 0 0 0 0,0 0 0 0 0,0-1 0 0 0,0 1 1 0 0,0 0-1 0 0,0 0 0 0 0,1 0 0 0 0,-1 0 1 0 0,0 0-1 0 0,-1 0 0 0 0,-29-1 3374 0 0,28 1-3041 0 0,-2-13 6455 0 0,5-17-4342 0 0,0 29-2141 0 0,0-1-279 0 0,1 0 0 0 0,0 0 0 0 0,0 0 0 0 0,0 0 0 0 0,0 0 0 0 0,0 1 0 0 0,0-1 0 0 0,0 0 0 0 0,0 0 0 0 0,1 1 0 0 0,-1-1 0 0 0,1 1 0 0 0,-1-1 0 0 0,1 1 0 0 0,0-1 0 0 0,0 1 0 0 0,-1 0 0 0 0,1 0 0 0 0,0 0 0 0 0,0 0-1 0 0,0 0 1 0 0,4 0 0 0 0,48-15 1326 0 0,33 9 547 0 0,116 6 1 0 0,-100 2-1295 0 0,-49 0-1281 0 0,58 10 1 0 0,49 18-9017 0 0,-11 7-6417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5:35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1 448 1281 0 0,'0'-14'3830'0'0,"3"-22"5965"0"0,-1 34-9565 0 0,-1 0 0 0 0,0-1 0 0 0,1 1 0 0 0,0 0 0 0 0,-1 1 0 0 0,1-1 0 0 0,0 0 0 0 0,0 0 0 0 0,0 1 0 0 0,0-1-1 0 0,0 1 1 0 0,0-1 0 0 0,1 1 0 0 0,3-2 0 0 0,31-15 1189 0 0,0-2-1 0 0,40-29 0 0 0,-9 6-488 0 0,-38 26-541 0 0,48-38 0 0 0,38-33 11 0 0,-114 87-399 0 0,1-1 1 0 0,-1 1-1 0 0,0-1 0 0 0,1 0 0 0 0,-1 0 1 0 0,0 0-1 0 0,0 0 0 0 0,0 0 0 0 0,0 0 1 0 0,-1-1-1 0 0,1 1 0 0 0,-1 0 1 0 0,1-1-1 0 0,-1 1 0 0 0,0-1 0 0 0,0 0 1 0 0,0 0-1 0 0,0 1 0 0 0,0-1 0 0 0,0-4 1 0 0,-1 6 0 0 0,0 0 1 0 0,0 1-1 0 0,0-1 1 0 0,0 0-1 0 0,0 1 1 0 0,0-1 0 0 0,1 0-1 0 0,-1 1 1 0 0,0-1-1 0 0,0 0 1 0 0,1 1-1 0 0,-1-1 1 0 0,0 1-1 0 0,1-1 1 0 0,-1 0-1 0 0,0 1 1 0 0,1-1 0 0 0,-1 1-1 0 0,1-1 1 0 0,-1 1-1 0 0,1 0 1 0 0,-1-1-1 0 0,1 1 1 0 0,-1-1-1 0 0,1 1 1 0 0,0 0-1 0 0,-1 0 1 0 0,1-1 0 0 0,-1 1-1 0 0,1 0 1 0 0,0 0-1 0 0,-1 0 1 0 0,1-1-1 0 0,0 1 1 0 0,-1 0-1 0 0,1 0 1 0 0,1 0-1 0 0,-2 0 2 0 0,1 0 0 0 0,-1 0-1 0 0,1 0 1 0 0,-1 0-1 0 0,1 0 1 0 0,-1 0-1 0 0,1 0 1 0 0,-1 0-1 0 0,1 0 1 0 0,-1 0-1 0 0,1 0 1 0 0,-1-1-1 0 0,1 1 1 0 0,-1 0-1 0 0,1 0 1 0 0,-1-1-1 0 0,0 1 1 0 0,1 0-1 0 0,-1-1 1 0 0,1 1-1 0 0,-1 0 1 0 0,0-1-1 0 0,1 1 1 0 0,-1 0-1 0 0,0-1 1 0 0,1 1-1 0 0,-1-1 1 0 0,0 1-1 0 0,0-1 1 0 0,0 1-1 0 0,1-1 1 0 0,-1 1-1 0 0,0-1 1 0 0,0 1-1 0 0,0-1 1 0 0,0 0-1 0 0,-5 2 193 0 0,4-1-187 0 0,0-1 1 0 0,0 1-1 0 0,0 0 0 0 0,0 0 0 0 0,0 0 0 0 0,0 0 0 0 0,0 0 0 0 0,0 0 0 0 0,0 0 1 0 0,0 0-1 0 0,0 0 0 0 0,0 0 0 0 0,0 0 0 0 0,0 0 0 0 0,0 1 0 0 0,1-1 0 0 0,-1 0 1 0 0,0 1-1 0 0,0-1 0 0 0,0 1 0 0 0,0-1 0 0 0,0 1 0 0 0,1-1 0 0 0,-1 1 1 0 0,0 0-1 0 0,0-1 0 0 0,1 1 0 0 0,-1 0 0 0 0,1-1 0 0 0,-1 1 0 0 0,0 0 0 0 0,1 0 1 0 0,-1 0-1 0 0,1 0 0 0 0,0 0 0 0 0,-1 1 0 0 0,-70 124 842 0 0,45-83-628 0 0,2 0 1 0 0,-31 79-1 0 0,35-70-268 0 0,12-34-338 0 0,2-1 1 0 0,-1 1 0 0 0,2 0-1 0 0,1 0 1 0 0,0 1 0 0 0,-3 36-1 0 0,7-52 84 0 0,0-1 0 0 0,0 0-1 0 0,0 1 1 0 0,0-1 0 0 0,0 0-1 0 0,1 1 1 0 0,-1-1-1 0 0,1 0 1 0 0,-1 1 0 0 0,1-1-1 0 0,0 0 1 0 0,0 0-1 0 0,0 1 1 0 0,0-1 0 0 0,0 0-1 0 0,0 0 1 0 0,1 0 0 0 0,-1 0-1 0 0,1-1 1 0 0,-1 1-1 0 0,1 0 1 0 0,0-1 0 0 0,0 1-1 0 0,0-1 1 0 0,2 2 0 0 0,2-1-593 0 0,0 0 0 0 0,0 0 0 0 0,1-1 1 0 0,-1 0-1 0 0,0 0 0 0 0,1-1 1 0 0,-1 0-1 0 0,1 0 0 0 0,10-1 0 0 0,94-14-6471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5:35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0 1521 0 0,'-23'9'1008'0'0,"-3"-1"38"0"0,0 2 1 0 0,0 1-1 0 0,1 1 0 0 0,0 1 0 0 0,1 1 0 0 0,1 1 0 0 0,-25 20 0 0 0,7-8 263 0 0,-10 9 44 0 0,49-34-1268 0 0,0 0-1 0 0,0 0 1 0 0,0 0 0 0 0,0 1 0 0 0,0-1 0 0 0,1 1 0 0 0,-1-1-1 0 0,1 1 1 0 0,-1-1 0 0 0,1 1 0 0 0,0 0 0 0 0,0 0 0 0 0,0 0 0 0 0,1 0-1 0 0,-1 0 1 0 0,1 0 0 0 0,-1 3 0 0 0,1-3-8 0 0,1 0 1 0 0,-1 0-1 0 0,1 0 0 0 0,-1 0 1 0 0,1-1-1 0 0,0 1 1 0 0,0 0-1 0 0,0-1 0 0 0,1 1 1 0 0,-1-1-1 0 0,0 1 0 0 0,1-1 1 0 0,0 1-1 0 0,-1-1 1 0 0,1 0-1 0 0,0 0 0 0 0,0 0 1 0 0,0 0-1 0 0,1 0 0 0 0,-1-1 1 0 0,4 3-1 0 0,4 2 198 0 0,0-1 0 0 0,1 0-1 0 0,20 7 1 0 0,-10-5 42 0 0,1 0 1 0 0,0-2-1 0 0,0 0 0 0 0,0-2 0 0 0,0 0 0 0 0,1-2 0 0 0,-1 0 1 0 0,43-5-1 0 0,-64 4-290 0 0,0 0 0 0 0,0 0 0 0 0,0 0 0 0 0,0 0-1 0 0,0 0 1 0 0,0 0 0 0 0,0 0 0 0 0,0 0 0 0 0,0 0 0 0 0,0-1 0 0 0,0 1 0 0 0,0-1 0 0 0,0 1 0 0 0,0 0 0 0 0,0-1 0 0 0,0 0-1 0 0,0 1 1 0 0,-1-1 0 0 0,1 1 0 0 0,0-1 0 0 0,0 0 0 0 0,-1 0 0 0 0,1 1 0 0 0,0-1 0 0 0,-1 0 0 0 0,1 0 0 0 0,-1 0 0 0 0,1 0-1 0 0,-1 0 1 0 0,1 0 0 0 0,-1 1 0 0 0,0-1 0 0 0,0 0 0 0 0,1 0 0 0 0,-1 0 0 0 0,0 0 0 0 0,0 0 0 0 0,0 0 0 0 0,0 0 0 0 0,0 0-1 0 0,0-1 1 0 0,0 1 0 0 0,0 0 0 0 0,-1 0 0 0 0,1 1 0 0 0,0-1 0 0 0,-1 0 0 0 0,1 0 0 0 0,0 0 0 0 0,-1 0 0 0 0,1 0 0 0 0,-1 0-1 0 0,1 0 1 0 0,-1 0 0 0 0,-1 0 0 0 0,-12-19 298 0 0,8 11-613 0 0,0 0 0 0 0,-1 0 0 0 0,-15-14 0 0 0,-9-9-3978 0 0,7 7-2273 0 0,23 24 6381 0 0,1 1 0 0 0,0 0 0 0 0,-1 0 0 0 0,1-1 0 0 0,0 1 0 0 0,-1 0 0 0 0,1-1 0 0 0,0 1-1 0 0,-1 0 1 0 0,1-1 0 0 0,0 1 0 0 0,0-1 0 0 0,-1 1 0 0 0,1-1 0 0 0,0 1 0 0 0,0 0 0 0 0,0-1 0 0 0,0 1 0 0 0,-1-1-1 0 0,1 1 1 0 0,0-1 0 0 0,0 1 0 0 0,0-1 0 0 0,0 1 0 0 0,0-1 0 0 0,0 1 0 0 0,0-1 0 0 0,0 1 0 0 0,1 0 0 0 0,-1-1 0 0 0,0 1-1 0 0,0-1 1 0 0,0 1 0 0 0,0-1 0 0 0,1 1 0 0 0,-1-1 0 0 0,0 1 0 0 0,0 0 0 0 0,1-1 0 0 0,-1 1 0 0 0,0 0 0 0 0,1-1-1 0 0,-1 1 1 0 0,0 0 0 0 0,1-1 0 0 0,0 1 0 0 0,24-6-2550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5:36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90 1761 0 0,'-164'-10'11952'0'0,"97"7"-4002"0"0,131 5-6292 0 0,68-8-1 0 0,75-14-9171 0 0,-198 19 6978 0 0,-2 0 150 0 0,52-8-4454 0 0,-55 8 4211 0 0,0 0-1 0 0,1 0 0 0 0,-1 0 0 0 0,0-1 1 0 0,0 0-1 0 0,0 0 0 0 0,0 0 1 0 0,0 0-1 0 0,-1 0 0 0 0,7-6 1 0 0,-5-10-2546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5:36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1 720 0 0,'-30'44'4402'0'0,"-31"33"1521"0"0,1 0-2241 0 0,30 11-1681 0 0,30 1-721 0 0,0 1-479 0 0,0-7-881 0 0,30-20-2962 0 0,0-19-4321 0 0,0-25-801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5:44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393 234 480 0 0,'-19'-1'625'0'0,"0"-1"-1"0"0,0 0 0 0 0,0-2 0 0 0,-21-6 1 0 0,40 10-612 0 0,-1 0 1 0 0,1 0 0 0 0,0-1 0 0 0,-1 1-1 0 0,1 0 1 0 0,0-1 0 0 0,-1 1 0 0 0,1 0-1 0 0,0 0 1 0 0,0-1 0 0 0,-1 1-1 0 0,1-1 1 0 0,0 1 0 0 0,0 0 0 0 0,-1-1-1 0 0,1 1 1 0 0,0 0 0 0 0,0-1 0 0 0,0 1-1 0 0,0-1 1 0 0,0 1 0 0 0,-1-1 0 0 0,1 1-1 0 0,0 0 1 0 0,0-1 0 0 0,0 1-1 0 0,0-1 1 0 0,0 1 0 0 0,1-1 0 0 0,-1 1-1 0 0,0-1 1 0 0,0 1 0 0 0,0-1 0 0 0,0 1 0 0 0,0-1 0 0 0,1 1 1 0 0,-1 0-1 0 0,0 0 0 0 0,0-1 1 0 0,0 1-1 0 0,0 0 0 0 0,0-1 1 0 0,0 1-1 0 0,0 0 0 0 0,0-1 1 0 0,0 1-1 0 0,0 0 0 0 0,0-1 1 0 0,0 1-1 0 0,0 0 0 0 0,0-1 1 0 0,0 1-1 0 0,0 0 0 0 0,-1-1 1 0 0,1 1-1 0 0,0 0 0 0 0,0-1 1 0 0,0 1-1 0 0,0 0 0 0 0,-1 0 1 0 0,1-1-1 0 0,0 1 0 0 0,0 0 1 0 0,-1 0-1 0 0,1 0 0 0 0,0-1 1 0 0,0 1-1 0 0,-1 0 0 0 0,1 0 1 0 0,0 0-1 0 0,-1 0 0 0 0,1-1 1 0 0,-1 1-1 0 0,-21-3 1218 0 0,-1 0-1 0 0,-42 2 1 0 0,59 1-645 0 0,1 0 173 0 0,-24-1 1940 0 0,0-2 0 0 0,-44-9 0 0 0,64 10-1862 0 0,4 1 1403 0 0,40-5 734 0 0,-2 3-2735 0 0,0-1 0 0 0,0-2 0 0 0,0-2 0 0 0,42-15 0 0 0,15-3 14 0 0,-14 7-14 0 0,1 3 0 0 0,1 4 0 0 0,0 3 0 0 0,120 2 0 0 0,-143 8-140 0 0,316 3 454 0 0,-129-17-312 0 0,110-4-244 0 0,-194 21 183 0 0,290 45 0 0 0,-295-26-62 0 0,0-7 1 0 0,161-3-1 0 0,-3-9 42 0 0,-84 2-95 0 0,200 0 147 0 0,-84 17-146 0 0,87 3 133 0 0,-153-37 85 0 0,-156 3 73 0 0,230 15 0 0 0,-175 5-65 0 0,-125-14 890 0 0,-29 0-3064 0 0,-17 2-2874 0 0,-108 17-14296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5:46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44 1201 0 0,'-1'-1'208'0'0,"1"0"1"0"0,-1 1 0 0 0,0-1-1 0 0,1 0 1 0 0,-1 0 0 0 0,0 0 0 0 0,0 1-1 0 0,0-1 1 0 0,0 0 0 0 0,0 1-1 0 0,0-1 1 0 0,1 1 0 0 0,-1-1 0 0 0,0 1-1 0 0,-1 0 1 0 0,1-1 0 0 0,0 1 0 0 0,0 0-1 0 0,0-1 1 0 0,0 1 0 0 0,0 0-1 0 0,0 0 1 0 0,0 0 0 0 0,-2 0 0 0 0,-27-1 3176 0 0,29 1-3011 0 0,-17-1 6809 0 0,10-1-3857 0 0,29-1-322 0 0,209-7-526 0 0,-17 1-5783 0 0,-130 6-2138 0 0,-16 0-3814 0 0,-62 3 4908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5:46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1 5763 0 0,'-60'6'6002'0'0,"5"-1"-2480"0"0,25-5-401 0 0,60 0-2400 0 0,-5 8-321 0 0,35-8-80 0 0,0 6-240 0 0,61 0-1521 0 0,60-12-5682 0 0,61-8-3842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5:47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303 159 400 0 0,'-1'-1'108'0'0,"1"0"-1"0"0,-1 1 0 0 0,0-1 1 0 0,1 0-1 0 0,-1 1 1 0 0,0-1-1 0 0,1 1 1 0 0,-1-1-1 0 0,0 1 0 0 0,1-1 1 0 0,-1 1-1 0 0,0-1 1 0 0,0 1-1 0 0,0 0 0 0 0,0-1 1 0 0,1 1-1 0 0,-1 0 1 0 0,0 0-1 0 0,0 0 1 0 0,0 0-1 0 0,0 0 0 0 0,0 0 1 0 0,1 0-1 0 0,-1 0 1 0 0,0 0-1 0 0,0 0 1 0 0,0 0-1 0 0,-1 1 0 0 0,0-1 233 0 0,-3-9 7284 0 0,5-12-7301 0 0,0 20 161 0 0,0-3-370 0 0,0 0 0 0 0,0-1 0 0 0,0 1 0 0 0,1 0 0 0 0,-1 0 0 0 0,1-1 0 0 0,0 1 0 0 0,0 0 0 0 0,0 0 0 0 0,1 0 0 0 0,-1 0 1 0 0,1 0-1 0 0,0 0 0 0 0,1 1 0 0 0,-1-1 0 0 0,0 1 0 0 0,1-1 0 0 0,0 1 0 0 0,0 0 0 0 0,0 0 0 0 0,0 0 0 0 0,0 0 0 0 0,1 1 0 0 0,-1-1 1 0 0,1 1-1 0 0,-1 0 0 0 0,1 0 0 0 0,6-2 0 0 0,2 0 75 0 0,0 0 0 0 0,1 1 0 0 0,-1 1 0 0 0,1 0 0 0 0,-1 1 0 0 0,1 0 1 0 0,0 1-1 0 0,0 0 0 0 0,0 1 0 0 0,-1 0 0 0 0,1 1 0 0 0,-1 1 0 0 0,1 0 0 0 0,-1 1 0 0 0,0 0 1 0 0,19 9-1 0 0,-19-4-41 0 0,0 1 0 0 0,-1 0 1 0 0,16 19-1 0 0,2 0 219 0 0,-12-7-38 0 0,-22-4 47 0 0,-2-5-161 0 0,-3 11 247 0 0,9-20-352 0 0,-1 1 0 0 0,0 0 1 0 0,0-1-1 0 0,0 0 0 0 0,-1 1 1 0 0,1-1-1 0 0,-1 0 0 0 0,-5 6 0 0 0,-15 12 422 0 0,0-1 0 0 0,-1-1-1 0 0,-1-1 1 0 0,-1-1 0 0 0,0-1 0 0 0,-1-1-1 0 0,-30 11 1 0 0,37-18-424 0 0,-1-1 0 0 0,0-1 0 0 0,0-1 0 0 0,0-1 0 0 0,-1 0 0 0 0,0-2 1 0 0,0-1-1 0 0,0 0 0 0 0,0-2 0 0 0,-36-3 0 0 0,51 1-134 0 0,-1 1 1 0 0,0-1-1 0 0,0-1 0 0 0,1 1 1 0 0,-1-1-1 0 0,1 0 0 0 0,0-1 1 0 0,0 0-1 0 0,-12-9 1 0 0,15 10 18 0 0,1 1 0 0 0,0-1 0 0 0,0 0 0 0 0,0 0 0 0 0,1 0 0 0 0,-1 0 0 0 0,1-1 1 0 0,0 1-1 0 0,-1-1 0 0 0,2 1 0 0 0,-1-1 0 0 0,0 0 0 0 0,1 0 0 0 0,0 1 1 0 0,-1-1-1 0 0,2 0 0 0 0,-1 0 0 0 0,0-7 0 0 0,1 9 0 0 0,1 0 0 0 0,-1 1 0 0 0,1-1 0 0 0,0 1-1 0 0,0-1 1 0 0,-1 1 0 0 0,1-1 0 0 0,0 1 0 0 0,1-1 0 0 0,-1 1-1 0 0,0 0 1 0 0,0 0 0 0 0,0-1 0 0 0,1 1 0 0 0,-1 0 0 0 0,1 0 0 0 0,-1 0-1 0 0,1 1 1 0 0,-1-1 0 0 0,1 0 0 0 0,-1 0 0 0 0,1 1 0 0 0,0-1 0 0 0,-1 1-1 0 0,1 0 1 0 0,3-1 0 0 0,42-7-33 0 0,-45 8 46 0 0,49 1-6 0 0,11 8-458 0 0,1 2 0 0 0,-1 3 0 0 0,115 43-1 0 0,-19-5-4111 0 0,23-5-5674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5:47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0 2161 0 0,'-26'5'5349'0'0,"-50"1"-1"0"0,32-5 2830 0 0,68-1-7530 0 0,45-1-1539 0 0,130 16 0 0 0,-189-12 928 0 0,-1 0 0 0 0,1 0 0 0 0,-1 1 0 0 0,0 0 0 0 0,0 0 0 0 0,-1 1 0 0 0,1 0 0 0 0,-1 1 0 0 0,0 0 0 0 0,8 7 0 0 0,-3 0 378 0 0,1 1 0 0 0,-2 0 1 0 0,15 21-1 0 0,-18-22-113 0 0,-1 1 0 0 0,0 0 1 0 0,-1 1-1 0 0,-1-1 0 0 0,0 1 0 0 0,-1 0 0 0 0,-1 1 1 0 0,4 22-1 0 0,-3 6 313 0 0,-1 76 1 0 0,-4-118-605 0 0,-1 17 91 0 0,-1 0 0 0 0,0 0 1 0 0,-2 0-1 0 0,0 0 0 0 0,-8 22 0 0 0,7 0-36 0 0,-26-86-26517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5:48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1 880 0 0,'0'13'7044'0'0,"-30"-7"239"0"0,30 2-2801 0 0,30-8-2241 0 0,0 5-960 0 0,61 7-401 0 0,90 21 80 0 0,24-8-319 0 0,-54-25-2802 0 0,-60-20-6563 0 0,-1-18-3762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5:58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72 240 0 0,'-50'0'1201'0'0,"15"5"-308"0"0,49-5-1459 0 0,-23 0 5111 0 0,24 0-2067 0 0,-10 0-2252 0 0,-5-57-6442 0 0,0 38 3975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00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10500 3842 0 0,'-2'0'250'0'0,"1"0"0"0"0,-1 0 0 0 0,1 0 0 0 0,-1 0 0 0 0,1 0 0 0 0,-1 0 0 0 0,1 0 0 0 0,-1 0 0 0 0,1-1 0 0 0,-1 1 0 0 0,1 0 0 0 0,-1-1 0 0 0,1 0 0 0 0,-1 1 0 0 0,-1-2 0 0 0,3 1-141 0 0,0 1-1 0 0,0-1 1 0 0,0 0-1 0 0,1 1 1 0 0,-1-1-1 0 0,0 1 1 0 0,0-1 0 0 0,0 1-1 0 0,1-1 1 0 0,-1 1-1 0 0,0-1 1 0 0,1 1-1 0 0,-1-1 1 0 0,1 1 0 0 0,-1-1-1 0 0,0 1 1 0 0,1 0-1 0 0,-1-1 1 0 0,1 1-1 0 0,-1 0 1 0 0,1-1-1 0 0,-1 1 1 0 0,1 0 0 0 0,0-1-1 0 0,-1 1 1 0 0,1 0-1 0 0,62-28 3123 0 0,-50 22-2855 0 0,-1 2-114 0 0,-1-2-1 0 0,0 0 1 0 0,0 0 0 0 0,0-1 0 0 0,-1 0 0 0 0,0-1-1 0 0,15-14 1 0 0,4-4 431 0 0,133-127 2856 0 0,-87 58-2415 0 0,83-65-961 0 0,1-2-279 0 0,-121 114 108 0 0,-3-1 0 0 0,51-93 0 0 0,6-12 165 0 0,-67 120-128 0 0,-15 20-36 0 0,1-1 0 0 0,-2 1 0 0 0,0-2 0 0 0,13-29-1 0 0,93-202-218 0 0,-14 37 46 0 0,214-411-651 0 0,53 21 308 0 0,-232 385 404 0 0,260-374 191 0 0,-94 188 425 0 0,-231 292-107 0 0,-56 86-308 0 0,-1 0-1 0 0,15-34 1 0 0,3-7 7 0 0,79-103 115 0 0,-57 90-68 0 0,-50 71-140 0 0,33-50 32 0 0,2 1 1 0 0,3 3-1 0 0,58-59 1 0 0,307-244 574 0 0,497-375 828 0 0,-732 596-1198 0 0,209-122 1 0 0,-300 204-184 0 0,356-190-71 0 0,-191 113-552 0 0,0-2-123 0 0,277-162 452 0 0,-118 32 638 0 0,126-78 325 0 0,-167 130-115 0 0,358-152 133 0 0,23 70-546 0 0,-520 220-302 0 0,476-165-1759 0 0,-480 153 1867 0 0,240-102 586 0 0,87-38 367 0 0,-315 130-494 0 0,-109 40-278 0 0,-16 6-63 0 0,90-34-63 0 0,-155 65 44 0 0,0-1 1 0 0,73-43 0 0 0,-73 35-38 0 0,1 1 0 0 0,1 2 1 0 0,1 2-1 0 0,54-15 0 0 0,192-37 195 0 0,-260 65-260 0 0,45-7 76 0 0,0 3 0 0 0,156-2 0 0 0,-174 9 153 0 0,99-19 0 0 0,-48 6-59 0 0,340-30 88 0 0,-328 35-191 0 0,-66 6 76 0 0,-51 3-134 0 0,-4-1 74 0 0,-2-2 22 0 0,-14-1 82 0 0,-266-56 476 0 0,36-4-424 0 0,-199-43-779 0 0,413 105-490 0 0,-48-2 1 0 0,70 6 387 0 0,1 2 0 0 0,0-1-1 0 0,0 1 1 0 0,0 1 0 0 0,0-1 0 0 0,0 1 0 0 0,0 1 0 0 0,0-1-1 0 0,0 1 1 0 0,-7 5 0 0 0,13-7-7 0 0,-1 0-1 0 0,0 1 1 0 0,1 0-1 0 0,0 0 1 0 0,-1 0-1 0 0,1 0 1 0 0,0 0 0 0 0,0 0-1 0 0,0 0 1 0 0,0 1-1 0 0,0-1 1 0 0,-1 4 0 0 0,-2 26-8840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00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1618 69 1441 0 0,'-60'-19'720'0'0,"30"0"-400"0"0,-61 0 0 0 0,7 7 401 0 0,-67 18 239 0 0,0 5 81 0 0,-61 47-1 0 0,7 6 321 0 0,-6 12 880 0 0,60 13 160 0 0,60-12-1121 0 0,1 0-1120 0 0,29 11-2080 0 0,31-5-2723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08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61 359 560 0 0,'-15'-3'1774'0'0,"-15"-4"150"0"0,29 7-1832 0 0,0 0 0 0 0,0 0-1 0 0,1-1 1 0 0,-1 1 0 0 0,0 0 0 0 0,0-1 0 0 0,1 1-1 0 0,-1-1 1 0 0,0 1 0 0 0,1-1 0 0 0,-1 1 0 0 0,0-1-1 0 0,1 1 1 0 0,-1-1 0 0 0,1 0 0 0 0,-1 1-1 0 0,1-1 1 0 0,-1 0 0 0 0,1 1 0 0 0,-1-1 0 0 0,1 0-1 0 0,0 0 1 0 0,0 0 0 0 0,-1 1 0 0 0,1-1 0 0 0,0-1-1 0 0,0 1-40 0 0,1 0 0 0 0,0 0 0 0 0,0 0 0 0 0,0 0 0 0 0,-1 0 0 0 0,1 1 0 0 0,0-1 0 0 0,0 0-1 0 0,0 0 1 0 0,0 1 0 0 0,0-1 0 0 0,0 1 0 0 0,1-1 0 0 0,-1 1 0 0 0,0 0 0 0 0,0-1 0 0 0,0 1-1 0 0,0 0 1 0 0,2 0 0 0 0,1-1 145 0 0,31-31 1378 0 0,19 2-488 0 0,0 3 0 0 0,2 1 0 0 0,101-29 0 0 0,-85 31-410 0 0,98-46 0 0 0,-148 58-606 0 0,1 1 0 0 0,0 2 0 0 0,39-12 0 0 0,-41 18-44 0 0,-16 8-23 0 0,-10 2-5 0 0,-36 27 29 0 0,-261 219 933 0 0,282-236-978 0 0,0 0 0 0 0,1 1 0 0 0,1 0 0 0 0,-18 25 0 0 0,31-35-185 0 0,-1 0 0 0 0,1 1-1 0 0,0-1 1 0 0,1 1-1 0 0,0 0 1 0 0,0 0-1 0 0,1 0 1 0 0,0 1-1 0 0,1-1 1 0 0,0 1 0 0 0,0 0-1 0 0,0 15 1 0 0,2-23 33 0 0,0 0 0 0 0,0 0 1 0 0,-1 0-1 0 0,1 0 0 0 0,1 0 1 0 0,-1 0-1 0 0,0 0 0 0 0,0 0 1 0 0,1 0-1 0 0,-1 0 0 0 0,1-1 1 0 0,-1 1-1 0 0,1 0 0 0 0,0 0 1 0 0,0 0-1 0 0,0-1 0 0 0,0 1 1 0 0,0 0-1 0 0,0-1 0 0 0,0 1 1 0 0,1-1-1 0 0,-1 1 0 0 0,0-1 1 0 0,1 0-1 0 0,-1 1 0 0 0,1-1 1 0 0,0 0-1 0 0,-1 0 0 0 0,1 0 1 0 0,0 0-1 0 0,3 1 0 0 0,25 7-3138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09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415 141 1361 0 0,'-60'6'2042'0'0,"25"-4"-964"0"0,-1 1 0 0 0,1 3 0 0 0,0 0 0 0 0,1 2 0 0 0,-52 20 0 0 0,81-26-906 0 0,0 1 0 0 0,0 1 1 0 0,0-1-1 0 0,0 1 0 0 0,1-1 0 0 0,-1 1 0 0 0,1 1 0 0 0,0-1 0 0 0,-3 6 0 0 0,-10 9 455 0 0,11-14-365 0 0,-13 14 331 0 0,19-19-568 0 0,-1 1 0 0 0,1 0-1 0 0,0-1 1 0 0,-1 1 0 0 0,1 0 0 0 0,0-1-1 0 0,0 1 1 0 0,0 0 0 0 0,-1 0-1 0 0,1-1 1 0 0,0 1 0 0 0,0 0 0 0 0,0 0-1 0 0,0-1 1 0 0,0 1 0 0 0,1 0 0 0 0,-1-1-1 0 0,0 1 1 0 0,0 0 0 0 0,0 0-1 0 0,1-1 1 0 0,-1 1 0 0 0,0 0 0 0 0,0-1-1 0 0,1 1 1 0 0,-1 0 0 0 0,1-1 0 0 0,-1 1-1 0 0,1-1 1 0 0,-1 1 0 0 0,1-1 0 0 0,-1 1-1 0 0,1-1 1 0 0,0 1 0 0 0,6 5 92 0 0,0-2 1 0 0,1 1-1 0 0,-1-1 1 0 0,1 0 0 0 0,0-1-1 0 0,0 0 1 0 0,15 4-1 0 0,72 12 512 0 0,-95-19-624 0 0,501 56 1822 0 0,-179-62-1333 0 0,-303 5-461 0 0,0 0 1 0 0,0-2-1 0 0,0 0 0 0 0,0-2 1 0 0,-1 0-1 0 0,0 0 0 0 0,0-2 1 0 0,0 0-1 0 0,-1-2 0 0 0,0 1 1 0 0,-1-2-1 0 0,0 0 0 0 0,23-20 1 0 0,-36 27-30 0 0,0 0 1 0 0,0-1 0 0 0,-1 1-1 0 0,1-1 1 0 0,-1 0 0 0 0,0 0-1 0 0,0 0 1 0 0,0 0-1 0 0,-1 0 1 0 0,1 0 0 0 0,-1 0-1 0 0,0 0 1 0 0,0-1 0 0 0,-1 1-1 0 0,1-6 1 0 0,-1 2-67 0 0,0 0-1 0 0,-1-1 1 0 0,0 1-1 0 0,0 0 1 0 0,-1 0 0 0 0,0 0-1 0 0,-7-14 1 0 0,4 10-449 0 0,-1 0 0 0 0,0 1 0 0 0,-1-1 0 0 0,0 1-1 0 0,-1 1 1 0 0,0-1 0 0 0,-1 1 0 0 0,0 1 0 0 0,-19-17 0 0 0,21 22-28 0 0,1 0 1 0 0,-1 1-1 0 0,1-1 1 0 0,-1 1-1 0 0,0 0 0 0 0,0 1 1 0 0,-12-3-1 0 0,-66-4-3676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09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506 31 640 0 0,'-15'-7'758'0'0,"-2"2"-1"0"0,1 0 0 0 0,-1 1 1 0 0,1 1-1 0 0,-1 0 1 0 0,0 1-1 0 0,0 1 0 0 0,0 1 1 0 0,-30 2-1 0 0,22 1-196 0 0,-1 2 0 0 0,1 0-1 0 0,0 1 1 0 0,1 2 0 0 0,-36 15 0 0 0,49-18-286 0 0,0 1 0 0 0,0 0 0 0 0,0 0 0 0 0,1 1 0 0 0,0 0 0 0 0,0 1 0 0 0,-9 10 0 0 0,15-15-172 0 0,1 1 0 0 0,0 0 1 0 0,1 0-1 0 0,-1 0 0 0 0,0 0 0 0 0,1 0 0 0 0,0 1 0 0 0,0-1 0 0 0,1 0 0 0 0,-1 1 0 0 0,1 0 0 0 0,0-1 0 0 0,0 1 1 0 0,0 0-1 0 0,1 0 0 0 0,-1 0 0 0 0,1-1 0 0 0,1 1 0 0 0,-1 0 0 0 0,1 0 0 0 0,1 8 0 0 0,1-5 4 0 0,0 1-1 0 0,0-1 0 0 0,0 0 0 0 0,1 0 0 0 0,0 0 0 0 0,1 0 1 0 0,0-1-1 0 0,0 0 0 0 0,0 0 0 0 0,1 0 0 0 0,0-1 1 0 0,10 8-1 0 0,-3-3 19 0 0,1-1 1 0 0,0-1 0 0 0,1-1 0 0 0,0 0-1 0 0,30 12 1 0 0,-3-6 87 0 0,1-3 1 0 0,0-1-1 0 0,83 8 0 0 0,-91-15-141 0 0,0-2 0 0 0,0-1 0 0 0,0-1 1 0 0,0-2-1 0 0,0-2 0 0 0,-1-1 0 0 0,0-1 0 0 0,0-2 0 0 0,45-19 0 0 0,-69 25-86 0 0,0-2 1 0 0,-1 1-1 0 0,0-1 1 0 0,0-1-1 0 0,-1 0 1 0 0,1 0-1 0 0,-1 0 1 0 0,-1-1-1 0 0,12-13 1 0 0,-15 15-89 0 0,-1 1 0 0 0,0-1 0 0 0,0 0 0 0 0,-1 0 0 0 0,0 0 0 0 0,1-1 0 0 0,-2 1 0 0 0,1 0 0 0 0,-1-1 0 0 0,0 1 0 0 0,0-1 0 0 0,0 0 0 0 0,-1 1 0 0 0,1-1 0 0 0,-2 0 0 0 0,1 1 0 0 0,0-1 0 0 0,-1 1 0 0 0,-2-7 0 0 0,-17-51-3206 0 0,16 46 2011 0 0,-7-17-2101 0 0,6 28 2590 0 0,-1 1 0 0 0,1-1 0 0 0,-1 1 0 0 0,0 1 0 0 0,-1-1 0 0 0,-8-4 0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05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749 87 1601 0 0,'-19'-10'1462'0'0,"17"5"-460"0"0,25 2 502 0 0,0 1-403 0 0,-22 2-977 0 0,-1 0 1 0 0,1-1-1 0 0,-1 1 1 0 0,1 0-1 0 0,-1-1 1 0 0,0 1-1 0 0,1 0 1 0 0,-1-1-1 0 0,0 1 1 0 0,1-1 0 0 0,-1 1-1 0 0,0 0 1 0 0,0-1-1 0 0,1 1 1 0 0,-1-1-1 0 0,0 1 1 0 0,0-1-1 0 0,0 1 1 0 0,0-1-1 0 0,1 1 1 0 0,-1-1-1 0 0,0 1 1 0 0,0-1-1 0 0,0 1 1 0 0,0-1-1 0 0,0 1 1 0 0,0-1-1 0 0,0 1 1 0 0,-1-1-1 0 0,1 1 1 0 0,0-1 0 0 0,0 1-1 0 0,0-1 1 0 0,-1 0-1 0 0,1 1-57 0 0,0-1-1 0 0,0 1 0 0 0,-1-1 1 0 0,1 1-1 0 0,0-1 1 0 0,0 1-1 0 0,0-1 0 0 0,0 1 1 0 0,0-1-1 0 0,0 0 1 0 0,0 1-1 0 0,0-1 1 0 0,0 1-1 0 0,0-1 0 0 0,0 1 1 0 0,0-1-1 0 0,0 1 1 0 0,1-1-1 0 0,-1 1 0 0 0,0-1 1 0 0,0 1-1 0 0,0-1 1 0 0,1 1-1 0 0,-1-1 1 0 0,0 1-1 0 0,1 0 0 0 0,-1-1 1 0 0,0 1-1 0 0,1-1 1 0 0,-1 1-1 0 0,1 0 1 0 0,-1-1-1 0 0,0 1 0 0 0,2 0 1 0 0,19-3 112 0 0,0 1 1 0 0,0 1-1 0 0,42 4 1 0 0,12 0-71 0 0,-56-2-45 0 0,-53-2 72 0 0,-201-17 508 0 0,-3 2-368 0 0,231 15-300 0 0,1 1-1 0 0,-1 0 1 0 0,1 1-1 0 0,-1-1 0 0 0,1 1 1 0 0,0 1-1 0 0,-1-1 1 0 0,1 1-1 0 0,0 0 0 0 0,0 1 1 0 0,0-1-1 0 0,0 1 1 0 0,-6 4-1 0 0,11-6 7 0 0,-1 1 0 0 0,1-1-1 0 0,-1 1 1 0 0,1-1 0 0 0,0 1 0 0 0,-1-1-1 0 0,1 1 1 0 0,0 0 0 0 0,0 0 0 0 0,0-1 0 0 0,0 1-1 0 0,1 0 1 0 0,-1 0 0 0 0,0 0 0 0 0,1 0-1 0 0,-1 0 1 0 0,1 0 0 0 0,0 0 0 0 0,0 0-1 0 0,0 0 1 0 0,0 0 0 0 0,0 0 0 0 0,0 0 0 0 0,0 0-1 0 0,1 0 1 0 0,-1 0 0 0 0,1 0 0 0 0,-1 0-1 0 0,1 0 1 0 0,0 0 0 0 0,0 0 0 0 0,0-1 0 0 0,0 1-1 0 0,0 0 1 0 0,2 2 0 0 0,2 2 13 0 0,0-1 0 0 0,0 1 0 0 0,0-1 0 0 0,1-1-1 0 0,0 1 1 0 0,0-1 0 0 0,0 0 0 0 0,1 0 0 0 0,-1-1 0 0 0,1 0 0 0 0,0 0 0 0 0,0 0 0 0 0,0-1 0 0 0,11 2 0 0 0,4 1 64 0 0,0-1 0 0 0,0-1 0 0 0,36 0 0 0 0,-45-3-45 0 0,198 5 201 0 0,-184-2-159 0 0,0 0-1 0 0,1 1 1 0 0,-2 2-1 0 0,49 16 1 0 0,-71-20-41 0 0,1 0-1 0 0,-1 0 1 0 0,0 0 0 0 0,0 0-1 0 0,0 1 1 0 0,0-1 0 0 0,0 1 0 0 0,0 0-1 0 0,3 4 1 0 0,-6-6-11 0 0,-1 0 0 0 0,1-1 1 0 0,0 1-1 0 0,-1 0 0 0 0,1 0 1 0 0,-1 0-1 0 0,0 0 0 0 0,1 0 1 0 0,-1 0-1 0 0,0 0 0 0 0,1 0 0 0 0,-1 0 1 0 0,0 0-1 0 0,0 0 0 0 0,0 0 1 0 0,0 0-1 0 0,0 0 0 0 0,0 0 0 0 0,0 0 1 0 0,0 0-1 0 0,0 0 0 0 0,0 0 1 0 0,-1 0-1 0 0,1 0 0 0 0,0 0 0 0 0,-1 0 1 0 0,1 0-1 0 0,-1 1 0 0 0,-5 3 12 0 0,0 1 0 0 0,-1-1 0 0 0,1 0 1 0 0,-1-1-1 0 0,0 1 0 0 0,0-2 0 0 0,0 1 0 0 0,0 0 0 0 0,-1-1 0 0 0,1-1 0 0 0,-1 1 0 0 0,-11 1 0 0 0,-58 14 44 0 0,1-3-1 0 0,-93 5 1 0 0,-172-10-1053 0 0,39-38-3130 0 0,292 27 3938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06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179 125 1521 0 0,'5'-7'532'0'0,"-1"-1"1"0"0,0 1 0 0 0,-1-1-1 0 0,0 0 1 0 0,0 0-1 0 0,0 0 1 0 0,-1 0 0 0 0,-1 0-1 0 0,1 0 1 0 0,-1-1 0 0 0,-1 1-1 0 0,1 0 1 0 0,-2-13-1 0 0,-9 37-38 0 0,-28 23-352 0 0,-43 36 0 0 0,8-10 121 0 0,73-65-259 0 0,0 0 0 0 0,-1 0 0 0 0,1 0 0 0 0,0 0 0 0 0,-1 0 1 0 0,1 1-1 0 0,-1-1 0 0 0,1 0 0 0 0,0 0 0 0 0,-1 0 0 0 0,1 1 0 0 0,0-1 0 0 0,0 0 0 0 0,-1 0 0 0 0,1 1 1 0 0,0-1-1 0 0,0 0 0 0 0,-1 0 0 0 0,1 1 0 0 0,0-1 0 0 0,0 0 0 0 0,0 1 0 0 0,-1-1 0 0 0,1 1 1 0 0,0-1-1 0 0,0 0 0 0 0,0 1 0 0 0,0-1 0 0 0,0 0 0 0 0,0 1 0 0 0,0-1 0 0 0,0 1 0 0 0,0-1 0 0 0,0 0 1 0 0,0 1-1 0 0,0-1 0 0 0,0 0 0 0 0,0 1 0 0 0,0-1 0 0 0,0 1 0 0 0,0-1 0 0 0,0 0 0 0 0,1 1 1 0 0,-1-1-1 0 0,0 0 0 0 0,0 1 0 0 0,0-1 0 0 0,1 0 0 0 0,-1 1 0 0 0,0-1 0 0 0,0 0 0 0 0,1 0 0 0 0,-1 1 1 0 0,0-1-1 0 0,1 0 0 0 0,-1 0 0 0 0,0 0 0 0 0,1 1 0 0 0,-1-1 0 0 0,0 0 0 0 0,1 0 0 0 0,-1 0 0 0 0,1 0 1 0 0,-1 0-1 0 0,76 16 116 0 0,357 26-467 0 0,-416-40 233 0 0,0-2-1 0 0,1 0 1 0 0,-1-2 0 0 0,0 1-1 0 0,0-2 1 0 0,24-7 0 0 0,-39 10 99 0 0,-1 0 0 0 0,0-1 1 0 0,0 0-1 0 0,0 1 0 0 0,0-1 1 0 0,0 1-1 0 0,0-1 0 0 0,0 0 1 0 0,0 0-1 0 0,0 0 0 0 0,0 1 1 0 0,0-1-1 0 0,-1 0 0 0 0,1 0 1 0 0,0 0-1 0 0,-1 0 0 0 0,1 0 1 0 0,0 0-1 0 0,-1-1 0 0 0,1 1 1 0 0,-1 0-1 0 0,0 0 0 0 0,1-2 1 0 0,-1 1 1 0 0,0 0 0 0 0,-1 0 0 0 0,1 1 0 0 0,0-1 0 0 0,-1 0-1 0 0,0 0 1 0 0,1 1 0 0 0,-1-1 0 0 0,0 0 0 0 0,0 1 0 0 0,0-1 0 0 0,0 1 0 0 0,0-1 0 0 0,0 1 0 0 0,0-1 0 0 0,-2-1 0 0 0,-15-11 33 0 0,1 1 0 0 0,-1 1 0 0 0,-1 0 1 0 0,0 2-1 0 0,-1 0 0 0 0,-39-14 0 0 0,-43-22 359 0 0,96 43-279 0 0,0 1 71 0 0,16 19-32 0 0,-3-7-82 0 0,11 18 202 0 0,27 60-1 0 0,-40-76-201 0 0,0 0-1 0 0,-1 1 0 0 0,0-1 1 0 0,-1 1-1 0 0,0 0 0 0 0,-1 0 1 0 0,-1 0-1 0 0,0 0 0 0 0,-2 18 1 0 0,-1-19-121 0 0,-1 0 0 0 0,0 0 0 0 0,-1-1 1 0 0,0 1-1 0 0,-1-1 0 0 0,0 0 0 0 0,-1 0 1 0 0,0-1-1 0 0,-1 0 0 0 0,0 0 1 0 0,0 0-1 0 0,-1-1 0 0 0,0 0 0 0 0,-1-1 1 0 0,0 1-1 0 0,-1-2 0 0 0,-12 9 0 0 0,20-15-108 0 0,0 0 0 0 0,1 0 0 0 0,-1 0 0 0 0,0 0 0 0 0,0 0 0 0 0,0 0 0 0 0,1-1 0 0 0,-1 1 0 0 0,0-1 0 0 0,0 0 0 0 0,0 1-1 0 0,0-1 1 0 0,0 0 0 0 0,0 0 0 0 0,0 0 0 0 0,0 0 0 0 0,0-1 0 0 0,0 1 0 0 0,-3-1 0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07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 2081 0 0,'-1'0'163'0'0,"0"0"-1"0"0,0 0 1 0 0,0-1-1 0 0,0 1 1 0 0,0 0 0 0 0,0 0-1 0 0,0 0 1 0 0,1 0 0 0 0,-1 0-1 0 0,0 0 1 0 0,0 0 0 0 0,0 0-1 0 0,0 0 1 0 0,0 1-1 0 0,0-1 1 0 0,0 0 0 0 0,1 1-1 0 0,-1-1 1 0 0,0 0 0 0 0,0 1-1 0 0,0-1 1 0 0,1 1-1 0 0,-1-1 1 0 0,0 1 0 0 0,1 0-1 0 0,-1-1 1 0 0,0 1 0 0 0,1 0-1 0 0,-1-1 1 0 0,1 1 0 0 0,-1 0-1 0 0,1 0 1 0 0,-1-1-1 0 0,0 2 1 0 0,12 10 4537 0 0,6-4-4340 0 0,-1-4-75 0 0,0 0 0 0 0,0-1 0 0 0,1 0 0 0 0,-1-1 1 0 0,1-1-1 0 0,17-1 0 0 0,19 0 133 0 0,294 0-2552 0 0,-338 0 1436 0 0,32-7-955 0 0,-40 7 1373 0 0,0-1 0 0 0,0 0 0 0 0,0 1 0 0 0,0-1 0 0 0,0 0 0 0 0,0 0 0 0 0,0 0 0 0 0,0 0 0 0 0,0 0 0 0 0,-1 0 0 0 0,1 0 0 0 0,0 0 0 0 0,-1 0 0 0 0,1 0 0 0 0,-1 0 0 0 0,1 0 0 0 0,-1 0 0 0 0,1-1 0 0 0,-1 1 0 0 0,0 0 0 0 0,0 0 0 0 0,0-1 0 0 0,1 1 0 0 0,-1 0 0 0 0,0 0 0 0 0,-1-2-1 0 0,1-10-2280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07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0 4402 0 0,'0'77'3762'0'0,"0"-2"-2001"0"0,0 27-481 0 0,0 0 241 0 0,-54-20-321 0 0,24-5-559 0 0,30-27-241 0 0,0-23-480 0 0,30-8-1201 0 0,-30-13-2240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08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1681 0 0,'5'15'5197'0'0,"-4"-13"-4995"0"0,1-1-1 0 0,-1 0 0 0 0,1 1 1 0 0,0-1-1 0 0,-1 0 1 0 0,1 0-1 0 0,0 0 1 0 0,0 0-1 0 0,0 0 1 0 0,0-1-1 0 0,3 2 0 0 0,66 8 1829 0 0,238 1 1654 0 0,-252-10-3166 0 0,549-19 2263 0 0,-96 1-1934 0 0,-317 21-424 0 0,0 9-1 0 0,285 55 1 0 0,-401-50-592 0 0,17 3-198 0 0,-24-17-9062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13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1350 118 2961 0 0,'-60'-20'3409'0'0,"-90"-18"-1"0"0,100 25-2181 0 0,-51-23 0 0 0,81 32-1154 0 0,-1 1-1 0 0,1 1 1 0 0,0 1 0 0 0,0 1-1 0 0,-36 4 1 0 0,42-3-29 0 0,-43 6 99 0 0,43-2-125 0 0,-37 8-50 0 0,1 3 0 0 0,0 1 0 0 0,1 3 0 0 0,-67 37-1 0 0,83-38 347 0 0,14-7-210 0 0,-1-1-1 0 0,0-1 0 0 0,0-1 1 0 0,-1-1-1 0 0,-32 8 0 0 0,26-9-46 0 0,0 0-1 0 0,-32 14 0 0 0,51-18-90 0 0,0 0 0 0 0,0 1 0 0 0,1 0 0 0 0,-1 0 0 0 0,1 1 0 0 0,0 0 0 0 0,0 0-1 0 0,1 0 1 0 0,-1 1 0 0 0,1 0 0 0 0,-8 11 0 0 0,-16 34 288 0 0,28-48-249 0 0,1 0 1 0 0,0 1 0 0 0,0-1 0 0 0,0 1 0 0 0,0-1 0 0 0,0 1 0 0 0,1-1 0 0 0,0 1 0 0 0,-1 0 0 0 0,2-1 0 0 0,-1 1-1 0 0,0-1 1 0 0,1 5 0 0 0,1 11-8 0 0,-2-9 4 0 0,-1 4 31 0 0,0 1 0 0 0,2 0 0 0 0,-1 0 0 0 0,2 0 0 0 0,0 0 1 0 0,1-1-1 0 0,1 1 0 0 0,0-1 0 0 0,12 27 0 0 0,-4-17-21 0 0,-6-11-4 0 0,1 0 1 0 0,0 0-1 0 0,1-1 0 0 0,17 21 0 0 0,0-8 77 0 0,-10-11-19 0 0,-1 1-1 0 0,18 24 0 0 0,-22-26-40 0 0,0-1 0 0 0,1-1 0 0 0,1 0 0 0 0,0 0 0 0 0,0-1 0 0 0,1-1 0 0 0,0 0 0 0 0,1-1 0 0 0,26 12 0 0 0,-11-5-22 0 0,54 31 70 0 0,2-4 1 0 0,3-4-1 0 0,113 34 1 0 0,-34-18-21 0 0,-73-22-40 0 0,123 26 1 0 0,285 1-28 0 0,-318-44-106 0 0,0-8 0 0 0,201-18 0 0 0,-330 5 111 0 0,0-2-1 0 0,-1-2 1 0 0,-1-2 0 0 0,0-3-1 0 0,-1-3 1 0 0,0-1 0 0 0,-2-3-1 0 0,0-2 1 0 0,49-32 0 0 0,-86 48 8 0 0,20-12-20 0 0,0-2 0 0 0,56-49 1 0 0,-80 61 18 0 0,1 0 1 0 0,-1 0 0 0 0,-1-1-1 0 0,0 0 1 0 0,0-1 0 0 0,-1 0-1 0 0,-1 0 1 0 0,0 0 0 0 0,0-1 0 0 0,-2 0-1 0 0,1 0 1 0 0,3-19 0 0 0,-6 16 40 0 0,0 0 1 0 0,-1 0 0 0 0,0 1 0 0 0,-2-1 0 0 0,0 0 0 0 0,0 0 0 0 0,-1 0 0 0 0,-1 0-1 0 0,-1 1 1 0 0,-7-19 0 0 0,-6-8 120 0 0,-2 0 1 0 0,-29-46-1 0 0,33 61-119 0 0,2 6 32 0 0,-2 1 0 0 0,1 0 0 0 0,-2 1 1 0 0,-1 1-1 0 0,0 0 0 0 0,-1 2 0 0 0,-1 0 0 0 0,-1 1 0 0 0,0 0 0 0 0,-1 2 0 0 0,0 1 1 0 0,-43-18-1 0 0,14 10-50 0 0,-1 2 0 0 0,-1 3 1 0 0,0 2-1 0 0,-92-10 0 0 0,90 17-514 0 0,0 4-1 0 0,-72 4 1 0 0,94 1-508 0 0,0 1 0 0 0,0 1 0 0 0,0 2 0 0 0,-48 16 0 0 0,70-18 288 0 0,0-1 0 0 0,0 2 1 0 0,1-1-1 0 0,0 1 1 0 0,0 1-1 0 0,-9 7 0 0 0,18-14 683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10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20 1201 0 0,'0'-1'140'0'0,"0"1"1"0"0,0-1 0 0 0,-1 0 0 0 0,1 0 0 0 0,0 1 0 0 0,0-1 0 0 0,-1 1 0 0 0,1-1-1 0 0,-1 0 1 0 0,1 1 0 0 0,0-1 0 0 0,-1 1 0 0 0,1-1 0 0 0,-1 1 0 0 0,0-1 0 0 0,1 1-1 0 0,-1-1 1 0 0,1 1 0 0 0,-1-1 0 0 0,0 1 0 0 0,1 0 0 0 0,-1-1 0 0 0,0 1 0 0 0,1 0-1 0 0,-1 0 1 0 0,0 0 0 0 0,1-1 0 0 0,-2 1 0 0 0,-27-3 1460 0 0,18 2-698 0 0,6 0 1445 0 0,0 1-1454 0 0,-7 0 733 0 0,15 0-606 0 0,34 0-249 0 0,50 1-417 0 0,190 23-313 0 0,-97 1-5593 0 0,-89-12 255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11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3922 0 0,'-61'0'4402'0'0,"91"0"-3202"0"0,1 0-479 0 0,-1 6 239 0 0,0 2-79 0 0,30 3-1 0 0,61 3-80 0 0,24-9-400 0 0,-24 3-960 0 0,-31-8-1761 0 0,-29 6-1681 0 0,-31-6-2160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15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477 141 560 0 0,'-9'-7'608'0'0,"-1"1"0"0"0,0-1 0 0 0,0 2-1 0 0,0 0 1 0 0,-1 0 0 0 0,-12-3-1 0 0,9 2 252 0 0,0 1 0 0 0,-26-16-1 0 0,38 20-780 0 0,0 0-1 0 0,0-1 1 0 0,0 1 0 0 0,0 0-1 0 0,0-1 1 0 0,0 0 0 0 0,0 1-1 0 0,1-1 1 0 0,-1 0 0 0 0,1 0-1 0 0,-1 0 1 0 0,1 0 0 0 0,-3-4 0 0 0,1-22 955 0 0,8 24-793 0 0,36 0-193 0 0,0 2 0 0 0,0 2-1 0 0,73 8 1 0 0,-82-3-67 0 0,1 1 0 0 0,-1 2 0 0 0,47 16 0 0 0,-77-23 20 0 0,0 0 0 0 0,0 0 1 0 0,0 0-1 0 0,0 0 0 0 0,0 0 0 0 0,0 0 1 0 0,0 0-1 0 0,-1 1 0 0 0,1-1 0 0 0,0 1 1 0 0,-1-1-1 0 0,1 1 0 0 0,-1 0 0 0 0,0 0 1 0 0,1-1-1 0 0,-1 1 0 0 0,0 0 0 0 0,0 0 1 0 0,0 0-1 0 0,1 4 0 0 0,-1 1 107 0 0,0 0 1 0 0,0 0-1 0 0,-1 0 0 0 0,0 0 0 0 0,-1 10 1 0 0,0 11 150 0 0,0-26-236 0 0,1 0-1 0 0,-1-1 1 0 0,0 0 0 0 0,0 1-1 0 0,0-1 1 0 0,0 1 0 0 0,0-1-1 0 0,0 0 1 0 0,-1 0-1 0 0,1 0 1 0 0,0 0 0 0 0,-1 0-1 0 0,1 0 1 0 0,0 0 0 0 0,-1 0-1 0 0,1 0 1 0 0,-1-1 0 0 0,0 1-1 0 0,1-1 1 0 0,-3 1 0 0 0,-3 3 70 0 0,-134 51 907 0 0,96-40-830 0 0,2 2 1 0 0,-55 29-1 0 0,62-28 45 0 0,0-1-1 0 0,-1-2 0 0 0,-1-2 1 0 0,-71 16-1 0 0,108-28-193 0 0,-1-1-1 0 0,0 1 0 0 0,1-1 0 0 0,-1 0 0 0 0,0 0 1 0 0,1 0-1 0 0,-1 0 0 0 0,1 0 0 0 0,-1 0 0 0 0,0 0 1 0 0,1-1-1 0 0,-1 1 0 0 0,1 0 0 0 0,-1-1 0 0 0,0 1 1 0 0,1-1-1 0 0,-1 0 0 0 0,1 0 0 0 0,-3-1 0 0 0,-7-4 38 0 0,1 4-25 0 0,2 0 17 0 0,0 0 0 0 0,-1 0 0 0 0,1-1 0 0 0,-14-7 0 0 0,21 9-33 0 0,0 1 0 0 0,-1-1 0 0 0,1 0 0 0 0,0 0 0 0 0,0 0 0 0 0,0 0 0 0 0,0 0 0 0 0,0 0 0 0 0,0 0 0 0 0,0 0-1 0 0,0 0 1 0 0,0 0 0 0 0,0 0 0 0 0,0-1 0 0 0,1 1 0 0 0,-1 0 0 0 0,0-1 0 0 0,1 1 0 0 0,-1 0 0 0 0,1-1 0 0 0,0 1 0 0 0,-1-1 0 0 0,1 1 0 0 0,0-1-1 0 0,0 1 1 0 0,0-1 0 0 0,0 1 0 0 0,0-1 0 0 0,0 1 0 0 0,1 0 0 0 0,-1-1 0 0 0,0 1 0 0 0,1-1 0 0 0,-1 1 0 0 0,1-1 0 0 0,0-1 0 0 0,3-4 36 0 0,0 1 1 0 0,0-1-1 0 0,1 1 1 0 0,0 0-1 0 0,0 0 1 0 0,0 1-1 0 0,1-1 1 0 0,0 1 0 0 0,0 1-1 0 0,0-1 1 0 0,1 1-1 0 0,-1 0 1 0 0,1 0-1 0 0,0 1 1 0 0,0 0-1 0 0,0 0 1 0 0,1 0 0 0 0,-1 1-1 0 0,1 0 1 0 0,14-1-1 0 0,1 1-4 0 0,1 0 0 0 0,-1 2 1 0 0,1 0-1 0 0,-1 2 0 0 0,1 0 0 0 0,30 9 0 0 0,2 1-16 0 0,-2 3 0 0 0,0 3 0 0 0,0 2 0 0 0,54 29 0 0 0,-96-41-86 0 0,0 0-1 0 0,-1 1 0 0 0,0 0 0 0 0,-1 1 0 0 0,0 0 1 0 0,15 20-1 0 0,-19-22-251 0 0,1 1 0 0 0,0-1 1 0 0,0-1-1 0 0,1 1 0 0 0,0-1 1 0 0,0 0-1 0 0,1-1 0 0 0,17 9 1 0 0,-6-5-856 0 0,1-1 1 0 0,27 7-1 0 0,63 7-3494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15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357 106 240 0 0,'0'-2'365'0'0,"1"0"0"0"0,0 0-1 0 0,0 0 1 0 0,0 0 0 0 0,0 0 0 0 0,0 0-1 0 0,1 1 1 0 0,-1-1 0 0 0,0 0 0 0 0,1 1-1 0 0,-1-1 1 0 0,1 1 0 0 0,0-1 0 0 0,-1 1-1 0 0,1 0 1 0 0,0-1 0 0 0,0 1 0 0 0,0 0-1 0 0,0 0 1 0 0,3 0 0 0 0,58-26 349 0 0,-39 18-230 0 0,-10 3-428 0 0,-1 0 0 0 0,1 1 0 0 0,0 0 0 0 0,0 1 1 0 0,1 1-1 0 0,-1 0 0 0 0,1 1 0 0 0,0 1 0 0 0,0 0 1 0 0,-1 1-1 0 0,1 0 0 0 0,0 1 0 0 0,15 4 1 0 0,-27-5-22 0 0,1 1 0 0 0,-1 0 1 0 0,0 1-1 0 0,0-1 0 0 0,1 0 1 0 0,-1 1-1 0 0,0 0 0 0 0,0-1 1 0 0,-1 1-1 0 0,1 0 0 0 0,0 1 1 0 0,4 4-1 0 0,-6-5 5 0 0,1 0 1 0 0,-1 1-1 0 0,0-1 0 0 0,0 1 1 0 0,-1-1-1 0 0,1 1 0 0 0,0 0 1 0 0,-1-1-1 0 0,0 1 0 0 0,1 0 1 0 0,-1-1-1 0 0,0 1 1 0 0,-1 0-1 0 0,1-1 0 0 0,0 1 1 0 0,-1 0-1 0 0,1-1 0 0 0,-1 1 1 0 0,0-1-1 0 0,0 1 0 0 0,-2 4 1 0 0,-13 23 197 0 0,-2 0 0 0 0,0-1 0 0 0,-2-1 0 0 0,-2-1-1 0 0,-29 30 1 0 0,-35 48 643 0 0,64-79-786 0 0,-2 0 0 0 0,0-1 1 0 0,-1-1-1 0 0,-2-2 1 0 0,0-1-1 0 0,-55 33 0 0 0,41-27-122 0 0,-8 4-170 0 0,31-21-354 0 0,0 1 0 0 0,1 1 0 0 0,-22 19 0 0 0,38-29 408 0 0,0-1 0 0 0,0 1 0 0 0,0-1 1 0 0,0 1-1 0 0,-1-1 0 0 0,1 1 0 0 0,-1-1 1 0 0,1 0-1 0 0,0 0 0 0 0,-1 0 0 0 0,0 0 1 0 0,1 0-1 0 0,-1 0 0 0 0,0 0 0 0 0,1 0 1 0 0,-1-1-1 0 0,0 1 0 0 0,0-1 0 0 0,0 1 1 0 0,0-1-1 0 0,0 0 0 0 0,1 0 0 0 0,-1 0 1 0 0,0 0-1 0 0,0 0 0 0 0,0 0 0 0 0,0 0 1 0 0,0-1-1 0 0,0 1 0 0 0,1-1 0 0 0,-1 1 1 0 0,-2-2-1 0 0,-4 0-455 0 0,-23-15-2430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16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1 560 0 0,'60'19'3042'0'0,"206"58"1520"0"0,-24 0-2401 0 0,-122-8-1841 0 0,1-12-640 0 0,-67-12-1281 0 0,7-26-2641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18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2214 111 960 0 0,'-5'1'1521'0'0,"-39"0"1277"0"0,42-1-2731 0 0,0 1 1 0 0,1-1-1 0 0,-1 0 0 0 0,0 0 1 0 0,0 0-1 0 0,0 0 0 0 0,1 0 1 0 0,-1-1-1 0 0,0 1 1 0 0,0 0-1 0 0,1-1 0 0 0,-1 1 1 0 0,0-1-1 0 0,1 0 0 0 0,-1 0 1 0 0,1 1-1 0 0,-1-1 1 0 0,1 0-1 0 0,-1 0 0 0 0,1 0 1 0 0,-1-1-1 0 0,1 1 0 0 0,0 0 1 0 0,-2-2-1 0 0,3 1-38 0 0,-1 1-1 0 0,1 0 1 0 0,-1 0-1 0 0,0 0 1 0 0,1 1-1 0 0,-1-1 1 0 0,0 0-1 0 0,0 0 0 0 0,0 0 1 0 0,0 0-1 0 0,1 1 1 0 0,-1-1-1 0 0,0 0 1 0 0,0 1-1 0 0,0-1 1 0 0,0 1-1 0 0,-1-1 1 0 0,1 1-1 0 0,0-1 1 0 0,0 1-1 0 0,0 0 1 0 0,-2-1-1 0 0,-31-7 287 0 0,30 8-231 0 0,-112-24 1103 0 0,-185-3 1121 0 0,227 24-2045 0 0,-184-13 194 0 0,249 15-442 0 0,1 0-1 0 0,-1 1 0 0 0,1 0 0 0 0,-1 0 1 0 0,-11 2-1 0 0,-68 4 140 0 0,58-6-140 0 0,23-1-21 0 0,0 1-1 0 0,0 0 1 0 0,0 0 0 0 0,0 1 0 0 0,0 0 0 0 0,0 0 0 0 0,-10 3-1 0 0,-2 1-14 0 0,-35 4 61 0 0,-67 21 1 0 0,120-30-39 0 0,-155 52 332 0 0,95-28-238 0 0,-82 44 0 0 0,136-65-138 0 0,-14 10 24 0 0,-37 27 0 0 0,17-11 110 0 0,16-10-53 0 0,-44 41-1 0 0,22-18-72 0 0,14-6 33 0 0,29-30 14 0 0,-1 0-1 0 0,0 0 1 0 0,0-1-1 0 0,-1 0 1 0 0,-6 6-1 0 0,-13 3 27 0 0,20-12-36 0 0,1 0 0 0 0,-1 0 1 0 0,1 1-1 0 0,0 0 0 0 0,-1 0 0 0 0,1 0 0 0 0,0 0 1 0 0,1 0-1 0 0,-1 1 0 0 0,1 0 0 0 0,-1 0 0 0 0,-3 5 1 0 0,-2 11-27 0 0,7-14 18 0 0,-1 0 0 0 0,0 0 0 0 0,0 0-1 0 0,0-1 1 0 0,-1 1 0 0 0,-4 4 0 0 0,4-5 7 0 0,-8 8 21 0 0,1 1 0 0 0,-17 28 0 0 0,27-41-22 0 0,1 0 1 0 0,-1 1 0 0 0,1-1-1 0 0,0 1 1 0 0,-1-1-1 0 0,1 1 1 0 0,0-1 0 0 0,0 1-1 0 0,0-1 1 0 0,0 1-1 0 0,0-1 1 0 0,1 1 0 0 0,-1-1-1 0 0,0 1 1 0 0,1-1-1 0 0,-1 1 1 0 0,1-1 0 0 0,-1 1-1 0 0,1-1 1 0 0,0 0-1 0 0,-1 1 1 0 0,1-1 0 0 0,2 2-1 0 0,28 29-2 0 0,-13-15 3 0 0,-7-6-1 0 0,0 0-1 0 0,0-1 1 0 0,1 0 0 0 0,0-1-1 0 0,1-1 1 0 0,14 9 0 0 0,84 34-83 0 0,-83-39 35 0 0,54 21 87 0 0,2-3 1 0 0,121 25-1 0 0,182 12-171 0 0,512-4 547 0 0,-812-60-363 0 0,279 26-16 0 0,-291-22 8 0 0,-16-1-10 0 0,24 2-68 0 0,0-2 1 0 0,85-7 0 0 0,77-24 256 0 0,168-7 594 0 0,-302 28-810 0 0,200-32-1 0 0,-275 32-31 0 0,-20 2 100 0 0,0 0 0 0 0,32-8 0 0 0,-48 10-74 0 0,1 0-1 0 0,-1 0 0 0 0,0 0 1 0 0,1 0-1 0 0,-1-1 0 0 0,0 1 0 0 0,0 0 1 0 0,1 0-1 0 0,-1 0 0 0 0,0 0 1 0 0,0-1-1 0 0,1 1 0 0 0,-1 0 0 0 0,0 0 1 0 0,0 0-1 0 0,0-1 0 0 0,1 1 1 0 0,-1 0-1 0 0,0 0 0 0 0,0-1 0 0 0,0 1 1 0 0,0 0-1 0 0,0-1 0 0 0,1 1 1 0 0,-1 0-1 0 0,0-1 0 0 0,0 1 0 0 0,0 0 1 0 0,0 0-1 0 0,0-1 0 0 0,0 1 1 0 0,0 0-1 0 0,0-1 0 0 0,0 1 0 0 0,0 0 1 0 0,0-1-1 0 0,0 1 0 0 0,-1 0 1 0 0,1-1-1 0 0,0 1-2 0 0,0 0 0 0 0,0-1 1 0 0,0 1-1 0 0,0 0 0 0 0,0-1 0 0 0,0 1 0 0 0,0 0 1 0 0,0 0-1 0 0,0-1 0 0 0,0 1 0 0 0,0 0 0 0 0,0-1 1 0 0,0 1-1 0 0,0 0 0 0 0,0-1 0 0 0,0 1 0 0 0,0 0 1 0 0,0 0-1 0 0,0-1 0 0 0,0 1 0 0 0,1 0 0 0 0,-1 0 1 0 0,0-1-1 0 0,0 1 0 0 0,0 0 0 0 0,1 0 0 0 0,-1-1 0 0 0,0 1 1 0 0,0 0-1 0 0,0 0 0 0 0,1 0 0 0 0,-1-1 0 0 0,0 1 1 0 0,0 0-1 0 0,1 0 0 0 0,0 0 1 0 0,0-1 0 0 0,0 1 1 0 0,0 0-1 0 0,0-1 0 0 0,0 1 0 0 0,0-1 0 0 0,0 1 1 0 0,0-1-1 0 0,-1 0 0 0 0,1 1 0 0 0,0-1 0 0 0,0 0 0 0 0,-1 1 1 0 0,1-1-1 0 0,0 0 0 0 0,-1 0 0 0 0,1 0 0 0 0,-1 0 1 0 0,2-1-1 0 0,-11-14 3 0 0,1 6-1 0 0,-2-4 1 0 0,8 10 10 0 0,0 0 0 0 0,-1 1-1 0 0,0 0 1 0 0,1-1-1 0 0,-1 1 1 0 0,-1 0-1 0 0,1 0 1 0 0,-4-2-1 0 0,-199-167 443 0 0,155 125-307 0 0,31 9-81 0 0,-3 17-39 0 0,-2 1 0 0 0,0 0-1 0 0,-43-23 1 0 0,51 32 3 0 0,-211-110 487 0 0,119 67-232 0 0,64 29-184 0 0,-1 3-1 0 0,-86-29 1 0 0,-27 11-186 0 0,-2 8-1 0 0,-1 6 1 0 0,-1 8 0 0 0,-227 3-1 0 0,328 16-888 0 0,0 2 1 0 0,-1 3-1 0 0,2 3 0 0 0,-1 3 0 0 0,1 2 0 0 0,-71 28 1 0 0,102-29-855 0 0,-40 24 1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21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1894 132 720 0 0,'-7'-6'3554'0'0,"-10"6"-3305"0"0,16 0 4 0 0,1 0-202 0 0,0 0 0 0 0,0 0 0 0 0,-1 0 0 0 0,1 0 0 0 0,0 0 1 0 0,0 0-1 0 0,-1 0 0 0 0,1 0 0 0 0,0-1 0 0 0,0 1 1 0 0,-1 0-1 0 0,1 0 0 0 0,0 0 0 0 0,0 0 0 0 0,0 0 1 0 0,-1-1-1 0 0,1 1 0 0 0,0 0 0 0 0,0 0 0 0 0,0 0 1 0 0,-1-1-1 0 0,1 1 0 0 0,0 0 0 0 0,0 0 0 0 0,0 0 1 0 0,0-1-1 0 0,0 1 0 0 0,0 0 0 0 0,0 0 0 0 0,0-1 1 0 0,-1 1-1 0 0,1 0 0 0 0,0 0 0 0 0,0-1 0 0 0,0 1 1 0 0,0 0-1 0 0,0 0 0 0 0,0-1 0 0 0,0 1 0 0 0,1 0 1 0 0,-1 0-1 0 0,0-1 0 0 0,0 1 0 0 0,0 0 0 0 0,0 0 1 0 0,0-1-1 0 0,0 1-20 0 0,1-1 0 0 0,-1 1 1 0 0,0 0-1 0 0,0-1 0 0 0,0 1 1 0 0,0 0-1 0 0,0-1 0 0 0,0 1 1 0 0,0 0-1 0 0,0-1 0 0 0,0 1 1 0 0,0 0-1 0 0,0-1 0 0 0,0 1 1 0 0,0 0-1 0 0,0-1 0 0 0,0 1 1 0 0,0 0-1 0 0,-1-1 0 0 0,1 1 1 0 0,0 0-1 0 0,0-1 0 0 0,0 1 1 0 0,0 0-1 0 0,-1 0 0 0 0,1-1 1 0 0,0 1-1 0 0,0 0 0 0 0,-1 0 1 0 0,1-1-1 0 0,0 1 0 0 0,0 0 1 0 0,-1 0-1 0 0,1 0 0 0 0,0-1 1 0 0,-1 1-1 0 0,1 0 1 0 0,-1 0-1 0 0,-139-39 1054 0 0,-17-4 218 0 0,143 40-1228 0 0,-20-3 89 0 0,0 1 1 0 0,-1 2 0 0 0,-59 1-1 0 0,37 0-187 0 0,37 0-78 0 0,1 1 1 0 0,-1 1-1 0 0,1 1 1 0 0,-1 1-1 0 0,-35 8 0 0 0,28-2 37 0 0,1 2 0 0 0,1 0 0 0 0,0 2 0 0 0,-43 27 0 0 0,58-33 63 0 0,0 1 0 0 0,-1-2 0 0 0,-21 9 0 0 0,24-10-29 0 0,0-1 0 0 0,0 1 0 0 0,0 0 0 0 0,0 1 0 0 0,0 0 1 0 0,-7 7-1 0 0,7-6 43 0 0,0 1 0 0 0,-1-1 1 0 0,0-1-1 0 0,0 0 0 0 0,0 0 1 0 0,0-1-1 0 0,-21 7 0 0 0,21-7-17 0 0,0 0-1 0 0,-1 1 0 0 0,1 0 0 0 0,1 0 0 0 0,-1 1 1 0 0,-8 8-1 0 0,-32 20 52 0 0,-126 71-74 0 0,120-73-45 0 0,27-15 115 0 0,-40 18-1 0 0,64-34-42 0 0,-22 9-6 0 0,1 1-1 0 0,0 0 0 0 0,1 2 1 0 0,0 1-1 0 0,1 1 0 0 0,0 1 1 0 0,-20 19-1 0 0,28-21 70 0 0,2-3 8 0 0,0 1 0 0 0,0 1 0 0 0,-13 17 0 0 0,24-28-76 0 0,1 1 0 0 0,0-1 0 0 0,0 0 0 0 0,0 0 0 0 0,0 0 0 0 0,0 0 0 0 0,1 1 0 0 0,-1-1 0 0 0,1 0 0 0 0,-1 1 0 0 0,1-1 0 0 0,0 1 0 0 0,0-1 0 0 0,0 0 0 0 0,0 1 0 0 0,1-1 0 0 0,-1 1 0 0 0,0-1 0 0 0,1 0 0 0 0,0 0 0 0 0,0 3 0 0 0,23 33 63 0 0,-22-35-19 0 0,1 2-20 0 0,1-1 1 0 0,0 1-1 0 0,0-1 1 0 0,1 0 0 0 0,-1 1-1 0 0,1-2 1 0 0,0 1-1 0 0,0-1 1 0 0,0 0-1 0 0,0 0 1 0 0,10 4 0 0 0,-14-6-15 0 0,2 1-7 0 0,0 0 1 0 0,0 0 0 0 0,0 0 0 0 0,0 0-1 0 0,-1 1 1 0 0,1-1 0 0 0,-1 1 0 0 0,0-1 0 0 0,3 6-1 0 0,-2-5 9 0 0,-1 0 1 0 0,1 1-1 0 0,-1-1 0 0 0,1 0 0 0 0,0 0 0 0 0,0-1 1 0 0,0 1-1 0 0,0-1 0 0 0,1 0 0 0 0,4 3 0 0 0,133 49-7 0 0,-109-37 40 0 0,1-2 0 0 0,0 0 0 0 0,2-3 0 0 0,-1-1 0 0 0,40 8 1 0 0,10-5 296 0 0,163 23-61 0 0,-206-33-305 0 0,0-1-1 0 0,0-3 1 0 0,0-1 0 0 0,42-7-1 0 0,40-15 104 0 0,-68 11 2 0 0,88-8 1 0 0,-117 18-77 0 0,51-1 480 0 0,152-26 1 0 0,-145 11-165 0 0,-15 4-177 0 0,1-2 0 0 0,93-38 0 0 0,-77 28-59 0 0,-86 25-80 0 0,1 0 0 0 0,0 0 0 0 0,0 0 0 0 0,-1 0 0 0 0,1 0 0 0 0,-1 0 0 0 0,1 0 0 0 0,-1 0 0 0 0,0 0 0 0 0,1-1 0 0 0,-1 1 0 0 0,0 0 0 0 0,0 0 0 0 0,0 0 0 0 0,0-1 0 0 0,0 1 0 0 0,0 0 0 0 0,0-2 0 0 0,4-17 14 0 0,1 14 1 0 0,-3 3-11 0 0,0 1 0 0 0,0 0-1 0 0,0-1 1 0 0,-1 1-1 0 0,1-1 1 0 0,-1 0-1 0 0,1 0 1 0 0,-1 1 0 0 0,0-1-1 0 0,0 0 1 0 0,0 0-1 0 0,0 0 1 0 0,-1 0-1 0 0,1-1 1 0 0,-1 1 0 0 0,0 0-1 0 0,0-6 1 0 0,0 8-1 0 0,0-1 0 0 0,0 1 0 0 0,0-1 1 0 0,0 1-1 0 0,1-1 0 0 0,-1 1 0 0 0,0-1 1 0 0,1 1-1 0 0,-1-1 0 0 0,1 1 0 0 0,0 0 1 0 0,-1-1-1 0 0,1 1 0 0 0,0 0 0 0 0,0 0 1 0 0,0-1-1 0 0,0 1 0 0 0,0 0 0 0 0,0 0 1 0 0,2-2-1 0 0,-1 2-3 0 0,-1 0 0 0 0,0 0 0 0 0,0 0-1 0 0,1-1 1 0 0,-1 1 0 0 0,0 0 0 0 0,0-1 0 0 0,0 1 0 0 0,0-1 0 0 0,-1 1 0 0 0,1-1 0 0 0,0 1 0 0 0,-1-1 0 0 0,1 0 0 0 0,-1 1 0 0 0,1-1 0 0 0,-1 0 0 0 0,0 0 0 0 0,0 1-1 0 0,0-4 1 0 0,0 1 0 0 0,0 1 0 0 0,0-1 0 0 0,1 1 0 0 0,-1-1 0 0 0,1 1 0 0 0,0 0 0 0 0,0-1 0 0 0,0 1 0 0 0,1 0 0 0 0,-1 0 0 0 0,1-1 0 0 0,-1 1 0 0 0,1 0 0 0 0,0 1 0 0 0,0-1 0 0 0,0 0 0 0 0,1 1 0 0 0,-1-1 0 0 0,1 1 0 0 0,2-3 0 0 0,-2 2 0 0 0,6-2 0 0 0,-8 4 0 0 0,0 1 0 0 0,0 0 0 0 0,0-1 0 0 0,0 1 0 0 0,0-1 0 0 0,-1 1 0 0 0,1-1 0 0 0,0 1 0 0 0,0-1 0 0 0,-1 0 0 0 0,1 1 0 0 0,0-1 0 0 0,-1 0 0 0 0,1 0 0 0 0,0 1 0 0 0,-1-1 0 0 0,1 0 0 0 0,-1 0 0 0 0,1 0 0 0 0,-1 0 0 0 0,0 0 0 0 0,1 0 0 0 0,-1 0 0 0 0,0 1 0 0 0,0-1 0 0 0,0-2 0 0 0,1 2 0 0 0,-1-1 0 0 0,1 1 0 0 0,-1-1 0 0 0,1 1 0 0 0,0 0-1 0 0,0 0 1 0 0,-1-1 0 0 0,1 1 0 0 0,0 0 0 0 0,0 0 0 0 0,0 0 0 0 0,0 0-1 0 0,0 0 1 0 0,0 0 0 0 0,2-1 0 0 0,-2 2-2 0 0,0-1 0 0 0,1 0-1 0 0,-1 1 1 0 0,0-1 0 0 0,0 0 0 0 0,0 0-1 0 0,0 0 1 0 0,0 0 0 0 0,0 0 0 0 0,0 0 0 0 0,0 0-1 0 0,-1 0 1 0 0,1 0 0 0 0,0-1 0 0 0,-1 1-1 0 0,1 0 1 0 0,-1 0 0 0 0,1-1 0 0 0,-1 1 0 0 0,1 0-1 0 0,-1-1 1 0 0,0 1 0 0 0,0 0 0 0 0,0-1 0 0 0,1 1-1 0 0,-1-1 1 0 0,-1 1 0 0 0,1 0 0 0 0,0-1-1 0 0,0 1 1 0 0,0 0 0 0 0,-1-1 0 0 0,1 1 0 0 0,-1 0-1 0 0,1-1 1 0 0,-1 1 0 0 0,1 0 0 0 0,-1 0-1 0 0,0 0 1 0 0,-1-3 0 0 0,-31-20-59 0 0,5 6 69 0 0,4-1 35 0 0,0-1 1 0 0,-37-41-1 0 0,36 35 65 0 0,-1 0 0 0 0,-55-41-1 0 0,59 53-63 0 0,12 9-58 0 0,1-1 0 0 0,1 0 0 0 0,-1-1 0 0 0,-14-14 0 0 0,19 16 33 0 0,-1 0 1 0 0,0 0-1 0 0,0 0 1 0 0,0 1-1 0 0,-1 0 1 0 0,1 0-1 0 0,-1 0 1 0 0,0 0 0 0 0,0 1-1 0 0,-1 0 1 0 0,1 1-1 0 0,0-1 1 0 0,-1 1-1 0 0,-8-2 1 0 0,1 2 35 0 0,5 0-31 0 0,0 1 1 0 0,0-2-1 0 0,1 1 0 0 0,-1-1 0 0 0,-14-7 0 0 0,20 9-75 0 0,0-1 1 0 0,-1 1-1 0 0,1 0 0 0 0,-1 0 0 0 0,1 0 1 0 0,-1 0-1 0 0,1 1 0 0 0,-1 0 0 0 0,0-1 1 0 0,1 1-1 0 0,-1 0 0 0 0,1 1 0 0 0,-1-1 1 0 0,1 1-1 0 0,-1-1 0 0 0,-5 3 0 0 0,-2 1-336 0 0,-1 0-1 0 0,1 0 0 0 0,-21 13 0 0 0,-4 7-1082 0 0,-48 43 1 0 0,-27 18-728 0 0,45-39 249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53 160 0 0,'-25'-6'1668'0'0,"-29"-11"4007"0"0,43 12-5191 0 0,1 2 1 0 0,-2-1-1 0 0,1 2 1 0 0,0-1-1 0 0,-1 1 1 0 0,1 1-1 0 0,-13 0 1 0 0,-32 1 2049 0 0,51 0-373 0 0,5 0-2071 0 0,1-1 1 0 0,-1 1-1 0 0,0-1 0 0 0,0 1 1 0 0,0-1-1 0 0,0 1 0 0 0,1 0 1 0 0,-1-1-1 0 0,0 1 1 0 0,0 0-1 0 0,1-1 0 0 0,-1 1 1 0 0,0 0-1 0 0,1-1 0 0 0,-1 1 1 0 0,0 0-1 0 0,1 0 0 0 0,-1-1 1 0 0,1 1-1 0 0,-1 0 0 0 0,0 0 1 0 0,1 0-1 0 0,-1-1 0 0 0,1 1 1 0 0,-1 0-1 0 0,0 0 0 0 0,1 0 1 0 0,-1 0-1 0 0,1 0 1 0 0,-1 0-1 0 0,1 0 0 0 0,-1 0 1 0 0,1 0-1 0 0,-1 0 0 0 0,0 0 1 0 0,1 0-1 0 0,0 1 0 0 0,26 3-131 0 0,-7-1 331 0 0,147 5 183 0 0,199 35 1 0 0,-131-12-6183 0 0,-227-30 5044 0 0,-3 0-121 0 0,0 0 0 0 0,0 0 0 0 0,0-1 0 0 0,-1 0 0 0 0,1 1 0 0 0,0-2 0 0 0,0 1 0 0 0,0-1 0 0 0,-1 1 0 0 0,6-3 0 0 0,-5-4-3136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29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28 400 0 0,'-55'-26'4442'0'0,"54"26"-4240"0"0,-1 0 0 0 0,0-1-1 0 0,1 1 1 0 0,-1 0 0 0 0,0 0 0 0 0,1 0-1 0 0,-1 0 1 0 0,1 0 0 0 0,-1 0 0 0 0,0 0-1 0 0,1 1 1 0 0,-1-1 0 0 0,1 0-1 0 0,-1 1 1 0 0,1-1 0 0 0,-1 1 0 0 0,1 0-1 0 0,-1 0 1 0 0,1-1 0 0 0,-1 1 0 0 0,1 0-1 0 0,-2 2 1 0 0,-2 1 93 0 0,-1 1 0 0 0,1 0 0 0 0,0 0 0 0 0,0 1-1 0 0,-6 9 1 0 0,5-7-107 0 0,1 0-1 0 0,0 0 1 0 0,1 1-1 0 0,0-1 1 0 0,0 1-1 0 0,1 0 1 0 0,0 0-1 0 0,0 0 1 0 0,-2 18-1 0 0,15 31 566 0 0,-7-45-638 0 0,0-1 1 0 0,-1 1-1 0 0,0 17 0 0 0,-1 0 74 0 0,0-16-115 0 0,-1 1 0 0 0,-1-1 1 0 0,0 1-1 0 0,-4 17 0 0 0,3-23-151 0 0,0-3 24 0 0,0 0 1 0 0,1 1-1 0 0,-1-1 1 0 0,1 1 0 0 0,1-1-1 0 0,-1 1 1 0 0,2 8-1 0 0,-1-14-51 0 0,0 1 0 0 0,1-1 0 0 0,-1 1 0 0 0,1 0-1 0 0,0-1 1 0 0,-1 1 0 0 0,1-1 0 0 0,0 1 0 0 0,0-1 0 0 0,0 0-1 0 0,0 1 1 0 0,0-1 0 0 0,1 0 0 0 0,-1 0 0 0 0,0 1-1 0 0,0-1 1 0 0,1 0 0 0 0,-1 0 0 0 0,1-1 0 0 0,-1 1 0 0 0,1 0-1 0 0,-1 0 1 0 0,1-1 0 0 0,0 1 0 0 0,-1-1 0 0 0,1 1 0 0 0,0-1-1 0 0,-1 0 1 0 0,1 0 0 0 0,0 0 0 0 0,-1 0 0 0 0,1 0 0 0 0,0 0-1 0 0,-1 0 1 0 0,1 0 0 0 0,0-1 0 0 0,2 0 0 0 0,51-13-4098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29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6 960 0 0,'-5'0'2135'0'0,"-106"0"5642"0"0,106 0-6750 0 0,0 0-133 0 0,-15-5 1253 0 0,40 5-1653 0 0,-15 0 239 0 0,0 0-426 0 0,316 20 2001 0 0,-302-18-2417 0 0,-1 2-1 0 0,1 0 1 0 0,-1 1-1 0 0,24 10 1 0 0,-11 7-3876 0 0,-31-21 3726 0 0,1 0 1 0 0,0-1-1 0 0,-1 1 1 0 0,1 0 0 0 0,0 0-1 0 0,-1-1 1 0 0,1 1-1 0 0,-1 0 1 0 0,1 0 0 0 0,-1 0-1 0 0,0 0 1 0 0,1 0-1 0 0,-1-1 1 0 0,0 1 0 0 0,1 0-1 0 0,-1 0 1 0 0,0 0-1 0 0,0 0 1 0 0,0 0 0 0 0,0 0-1 0 0,0 0 1 0 0,0 0-1 0 0,0 0 1 0 0,0 0 0 0 0,-1 0-1 0 0,1 0 1 0 0,0 0-1 0 0,0 0 1 0 0,-1 0-1 0 0,1-1 1 0 0,-1 1 0 0 0,1 0-1 0 0,-1 0 1 0 0,1 0-1 0 0,-1 0 1 0 0,1-1 0 0 0,-1 1-1 0 0,0 0 1 0 0,1-1-1 0 0,-2 2 1 0 0,-23 11-2597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30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51 3442 0 0,'-34'0'1784'0'0,"0"-1"0"0"0,1-2 0 0 0,-52-11 0 0 0,64 13-1224 0 0,22 1-512 0 0,-1 0-1 0 0,0 0 1 0 0,0 0-1 0 0,0-1 1 0 0,0 1-1 0 0,0 0 0 0 0,0 0 1 0 0,1 0-1 0 0,-1 0 1 0 0,0 0-1 0 0,0-1 1 0 0,0 1-1 0 0,0 0 0 0 0,0 0 1 0 0,0 0-1 0 0,0 0 1 0 0,0 0-1 0 0,0-1 1 0 0,0 1-1 0 0,0 0 0 0 0,0 0 1 0 0,0 0-1 0 0,0-1 1 0 0,0 1-1 0 0,0 0 1 0 0,0 0-1 0 0,0 0 0 0 0,0 0 1 0 0,0-1-1 0 0,0 1 1 0 0,0 0-1 0 0,0 0 1 0 0,0 0-1 0 0,0 0 0 0 0,0 0 1 0 0,0-1-1 0 0,0 1 1 0 0,-1 0-1 0 0,1 0 1 0 0,0 0-1 0 0,0 0 0 0 0,0 0 1 0 0,0 0-1 0 0,-1-1 1 0 0,25-5 877 0 0,-13 3-492 0 0,1 0-1 0 0,0 0 0 0 0,20-1 0 0 0,238-1 1369 0 0,-218 5-1601 0 0,-22-1-443 0 0,-1 2-1 0 0,1 0 1 0 0,51 11-1 0 0,-69-1-2033 0 0,-9-7 1140 0 0,22 26-6080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33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321 135 400 0 0,'0'-2'559'0'0,"1"-1"0"0"0,-1 1-1 0 0,0-1 1 0 0,0 1 0 0 0,1-1 0 0 0,0 1 0 0 0,-1 0-1 0 0,1-1 1 0 0,0 1 0 0 0,0 0 0 0 0,2-3-1 0 0,-1 2-418 0 0,1-1 0 0 0,0 1-1 0 0,0 0 1 0 0,1 0 0 0 0,-1 0-1 0 0,0 0 1 0 0,7-3 0 0 0,6-6 508 0 0,-12 3-385 0 0,2-2 47 0 0,-2 8-270 0 0,-2 3-6 0 0,-1-1 0 0 0,0 0 0 0 0,1 0 0 0 0,-1 1 0 0 0,0-1 0 0 0,0 0 0 0 0,1 0 0 0 0,-1-1 0 0 0,0 1 0 0 0,0 0 1 0 0,0 0-1 0 0,0 0 0 0 0,-1-1 0 0 0,1 1 0 0 0,0 0 0 0 0,0-1 0 0 0,-1 1 0 0 0,1-1 0 0 0,-1 1 0 0 0,1-1 0 0 0,-1 1 0 0 0,0-1 0 0 0,0 1 0 0 0,1-1 0 0 0,-1 1 0 0 0,0-1 0 0 0,0 0 0 0 0,-1-2 0 0 0,1 3 73 0 0,-5 1 27 0 0,-15 0-41 0 0,15 1-26 0 0,10 5-54 0 0,20-1-26 0 0,71 7-54 0 0,-94-11 67 0 0,1 0 0 0 0,0 0 0 0 0,1-1 0 0 0,-1 1 0 0 0,0-1 0 0 0,0 1 0 0 0,0-1 0 0 0,0 0 0 0 0,0 0 0 0 0,0 0 0 0 0,0-1 0 0 0,5 0 0 0 0,3 0 0 0 0,-1 4 0 0 0,40 0 0 0 0,-25-4 13 0 0,-25 1-11 0 0,0 0-1 0 0,0 0 0 0 0,0 0 0 0 0,0 0 1 0 0,0 0-1 0 0,0 0 0 0 0,0-1 0 0 0,0 1 1 0 0,-1 0-1 0 0,1 0 0 0 0,0 0 0 0 0,0 0 1 0 0,0 0-1 0 0,0 0 0 0 0,0 0 0 0 0,0 0 1 0 0,0 0-1 0 0,0-1 0 0 0,0 1 0 0 0,0 0 1 0 0,0 0-1 0 0,0 0 0 0 0,0 0 0 0 0,0 0 1 0 0,0 0-1 0 0,0-1 0 0 0,0 1 1 0 0,0 0-1 0 0,0 0 0 0 0,0 0 0 0 0,0 0 1 0 0,0 0-1 0 0,0 0 0 0 0,0 0 0 0 0,0-1 1 0 0,0 1-1 0 0,0 0 0 0 0,0 0 0 0 0,0 0 1 0 0,0 0-1 0 0,0 0 0 0 0,0 0 0 0 0,0 0 1 0 0,0 0-1 0 0,1-1 0 0 0,-1 1 0 0 0,0 0 1 0 0,0 0-1 0 0,0 0 0 0 0,0 0 0 0 0,0 0 1 0 0,0 0-1 0 0,-14-3 79 0 0,-1 2 1 0 0,1 0-1 0 0,-27 1 0 0 0,-20-1 66 0 0,44 0-130 0 0,0 0 0 0 0,0 1 0 0 0,0 1 0 0 0,-31 6 0 0 0,38 5-230 0 0,8-11 212 0 0,0-1 0 0 0,1 1 0 0 0,-1 0 0 0 0,1 0 0 0 0,-1 0 0 0 0,1 0 0 0 0,-1 0 0 0 0,1 1 0 0 0,-1-1 0 0 0,1 0 0 0 0,0 1 0 0 0,0-1 0 0 0,0 0 0 0 0,0 1 0 0 0,0 0 0 0 0,0-1 0 0 0,0 1 0 0 0,0 0 0 0 0,1-1 0 0 0,-1 1 0 0 0,1 0 0 0 0,-1 0 0 0 0,1-1 0 0 0,0 1 0 0 0,-1 0 0 0 0,1 0 0 0 0,0 0 0 0 0,0-1 0 0 0,0 1 0 0 0,1 0 0 0 0,-1 0 0 0 0,0 0 0 0 0,1 0 0 0 0,-1-1 0 0 0,1 1 0 0 0,-1 0 0 0 0,1-1 0 0 0,0 1 0 0 0,2 2 0 0 0,4 14 19 0 0,-4-11-11 0 0,0 0-1 0 0,0 0 1 0 0,-1 0-1 0 0,0 0 1 0 0,-1 1-1 0 0,1-1 1 0 0,-1 0 0 0 0,0 15-1 0 0,-1-20-5 0 0,0 0 0 0 0,0 1 0 0 0,1-1 0 0 0,-1 0 0 0 0,1 1 0 0 0,-1-1 0 0 0,1 0 0 0 0,0 0 0 0 0,0 1 0 0 0,0-1 0 0 0,0 0 0 0 0,1 0 0 0 0,-1 0 0 0 0,0 0 0 0 0,1 0 0 0 0,-1-1 0 0 0,1 1 0 0 0,2 2 0 0 0,1 1 0 0 0,5 18 0 0 0,-8-21-9 0 0,0 0 0 0 0,0 0-1 0 0,0 0 1 0 0,0 0 0 0 0,1-1 0 0 0,-1 1-1 0 0,0-1 1 0 0,1 0 0 0 0,-1 1 0 0 0,1-1 0 0 0,0 0-1 0 0,4 1 1 0 0,74 3-111 0 0,-63-5 156 0 0,0-1-24 0 0,1 1 1 0 0,-1 1-1 0 0,30 6 1 0 0,-42-5-14 0 0,0-1 1 0 0,1 2-1 0 0,-1-1 1 0 0,0 1 0 0 0,0-1-1 0 0,0 2 1 0 0,-1-1 0 0 0,1 1-1 0 0,-1-1 1 0 0,0 2 0 0 0,0-1-1 0 0,0 0 1 0 0,0 1-1 0 0,6 9 1 0 0,-9-12 2 0 0,0 1-1 0 0,-1-1 1 0 0,1 1 0 0 0,-1-1-1 0 0,1 1 1 0 0,-1 0 0 0 0,0-1 0 0 0,0 1-1 0 0,0 0 1 0 0,0 0 0 0 0,-1 0-1 0 0,1 0 1 0 0,-1 0 0 0 0,0 0-1 0 0,0 0 1 0 0,0 0 0 0 0,0 0-1 0 0,0 0 1 0 0,-1 0 0 0 0,1 0-1 0 0,-2 3 1 0 0,-1 0 4 0 0,0 1-1 0 0,0-1 1 0 0,-1 0 0 0 0,0 0-1 0 0,0-1 1 0 0,-1 1 0 0 0,1-1-1 0 0,-1 0 1 0 0,-8 7-1 0 0,-3 0 27 0 0,-1 0-1 0 0,0-1 0 0 0,-1 0 0 0 0,-20 7 0 0 0,3 0 27 0 0,7-3-30 0 0,0-1 1 0 0,-1-1-1 0 0,0-2 1 0 0,0-1 0 0 0,-2-2-1 0 0,1 0 1 0 0,-44 4-1 0 0,71-12-29 0 0,-46 10-60 0 0,20-3 24 0 0,-1-1 1 0 0,0-2-1 0 0,0 0 1 0 0,0-2-1 0 0,-59-4 1 0 0,90 1 28 0 0,-1 1 0 0 0,0 0 0 0 0,0 0 0 0 0,0 0 1 0 0,0 0-1 0 0,0 0 0 0 0,1 0 0 0 0,-1 0 0 0 0,0 0 1 0 0,0 0-1 0 0,0 0 0 0 0,0 0 0 0 0,0 0 0 0 0,0 0 1 0 0,1-1-1 0 0,-1 1 0 0 0,0 0 0 0 0,0 0 0 0 0,0 0 1 0 0,0 0-1 0 0,0 0 0 0 0,0 0 0 0 0,0-1 0 0 0,0 1 1 0 0,0 0-1 0 0,0 0 0 0 0,0 0 0 0 0,0 0 0 0 0,1-1 1 0 0,-1 1-1 0 0,0 0 0 0 0,0 0 0 0 0,0 0 0 0 0,0 0 1 0 0,0 0-1 0 0,0-1 0 0 0,-1 1 0 0 0,1 0 0 0 0,0 0 1 0 0,0 0-1 0 0,0 0 0 0 0,0 0 0 0 0,0-1 0 0 0,0 1 1 0 0,0 0-1 0 0,0 0 0 0 0,0 0 0 0 0,0 0 0 0 0,0 0 1 0 0,0 0-1 0 0,-1-1 0 0 0,1 1 0 0 0,0 0 0 0 0,0 0 1 0 0,0 0-1 0 0,0 0 0 0 0,0 0 0 0 0,0 0 0 0 0,-1 0 1 0 0,1 0-1 0 0,0 0 0 0 0,0 0 0 0 0,0 0 0 0 0,-1-1 1 0 0,78-48-4946 0 0,-43 29 2849 0 0,1-10-1071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34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617 30 1040 0 0,'-20'-3'1034'0'0,"0"1"-1"0"0,0 1 1 0 0,0 1-1 0 0,-22 2 0 0 0,1 2-332 0 0,0 3 0 0 0,-50 15 0 0 0,61-14-510 0 0,1 2-1 0 0,0 0 0 0 0,-39 23 0 0 0,56-27-184 0 0,1 1 0 0 0,0 1 0 0 0,0 0 0 0 0,1 0 0 0 0,0 1 0 0 0,0 0 0 0 0,1 1 0 0 0,0 0 0 0 0,1 1 0 0 0,-7 11 1 0 0,1 1 21 0 0,8-15-13 0 0,1 0 0 0 0,0 0 0 0 0,1 1 1 0 0,-1 0-1 0 0,-3 14 0 0 0,7-21-11 0 0,1 1 0 0 0,-1 0 1 0 0,1-1-1 0 0,0 1 0 0 0,0 0 1 0 0,0 0-1 0 0,0-1 0 0 0,1 1 1 0 0,-1 0-1 0 0,1-1 0 0 0,-1 1 0 0 0,1-1 1 0 0,0 1-1 0 0,0-1 0 0 0,0 1 1 0 0,1-1-1 0 0,-1 1 0 0 0,0-1 1 0 0,1 0-1 0 0,-1 0 0 0 0,1 0 0 0 0,0 0 1 0 0,0 0-1 0 0,3 2 0 0 0,5 4 16 0 0,0 0 1 0 0,1-1-1 0 0,-1-1 0 0 0,2 1 0 0 0,-1-2 0 0 0,1 0 0 0 0,0 0 0 0 0,15 4 0 0 0,105 18 103 0 0,-118-25-120 0 0,27 5 10 0 0,1-2 1 0 0,-1-2-1 0 0,1-2 0 0 0,0-1 1 0 0,-1-2-1 0 0,1-2 0 0 0,64-15 1 0 0,-76 12 24 0 0,0-2 0 0 0,-1-1 1 0 0,40-18-1 0 0,-56 21-30 0 0,-1 0 0 0 0,1 0 0 0 0,-1-2 0 0 0,-1 1 0 0 0,1-2-1 0 0,-1 1 1 0 0,-1-1 0 0 0,0-1 0 0 0,0 0 0 0 0,10-15 0 0 0,-17 21-6 0 0,0 0 1 0 0,-1 0-1 0 0,1-1 1 0 0,-1 1-1 0 0,0 0 1 0 0,0-1-1 0 0,0 1 1 0 0,-1-1-1 0 0,0 0 1 0 0,0 1-1 0 0,-1-1 1 0 0,1 0-1 0 0,-1 0 1 0 0,-1 1-1 0 0,1-1 1 0 0,-1 0-1 0 0,0 0 1 0 0,0 1-1 0 0,0-1 1 0 0,-1 1-1 0 0,0-1 1 0 0,0 1-1 0 0,0 0 1 0 0,-1-1-1 0 0,0 1 1 0 0,0 0-1 0 0,-5-6 1 0 0,-1 1 1 0 0,0 0 0 0 0,0 0 0 0 0,-1 1 1 0 0,0 0-1 0 0,-1 0 0 0 0,0 2 0 0 0,0-1 0 0 0,-1 1 0 0 0,0 1 1 0 0,0 0-1 0 0,-16-5 0 0 0,6 4-114 0 0,-1 1 1 0 0,0 1-1 0 0,1 1 0 0 0,-2 1 1 0 0,1 1-1 0 0,0 1 0 0 0,0 1 1 0 0,-31 4-1 0 0,-67 21-1998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38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329 559 3842 0 0,'0'6'99'0'0,"0"0"1"0"0,0 1 0 0 0,0-1-1 0 0,-1 1 1 0 0,0-1-1 0 0,0 0 1 0 0,-1 0 0 0 0,0 0-1 0 0,0 0 1 0 0,0 0-1 0 0,-1 0 1 0 0,0 0 0 0 0,0-1-1 0 0,-7 10 1 0 0,6-11-60 0 0,1 0 0 0 0,0 1 0 0 0,0 0 0 0 0,0-1 0 0 0,1 1 0 0 0,-1 0 0 0 0,1 0 0 0 0,0 1 0 0 0,1-1 0 0 0,-1 0 0 0 0,1 1 0 0 0,0-1 0 0 0,1 0 0 0 0,-1 1 0 0 0,1-1 0 0 0,0 1 0 0 0,1 5 0 0 0,-1-7-5 0 0,-1-1 0 0 0,1 1 1 0 0,-1-1-1 0 0,1 1 0 0 0,-1-1 0 0 0,0 0 0 0 0,0 1 0 0 0,-1-1 1 0 0,1 0-1 0 0,-1 0 0 0 0,1 0 0 0 0,-3 3 0 0 0,-6 13 82 0 0,-21 55 230 0 0,26-35-150 0 0,0 0-74 0 0,-4-18-60 0 0,7-16-38 0 0,-1 0 1 0 0,1 1 0 0 0,0-1-1 0 0,0 1 1 0 0,1 0-1 0 0,0-1 1 0 0,0 1 0 0 0,-1 12-1 0 0,3 0 21 0 0,-1-11-30 0 0,1 0 0 0 0,-1 0 0 0 0,-1 1 0 0 0,1-1 0 0 0,-1 0 0 0 0,0 0 0 0 0,-3 7 0 0 0,-5 7 22 0 0,6-17-25 0 0,1 1 1 0 0,0-1-1 0 0,0 1 1 0 0,1 0-1 0 0,-1 0 1 0 0,1-1-1 0 0,0 1 1 0 0,0 0-1 0 0,0 9 1 0 0,1 156 373 0 0,0-167-387 0 0,0 0 0 0 0,-1 1 0 0 0,1-1 0 0 0,-1 1 0 0 0,0-1 0 0 0,0 0 0 0 0,0 0 0 0 0,0 1 0 0 0,0-1 0 0 0,-1 0 0 0 0,0 0 0 0 0,-2 4 0 0 0,2-4 0 0 0,0-1 0 0 0,0 1 0 0 0,1 0 0 0 0,-1 0 0 0 0,1 0 0 0 0,0 0 0 0 0,0 0 0 0 0,0 0 0 0 0,0 0 0 0 0,1 0 0 0 0,-1 1 0 0 0,1 4 0 0 0,0-7 1 0 0,0 0 1 0 0,0 1-1 0 0,0-1 1 0 0,0 1-1 0 0,-1-1 1 0 0,1 0 0 0 0,0 1-1 0 0,-1-1 1 0 0,1 0-1 0 0,-1 1 1 0 0,1-1-1 0 0,-1 0 1 0 0,1 0-1 0 0,-1 0 1 0 0,0 1-1 0 0,0-1 1 0 0,0 0-1 0 0,0 0 1 0 0,1 0-1 0 0,-2 0 1 0 0,1 0-1 0 0,0 0 1 0 0,-1 0-1 0 0,1 0 2 0 0,-1 0-1 0 0,1 0 1 0 0,0 0-1 0 0,0 0 0 0 0,0 0 1 0 0,0 0-1 0 0,0 0 0 0 0,1 0 1 0 0,-1 0-1 0 0,0 0 0 0 0,0 0 1 0 0,1 1-1 0 0,-1-1 1 0 0,1 0-1 0 0,-1 0 0 0 0,1 1 1 0 0,-1-1-1 0 0,1 0 0 0 0,0 1 1 0 0,0-1-1 0 0,0 1 0 0 0,-1-1 1 0 0,2 2-1 0 0,-1 66 225 0 0,5-63-160 0 0,25 7-41 0 0,-20-9-7 0 0,0 0-1 0 0,1-1 1 0 0,0 0 0 0 0,-1-1-1 0 0,1 0 1 0 0,0 0-1 0 0,19-1 1 0 0,12 3 59 0 0,44 12 96 0 0,134 7-1 0 0,-134-18-40 0 0,84 1 27 0 0,262-4 14 0 0,-288 2-91 0 0,98 1 229 0 0,261 41 0 0 0,-491-44-295 0 0,28 4 21 0 0,64 19 0 0 0,-72-17 6 0 0,1-1 0 0 0,0-1 0 0 0,0-2-1 0 0,0-2 1 0 0,0 0 0 0 0,37-5 0 0 0,157-12 650 0 0,-37 5-187 0 0,55 7-124 0 0,-169 6-301 0 0,116-11-1 0 0,164-42 253 0 0,-296 49-334 0 0,-18 3-39 0 0,77 12 1 0 0,22 4-45 0 0,-88-18-4 0 0,-33-8 129 0 0,-7 2-10 0 0,-7 2 5 0 0,0 0 0 0 0,0 1 0 0 0,0-2 0 0 0,-1 1 0 0 0,1-1 0 0 0,-1 0 0 0 0,0 0 0 0 0,0 0 0 0 0,-1-1 0 0 0,6-8 0 0 0,15-17 129 0 0,-2 7-120 0 0,-2-2 0 0 0,0 0-1 0 0,-2-1 1 0 0,-1-1 0 0 0,-2 0 0 0 0,17-39-1 0 0,-11 0 38 0 0,-17 48-104 0 0,1 1 1 0 0,0 1-1 0 0,16-30 0 0 0,-3 18-73 0 0,-12 18 61 0 0,1-1 0 0 0,-2 1 0 0 0,9-20-1 0 0,-8 9 21 0 0,-6 17 13 0 0,0 1 0 0 0,1-1 0 0 0,-1 0 0 0 0,1 1 0 0 0,0 0 0 0 0,0-1 0 0 0,1 1 0 0 0,-1 0 0 0 0,1 0 0 0 0,6-7 0 0 0,4-3 28 0 0,-2-1 0 0 0,1-1 0 0 0,-2 0-1 0 0,0 0 1 0 0,-1-1 0 0 0,-1 0 0 0 0,11-34 0 0 0,-15 42-24 0 0,46-64 9 0 0,-40 33-26 0 0,1 18-22 0 0,-9 18 24 0 0,0 1 1 0 0,0-1 0 0 0,-1 1 0 0 0,1-1 0 0 0,-1 0 0 0 0,0 0 0 0 0,0 0 0 0 0,0 1-1 0 0,0-1 1 0 0,-1-7 0 0 0,1 7 4 0 0,-1-1 1 0 0,1 0-1 0 0,0 0 0 0 0,1 0 0 0 0,-1 1 1 0 0,1-1-1 0 0,-1 1 0 0 0,2-1 0 0 0,-1 1 1 0 0,0-1-1 0 0,1 1 0 0 0,0 0 0 0 0,6-7 0 0 0,-5 6 2 0 0,0 0 0 0 0,-1 0-1 0 0,1 0 1 0 0,-1-1 0 0 0,4-9-1 0 0,-5 6-11 0 0,0-1-1 0 0,-1 0 0 0 0,0 0 0 0 0,0 0 0 0 0,-1 1 0 0 0,-1-16 0 0 0,0-6 2 0 0,0 25 11 0 0,0 0-1 0 0,0 0 1 0 0,0 0-1 0 0,-1 0 1 0 0,0 0-1 0 0,0 1 1 0 0,-1-1-1 0 0,1 0 1 0 0,-7-8 0 0 0,-3-8-5 0 0,8 14 17 0 0,-1 1 0 0 0,0 0 0 0 0,0 0 0 0 0,-1 1 0 0 0,0 0 1 0 0,0 0-1 0 0,-1 0 0 0 0,-13-8 0 0 0,-56-33 105 0 0,30 23-92 0 0,0 3-1 0 0,-84-27 1 0 0,-102-12 60 0 0,203 53-50 0 0,-328-43 222 0 0,276 46-160 0 0,57 3-170 0 0,0 0 1 0 0,0-1-1 0 0,-44-11 1 0 0,8-2-271 0 0,-115-13 0 0 0,34 14 281 0 0,10 2-41 0 0,48 7 143 0 0,-35-1-272 0 0,36 16 386 0 0,-17-1 73 0 0,60-10-253 0 0,21 0-1 0 0,-1 1-1 0 0,0 1 1 0 0,1 0 0 0 0,-24 6 0 0 0,-33 4 33 0 0,0-2 0 0 0,-99-3 0 0 0,-101 11-35 0 0,194-10-26 0 0,55-7 62 0 0,-1 2 0 0 0,0 1-1 0 0,1 2 1 0 0,0 0 0 0 0,0 1-1 0 0,-31 13 1 0 0,22-2 583 0 0,-135 57 143 0 0,147-66-752 0 0,-1-2-1 0 0,-1 0 0 0 0,1-1 1 0 0,-1-2-1 0 0,-41 2 1 0 0,34-5 71 0 0,0 1-39 0 0,-49-7 0 0 0,64 4-9 0 0,-1 0 0 0 0,1 2 0 0 0,-22 1 0 0 0,9 1 0 0 0,-2-4-48 0 0,29-1 30 0 0,-58-1 80 0 0,42 4-114 0 0,1-2 0 0 0,-35-5 0 0 0,26 4 73 0 0,-32 5 25 0 0,29-2-99 0 0,-61 0 39 0 0,59 3 63 0 0,29 0-31 0 0,-81 4-258 0 0,49-1 1 0 0,27-6 230 0 0,1 1 0 0 0,-1 1 0 0 0,0 0 0 0 0,1 0 0 0 0,-11 4-1 0 0,-24 8 67 0 0,30-11-69 0 0,0 1 1 0 0,0 0 0 0 0,1 1 0 0 0,-21 11-1 0 0,23-12 26 0 0,0 0 0 0 0,-1 0 0 0 0,1-1 0 0 0,-16 3 0 0 0,-28 10-190 0 0,35-9 67 0 0,7-3 89 0 0,-1 0-1 0 0,2 1 1 0 0,-1 1-1 0 0,0 0 0 0 0,1 0 1 0 0,0 1-1 0 0,1 0 1 0 0,-10 9-1 0 0,-3 2 70 0 0,17-16-27 0 0,1 1-1 0 0,0 1 1 0 0,0-1 0 0 0,0 0-1 0 0,1 1 1 0 0,-6 7-1 0 0,-1 17-7 0 0,5-21-21 0 0,0 0 0 0 0,0 0 1 0 0,0-1-1 0 0,-1 1 0 0 0,0-1 1 0 0,0 0-1 0 0,-12 8 0 0 0,17-14 4 0 0,-1 1-1 0 0,0 0 1 0 0,1 0 0 0 0,-1 0-1 0 0,1 0 1 0 0,-1 0-1 0 0,1 0 1 0 0,-1 0-1 0 0,1 1 1 0 0,0-1 0 0 0,0 0-1 0 0,0 1 1 0 0,-1-1-1 0 0,1 1 1 0 0,1-1-1 0 0,-1 1 1 0 0,0-1-1 0 0,0 1 1 0 0,1 0 0 0 0,-1 0-1 0 0,0-1 1 0 0,1 1-1 0 0,-1 2 1 0 0,2-1-22 0 0,0 0 1 0 0,1 0 0 0 0,-1 0-1 0 0,1 0 1 0 0,-1-1-1 0 0,1 1 1 0 0,0 0-1 0 0,0-1 1 0 0,0 1-1 0 0,0-1 1 0 0,0 0 0 0 0,5 4-1 0 0,59 68-895 0 0,-37-52-1455 0 0,57 31 1 0 0,-25-21-3816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42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1525 14 800 0 0,'-5'-2'628'0'0,"0"0"0"0"0,0 0 0 0 0,0 1 0 0 0,-1 0 0 0 0,1 0 0 0 0,0 0 0 0 0,-11 1 0 0 0,9-1-116 0 0,2 1-251 0 0,-27-2 445 0 0,31 2-670 0 0,0 0-1 0 0,1 0 0 0 0,-1 0 0 0 0,0 0 1 0 0,1 0-1 0 0,-1 0 0 0 0,0 0 0 0 0,1 0 1 0 0,-1 0-1 0 0,0 1 0 0 0,1-1 0 0 0,-1 0 1 0 0,0 0-1 0 0,1 1 0 0 0,-1-1 0 0 0,1 0 1 0 0,-1 1-1 0 0,0-1 0 0 0,1 1 0 0 0,-1-1 1 0 0,1 1-1 0 0,-1-1 0 0 0,1 1 0 0 0,0-1 1 0 0,-1 1-1 0 0,1-1 0 0 0,-1 1 0 0 0,1-1 1 0 0,0 1-1 0 0,0 0 0 0 0,-1-1 0 0 0,1 1 1 0 0,0 0-1 0 0,0 0 0 0 0,1 1-22 0 0,1 0 1 0 0,-1 0-1 0 0,1 0 0 0 0,0-1 0 0 0,0 1 0 0 0,0-1 0 0 0,0 1 0 0 0,0-1 0 0 0,0 0 1 0 0,0 1-1 0 0,1-1 0 0 0,-1 0 0 0 0,0-1 0 0 0,1 1 0 0 0,-1 0 0 0 0,0-1 1 0 0,1 1-1 0 0,2-1 0 0 0,8 4 71 0 0,46 32 169 0 0,-3-23-13 0 0,-51-12 80 0 0,-4-3-192 0 0,-7-1-95 0 0,-137-23 240 0 0,-272-12 0 0 0,365 39-318 0 0,-1 2 0 0 0,-55 11 0 0 0,102-14 34 0 0,1 1-9 0 0,-1-1 1 0 0,1 0 0 0 0,0 1 0 0 0,0 0-1 0 0,-1 0 1 0 0,1 0 0 0 0,0 0-1 0 0,0 0 1 0 0,0 1 0 0 0,0-1 0 0 0,0 1-1 0 0,1 0 1 0 0,-1 0 0 0 0,0 0-1 0 0,1 0 1 0 0,-1 0 0 0 0,1 1 0 0 0,0-1-1 0 0,0 1 1 0 0,0 0 0 0 0,-3 4-1 0 0,4-3 21 0 0,0 0 0 0 0,0 0-1 0 0,0 0 1 0 0,0 0 0 0 0,1 0-1 0 0,0 0 1 0 0,0 0-1 0 0,0 0 1 0 0,0 0 0 0 0,0 0-1 0 0,1 0 1 0 0,0 0 0 0 0,0 0-1 0 0,0 0 1 0 0,0 0 0 0 0,3 4-1 0 0,-2-4 1 0 0,0 0 0 0 0,1-1-1 0 0,0 1 1 0 0,0-1 0 0 0,0 0-1 0 0,0 0 1 0 0,0 0 0 0 0,1 0-1 0 0,-1 0 1 0 0,1-1 0 0 0,0 0-1 0 0,0 0 1 0 0,0 0 0 0 0,0 0 0 0 0,0 0-1 0 0,0-1 1 0 0,5 2 0 0 0,5 2 0 0 0,28 13-22 0 0,1-1 1 0 0,0-3 0 0 0,50 11 0 0 0,-90-24 20 0 0,-1 0 0 0 0,0 0 0 0 0,0-1 0 0 0,0 1 0 0 0,0-1 0 0 0,1 1 0 0 0,-1-1 0 0 0,0 0 0 0 0,1 0 0 0 0,-1 0 0 0 0,0 0 0 0 0,0 0 0 0 0,1 0 0 0 0,-1-1 0 0 0,4 0 0 0 0,2-1 0 0 0,30 9 0 0 0,-26-4 5 0 0,-5-2-6 0 0,0 0 1 0 0,1 1-1 0 0,-1 0 1 0 0,0 0 0 0 0,0 1-1 0 0,0 0 1 0 0,-1 0 0 0 0,1 1-1 0 0,-1 0 1 0 0,9 5-1 0 0,-14-8 1 0 0,0 0 0 0 0,0 0 0 0 0,-1-1 0 0 0,1 1 0 0 0,0 0 0 0 0,0 0 0 0 0,0 0 0 0 0,0 0 0 0 0,-1 0 0 0 0,1 0 0 0 0,0 0 0 0 0,-1 0 0 0 0,1 0 0 0 0,-1 0 0 0 0,1 1 0 0 0,-1-1 0 0 0,0 0 0 0 0,1 0 0 0 0,-1 0 0 0 0,0 1 0 0 0,0-1 0 0 0,0 0 0 0 0,0 0 0 0 0,0 2 0 0 0,-1 1 0 0 0,-1-1 0 0 0,1 0 0 0 0,-1 0 0 0 0,0 0 0 0 0,0 0 0 0 0,0 0 0 0 0,0-1 0 0 0,0 1 0 0 0,-1 0 0 0 0,1-1 0 0 0,-6 4 0 0 0,-5 4 7 0 0,0 0 0 0 0,-1-1 0 0 0,0 0 0 0 0,-1-1 0 0 0,-24 9 0 0 0,-84 25 98 0 0,22-15-47 0 0,-1-4 0 0 0,-177 17 0 0 0,235-36-61 0 0,-34 5-103 0 0,1-3 0 0 0,-1-4 0 0 0,-83-7 0 0 0,155 4 30 0 0,1 0 1 0 0,-1 0-1 0 0,0 0 1 0 0,0-1-1 0 0,1 0 0 0 0,-1 0 1 0 0,-9-5-1 0 0,14 6 22 0 0,0 0 0 0 0,0 0 0 0 0,0 0-1 0 0,0 0 1 0 0,0 0 0 0 0,1 0 0 0 0,-1 0-1 0 0,0 0 1 0 0,0 0 0 0 0,1 0 0 0 0,-1-1 0 0 0,1 1-1 0 0,-1 0 1 0 0,1 0 0 0 0,-1-1 0 0 0,1 1-1 0 0,0 0 1 0 0,0-1 0 0 0,0 1 0 0 0,-1 0-1 0 0,1-1 1 0 0,1 1 0 0 0,-1 0 0 0 0,0-1 0 0 0,0 1-1 0 0,0 0 1 0 0,1-1 0 0 0,-1 1 0 0 0,1 0-1 0 0,-1-1 1 0 0,1 1 0 0 0,-1 0 0 0 0,1 0-1 0 0,0 0 1 0 0,-1 0 0 0 0,1 0 0 0 0,0-1-1 0 0,0 1 1 0 0,0 1 0 0 0,2-3 0 0 0,17-19-2201 0 0,35-31 1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6:43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570 149 960 0 0,'0'-1'113'0'0,"0"0"0"0"0,0 0 0 0 0,0 0 0 0 0,0 0 0 0 0,0 1 0 0 0,0-1 0 0 0,-1 0 0 0 0,1 0 0 0 0,0 0 0 0 0,-1 0 0 0 0,1 1 0 0 0,0-1 0 0 0,-1 0 0 0 0,1 0 0 0 0,-1 0 0 0 0,1 1 0 0 0,-1-1 0 0 0,0 0 0 0 0,1 1 0 0 0,-1-1 0 0 0,0 1 0 0 0,1-1 0 0 0,-1 1 0 0 0,0-1 0 0 0,0 1 0 0 0,0-1 0 0 0,1 1 0 0 0,-1 0 0 0 0,0-1-1 0 0,0 1 1 0 0,0 0 0 0 0,-1 0 0 0 0,2 0-70 0 0,-1 0-1 0 0,1-1 1 0 0,-1 1-1 0 0,1 0 1 0 0,-1 0-1 0 0,1 0 1 0 0,-1 0-1 0 0,0-1 1 0 0,1 1-1 0 0,-1 0 1 0 0,1 0-1 0 0,0-1 1 0 0,-1 1-1 0 0,1 0 1 0 0,-1-1-1 0 0,1 1 1 0 0,-1-1-1 0 0,1 1 0 0 0,0 0 1 0 0,-1-1-1 0 0,1 1 1 0 0,0-1-1 0 0,0 1 1 0 0,-1-1-1 0 0,1 1 1 0 0,0-1-1 0 0,0 1 1 0 0,0-1-1 0 0,-1 0 1 0 0,0 0-1 0 0,1 0-1 0 0,-1 0 1 0 0,0 1 0 0 0,0-1 0 0 0,0 1 0 0 0,0-1 0 0 0,0 0 0 0 0,0 1 0 0 0,0 0-1 0 0,0-1 1 0 0,0 1 0 0 0,0 0 0 0 0,0-1 0 0 0,0 1 0 0 0,0 0 0 0 0,0 0 0 0 0,0 0-1 0 0,0 0 1 0 0,0 0 0 0 0,-1 0 0 0 0,1 0 0 0 0,-1 1 0 0 0,-39 3 382 0 0,-2 7-344 0 0,0 3 0 0 0,2 1 0 0 0,0 2 0 0 0,0 2 0 0 0,2 1 0 0 0,-65 46 0 0 0,89-57-76 0 0,1 1 1 0 0,0 1-1 0 0,1 0 0 0 0,0 1 0 0 0,-20 24 0 0 0,31-34-2 0 0,0 1 0 0 0,0 0 0 0 0,0-1 0 0 0,0 1 0 0 0,0 0 0 0 0,1 0 0 0 0,0 0 0 0 0,-1 0 0 0 0,1 0 0 0 0,0 0 0 0 0,1 0 0 0 0,-1 1 0 0 0,0-1 0 0 0,1 0 0 0 0,0 1 0 0 0,0-1 0 0 0,0 0 0 0 0,0 0 0 0 0,0 1 0 0 0,1-1 0 0 0,-1 0 0 0 0,1 0 0 0 0,0 1 0 0 0,0-1 0 0 0,0 0 0 0 0,0 0 0 0 0,1 0 0 0 0,-1 0 0 0 0,1-1 0 0 0,0 1 0 0 0,0 0 0 0 0,0-1 0 0 0,0 1 0 0 0,0-1 0 0 0,1 1 0 0 0,-1-1 0 0 0,1 0 0 0 0,-1 0 0 0 0,1 0 0 0 0,5 2 0 0 0,9 6-5 0 0,1 0 0 0 0,0-2-1 0 0,0 0 1 0 0,0-1 0 0 0,1-1 0 0 0,0-1 0 0 0,1 0 0 0 0,-1-1-1 0 0,1-2 1 0 0,-1 0 0 0 0,1-1 0 0 0,28-2 0 0 0,-17-1 36 0 0,0-1 1 0 0,0-1-1 0 0,0-2 1 0 0,0-2-1 0 0,-1 0 1 0 0,0-2-1 0 0,40-20 1 0 0,-43 16 2 0 0,0-1 0 0 0,-1-2 0 0 0,-1-1 0 0 0,0-1 0 0 0,31-31-1 0 0,-46 40-23 0 0,0-1 0 0 0,-1-1-1 0 0,-1 0 1 0 0,1 0-1 0 0,-2 0 1 0 0,7-14-1 0 0,-11 19-4 0 0,0 0 0 0 0,-1 0 0 0 0,0 0 0 0 0,0-1 0 0 0,0 1 0 0 0,-1-1 0 0 0,0 1 0 0 0,-1-1 0 0 0,0 1 0 0 0,0-1 0 0 0,0 1 0 0 0,-3-11 0 0 0,2 12-4 0 0,-1 0 0 0 0,0 0 0 0 0,-1 0 0 0 0,1 0 0 0 0,-1 1 0 0 0,0-1 0 0 0,0 1 0 0 0,-1 0 0 0 0,0 0 0 0 0,0 0 1 0 0,0 0-1 0 0,0 1 0 0 0,-1-1 0 0 0,0 1 0 0 0,0 0 0 0 0,0 1 0 0 0,0-1 0 0 0,-10-4 0 0 0,-3 0-17 0 0,1 1 0 0 0,-1 0 0 0 0,0 1-1 0 0,-1 2 1 0 0,-28-5 0 0 0,18 5-186 0 0,-1 3 0 0 0,1 0 0 0 0,-1 2 0 0 0,1 1-1 0 0,-1 1 1 0 0,1 1 0 0 0,0 2 0 0 0,1 1 0 0 0,-30 11 0 0 0,-106 58-3885 0 0,152-70 3728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17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243 108 4242 0 0,'-15'9'664'0'0,"11"-6"-520"0"0,0-1 0 0 0,0 1 1 0 0,-1-1-1 0 0,1 0 0 0 0,-1 0 0 0 0,1 0 1 0 0,-1 0-1 0 0,1-1 0 0 0,-1 0 1 0 0,0 0-1 0 0,0 0 0 0 0,0-1 0 0 0,1 0 1 0 0,-8 0-1 0 0,-26-3 231 0 0,27 3-157 0 0,0-1 1 0 0,-1 0-1 0 0,1-1 0 0 0,0 0 0 0 0,0-1 0 0 0,0 0 1 0 0,-19-8-1 0 0,29 9-201 0 0,0-1-1 0 0,0 1 1 0 0,0-1 0 0 0,0 1-1 0 0,1-1 1 0 0,-1 1 0 0 0,1-1-1 0 0,-1 1 1 0 0,1-1 0 0 0,0 1-1 0 0,0-1 1 0 0,0 1 0 0 0,1-1-1 0 0,-1 0 1 0 0,1 1 0 0 0,-1-1-1 0 0,1 1 1 0 0,0-1 0 0 0,2-3-1 0 0,7 1-7 0 0,1 0 0 0 0,0 1 0 0 0,0 1 0 0 0,0 0 0 0 0,0 0 0 0 0,0 1 0 0 0,1 1 0 0 0,16-1-1 0 0,12 12 90 0 0,-39-10-89 0 0,0 0 0 0 0,0 0-1 0 0,-1 0 1 0 0,1 1-1 0 0,0-1 1 0 0,0 0 0 0 0,-1 0-1 0 0,1 1 1 0 0,0-1-1 0 0,0 0 1 0 0,-1 1 0 0 0,1-1-1 0 0,0 1 1 0 0,-1-1-1 0 0,1 1 1 0 0,-1-1 0 0 0,1 1-1 0 0,0 0 1 0 0,-1-1-1 0 0,0 1 1 0 0,1 0 0 0 0,-1-1-1 0 0,1 1 1 0 0,-1 0-1 0 0,0 0 1 0 0,1-1 0 0 0,-1 1-1 0 0,0 0 1 0 0,0 0-1 0 0,0-1 1 0 0,1 1 0 0 0,-1 0-1 0 0,0 0 1 0 0,0 0-1 0 0,0 0 1 0 0,0-1 0 0 0,0 1-1 0 0,-1 0 1 0 0,1 0-1 0 0,0 0 1 0 0,0-1 0 0 0,0 1-1 0 0,-1 0 1 0 0,1 0-1 0 0,-1 0 1 0 0,-8 7 120 0 0,8-8-102 0 0,0 1 0 0 0,0 0 0 0 0,0 0 0 0 0,0-1 0 0 0,0 1-1 0 0,0 0 1 0 0,0 0 0 0 0,0 0 0 0 0,0 0 0 0 0,0 0 0 0 0,1 0 0 0 0,-1 0 0 0 0,0 0-1 0 0,1 1 1 0 0,-1-1 0 0 0,1 0 0 0 0,-1 0 0 0 0,1 0 0 0 0,-1 1 0 0 0,1-1-1 0 0,0 3 1 0 0,-1-3 12 0 0,1 0-1 0 0,0 1 0 0 0,-1-1 0 0 0,0 0 0 0 0,1 0 1 0 0,-1 0-1 0 0,0 0 0 0 0,1 0 0 0 0,-1 0 1 0 0,0 0-1 0 0,0 0 0 0 0,0 0 0 0 0,0 0 0 0 0,0 0 1 0 0,0 0-1 0 0,0 0 0 0 0,0-1 0 0 0,0 1 1 0 0,0 0-1 0 0,0-1 0 0 0,-1 1 0 0 0,1-1 0 0 0,0 1 1 0 0,0-1-1 0 0,-1 0 0 0 0,1 0 0 0 0,0 1 1 0 0,-1-1-1 0 0,1 0 0 0 0,-2 0 0 0 0,-52 2 1066 0 0,46-2-858 0 0,-7 0 318 0 0,32 0-315 0 0,-11-2-129 0 0,0-3 1 0 0,38-2 112 0 0,0 2 0 0 0,75 0 1 0 0,-55 3-54 0 0,43-4 300 0 0,169-30 0 0 0,-215 20-512 0 0,-58 15-91 0 0,0 1 1 0 0,0-1-1 0 0,0 1 0 0 0,0-1 0 0 0,-1 0 1 0 0,1 0-1 0 0,0 1 0 0 0,0-1 1 0 0,-1 0-1 0 0,1-1 0 0 0,-1 1 1 0 0,1 0-1 0 0,-1 0 0 0 0,1-1 0 0 0,-1 1 1 0 0,0-1-1 0 0,1 1 0 0 0,-1-1 1 0 0,0 1-1 0 0,0-1 0 0 0,0 0 0 0 0,1-3 1 0 0,-2 5 44 0 0,0-1 1 0 0,0 1-1 0 0,0 0 1 0 0,0-1 0 0 0,-1 1-1 0 0,1 0 1 0 0,0-1-1 0 0,0 1 1 0 0,0 0-1 0 0,0 0 1 0 0,0-1 0 0 0,-1 1-1 0 0,1 0 1 0 0,0-1-1 0 0,0 1 1 0 0,0 0-1 0 0,-1 0 1 0 0,1 0 0 0 0,0-1-1 0 0,0 1 1 0 0,-1 0-1 0 0,1 0 1 0 0,0 0-1 0 0,-1-1 1 0 0,1 1 0 0 0,0 0-1 0 0,0 0 1 0 0,-1 0-1 0 0,1 0 1 0 0,0 0-1 0 0,-1 0 1 0 0,1 0-1 0 0,0 0 1 0 0,-1 0 0 0 0,1 0-1 0 0,0 0 1 0 0,-1 0-1 0 0,1 0 1 0 0,0 0-1 0 0,-1 0 1 0 0,-50-6-5019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18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91 1441 0 0,'-6'-2'403'0'0,"5"2"-304"0"0,-1 0-1 0 0,1-1 0 0 0,0 1 0 0 0,-1-1 1 0 0,1 1-1 0 0,0-1 0 0 0,-1 1 1 0 0,1-1-1 0 0,0 0 0 0 0,0 1 1 0 0,0-1-1 0 0,-1 0 0 0 0,1 0 0 0 0,0 0 1 0 0,0 0-1 0 0,0 0 0 0 0,1 0 1 0 0,-1 0-1 0 0,0-1 0 0 0,-1 0 0 0 0,2 1-23 0 0,-1 0-1 0 0,0 0 0 0 0,0 0 0 0 0,0 0 0 0 0,0 0 0 0 0,0 1 0 0 0,0-1 0 0 0,0 0 0 0 0,0 1 0 0 0,0-1 1 0 0,0 0-1 0 0,0 1 0 0 0,0-1 0 0 0,-1 1 0 0 0,1 0 0 0 0,0-1 0 0 0,0 1 0 0 0,-1 0 0 0 0,1 0 0 0 0,-2 0 1 0 0,2 0 49 0 0,1-1-62 0 0,-1 1-1 0 0,1 0 0 0 0,-1-1 1 0 0,1 1-1 0 0,0 0 1 0 0,-1-1-1 0 0,1 1 0 0 0,-1 0 1 0 0,1-1-1 0 0,0 1 1 0 0,-1-1-1 0 0,1 1 0 0 0,0-1 1 0 0,0 1-1 0 0,-1-1 0 0 0,1 1 1 0 0,0-1-1 0 0,0 1 1 0 0,0-1-1 0 0,0 0 0 0 0,0 1 1 0 0,0-1-1 0 0,0 1 1 0 0,0-1-1 0 0,0 1 0 0 0,0-1 1 0 0,0 0-1 0 0,-4-10 221 0 0,-5 6-152 0 0,8 5-97 0 0,0 0 0 0 0,0-1 1 0 0,0 1-1 0 0,0-1 0 0 0,0 1 0 0 0,0 0 1 0 0,1-1-1 0 0,-1 1 0 0 0,0-1 0 0 0,0 0 1 0 0,1 1-1 0 0,-1-1 0 0 0,1 0 0 0 0,-1 1 1 0 0,0-1-1 0 0,1 0 0 0 0,-1 0 1 0 0,1 0-1 0 0,-1 1 0 0 0,1-1 0 0 0,0 0 1 0 0,-1 0-1 0 0,1 0 0 0 0,0 0 0 0 0,0 0 1 0 0,0 0-1 0 0,-1 0 0 0 0,1 1 0 0 0,0-1 1 0 0,0 0-1 0 0,0 0 0 0 0,0 0 1 0 0,1 0-1 0 0,-1-1 0 0 0,0 1 114 0 0,0-2 130 0 0,0 9-61 0 0,0 322-136 0 0,-1-309-71 0 0,-1-1 0 0 0,0 0-1 0 0,-8 28 1 0 0,5-28-21 0 0,2-1 0 0 0,0 1 0 0 0,-1 28 0 0 0,4-45-19 0 0,-1 1 1 0 0,1 0-1 0 0,0 0 1 0 0,0 0-1 0 0,0 0 0 0 0,0-1 1 0 0,0 1-1 0 0,0 0 1 0 0,1 0-1 0 0,-1 0 0 0 0,1-1 1 0 0,-1 1-1 0 0,1 0 1 0 0,0 0-1 0 0,-1-1 0 0 0,1 1 1 0 0,0-1-1 0 0,0 1 1 0 0,0-1-1 0 0,0 1 0 0 0,1-1 1 0 0,-1 1-1 0 0,0-1 1 0 0,1 0-1 0 0,-1 0 0 0 0,1 0 1 0 0,-1 0-1 0 0,1 0 1 0 0,-1 0-1 0 0,1 0 0 0 0,0 0 1 0 0,-1 0-1 0 0,3 0 1 0 0,26 2-2198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19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20 800 0 0,'-146'-14'7244'0'0,"117"11"-6022"0"0,83 0-70 0 0,122 9-1019 0 0,-150-2-319 0 0,-25-3 174 0 0,0-1-1 0 0,-1 0 1 0 0,1 1 0 0 0,-1-1-1 0 0,1 0 1 0 0,-1 1 0 0 0,1-1-1 0 0,-1 0 1 0 0,0 1 0 0 0,1-1-1 0 0,-1 1 1 0 0,1-1 0 0 0,-1 1-1 0 0,0-1 1 0 0,1 1 0 0 0,-1 0-1 0 0,0-1 1 0 0,0 1 0 0 0,1-1 0 0 0,-1 1-1 0 0,0 0 1 0 0,0-1 0 0 0,0 1-1 0 0,0-1 1 0 0,0 2 0 0 0,0-1-19 0 0,0 0 1 0 0,0-1-1 0 0,1 1 1 0 0,-1 0-1 0 0,0-1 1 0 0,0 1-1 0 0,0 0 1 0 0,1-1 0 0 0,-1 1-1 0 0,0 0 1 0 0,1-1-1 0 0,-1 1 1 0 0,1-1-1 0 0,-1 1 1 0 0,1-1-1 0 0,-1 1 1 0 0,1-1 0 0 0,-1 1-1 0 0,1-1 1 0 0,-1 1-1 0 0,1-1 1 0 0,-1 0-1 0 0,1 1 1 0 0,0-1-1 0 0,-1 0 1 0 0,1 1-1 0 0,0-1 1 0 0,-1 0 0 0 0,1 0-1 0 0,1 0 1 0 0,-2 1-58 0 0,1-1 1 0 0,0 0-1 0 0,0 0 1 0 0,-1 0-1 0 0,1 1 1 0 0,0-1 0 0 0,0 0-1 0 0,-1 1 1 0 0,1-1-1 0 0,0 0 1 0 0,-1 1-1 0 0,1-1 1 0 0,-1 1-1 0 0,1-1 1 0 0,0 1-1 0 0,-1-1 1 0 0,1 1 0 0 0,-1 0-1 0 0,0-1 1 0 0,1 1-1 0 0,-1 0 1 0 0,1-1-1 0 0,-1 1 1 0 0,0 0-1 0 0,1 0 1 0 0,-1-1-1 0 0,0 1 1 0 0,0 0-1 0 0,0 0 1 0 0,0 1 0 0 0,0 6-2901 0 0,0 2-14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20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45 2961 0 0,'-61'0'2722'0'0,"31"0"-481"0"0,30-8-1441 0 0,0 2-560 0 0,30 1-160 0 0,1 5 0 0 0,-1-6 0 0 0,30 6-80 0 0,31-8-400 0 0,90-3-3202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21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7 640 0 0,'19'-3'1259'0'0,"0"1"0"0"0,0 1-1 0 0,0 0 1 0 0,32 4 0 0 0,58 1-96 0 0,-74 3-1096 0 0,-10-6-54 0 0,-6 0-7 0 0,-12 0 56 0 0,-8-2 350 0 0,-51-2-96 0 0,40 4-198 0 0,-1-1 0 0 0,1-1 0 0 0,-20-3-1 0 0,20 1-60 0 0,0 2-1 0 0,0 0 1 0 0,0 0 0 0 0,0 1-1 0 0,-13 2 1 0 0,11-1 1 0 0,0-1 1 0 0,0 0-1 0 0,-24-4 1 0 0,33 3 8 0 0,0 1-1 0 0,-20 0-39 0 0,23 0-21 0 0,-1 0 0 0 0,1 0-1 0 0,0 0 1 0 0,-1 0 0 0 0,1 0 0 0 0,0 1-1 0 0,-1-1 1 0 0,1 1 0 0 0,0-1 0 0 0,-1 1-1 0 0,-2 2 1 0 0,5 6-13 0 0,1-6 12 0 0,-1 157-85 0 0,0-159 80 0 0,0 0 0 0 0,0-1 0 0 0,0 1 0 0 0,-1 0 0 0 0,2 0 0 0 0,-1 0 0 0 0,0-1 0 0 0,0 1 0 0 0,0 0 0 0 0,0 0 0 0 0,0 0 0 0 0,1-1 0 0 0,-1 1 0 0 0,0 0 0 0 0,1 0 0 0 0,-1-1 0 0 0,0 1 0 0 0,1 0 0 0 0,-1-1 0 0 0,1 1 0 0 0,0 0 0 0 0,24 2 0 0 0,-16-2 0 0 0,1-1 0 0 0,-1 0 0 0 0,0-1 0 0 0,1 0 0 0 0,10-3 0 0 0,4 2 0 0 0,3 1 4 0 0,-8 0-20 0 0,0 1-1 0 0,0 0 1 0 0,22 5-1 0 0,-37-5 17 0 0,0 1-1 0 0,1 0 1 0 0,-1 0 0 0 0,0 0 0 0 0,0 1 0 0 0,-1-1-1 0 0,1 1 1 0 0,0 0 0 0 0,0 0 0 0 0,-1 0-1 0 0,1 1 1 0 0,-1-1 0 0 0,0 1 0 0 0,0 0-1 0 0,0 0 1 0 0,0 0 0 0 0,0 0 0 0 0,-1 1-1 0 0,1-1 1 0 0,2 6 0 0 0,-4-7 4 0 0,1 1 1 0 0,-1 1-1 0 0,0-1 0 0 0,0 0 0 0 0,0 0 1 0 0,0 0-1 0 0,-1 0 0 0 0,1 1 1 0 0,-1-1-1 0 0,0 0 0 0 0,0 1 0 0 0,0-1 1 0 0,0 0-1 0 0,-1 0 0 0 0,1 1 1 0 0,-1-1-1 0 0,0 0 0 0 0,0 0 0 0 0,0 0 1 0 0,0 0-1 0 0,-1 0 0 0 0,1 0 1 0 0,-1 0-1 0 0,0 0 0 0 0,0 0 0 0 0,0-1 1 0 0,0 1-1 0 0,0-1 0 0 0,0 0 1 0 0,-1 1-1 0 0,1-1 0 0 0,-1 0 0 0 0,1 0 1 0 0,-5 2-1 0 0,-8 4 24 0 0,-1 0 1 0 0,0-1-1 0 0,0 0 1 0 0,-34 8-1 0 0,49-14-27 0 0,-22 4-5 0 0,-1 0 0 0 0,1-2 0 0 0,-1 0 0 0 0,0-2 0 0 0,1 0 0 0 0,-36-4-1 0 0,41 1 10 0 0,-1-1 0 0 0,1 0 0 0 0,0-2-1 0 0,0 0 1 0 0,0-1 0 0 0,0 0-1 0 0,1-2 1 0 0,-21-11 0 0 0,37 18-10 0 0,1 1 1 0 0,0 0-1 0 0,0 0 1 0 0,0 0-1 0 0,0-1 0 0 0,0 1 1 0 0,0 0-1 0 0,0 0 1 0 0,0 0-1 0 0,-1-1 1 0 0,1 1-1 0 0,0 0 0 0 0,0 0 1 0 0,0-1-1 0 0,0 1 1 0 0,0 0-1 0 0,0 0 1 0 0,0-1-1 0 0,0 1 1 0 0,0 0-1 0 0,0 0 0 0 0,0 0 1 0 0,1-1-1 0 0,-1 1 1 0 0,0 0-1 0 0,0 0 1 0 0,0-1-1 0 0,0 1 0 0 0,0 0 1 0 0,0 0-1 0 0,0 0 1 0 0,1 0-1 0 0,-1-1 1 0 0,0 1-1 0 0,0 0 0 0 0,0 0 1 0 0,0 0-1 0 0,1 0 1 0 0,-1-1-1 0 0,0 1 1 0 0,0 0-1 0 0,0 0 1 0 0,1 0-1 0 0,-1 0 0 0 0,0 0 1 0 0,0 0-1 0 0,1 0 1 0 0,-1 0-1 0 0,0 0 1 0 0,0 0-1 0 0,0 0 0 0 0,1 0 1 0 0,-1 0-1 0 0,0 0 1 0 0,0 0-1 0 0,1 0 1 0 0,17-6-95 0 0,-16 5 58 0 0,54-23-600 0 0,-39 15 169 0 0,1 1 1 0 0,27-8 0 0 0,90-20-2357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21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272 136 960 0 0,'-51'9'1807'0'0,"33"-6"-1226"0"0,0-1 1 0 0,0 2-1 0 0,0 1 0 0 0,0 0 0 0 0,1 1 0 0 0,0 1 1 0 0,-19 11-1 0 0,32-16-565 0 0,2 1 1 0 0,-1 0 0 0 0,0 0 0 0 0,1 0 0 0 0,-1 1-1 0 0,1-1 1 0 0,0 1 0 0 0,0-1 0 0 0,0 1-1 0 0,1 0 1 0 0,-1-1 0 0 0,1 1 0 0 0,0 0-1 0 0,0 0 1 0 0,0 0 0 0 0,1 0 0 0 0,-1 0-1 0 0,1 0 1 0 0,0 0 0 0 0,0 0 0 0 0,1 1-1 0 0,-1-1 1 0 0,1 0 0 0 0,0 0 0 0 0,0-1-1 0 0,0 1 1 0 0,0 0 0 0 0,1 0 0 0 0,0 0 0 0 0,-1-1-1 0 0,1 1 1 0 0,1-1 0 0 0,-1 1 0 0 0,0-1-1 0 0,1 0 1 0 0,0 0 0 0 0,-1 0 0 0 0,8 5-1 0 0,8 5 1 0 0,1-1 0 0 0,0 0-1 0 0,1-1 1 0 0,0-1 0 0 0,1-1-1 0 0,0-1 1 0 0,0-1 0 0 0,1-1-1 0 0,0 0 1 0 0,0-2 0 0 0,0-1-1 0 0,1 0 1 0 0,-1-2 0 0 0,1 0-1 0 0,24-4 1 0 0,-29 1 0 0 0,1-1 0 0 0,-1-1-1 0 0,0-1 1 0 0,0 0 0 0 0,0-2-1 0 0,26-12 1 0 0,-39 16-2 0 0,0 1-1 0 0,0-1 1 0 0,-1 0 0 0 0,1 0 0 0 0,-1 0 0 0 0,0-1-1 0 0,0 1 1 0 0,0-1 0 0 0,0 0 0 0 0,-1 0 0 0 0,1-1-1 0 0,-1 1 1 0 0,0-1 0 0 0,-1 0 0 0 0,1 1-1 0 0,-1-1 1 0 0,0 0 0 0 0,0 0 0 0 0,0-1 0 0 0,-1 1-1 0 0,0 0 1 0 0,0-1 0 0 0,0 1 0 0 0,0 0 0 0 0,-1-1-1 0 0,0 1 1 0 0,0-1 0 0 0,-1 1 0 0 0,-1-7-1 0 0,-1-1 19 0 0,-1 0 1 0 0,0 0-1 0 0,-1 0 0 0 0,0 1 0 0 0,-1 0 0 0 0,0 0 0 0 0,-1 1 0 0 0,-1 0 0 0 0,0 0 0 0 0,0 0 0 0 0,-1 1 0 0 0,0 0 0 0 0,-1 1 0 0 0,0 0 0 0 0,0 1 0 0 0,-17-11 0 0 0,12 10-95 0 0,0 1 0 0 0,0 1 0 0 0,-1 0 0 0 0,0 1 0 0 0,0 0 0 0 0,-1 1 0 0 0,1 1 0 0 0,-1 1 0 0 0,0 1 0 0 0,0 0 0 0 0,0 1 0 0 0,0 0 0 0 0,-19 3 0 0 0,9 1-505 0 0,1 1 0 0 0,-1 2 0 0 0,-34 11 0 0 0,24-2-1954 0 0,-52 28 0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24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6 1681 0 0,'-34'5'4342'0'0,"33"-5"-4298"0"0,0 1 0 0 0,0-1-1 0 0,0 0 1 0 0,0 0 0 0 0,1 0-1 0 0,-1 0 1 0 0,0 1 0 0 0,0-2-1 0 0,0 1 1 0 0,0 0 0 0 0,0 0-1 0 0,0 0 1 0 0,0 0 0 0 0,0 0-1 0 0,0-1 1 0 0,1 1 0 0 0,-1 0-1 0 0,0-1 1 0 0,0 1 0 0 0,0-1-1 0 0,0 1 1 0 0,1-1-1 0 0,-1 1 1 0 0,0-1 0 0 0,1 0-1 0 0,-1 1 1 0 0,0-1 0 0 0,1 0-1 0 0,-1 1 1 0 0,0-2 0 0 0,1 1 743 0 0,1 2-574 0 0,-7 4-173 0 0,-4-1-5 0 0,1 0 0 0 0,0 1 0 0 0,0 0 0 0 0,1 1 0 0 0,-1 0 0 0 0,1 1 0 0 0,-10 10 1 0 0,14-13-30 0 0,0 1 1 0 0,1 0-1 0 0,-1-1 1 0 0,1 1 0 0 0,0 1-1 0 0,1-1 1 0 0,-1 0 0 0 0,1 1-1 0 0,0-1 1 0 0,1 1 0 0 0,-1 0-1 0 0,1 0 1 0 0,0-1 0 0 0,1 1-1 0 0,-1 9 1 0 0,1 166 73 0 0,0-180-80 0 0,0 0 0 0 0,0 0 0 0 0,0-1 0 0 0,0 1 0 0 0,0 0 0 0 0,0 0 0 0 0,0-1 0 0 0,0 1 0 0 0,0 0 0 0 0,0 0 0 0 0,-1-1 0 0 0,1 1 0 0 0,0 0 0 0 0,-1 0 0 0 0,1-1 0 0 0,0 1 0 0 0,-1 0 0 0 0,1-1 0 0 0,-1 1 0 0 0,1-1 0 0 0,-1 1 0 0 0,1-1 0 0 0,-1 1 0 0 0,0-1 0 0 0,1 1 0 0 0,-1-1 0 0 0,0 1 0 0 0,1-1 0 0 0,-1 0 0 0 0,0 1 0 0 0,1-1 0 0 0,-1 0 0 0 0,0 1 0 0 0,-1-1 0 0 0,1 0 0 0 0,1 0 0 0 0,-1 0 0 0 0,0 1 0 0 0,0-1 0 0 0,1 0 0 0 0,-1 1 0 0 0,0-1 0 0 0,0 0 0 0 0,1 1 0 0 0,-1-1 0 0 0,0 1 0 0 0,1-1 0 0 0,-1 1 0 0 0,1 0 0 0 0,-1-1 0 0 0,1 1 0 0 0,-1-1 0 0 0,1 1 0 0 0,-1 0 0 0 0,1 0 0 0 0,-1-1 0 0 0,1 1 0 0 0,0 0 0 0 0,0 0 0 0 0,-1-1 0 0 0,1 1 0 0 0,0 0 0 0 0,0 0 0 0 0,0 0 0 0 0,0-1 0 0 0,0 1 0 0 0,0 0 0 0 0,0 0 0 0 0,0 1 0 0 0,0 14-3 0 0,1-8-8 0 0,-1 1 1 0 0,0-1-1 0 0,0 1 1 0 0,0-1 0 0 0,-1 0-1 0 0,-1 1 1 0 0,0-1-1 0 0,0 0 1 0 0,0 0-1 0 0,-1 0 1 0 0,0 0-1 0 0,-1 0 1 0 0,1-1-1 0 0,-6 8 1 0 0,4-7-11 0 0,0 1-1 0 0,1-1 1 0 0,0 1-1 0 0,-6 17 1 0 0,8-18 13 0 0,-1-1 1 0 0,0 1-1 0 0,0-1 1 0 0,-1 1-1 0 0,0-1 0 0 0,-10 13 1 0 0,9-14 8 0 0,3-4 2 0 0,0 0 0 0 0,0 0 0 0 0,0 0 0 0 0,0 1 0 0 0,0 0 0 0 0,0-1 0 0 0,1 1-1 0 0,-1 0 1 0 0,1-1 0 0 0,-1 1 0 0 0,1 0 0 0 0,0 0 0 0 0,0 0 0 0 0,1 0 0 0 0,-1 0 0 0 0,1 0-1 0 0,-1 5 1 0 0,1-6-4 0 0,0-1-1 0 0,0 1 1 0 0,0 0-1 0 0,-1 0 1 0 0,1 0 0 0 0,-1 0-1 0 0,1 0 1 0 0,-1 0-1 0 0,0 0 1 0 0,1 0-1 0 0,-1-1 1 0 0,0 1-1 0 0,0 0 1 0 0,0-1-1 0 0,-1 1 1 0 0,1-1-1 0 0,-3 3 1 0 0,3-2-1 0 0,-1-1 1 0 0,1 1-1 0 0,0-1 1 0 0,0 1-1 0 0,-1 0 1 0 0,1-1-1 0 0,0 1 1 0 0,0 0-1 0 0,1 0 1 0 0,-1 0-1 0 0,0 0 1 0 0,1 0-1 0 0,-1 0 1 0 0,1 0-1 0 0,-1 0 1 0 0,1 0-1 0 0,0 3 1 0 0,0 0 1 0 0,-1-1 0 0 0,1 0 0 0 0,-1 1 0 0 0,0-1 0 0 0,0 0 0 0 0,-1 0 0 0 0,1 0 0 0 0,-1 0 0 0 0,-4 7 0 0 0,4-7 0 0 0,0 0 0 0 0,0 0 0 0 0,0 1 0 0 0,0-1 0 0 0,1 0 0 0 0,0 1 0 0 0,0-1 0 0 0,0 1 0 0 0,0 8 0 0 0,1 82 0 0 0,0-93 0 0 0,0 0 0 0 0,0 0 0 0 0,0 0 0 0 0,1 0 0 0 0,-1 0 0 0 0,0 0 0 0 0,1 0 0 0 0,0-1 0 0 0,-1 1 0 0 0,1 0 0 0 0,0 0 0 0 0,0 0 0 0 0,0-1 0 0 0,0 1 0 0 0,1 0 0 0 0,-1-1 0 0 0,3 4 0 0 0,-3-4 0 0 0,1 0 0 0 0,-1 1 0 0 0,0-1 0 0 0,1 1 0 0 0,-1-1 0 0 0,0 1 0 0 0,0 0 0 0 0,0 0 0 0 0,-1-1 0 0 0,1 1 0 0 0,0 0 0 0 0,-1 0 0 0 0,1 0 0 0 0,-1 0 0 0 0,1 0 0 0 0,-1-1 0 0 0,0 5 0 0 0,0-2 0 0 0,1 1 0 0 0,0-1 0 0 0,0 0 0 0 0,0 0 0 0 0,0 0 0 0 0,0 0 0 0 0,1 0 0 0 0,0 0 0 0 0,0 0 0 0 0,0 0 0 0 0,0-1 0 0 0,3 4 0 0 0,9 16 0 0 0,37 32 53 0 0,-47-48-56 0 0,1 0 0 0 0,0 0-1 0 0,0-1 1 0 0,1 0 0 0 0,0 0-1 0 0,0 0 1 0 0,0-1 0 0 0,1 0-1 0 0,0 0 1 0 0,0-1 0 0 0,0 0-1 0 0,13 5 1 0 0,-6-4 0 0 0,0-1-1 0 0,1-1 1 0 0,-1 0 0 0 0,1-1-1 0 0,-1-1 1 0 0,25 0 0 0 0,10 3 68 0 0,-34-2-2 0 0,1-1-1 0 0,30-2 1 0 0,120-14 77 0 0,296-19-27 0 0,-110 33 114 0 0,120 14 179 0 0,-316-6-345 0 0,200 5 19 0 0,71-25-66 0 0,116-7 66 0 0,-450 8 69 0 0,153-39 1 0 0,-108 20-63 0 0,43 6 7 0 0,76 18-51 0 0,-187 7-6 0 0,-68 0-36 0 0,38-1 36 0 0,-32-3-14 0 0,1-5 9 0 0,-7 8-25 0 0,0 0-1 0 0,0 0 1 0 0,-1 0-1 0 0,1-1 0 0 0,-1 1 1 0 0,1 0-1 0 0,-1-1 1 0 0,0 1-1 0 0,1-1 1 0 0,-1 1-1 0 0,0-1 1 0 0,0 0-1 0 0,2-3 0 0 0,0-35 304 0 0,-2 24-125 0 0,0 11-140 0 0,-1 1-1 0 0,0-1 0 0 0,0 0 0 0 0,0 1 0 0 0,-1-1 1 0 0,1 0-1 0 0,-1 1 0 0 0,0-1 0 0 0,-3-5 0 0 0,-10-17 50 0 0,-1 1-1 0 0,-1 1 0 0 0,-2 0 1 0 0,0 1-1 0 0,-2 2 1 0 0,0-1-1 0 0,-2 2 0 0 0,0 1 1 0 0,-43-30-1 0 0,26 24-57 0 0,-43-23-19 0 0,17 16 190 0 0,-76-49 0 0 0,112 57-233 0 0,-12-8-41 0 0,15 21 92 0 0,14 7-1 0 0,2 0-1 0 0,-1-1 1 0 0,-16-11 0 0 0,14 8 2 0 0,-1 0-1 0 0,0 1 1 0 0,-1 1 0 0 0,-24-9 0 0 0,-11-5 85 0 0,-7-5-32 0 0,33 17-49 0 0,1-1 0 0 0,1-1 1 0 0,-33-22-1 0 0,20 10 273 0 0,-52-26 0 0 0,3 2 411 0 0,64 36-495 0 0,1 1 0 0 0,-1 0-1 0 0,-1 2 1 0 0,0 1 0 0 0,0 0-1 0 0,-34-6 1 0 0,-139-10 1001 0 0,168 21-1156 0 0,-183 4 415 0 0,61 3-264 0 0,-6-7 121 0 0,-139 3 155 0 0,17 5-411 0 0,-24-8 163 0 0,92-1-113 0 0,79 5-116 0 0,-189 27-1 0 0,267-23-66 0 0,41-5 146 0 0,10 0-459 0 0,0-1 240 0 0,0 0 0 0 0,0 1 0 0 0,-1-1 0 0 0,1 0 0 0 0,0 1 1 0 0,0-1-1 0 0,0 1 0 0 0,0-1 0 0 0,0 0 0 0 0,0 1 0 0 0,0-1 0 0 0,0 0 0 0 0,0 1 0 0 0,0-1 0 0 0,0 1 0 0 0,0-1 0 0 0,0 0 1 0 0,0 1-1 0 0,1-1 0 0 0,-1 0 0 0 0,0 1 0 0 0,0-1 0 0 0,0 0 0 0 0,0 1 0 0 0,1-1 0 0 0,-1 0 0 0 0,0 1 0 0 0,0-1 1 0 0,1 0-1 0 0,-1 0 0 0 0,0 1 0 0 0,0-1 0 0 0,1 0 0 0 0,-1 0 0 0 0,0 0 0 0 0,1 1 0 0 0,-1-1 0 0 0,0 0 0 0 0,1 0 1 0 0,10 6-1195 0 0,-1-2 1 0 0,1 1 0 0 0,17 4 0 0 0,-7-2-248 0 0,14 4-2221 0 0,-5-16 333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28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601 65 80 0 0,'-5'-3'538'0'0,"0"0"0"0"0,0 0 1 0 0,-1 0-1 0 0,0 1 0 0 0,1 0 0 0 0,-1 0 0 0 0,-9-1 1 0 0,8 1-29 0 0,-23-8 159 0 0,0 1 1 0 0,0 2-1 0 0,-1 2 1 0 0,-54-4 0 0 0,80 9-577 0 0,0 0 41 0 0,-15-1-35 0 0,-45 1 375 0 0,50 2-399 0 0,-60 16 317 0 0,14-3-211 0 0,52-14-152 0 0,0 0 0 0 0,-1 1 0 0 0,1 1 0 0 0,1 0 0 0 0,-1 0 0 0 0,0 0 0 0 0,-8 6 1 0 0,15-7-15 0 0,1 1 0 0 0,0 0 0 0 0,0-1 0 0 0,0 1 0 0 0,1 0 0 0 0,-1 0 0 0 0,0-1 0 0 0,1 1 0 0 0,0 0 0 0 0,0 0 1 0 0,0 0-1 0 0,0 0 0 0 0,0 0 0 0 0,0-1 0 0 0,2 5 0 0 0,-1 14-70 0 0,-1-20 57 0 0,0 0 0 0 0,0 0 0 0 0,0-1 0 0 0,0 1 0 0 0,0 0 0 0 0,1 0 0 0 0,-1 0 0 0 0,0 0 0 0 0,0 0-1 0 0,1-1 1 0 0,-1 1 0 0 0,1 0 0 0 0,-1 0 0 0 0,1-1 0 0 0,-1 1 0 0 0,1 0 0 0 0,-1-1 0 0 0,1 1 0 0 0,0 0 0 0 0,-1-1 0 0 0,1 1 0 0 0,0-1-1 0 0,0 1 1 0 0,-1-1 0 0 0,1 1 0 0 0,0-1 0 0 0,1 1 0 0 0,-1-1-2 0 0,0 0 0 0 0,0 1 0 0 0,0-1 0 0 0,0 1 0 0 0,-1 0 0 0 0,1-1 0 0 0,0 1 0 0 0,0 0 0 0 0,0-1 0 0 0,-1 1 0 0 0,1 0 0 0 0,0 0 0 0 0,-1 0 0 0 0,1-1 0 0 0,0 1 0 0 0,-1 0 0 0 0,1 0 0 0 0,-1 0 0 0 0,0 0 0 0 0,1 0 0 0 0,-1 0 0 0 0,0 0 0 0 0,1 0 0 0 0,-1 1 0 0 0,0-1 0 0 0,0 0 0 0 0,0 1 0 0 0,1 1 0 0 0,1-1 0 0 0,0 1 0 0 0,0-1 0 0 0,-1 0 0 0 0,1 0 0 0 0,0 0 0 0 0,1 0 0 0 0,-1-1 0 0 0,0 1 0 0 0,1 0 0 0 0,-1-1 0 0 0,0 0 0 0 0,1 1 0 0 0,0-1 0 0 0,-1 0 0 0 0,5 1 1 0 0,7 5 11 0 0,2 3 1 0 0,-1-1-1 0 0,1-1 1 0 0,1 0 0 0 0,-1-1-1 0 0,1-1 1 0 0,29 7 0 0 0,52 21-115 0 0,-84-27 102 0 0,0-2 0 0 0,0 0 0 0 0,17 3 0 0 0,22 6 0 0 0,13 4-1 0 0,79 26-65 0 0,-89-27 58 0 0,69 12-1 0 0,15 3 13 0 0,-82-16-34 0 0,0-3 1 0 0,1-2 0 0 0,1-2-1 0 0,62 0 1 0 0,-40-12 13 0 0,-51 1 17 0 0,1 2 0 0 0,39 4 0 0 0,180 11-1 0 0,-120-9 0 0 0,264 7 0 0 0,170 18 0 0 0,-490-16-70 0 0,-55-9 62 0 0,1-2 0 0 0,24 2 0 0 0,30 3 95 0 0,-65-6-80 0 0,226 15-7 0 0,-116-11 0 0 0,-62-1-21 0 0,-45-5 7 0 0,0 0-1 0 0,-1 0 1 0 0,1 1 0 0 0,-1 0-1 0 0,18 7 1 0 0,3 4-80 0 0,0-1 1 0 0,1-2 0 0 0,53 9-1 0 0,-47-13 131 0 0,46 0-1 0 0,18 1-42 0 0,-54-3-28 0 0,83-4 0 0 0,-39-2 102 0 0,292 2-68 0 0,-149-20-1374 0 0,-242 22-1080 0 0,-21 8-1548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29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146 369 1521 0 0,'-96'22'4348'0'0,"93"-22"-4151"0"0,-1 1-1 0 0,1 0 1 0 0,-1 0-1 0 0,1 0 1 0 0,0 0 0 0 0,0 1-1 0 0,-1-1 1 0 0,1 1-1 0 0,0 0 1 0 0,0-1-1 0 0,-4 5 1 0 0,6-3-69 0 0,0 0 1 0 0,0-1-1 0 0,0 1 1 0 0,0 0-1 0 0,0 0 1 0 0,1 0-1 0 0,-1 0 1 0 0,1 0-1 0 0,0 0 0 0 0,0 0 1 0 0,0-1-1 0 0,1 5 1 0 0,-1-6 978 0 0,0-2-1110 0 0,0 0-1 0 0,0 1 0 0 0,0-1 0 0 0,-1 1 0 0 0,1-1 0 0 0,0 1 0 0 0,0-1 0 0 0,0 1 0 0 0,0 0 0 0 0,1-1 0 0 0,-1 1 0 0 0,0-1 0 0 0,0 1 0 0 0,0-1 0 0 0,0 1 0 0 0,0-1 0 0 0,0 1 0 0 0,1 0-1 0 0,-1-1 1 0 0,0 1 0 0 0,0-1 0 0 0,1 1 0 0 0,-1 0 0 0 0,0-1 0 0 0,1 1 0 0 0,-1 0 0 0 0,0-1 0 0 0,1 1 0 0 0,0-1 0 0 0,2-1 6 0 0,0 0 0 0 0,0 0 1 0 0,0-1-1 0 0,0 1 0 0 0,0-1 0 0 0,0 0 1 0 0,-1 0-1 0 0,1 0 0 0 0,-1 0 0 0 0,0 0 1 0 0,0 0-1 0 0,0-1 0 0 0,-1 1 0 0 0,1-1 1 0 0,1-5-1 0 0,17-31 55 0 0,5-8 97 0 0,-1-1-1 0 0,-3-1 1 0 0,14-52-1 0 0,-32 65 35 0 0,-3 34-176 0 0,0-1 0 0 0,0 1 0 0 0,0 0 0 0 0,0-1 0 0 0,1 1 0 0 0,0 0 0 0 0,-1-1 0 0 0,1 1 0 0 0,0 0 0 0 0,2-4 0 0 0,12-12-30 0 0,-15 19 23 0 0,0 0 1 0 0,0 1-1 0 0,-1-1 0 0 0,1 0 1 0 0,0 0-1 0 0,0 1 1 0 0,0-1-1 0 0,0 0 0 0 0,0 0 1 0 0,0 1-1 0 0,1-1 1 0 0,-1 0-1 0 0,0 0 0 0 0,0 1 1 0 0,0-1-1 0 0,0 0 1 0 0,0 0-1 0 0,0 1 1 0 0,0-1-1 0 0,0 0 0 0 0,1 0 1 0 0,-1 0-1 0 0,0 1 1 0 0,0-1-1 0 0,0 0 0 0 0,0 0 1 0 0,1 0-1 0 0,-1 1 1 0 0,0-1-1 0 0,0 0 1 0 0,0 0-1 0 0,1 0 0 0 0,-1 0 1 0 0,0 0-1 0 0,0 0 1 0 0,1 0-1 0 0,-1 0 0 0 0,0 1 1 0 0,0-1-1 0 0,1 0 1 0 0,-1 0-1 0 0,0 0 0 0 0,0 0 1 0 0,1 0-1 0 0,-1 0 1 0 0,0 0-1 0 0,0 0 1 0 0,1-1-1 0 0,-1 1 0 0 0,0 0 1 0 0,0 0-1 0 0,1 0 1 0 0,-1 0-1 0 0,0 0 0 0 0,0 0 1 0 0,0 0-1 0 0,1 0 1 0 0,-1-1-1 0 0,0 1 1 0 0,0 0-1 0 0,0 0 0 0 0,1 0 1 0 0,-1-1-1 0 0,0 1 1 0 0,0 25-115 0 0,-2 0 0 0 0,0-1 0 0 0,-2 1 0 0 0,-1-1 0 0 0,-12 40 0 0 0,-1 0 228 0 0,-11 78 1 0 0,21-95-76 0 0,-1-1-1 0 0,-2-1 1 0 0,-24 59-1 0 0,28-77-41 0 0,7-26-5 0 0,0 0 0 0 0,0 0-1 0 0,0-1 1 0 0,0 1 0 0 0,0 0-1 0 0,0 0 1 0 0,0-1 0 0 0,-1 1 0 0 0,1 0-1 0 0,0-1 1 0 0,0 1 0 0 0,-1 0-1 0 0,1 0 1 0 0,0-1 0 0 0,-1 1-1 0 0,1-1 1 0 0,-1 1 0 0 0,1 0 0 0 0,-1-1-1 0 0,1 1 1 0 0,-1-1 0 0 0,1 1-1 0 0,-1-1 1 0 0,1 0 0 0 0,-1 1-1 0 0,0-1 1 0 0,1 1 0 0 0,-1-1 0 0 0,0 0-1 0 0,1 0 1 0 0,-1 1 0 0 0,0-1-1 0 0,1 0 1 0 0,-1 0 0 0 0,0 0-1 0 0,0 0 1 0 0,1 0 0 0 0,-1 0 0 0 0,0 0-1 0 0,0 0 1 0 0,1 0 0 0 0,-1 0-1 0 0,0 0 1 0 0,-1-1 0 0 0,1-1-14 0 0,0 0-1 0 0,0-1 1 0 0,0 1 0 0 0,1-1 0 0 0,-1 1 0 0 0,1 0 0 0 0,-1-1 0 0 0,1 0-1 0 0,0 1 1 0 0,0-1 0 0 0,0 1 0 0 0,0-1 0 0 0,1-2 0 0 0,-1-64 310 0 0,1 67-289 0 0,0 1 0 0 0,-1-1 0 0 0,1 1-1 0 0,0-1 1 0 0,0 1 0 0 0,0-1 0 0 0,0 1 0 0 0,1 0-1 0 0,-1 0 1 0 0,0 0 0 0 0,1 0 0 0 0,-1 0 0 0 0,0 0 0 0 0,1 0-1 0 0,-1 0 1 0 0,1 0 0 0 0,0 1 0 0 0,-1-1 0 0 0,4 0-1 0 0,43-16 18 0 0,-34 12-25 0 0,7-1 8 0 0,0 0-1 0 0,1 1 1 0 0,0 1-1 0 0,0 2 0 0 0,37-1 1 0 0,-35 2-25 0 0,513 2-152 0 0,-521 0 136 0 0,0 1 0 0 0,0 1 0 0 0,-1 0 0 0 0,1 1 0 0 0,26 11 0 0 0,-32-12 46 0 0,-10-3-7 0 0,1 0 1 0 0,-1 1 0 0 0,0-1-1 0 0,0 0 1 0 0,1 0 0 0 0,-1 0-1 0 0,0 0 1 0 0,0 0 0 0 0,1 1-1 0 0,-1-1 1 0 0,0 0 0 0 0,0 0-1 0 0,1 1 1 0 0,-1-1 0 0 0,0 0-1 0 0,0 0 1 0 0,0 1 0 0 0,1-1-1 0 0,-1 0 1 0 0,0 0 0 0 0,0 1-1 0 0,0-1 1 0 0,0 0 0 0 0,0 1-1 0 0,0-1 1 0 0,0 0 0 0 0,0 1-1 0 0,0-1 1 0 0,0 0 0 0 0,0 0-1 0 0,0 1 1 0 0,0-1 0 0 0,0 0-1 0 0,0 1 1 0 0,0-1 0 0 0,0 0-1 0 0,0 1 1 0 0,0-1 0 0 0,0 0-1 0 0,0 1 1 0 0,0-1 0 0 0,-1 0-1 0 0,1 0 1 0 0,0 1 0 0 0,0-1-1 0 0,0 0 1 0 0,-1 0 0 0 0,1 1-1 0 0,0-1 1 0 0,0 0 0 0 0,-1 0-1 0 0,1 0 1 0 0,0 1 0 0 0,0-1-1 0 0,-1 0 1 0 0,1 0 0 0 0,0 0-1 0 0,0 0 1 0 0,-1 0 0 0 0,-8 5 47 0 0,-1 0 1 0 0,0-1 0 0 0,0-1-1 0 0,-17 5 1 0 0,-2 0 29 0 0,-54 15-238 0 0,-2-2 1 0 0,0-5-1 0 0,-1-3 0 0 0,0-4 0 0 0,-162-5 0 0 0,236-5-18 0 0,-62-6-1023 0 0,70 6 1017 0 0,0 0 0 0 0,-1 0 0 0 0,1 0-1 0 0,0 0 1 0 0,0-1 0 0 0,-1 0 0 0 0,1 0-1 0 0,0 0 1 0 0,1 0 0 0 0,-1-1 0 0 0,-6-4-1 0 0,9 5-38 0 0,0 1 0 0 0,0-1 0 0 0,0 0-1 0 0,0 0 1 0 0,0 0 0 0 0,0 0 0 0 0,0 0-1 0 0,1 0 1 0 0,-1 0 0 0 0,1 0-1 0 0,-1 0 1 0 0,1 0 0 0 0,0 0 0 0 0,0 0-1 0 0,0 0 1 0 0,0-3 0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30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13 1841 0 0,'0'0'795'0'0,"-1"-1"-729"0"0,1 1 0 0 0,0 0 1 0 0,0 0-1 0 0,0-1 0 0 0,0 1 1 0 0,0 0-1 0 0,-1-1 0 0 0,1 1 1 0 0,0 0-1 0 0,0-1 1 0 0,0 1-1 0 0,0 0 0 0 0,0-1 1 0 0,0 1-1 0 0,0 0 0 0 0,0-1 1 0 0,0 1-1 0 0,0 0 0 0 0,0-1 1 0 0,0 1-1 0 0,1 0 1 0 0,-1 0-1 0 0,0-1 0 0 0,0 1 1 0 0,0 0-1 0 0,0-1 0 0 0,0 1 1 0 0,1 0-1 0 0,-1 0 0 0 0,0-1 1 0 0,0 1-1 0 0,0 0 1 0 0,1 0-1 0 0,-1 0 0 0 0,0-1 1 0 0,0 1-1 0 0,1 0 0 0 0,-1 0 1 0 0,0 0-1 0 0,1 0 0 0 0,-1-1 1 0 0,0 1-1 0 0,1 0 1 0 0,-1 0-1 0 0,0 0 0 0 0,0 0 1 0 0,1 0-1 0 0,-1 0 0 0 0,0 0 1 0 0,1 0-1 0 0,-1 0 0 0 0,0 0 1 0 0,1 0-1 0 0,-1 0 1 0 0,0 0-1 0 0,1 0 0 0 0,-1 0 1 0 0,0 0-1 0 0,1 1 0 0 0,-1-1 1 0 0,0 0-1 0 0,1 0 0 0 0,401 119 1188 0 0,-360-104-1249 0 0,-1 2-1 0 0,0 2 0 0 0,39 24 0 0 0,-60-30-4 0 0,-1 0-1 0 0,0 2 1 0 0,-1 0-1 0 0,0 1 1 0 0,-1 1 0 0 0,-1 0-1 0 0,15 21 1 0 0,-27-32 12 0 0,0 0 0 0 0,-1 0 0 0 0,1 1 1 0 0,-1-1-1 0 0,0 1 0 0 0,-1-1 0 0 0,1 1 1 0 0,-1 0-1 0 0,-1 0 0 0 0,1 0 0 0 0,-1 0 0 0 0,-1 0 1 0 0,1 0-1 0 0,-1 0 0 0 0,0 0 0 0 0,-1 0 1 0 0,0 1-1 0 0,0-1 0 0 0,0 0 0 0 0,-4 10 0 0 0,-3 4 68 0 0,-2-1-1 0 0,0 0 1 0 0,-1-1-1 0 0,-1 0 1 0 0,-16 21-1 0 0,4-9 84 0 0,-2-1-1 0 0,-1-1 0 0 0,-1-1 1 0 0,-2-1-1 0 0,0-2 0 0 0,-45 29 0 0 0,24-23-239 0 0,-1-2 0 0 0,-1-2 0 0 0,-89 31-1 0 0,129-53-164 0 0,0-1-1 0 0,-1-1 0 0 0,1-1 0 0 0,-25 3 1 0 0,-52-12-2266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33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780 105 1361 0 0,'-5'0'2081'0'0,"-15"0"-401"0"0,15 0-466 0 0,5 0-1194 0 0,0 0 0 0 0,0 0-1 0 0,0-1 1 0 0,0 1 0 0 0,1 0-1 0 0,-1 0 1 0 0,0 0 0 0 0,0 0 0 0 0,0 0-1 0 0,0-1 1 0 0,0 1 0 0 0,0 0-1 0 0,0 0 1 0 0,0 0 0 0 0,0-1 0 0 0,0 1-1 0 0,0 0 1 0 0,0 0 0 0 0,0 0-1 0 0,0 0 1 0 0,0-1 0 0 0,0 1 0 0 0,0 0-1 0 0,0 0 1 0 0,0 0 0 0 0,0 0-1 0 0,0-1 1 0 0,0 1 0 0 0,0 0 0 0 0,0 0-1 0 0,0 0 1 0 0,0 0 0 0 0,-1-1-1 0 0,1 1 1 0 0,0 0 0 0 0,0 0 0 0 0,0 0-1 0 0,0 0 1 0 0,0 0 0 0 0,0 0-1 0 0,-1 0 1 0 0,1-1 0 0 0,0 1-1 0 0,0 0 1 0 0,0 0 0 0 0,0 0 0 0 0,-1 0-1 0 0,1 0 1 0 0,0 0 0 0 0,0 0-1 0 0,0 0 1 0 0,0 0 0 0 0,-1 0 0 0 0,1 0-1 0 0,0 0 1 0 0,0 0 0 0 0,0 0-1 0 0,-1 0 1 0 0,1 0 0 0 0,0 0 0 0 0,0 0-1 0 0,0 0 1 0 0,0 0 0 0 0,-1 0-1 0 0,1 0 1 0 0,0 1 0 0 0,-20-3 300 0 0,-46-10 120 0 0,34 5-377 0 0,0 1-1 0 0,-37-1 1 0 0,21 2-11 0 0,-1 2 68 0 0,43 5-93 0 0,-6-1 34 0 0,1 0 0 0 0,-1 1 0 0 0,1 0 0 0 0,-1 1 0 0 0,1 0 1 0 0,0 1-1 0 0,0 0 0 0 0,0 0 0 0 0,1 2 0 0 0,-1-1 0 0 0,-12 10 0 0 0,-11 5 6 0 0,15-7-2 0 0,17-11-54 0 0,0 0 0 0 0,0 0 0 0 0,-1-1 0 0 0,1 1 0 0 0,-1-1 0 0 0,1 1 0 0 0,-1-1 0 0 0,0 0 0 0 0,1 0 0 0 0,-1 0 0 0 0,0 0 0 0 0,0-1 0 0 0,0 1 0 0 0,0-1 0 0 0,-5 1 0 0 0,-13 1 50 0 0,0 1 0 0 0,0 1 1 0 0,0 1-1 0 0,-36 13 0 0 0,57-17-53 0 0,-1 0 0 0 0,1 0-1 0 0,-1 0 1 0 0,1-1 0 0 0,-1 1-1 0 0,1 0 1 0 0,-1 0 0 0 0,1 0-1 0 0,0 0 1 0 0,-1 0 0 0 0,1 0-1 0 0,0 0 1 0 0,0 0 0 0 0,0 0-1 0 0,0 0 1 0 0,0 0 0 0 0,0 0-1 0 0,0 0 1 0 0,0-1 0 0 0,0 3-1 0 0,0-3-8 0 0,0 195 308 0 0,1-194-307 0 0,-1 0-1 0 0,0 0 0 0 0,0 0 1 0 0,0 0-1 0 0,0 0 1 0 0,-1 0-1 0 0,1 0 1 0 0,0 0-1 0 0,0 0 0 0 0,-1 0 1 0 0,1 0-1 0 0,0 0 1 0 0,-1 0-1 0 0,1 0 1 0 0,-1 0-1 0 0,1 0 0 0 0,-1 0 1 0 0,0 0-1 0 0,1-1 1 0 0,-1 1-1 0 0,0 0 1 0 0,0 0-1 0 0,1-1 0 0 0,-1 1 1 0 0,0 0-1 0 0,0-1 1 0 0,0 1-1 0 0,-1 0 1 0 0,1-1 2 0 0,0 1 1 0 0,0-1 0 0 0,0 1 0 0 0,0 0 0 0 0,0 0 0 0 0,0-1 0 0 0,0 1 0 0 0,0 0-1 0 0,0 0 1 0 0,1 0 0 0 0,-1 0 0 0 0,0 0 0 0 0,1 0 0 0 0,-1 0 0 0 0,1 0 0 0 0,-1 0-1 0 0,1 0 1 0 0,-1 0 0 0 0,1 0 0 0 0,0 1 0 0 0,-1-1 0 0 0,1 0 0 0 0,0 0 0 0 0,0 0-1 0 0,0 1 1 0 0,0-1 0 0 0,0 0 0 0 0,0 2 0 0 0,0 32 250 0 0,0-35-248 0 0,0 1-1 0 0,0 0 1 0 0,0 0 0 0 0,0-1-1 0 0,0 1 1 0 0,0 0-1 0 0,0 0 1 0 0,0-1-1 0 0,0 1 1 0 0,0 0 0 0 0,1 0-1 0 0,-1-1 1 0 0,0 1-1 0 0,0 0 1 0 0,1-1-1 0 0,-1 1 1 0 0,0 0 0 0 0,1-1-1 0 0,-1 1 1 0 0,1 0-1 0 0,-1-1 1 0 0,1 1-1 0 0,-1-1 1 0 0,1 1 0 0 0,-1-1-1 0 0,1 1 1 0 0,0-1-1 0 0,-1 0 1 0 0,1 1-1 0 0,0-1 1 0 0,-1 0-1 0 0,1 1 1 0 0,0-1 0 0 0,-1 0-1 0 0,1 0 1 0 0,0 1-1 0 0,0-1 1 0 0,-1 0-1 0 0,1 0 1 0 0,1 0 0 0 0,-1 0-5 0 0,-1 0 0 0 0,1 0 1 0 0,-1 0-1 0 0,0 0 0 0 0,1 0 1 0 0,-1 0-1 0 0,1 0 0 0 0,-1 0 0 0 0,1 0 1 0 0,-1 0-1 0 0,1 0 0 0 0,-1 0 1 0 0,0 0-1 0 0,1 1 0 0 0,-1-1 1 0 0,1 0-1 0 0,-1 0 0 0 0,0 1 1 0 0,1-1-1 0 0,-1 0 0 0 0,0 0 1 0 0,1 1-1 0 0,-1-1 0 0 0,0 0 1 0 0,0 1-1 0 0,1-1 0 0 0,-1 0 1 0 0,0 1-1 0 0,0-1 0 0 0,1 1 1 0 0,-1-1-1 0 0,0 0 0 0 0,0 1 1 0 0,0-1-1 0 0,0 1 0 0 0,0-1 0 0 0,0 1 1 0 0,0-1-1 0 0,0 1 0 0 0,2 1 0 0 0,-1 1 0 0 0,0-1 0 0 0,1 1 0 0 0,-1-1-1 0 0,1 0 1 0 0,0 0 0 0 0,0 0 0 0 0,-1 0 0 0 0,1 0-1 0 0,1-1 1 0 0,-1 1 0 0 0,0 0 0 0 0,0-1-1 0 0,1 0 1 0 0,-1 1 0 0 0,1-1 0 0 0,3 1 0 0 0,46 20-77 0 0,21-3 141 0 0,141 18-1 0 0,-115-23-43 0 0,-42-6-20 0 0,61-1 0 0 0,-21-2 0 0 0,30-2 41 0 0,213-22 0 0 0,-149 3 24 0 0,-40-2-38 0 0,-83 14 89 0 0,-1 2 1 0 0,1 4 0 0 0,85 13-1 0 0,-136-13-129 0 0,9 1 48 0 0,0-1 1 0 0,26-2 0 0 0,159 12 191 0 0,-173-7-228 0 0,-33-4 2 0 0,5-4-2 0 0,58 2-12 0 0,-54-1-25 0 0,-1-1-1 0 0,1 0 1 0 0,-1 0 0 0 0,0-1-1 0 0,0-1 1 0 0,24-12-1 0 0,-3 2 1 0 0,25-23 25 0 0,-52 36 0 0 0,-6 2 11 0 0,0 0 0 0 0,0 0 0 0 0,-1 0 0 0 0,1 0 0 0 0,0 0 0 0 0,0-1 0 0 0,0 1 0 0 0,-1 0 0 0 0,1 0 0 0 0,0-1 0 0 0,-1 1 0 0 0,1-1 0 0 0,0 1 0 0 0,-1-1-1 0 0,1 1 1 0 0,0-1 0 0 0,-1 1 0 0 0,1-1 0 0 0,-1 1 0 0 0,1-1 0 0 0,-1 0 0 0 0,1 1 0 0 0,-1-1 0 0 0,1 0 0 0 0,-1 1 0 0 0,0-1 0 0 0,1 0 0 0 0,-1 0 0 0 0,0 1 0 0 0,0-1 0 0 0,0 0 0 0 0,1-1 0 0 0,4-5-65 0 0,2 5 50 0 0,-7 2 17 0 0,1 0 1 0 0,0-1-1 0 0,0 1 1 0 0,0 0-1 0 0,0-1 1 0 0,0 1-1 0 0,0-1 1 0 0,0 1-1 0 0,0-1 1 0 0,0 1-1 0 0,-1-1 0 0 0,1 1 1 0 0,0-1-1 0 0,0 0 1 0 0,-1 0-1 0 0,1 1 1 0 0,0-1-1 0 0,-1 0 1 0 0,1 0-1 0 0,-1 0 1 0 0,1 0-1 0 0,-1 0 1 0 0,0 1-1 0 0,1-1 0 0 0,-1 0 1 0 0,0 0-1 0 0,0 0 1 0 0,1 0-1 0 0,-1 0 1 0 0,0 0-1 0 0,0 0 1 0 0,0 0-1 0 0,0 0 1 0 0,0 0-1 0 0,0 0 0 0 0,-1 0 1 0 0,1-2-1 0 0,2 0 0 0 0,0 0-1 0 0,0 1 0 0 0,0-1 0 0 0,0 1 0 0 0,1-1 1 0 0,-1 1-1 0 0,1 0 0 0 0,-1-1 0 0 0,6-2 0 0 0,19-18-71 0 0,-17 7 16 0 0,-9 13 47 0 0,1 0 0 0 0,0 1 0 0 0,0-1 0 0 0,0 0 0 0 0,0 1 0 0 0,1-1 0 0 0,-1 1 0 0 0,1-1 0 0 0,3-2 0 0 0,37-38-4 0 0,-30 29 12 0 0,-10 0 7 0 0,-3 13-3 0 0,0 1 1 0 0,0-1-1 0 0,0 0 1 0 0,0 0-1 0 0,0 0 1 0 0,1 1-1 0 0,-1-1 1 0 0,0 0 0 0 0,0 0-1 0 0,0 0 1 0 0,1 1-1 0 0,-1-1 1 0 0,0 0-1 0 0,1 0 1 0 0,-1 1-1 0 0,1-1 1 0 0,-1 0 0 0 0,1 1-1 0 0,-1-1 1 0 0,2 0-1 0 0,78-77 317 0 0,-76 63-263 0 0,-4 15-56 0 0,0-1 1 0 0,0 0 0 0 0,0 0 0 0 0,0 0 0 0 0,0 0-1 0 0,0 1 1 0 0,1-1 0 0 0,-1 0 0 0 0,0 0-1 0 0,0 0 1 0 0,0 1 0 0 0,1-1 0 0 0,-1 0-1 0 0,1 0 1 0 0,-1 1 0 0 0,0-1 0 0 0,1 0-1 0 0,-1 1 1 0 0,1-1 0 0 0,0 0 0 0 0,8-6 18 0 0,-7 7-12 0 0,-1-1 0 0 0,0 1-1 0 0,0-1 1 0 0,0 0-1 0 0,0 0 1 0 0,0 0-1 0 0,0 0 1 0 0,0 1 0 0 0,-1-1-1 0 0,1 0 1 0 0,0 0-1 0 0,0-1 1 0 0,-1 1-1 0 0,1 0 1 0 0,-1 0 0 0 0,1 0-1 0 0,-1 0 1 0 0,1-1-1 0 0,-1 1 1 0 0,0 0-1 0 0,1 0 1 0 0,-1-1 0 0 0,0 1-1 0 0,0 0 1 0 0,0 0-1 0 0,0-1 1 0 0,0 1-1 0 0,-1-2 1 0 0,0 2-2 0 0,-1-1 0 0 0,1 1 1 0 0,-1-1-1 0 0,1 1 0 0 0,-1 0 0 0 0,0 0 1 0 0,0 0-1 0 0,0 0 0 0 0,0 0 0 0 0,0 0 1 0 0,0 0-1 0 0,-3 0 0 0 0,-4-3 60 0 0,-9-2 0 0 0,0 1 0 0 0,0 1 1 0 0,-23-3-1 0 0,-15-3 69 0 0,-265-70 92 0 0,256 65-286 0 0,0 2 1 0 0,-2 3-1 0 0,1 4 1 0 0,-112 2-1 0 0,-264 41 317 0 0,305-22 70 0 0,-395 69-1889 0 0,495-76 1106 0 0,1 1-1 0 0,0 2 0 0 0,1 1 0 0 0,0 2 1 0 0,-58 33-1 0 0,-3 16-2892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34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1 156 2081 0 0,'0'-109'6776'0'0,"3"105"-6745"0"0,0 1 0 0 0,1-1 0 0 0,-1 1 0 0 0,1 0-1 0 0,0-1 1 0 0,0 2 0 0 0,0-1 0 0 0,1 0-1 0 0,8-3 1 0 0,-10 4-5 0 0,7-1-11 0 0,0 1 1 0 0,0 0-1 0 0,0 1 1 0 0,0 0-1 0 0,0 0 1 0 0,0 1-1 0 0,0 1 1 0 0,17 2-1 0 0,-14-2 6 0 0,66 7 59 0 0,84 20 0 0 0,-160-27-75 0 0,1-1 1 0 0,-1 1-1 0 0,1 0 0 0 0,-1 0 0 0 0,1 0 1 0 0,-1 1-1 0 0,0-1 0 0 0,1 1 0 0 0,-1 0 1 0 0,0 0-1 0 0,0 0 0 0 0,0 0 0 0 0,-1 1 1 0 0,1-1-1 0 0,0 1 0 0 0,-1-1 1 0 0,1 1-1 0 0,-1 0 0 0 0,3 6 0 0 0,-4-8-1 0 0,-1 0-1 0 0,0 1 0 0 0,1-1 0 0 0,-1 1 1 0 0,0-1-1 0 0,0 1 0 0 0,0-1 0 0 0,0 1 1 0 0,0-1-1 0 0,0 1 0 0 0,0-1 0 0 0,0 1 1 0 0,-1-1-1 0 0,1 1 0 0 0,-1-1 0 0 0,1 1 1 0 0,-1-1-1 0 0,1 0 0 0 0,-2 2 0 0 0,0 0-1 0 0,0 0-1 0 0,-1 0 1 0 0,1 0-1 0 0,-1-1 1 0 0,0 1-1 0 0,0-1 1 0 0,0 0-1 0 0,0 1 1 0 0,0-2-1 0 0,-5 4 1 0 0,-33 13 66 0 0,0-2 0 0 0,0-2 0 0 0,-2-2 0 0 0,1-1 1 0 0,-2-3-1 0 0,1-1 0 0 0,-1-2 0 0 0,-45-1 0 0 0,140-16-121 0 0,146-26 72 0 0,-73 13-105 0 0,-53 9 58 0 0,36-6 31 0 0,-98 21-15 0 0,0 0 0 0 0,0 0 1 0 0,1 1-1 0 0,-1 0 0 0 0,0 0 0 0 0,0 1 0 0 0,16 3 0 0 0,-24-3 6 0 0,0-1-1 0 0,-1 1 1 0 0,1-1-1 0 0,0 1 1 0 0,-1-1-1 0 0,1 1 1 0 0,0-1 0 0 0,-1 1-1 0 0,1 0 1 0 0,-1-1-1 0 0,1 1 1 0 0,-1 0-1 0 0,1-1 1 0 0,-1 1-1 0 0,1 0 1 0 0,-1 0-1 0 0,0 0 1 0 0,1-1-1 0 0,-1 1 1 0 0,0 0-1 0 0,0 0 1 0 0,0 0 0 0 0,0 0-1 0 0,1 0 1 0 0,-1-1-1 0 0,0 1 1 0 0,-1 0-1 0 0,1 0 1 0 0,0 0-1 0 0,0 0 1 0 0,0 0-1 0 0,-1 1 1 0 0,1 6-66 0 0,-1-1 0 0 0,0 1-1 0 0,0-1 1 0 0,0 1 0 0 0,-1-1 0 0 0,0 0 0 0 0,-1 0-1 0 0,0 0 1 0 0,0 0 0 0 0,0 0 0 0 0,-1 0 0 0 0,0-1 0 0 0,0 0-1 0 0,-8 10 1 0 0,0-4-163 0 0,-1 0 0 0 0,0 0-1 0 0,-1-1 1 0 0,0 0 0 0 0,-22 12-1 0 0,-29 14-2085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35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273 108 3121 0 0,'-27'-1'671'0'0,"-1"1"0"0"0,1 1 0 0 0,0 2 0 0 0,0 0-1 0 0,0 2 1 0 0,-51 16 0 0 0,76-20-662 0 0,0-1 0 0 0,1 0 0 0 0,-1 1 1 0 0,1-1-1 0 0,-1 1 0 0 0,1 0 0 0 0,-1-1 0 0 0,1 1 1 0 0,0 0-1 0 0,-1 0 0 0 0,1 0 0 0 0,0 0 0 0 0,0 0 1 0 0,0 0-1 0 0,0 0 0 0 0,-1 0 0 0 0,1 0 0 0 0,1 1 1 0 0,-1-1-1 0 0,0 0 0 0 0,0 1 0 0 0,0-1 0 0 0,1 1 0 0 0,-1-1 1 0 0,1 1-1 0 0,-1-1 0 0 0,1 1 0 0 0,0-1 0 0 0,-1 1 1 0 0,1-1-1 0 0,0 1 0 0 0,0 0 0 0 0,0-1 0 0 0,0 1 1 0 0,0-1-1 0 0,1 1 0 0 0,-1-1 0 0 0,0 1 0 0 0,1 0 0 0 0,-1-1 1 0 0,1 1-1 0 0,0-1 0 0 0,-1 0 0 0 0,2 3 0 0 0,6 6-1 0 0,0 1-1 0 0,0-1 0 0 0,1-1 1 0 0,0 1-1 0 0,1-2 0 0 0,0 1 0 0 0,1-1 1 0 0,-1-1-1 0 0,1 0 0 0 0,1-1 0 0 0,-1 0 1 0 0,18 7-1 0 0,-10-6 4 0 0,1 0 1 0 0,0-1-1 0 0,0-1 0 0 0,0-1 0 0 0,0 0 1 0 0,32 0-1 0 0,-45-3 10 0 0,0-2-1 0 0,0 1 1 0 0,0-1 0 0 0,0 0-1 0 0,0 0 1 0 0,0-1 0 0 0,0 1-1 0 0,-1-2 1 0 0,12-4 0 0 0,-16 6-9 0 0,0 0-1 0 0,-1-1 1 0 0,1 1 0 0 0,-1 0 0 0 0,0-1-1 0 0,1 1 1 0 0,-1-1 0 0 0,0 1 0 0 0,0-1-1 0 0,0 0 1 0 0,0 1 0 0 0,0-1 0 0 0,0 0-1 0 0,0 0 1 0 0,-1 1 0 0 0,1-1 0 0 0,-1 0-1 0 0,1 0 1 0 0,-1 0 0 0 0,0 0 0 0 0,0 0-1 0 0,0 0 1 0 0,0 0 0 0 0,0 0 0 0 0,0 0-1 0 0,0 0 1 0 0,-1 0 0 0 0,1 1 0 0 0,-1-1-1 0 0,1 0 1 0 0,-1 0 0 0 0,0 0 0 0 0,0 0-1 0 0,1 1 1 0 0,-1-1 0 0 0,-1 0 0 0 0,0-1-1 0 0,-20-30 55 0 0,-2 1-1 0 0,-1 2 0 0 0,-34-33 0 0 0,53 56-72 0 0,5 6 5 0 0,-6-7-120 0 0,0-1 0 0 0,-1 1 0 0 0,0 0-1 0 0,0 0 1 0 0,-1 1 0 0 0,0 1 0 0 0,0-1 0 0 0,0 1 0 0 0,-1 1 0 0 0,0 0 0 0 0,-21-8 0 0 0,-29 4-2440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35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478 1 160 0 0,'-31'13'2401'0'0,"-29"18"480"0"0,0 27-960 0 0,-1-7-1360 0 0,-29-1-561 0 0,35 8 160 0 0,25 5-80 0 0,-30-11 0 0 0,60-21-160 0 0,-30-12-240 0 0,30-13-241 0 0,30-25-1360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36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14 6643 0 0,'-60'6'2881'0'0,"30"-12"-2400"0"0,60 6-481 0 0,0 0-80 0 0,0-6-401 0 0,31 6-1360 0 0,-1 0-1440 0 0,31-8-1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36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20 2721 0 0,'-84'-13'5203'0'0,"23"13"-3843"0"0,92 0-4161 0 0,-1-6-2561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37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20 960 0 0,'-25'-6'1454'0'0,"20"5"-320"0"0,0 1-333 0 0,2 0-574 0 0,2 0-187 0 0,0 0 0 0 0,1 1 0 0 0,-1-1 0 0 0,0 0 0 0 0,1 0 0 0 0,-1 0 0 0 0,1 0 0 0 0,-1 0 0 0 0,0 0 0 0 0,1 0 0 0 0,-1 0 0 0 0,0 0 0 0 0,1 0 0 0 0,-1 0 0 0 0,0 0 0 0 0,1 0 0 0 0,-1-1 0 0 0,0 1 0 0 0,1 0 0 0 0,-1 0 0 0 0,1-1 0 0 0,-1 1 0 0 0,1 0 0 0 0,-1-1 0 0 0,1 1 0 0 0,-1 0 0 0 0,1-1 0 0 0,-1 1 0 0 0,1-1 0 0 0,-1 1 0 0 0,1-1 0 0 0,-1 1 0 0 0,1-1 0 0 0,0 0 0 0 0,0 1 0 0 0,-1-1 0 0 0,1 1 0 0 0,0-1 0 0 0,0 0 0 0 0,-1 1 0 0 0,1-2 0 0 0,5 2 174 0 0,3 1-81 0 0,0 0 0 0 0,0 1 1 0 0,0 0-1 0 0,0 0 0 0 0,-1 1 1 0 0,1 0-1 0 0,-1 0 0 0 0,8 5 1 0 0,74 45 28 0 0,-18-11-57 0 0,194 91 42 0 0,-256-129-288 0 0,1 0 0 0 0,-1 0 0 0 0,1-1 0 0 0,-1 0 0 0 0,1 0 0 0 0,19 1 0 0 0,-29-4 82 0 0,0 0 0 0 0,1 0 0 0 0,-1 0 1 0 0,0 0-1 0 0,0 0 0 0 0,1 0 0 0 0,-1 0 0 0 0,0-1 1 0 0,0 1-1 0 0,1 0 0 0 0,-1 0 0 0 0,0 0 1 0 0,0 0-1 0 0,0 0 0 0 0,1-1 0 0 0,-1 1 0 0 0,0 0 1 0 0,0 0-1 0 0,0 0 0 0 0,1-1 0 0 0,-1 1 1 0 0,0 0-1 0 0,0 0 0 0 0,0 0 0 0 0,0-1 1 0 0,0 1-1 0 0,0 0 0 0 0,0 0 0 0 0,1-1 0 0 0,-1 1 1 0 0,0 0-1 0 0,0 0 0 0 0,0-1 0 0 0,0 1 1 0 0,0 0-1 0 0,0-1 0 0 0,0 1 0 0 0,0 0 1 0 0,0 0-1 0 0,-1-1 0 0 0,1 1 0 0 0,0 0 0 0 0,0 0 1 0 0,0-1-1 0 0,0 1 0 0 0,0 0 0 0 0,0 0 1 0 0,0 0-1 0 0,-1-1 0 0 0,1 1 0 0 0,0 0 1 0 0,0 0-1 0 0,0 0 0 0 0,0-1 0 0 0,-1 1 0 0 0,1 0 1 0 0,0 0-1 0 0,0 0 0 0 0,-1 0 0 0 0,1-1 1 0 0,0 1-1 0 0,0 0 0 0 0,-1 0 0 0 0,1 0 0 0 0,0 0 1 0 0,0 0-1 0 0,-1 0 0 0 0,1 0 0 0 0,-25-12-2502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37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3282 0 0,'0'-6'2321'0'0,"0"0"-961"0"0,0-1-479 0 0,0-5-241 0 0,60-1-320 0 0,0-12-160 0 0,31-8-480 0 0,60-17-1681 0 0,-6 12-2641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38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2081 0 0,'0'0'2001'0'0,"0"-5"1360"0"0,30 5-2880 0 0,30 0-81 0 0,1 0-160 0 0,-1 0-160 0 0,25 0 0 0 0,5 0-80 0 0,1 0-80 0 0,-31 0-80 0 0,1-8-80 0 0,-31 8-320 0 0,0-6-961 0 0,-30 0-800 0 0,0-7 0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38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0 400 0 0,'-30'33'4242'0'0,"-31"11"-1681"0"0,31 26-2080 0 0,30 18-401 0 0,-30 22 80 0 0,30 16 240 0 0,0-24-240 0 0,0 0 0 0 0,-30 12-160 0 0,30-5-160 0 0,-30-20-400 0 0,30-26-1121 0 0,-31-38-3922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39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16 880 0 0,'-18'0'2006'0'0,"0"-1"-1"0"0,-31-4 0 0 0,44 3 23 0 0,6 1-1054 0 0,-7-3-787 0 0,4 4-106 0 0,2 0-41 0 0,-1-1 0 0 0,1 1 0 0 0,-1 0 0 0 0,0 0 0 0 0,1-1 0 0 0,-1 1 0 0 0,0 0 0 0 0,1 0 0 0 0,-1 0 0 0 0,0 0 0 0 0,1 0 0 0 0,-1 0 0 0 0,0 0 0 0 0,1 0 0 0 0,-1 0 0 0 0,0 0 0 0 0,1 0 0 0 0,-1 0 0 0 0,0 1 0 0 0,1-1 0 0 0,-1 0 0 0 0,0 0 0 0 0,1 1 0 0 0,-1-1 0 0 0,1 0 0 0 0,-1 1 0 0 0,1-1 0 0 0,-1 1 0 0 0,0-1 0 0 0,1 1 0 0 0,0-1 0 0 0,-1 1 0 0 0,1-1 0 0 0,-1 1 0 0 0,1-1 0 0 0,0 1 0 0 0,-1-1 0 0 0,1 1 0 0 0,0 0 0 0 0,-1-1 0 0 0,1 1 0 0 0,0 0 0 0 0,0-1 0 0 0,0 1 0 0 0,0 1-1 0 0,5-2 188 0 0,618 13 40 0 0,-596-13-624 0 0,-5 0-346 0 0,-1 1 0 0 0,0 1 0 0 0,1 0 0 0 0,-1 2 0 0 0,21 6 0 0 0,-7 8-4020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39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39 2481 0 0,'-30'-6'4802'0'0,"0"-2"-2881"0"0,-1 3-1441 0 0,62 5-480 0 0,-31-6 0 0 0,30 6 80 0 0,30-8 81 0 0,91 2-1 0 0,91 6-80 0 0,23 6-801 0 0,-114 2-2800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43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510 46 2401 0 0,'-56'12'6576'0'0,"56"-12"-6565"0"0,0 0 0 0 0,0 0-1 0 0,0 0 1 0 0,0 0 0 0 0,0 0-1 0 0,0 0 1 0 0,0 0-1 0 0,0 1 1 0 0,0-1 0 0 0,0 0-1 0 0,0 0 1 0 0,-1 0-1 0 0,1 0 1 0 0,0 0 0 0 0,0 0-1 0 0,0 0 1 0 0,0 0 0 0 0,0 0-1 0 0,0 0 1 0 0,0 0-1 0 0,-1 0 1 0 0,1 0 0 0 0,0 0-1 0 0,0 0 1 0 0,0 0-1 0 0,0 0 1 0 0,0 0 0 0 0,0 0-1 0 0,0 0 1 0 0,-1 0 0 0 0,1 0-1 0 0,0 0 1 0 0,0 0-1 0 0,0 0 1 0 0,0 0 0 0 0,0 0-1 0 0,0 0 1 0 0,0 0-1 0 0,-1 0 1 0 0,1 0 0 0 0,0-1-1 0 0,0 1 1 0 0,0 0 0 0 0,0 0-1 0 0,0 0 1 0 0,0 0-1 0 0,0 0 1 0 0,0 0 0 0 0,0 0-1 0 0,0 0 1 0 0,0 0-1 0 0,0-1 1 0 0,0 1 0 0 0,-1 0-1 0 0,1 0 1 0 0,0 0 0 0 0,0 0-1 0 0,0 0 1 0 0,0 0-1 0 0,0-1 1 0 0,0 1 0 0 0,0 0-1 0 0,0 0 1 0 0,0 0-1 0 0,0 0 1 0 0,1 0 0 0 0,-1-1-13 0 0,0 1 1 0 0,0 0 0 0 0,0 0-1 0 0,0 0 1 0 0,0 0 0 0 0,0 0-1 0 0,0-1 1 0 0,0 1 0 0 0,0 0-1 0 0,0 0 1 0 0,0 0 0 0 0,0 0-1 0 0,0-1 1 0 0,0 1 0 0 0,-1 0-1 0 0,1 0 1 0 0,0 0 0 0 0,0 0-1 0 0,0 0 1 0 0,0-1 0 0 0,0 1-1 0 0,0 0 1 0 0,0 0 0 0 0,0 0-1 0 0,0 0 1 0 0,0 0 0 0 0,-1 0-1 0 0,1 0 1 0 0,0-1 0 0 0,0 1-1 0 0,0 0 1 0 0,0 0 0 0 0,0 0-1 0 0,-1 0 1 0 0,1 0 0 0 0,0 0-1 0 0,0 0 1 0 0,0 0-1 0 0,0 0 1 0 0,0 0 0 0 0,-1 0-1 0 0,1 0 1 0 0,0 0 0 0 0,0 0-1 0 0,0 0 1 0 0,0 0 0 0 0,-1 0-1 0 0,1 0 1 0 0,0 0 0 0 0,0 0-1 0 0,0 0 1 0 0,-1 0 0 0 0,-69-4 792 0 0,-74-13 1 0 0,68 6-228 0 0,26 2-312 0 0,39 7-208 0 0,0-1 0 0 0,-1 1 0 0 0,1 1 0 0 0,0 0 0 0 0,0 1 1 0 0,-18 1-1 0 0,28 0-44 0 0,0-1 1 0 0,1 1 0 0 0,-1-1-1 0 0,1 1 1 0 0,-1 0 0 0 0,1-1-1 0 0,-1 1 1 0 0,1 0 0 0 0,0-1-1 0 0,-1 1 1 0 0,1 0 0 0 0,0 0-1 0 0,0-1 1 0 0,-1 1 0 0 0,1 0-1 0 0,0 0 1 0 0,0-1 0 0 0,0 1-1 0 0,0 0 1 0 0,0 0 0 0 0,0 0-1 0 0,0-1 1 0 0,0 1 0 0 0,0 0-1 0 0,0 0 1 0 0,1 1 0 0 0,5 26 61 0 0,1-10-29 0 0,1 0 1 0 0,1-1-1 0 0,21 31 0 0 0,-25-40-49 0 0,1 0-1 0 0,0-1 0 0 0,0 1 1 0 0,1-1-1 0 0,0-1 0 0 0,0 1 1 0 0,1-1-1 0 0,0-1 0 0 0,0 1 0 0 0,0-1 1 0 0,13 5-1 0 0,0-3-52 0 0,2 0 1 0 0,-1-1-1 0 0,1-1 1 0 0,-1-2-1 0 0,1 0 0 0 0,24-1 1 0 0,-35-1 45 0 0,9-1-129 0 0,-1 0-1 0 0,41-7 1 0 0,-40 6 152 0 0,-21 1 4 0 0,0 0 1 0 0,1 0-1 0 0,-1 0 0 0 0,0 1 1 0 0,1-1-1 0 0,-1 0 1 0 0,0 0-1 0 0,1 0 1 0 0,-1 1-1 0 0,0-1 1 0 0,1 0-1 0 0,-1 1 1 0 0,0-1-1 0 0,0 0 1 0 0,1 1-1 0 0,-1-1 1 0 0,0 0-1 0 0,0 1 1 0 0,0-1-1 0 0,0 0 1 0 0,1 1-1 0 0,-1-1 1 0 0,0 0-1 0 0,0 1 1 0 0,0-1-1 0 0,0 1 1 0 0,0-1-1 0 0,0 0 1 0 0,0 1-1 0 0,0-1 1 0 0,0 1-1 0 0,0-1 1 0 0,0 0-1 0 0,0 1 1 0 0,0-1-1 0 0,-1 1 1 0 0,-4 19 162 0 0,-3-9-90 0 0,0 0 0 0 0,0 0 0 0 0,-1-1 0 0 0,0 0 0 0 0,0 0 0 0 0,-2-1 0 0 0,1 0 0 0 0,-1-1 0 0 0,0 0-1 0 0,-18 9 1 0 0,12-8-66 0 0,0 0 0 0 0,-1-1 0 0 0,1-1 0 0 0,-2-1 0 0 0,1-1 0 0 0,-1 0 0 0 0,-24 3 0 0 0,42-8-71 0 0,0 0 0 0 0,0 1 0 0 0,0-1 1 0 0,0 0-1 0 0,0 0 0 0 0,0 0 0 0 0,-1 1 1 0 0,1-1-1 0 0,0 0 0 0 0,0 0 0 0 0,0-1 1 0 0,0 1-1 0 0,0 0 0 0 0,0 0 0 0 0,0 0 0 0 0,0-1 1 0 0,0 1-1 0 0,0-1 0 0 0,0 1 0 0 0,0-1 1 0 0,0 1-1 0 0,0-1 0 0 0,0 1 0 0 0,1-1 1 0 0,-1 0-1 0 0,0 1 0 0 0,0-1 0 0 0,0 0 0 0 0,1 0 1 0 0,-1 0-1 0 0,1 0 0 0 0,-1 1 0 0 0,0-1 1 0 0,1 0-1 0 0,-1 0 0 0 0,1 0 0 0 0,0 0 1 0 0,-1 0-1 0 0,1 0 0 0 0,0 0 0 0 0,0 0 0 0 0,0-1 1 0 0,0 1-1 0 0,-1 0 0 0 0,1 0 0 0 0,1 0 1 0 0,-1 0-1 0 0,0 0 0 0 0,0 0 0 0 0,0 0 0 0 0,1 0 1 0 0,-1 0-1 0 0,0 0 0 0 0,1-2 0 0 0,3-6-723 0 0,0-1 0 0 0,0 1 0 0 0,1 0 0 0 0,10-15-1 0 0,15-26-3858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43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1 800 0 0,'-5'0'2348'0'0,"-5"1"-1861"0"0,0 0 0 0 0,0 1 1 0 0,1 1-1 0 0,-1 0 0 0 0,0 0 0 0 0,1 1 0 0 0,0 0 0 0 0,0 0 0 0 0,0 1 0 0 0,-10 7 1 0 0,8-5-284 0 0,0-2-40 0 0,-74 49 886 0 0,82-52-1024 0 0,0 0 0 0 0,0 1 1 0 0,0-1-1 0 0,1 1 1 0 0,-1 0-1 0 0,1 0 0 0 0,0 0 1 0 0,-1 0-1 0 0,1 0 1 0 0,1 1-1 0 0,-1-1 1 0 0,0 0-1 0 0,-1 7 0 0 0,3-8-21 0 0,-1 1 0 0 0,1-1-1 0 0,0 1 1 0 0,0-1 0 0 0,0 1-1 0 0,0-1 1 0 0,1 1 0 0 0,-1-1-1 0 0,1 1 1 0 0,-1-1-1 0 0,1 0 1 0 0,0 1 0 0 0,0-1-1 0 0,0 0 1 0 0,2 4 0 0 0,3 2-11 0 0,0-1 1 0 0,0 1-1 0 0,1-1 1 0 0,0-1-1 0 0,1 1 1 0 0,-1-1-1 0 0,12 7 1 0 0,-13-9 1 0 0,0 1 0 0 0,0-1 0 0 0,0-1 0 0 0,0 1 1 0 0,1-1-1 0 0,-1 0 0 0 0,1 0 0 0 0,0-1 0 0 0,0 0 1 0 0,0 0-1 0 0,0-1 0 0 0,0 0 0 0 0,1 0 0 0 0,-1-1 1 0 0,0 1-1 0 0,0-2 0 0 0,1 1 0 0 0,-1-1 0 0 0,0 0 0 0 0,8-2 1 0 0,-11 0 8 0 0,0 1 0 0 0,0 0 1 0 0,0-1-1 0 0,0 1 0 0 0,0-1 1 0 0,-1 0-1 0 0,1-1 0 0 0,-1 1 0 0 0,0-1 1 0 0,0 1-1 0 0,0-1 0 0 0,-1 0 1 0 0,1 0-1 0 0,-1 0 0 0 0,0 0 1 0 0,2-6-1 0 0,0 2-2 0 0,-1 1-10 0 0,-2 0-1 0 0,1 0 1 0 0,-1 0 0 0 0,0 0 0 0 0,-1 0-1 0 0,1 0 1 0 0,-1 0 0 0 0,-1 0-1 0 0,0-7 1 0 0,0-9-147 0 0,1 21 101 0 0,0 1 0 0 0,0-1-1 0 0,0 0 1 0 0,0 0 0 0 0,-1 1-1 0 0,1-1 1 0 0,0 0-1 0 0,-1 0 1 0 0,1 1 0 0 0,-1-1-1 0 0,1 0 1 0 0,-1 1 0 0 0,0-1-1 0 0,0 1 1 0 0,0-1 0 0 0,1 1-1 0 0,-4-3 1 0 0,-46-29-3095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40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65 102 3442 0 0,'-56'-44'5709'0'0,"56"44"-5705"0"0,-1-1 0 0 0,1 1 0 0 0,-1 0 0 0 0,1 0 0 0 0,-1-1 0 0 0,1 1 0 0 0,-1 0 0 0 0,1-1 0 0 0,0 1 0 0 0,-1-1 0 0 0,1 1 0 0 0,-1-1 0 0 0,1 1-1 0 0,0-1 1 0 0,0 1 0 0 0,-1-1 0 0 0,1 1 0 0 0,0-1 0 0 0,0 1 0 0 0,-1-1 0 0 0,1 1 0 0 0,0-1 0 0 0,0 0 0 0 0,0 1 0 0 0,0-1 0 0 0,0 1 0 0 0,0-1 0 0 0,0 0 0 0 0,0 1 0 0 0,0-1 0 0 0,0 1 0 0 0,0-1 0 0 0,0 1 0 0 0,1-1 0 0 0,-1 0 0 0 0,0 1 0 0 0,0-1 0 0 0,1 1 0 0 0,-1-1 0 0 0,0 1 0 0 0,0-1 0 0 0,1 1 0 0 0,-1 0 0 0 0,1-1 0 0 0,-1 1 0 0 0,0-1 0 0 0,1 1 0 0 0,-1 0 0 0 0,1-1-1 0 0,-1 1 1 0 0,1 0 0 0 0,-1-1 0 0 0,2 1 0 0 0,23-13-71 0 0,0 7 57 0 0,0 1-1 0 0,0 1 1 0 0,1 2 0 0 0,0 0 0 0 0,-1 2 0 0 0,48 4 0 0 0,-14 5-195 0 0,98 27 0 0 0,-155-36 191 0 0,-1 0-1 0 0,1 0 0 0 0,0 0 0 0 0,-1 1 1 0 0,1-1-1 0 0,-1 0 0 0 0,1 1 0 0 0,-1-1 0 0 0,1 1 1 0 0,-1-1-1 0 0,0 1 0 0 0,1 0 0 0 0,-1 0 1 0 0,0 0-1 0 0,1 0 0 0 0,-1 0 0 0 0,0 0 1 0 0,0 0-1 0 0,0 0 0 0 0,0 0 0 0 0,0 0 0 0 0,0 1 1 0 0,0-1-1 0 0,0 0 0 0 0,0 1 0 0 0,-1-1 1 0 0,2 2-1 0 0,-7 0-212 0 0,-252-9 360 0 0,228 10 41 0 0,36 1 165 0 0,11-2-345 0 0,72 9-25 0 0,-1 3 0 0 0,169 52 0 0 0,-235-59 9 0 0,-1 0 0 0 0,23 13-1 0 0,-42-19 21 0 0,0-1 0 0 0,-1 1-1 0 0,1-1 1 0 0,-1 1 0 0 0,0 0-1 0 0,1 0 1 0 0,-1 0 0 0 0,0 1-1 0 0,2 2 1 0 0,-3-4 2 0 0,-1-1-1 0 0,0 1 1 0 0,1 0 0 0 0,-1-1-1 0 0,0 1 1 0 0,0 0 0 0 0,0-1-1 0 0,1 1 1 0 0,-1 0 0 0 0,0-1-1 0 0,0 1 1 0 0,0 0 0 0 0,0-1-1 0 0,0 1 1 0 0,0 0 0 0 0,0-1-1 0 0,0 1 1 0 0,-1 0-1 0 0,1-1 1 0 0,0 1 0 0 0,0-1-1 0 0,0 1 1 0 0,-1 0 0 0 0,1-1-1 0 0,0 1 1 0 0,-1 0 0 0 0,-3 3 16 0 0,0-1 0 0 0,0-1 1 0 0,0 1-1 0 0,0-1 0 0 0,0 1 1 0 0,-1-1-1 0 0,1 0 0 0 0,-1-1 0 0 0,1 1 1 0 0,-10 1-1 0 0,-214 41 232 0 0,140-30-1079 0 0,-124 36 0 0 0,122-20-1197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40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266 221 1841 0 0,'-35'14'1600'0'0,"-130"55"2589"0"0,118-40-3917 0 0,45-27-265 0 0,1-1-1 0 0,-1 1 0 0 0,0 0 1 0 0,1 0-1 0 0,-1 0 0 0 0,1 0 1 0 0,0 0-1 0 0,0 1 1 0 0,0-1-1 0 0,0 0 0 0 0,0 1 1 0 0,0-1-1 0 0,1 0 0 0 0,-1 1 1 0 0,1-1-1 0 0,0 1 1 0 0,-1 4-1 0 0,2-4 7 0 0,-1-1 0 0 0,1 1 0 0 0,0 0 0 0 0,0-1 0 0 0,0 1 0 0 0,0-1 0 0 0,0 0 0 0 0,1 1 0 0 0,-1-1 0 0 0,1 0 0 0 0,-1 0 0 0 0,1 0 0 0 0,0 0 0 0 0,0 0-1 0 0,0 0 1 0 0,0 0 0 0 0,0-1 0 0 0,0 1 0 0 0,0-1 0 0 0,1 1 0 0 0,-1-1 0 0 0,0 0 0 0 0,1 0 0 0 0,4 1 0 0 0,5 3 18 0 0,0-2 1 0 0,0 1-1 0 0,0-1 0 0 0,15 1 0 0 0,-6-3 44 0 0,-1-1 1 0 0,1-1-1 0 0,-1 0 0 0 0,38-9 0 0 0,-27 5 29 0 0,-9 1-21 0 0,0 0-1 0 0,0-2 0 0 0,-1 0 0 0 0,1-1 0 0 0,-2-2 1 0 0,27-13-1 0 0,-40 18-70 0 0,-1 1 0 0 0,0-1 0 0 0,-1 0 0 0 0,1 0 0 0 0,-1 0 0 0 0,0-1 1 0 0,0 0-1 0 0,0 0 0 0 0,-1 0 0 0 0,1-1 0 0 0,-1 1 0 0 0,-1-1 0 0 0,1 0 0 0 0,-1 0 0 0 0,0 0 0 0 0,0-1 1 0 0,-1 1-1 0 0,0-1 0 0 0,0 0 0 0 0,0 1 0 0 0,-1-1 0 0 0,1-12 0 0 0,-4 4-20 0 0,0-1 0 0 0,-1 1 0 0 0,-1 0-1 0 0,0 1 1 0 0,-1-1 0 0 0,0 1 0 0 0,-1 0-1 0 0,-1 0 1 0 0,0 0 0 0 0,-1 1 0 0 0,-1 0 0 0 0,-10-11-1 0 0,-11-7-457 0 0,10 23-1469 0 0,40 12-2907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41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1681 0 0,'-30'27'3761'0'0,"0"-8"-1439"0"0,30-13-1362 0 0,30 13-640 0 0,0 0-80 0 0,31 0-80 0 0,-31-7 80 0 0,-30-4-160 0 0,30-3 1 0 0,0 9-81 0 0,-30-8-161 0 0,30-1-239 0 0,-30 9-880 0 0,0-8-1442 0 0,0 7-399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41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0 262 960 0 0,'0'-11'4162'0'0,"0"-3"-1921"0"0,0-5-1200 0 0,31 0-641 0 0,-1-6-240 0 0,60-33-240 0 0,31 1-400 0 0,-30 18-2081 0 0,-1 20-2242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44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267 166 1681 0 0,'5'-3'511'0'0,"0"0"1"0"0,1 0-1 0 0,-1 0 0 0 0,0-1 1 0 0,0 0-1 0 0,8-8 0 0 0,-2 2 125 0 0,-11 10-600 0 0,0-1-1 0 0,0 1 1 0 0,0-1 0 0 0,1 1-1 0 0,-1 0 1 0 0,0-1 0 0 0,0 1-1 0 0,0-1 1 0 0,0 1 0 0 0,0 0 0 0 0,0-1-1 0 0,0 1 1 0 0,0-1 0 0 0,0 1-1 0 0,0 0 1 0 0,-1-1 0 0 0,1 1-1 0 0,0-1 1 0 0,0 1 0 0 0,0 0-1 0 0,0-1 1 0 0,0 1 0 0 0,-1 0-1 0 0,1-1 1 0 0,0 1 0 0 0,0 0-1 0 0,-1-1 1 0 0,1 1 0 0 0,0 0 0 0 0,-1-1-1 0 0,1 1 1 0 0,0 0 0 0 0,-1 0-1 0 0,1 0 1 0 0,0-1 0 0 0,-1 1-1 0 0,1 0 1 0 0,0 0 0 0 0,-1 0-1 0 0,1 0 1 0 0,-1-1 0 0 0,-12-5 373 0 0,3 0-225 0 0,-1 1 1 0 0,0 0-1 0 0,0 1 1 0 0,0 0-1 0 0,0 1 1 0 0,0 0-1 0 0,-1 1 1 0 0,1 0-1 0 0,-1 1 1 0 0,1 0 0 0 0,-1 1-1 0 0,-12 1 1 0 0,5-1 38 0 0,-1-1 0 0 0,-25-4 0 0 0,-9-13 670 0 0,49 18-92 0 0,5 1-721 0 0,5 4-14 0 0,15-3-39 0 0,251 9 240 0 0,287 15 400 0 0,-375-17-300 0 0,246-17 0 0 0,-410 7-352 0 0,0-1 1 0 0,-1 0-1 0 0,1-2 1 0 0,-1 0-1 0 0,25-9 1 0 0,-42 13-94 0 0,0-1 0 0 0,0 0 0 0 0,-1 1 0 0 0,1-1 0 0 0,0 0 0 0 0,0 0 0 0 0,-1 0 0 0 0,1 0 0 0 0,0 0 0 0 0,-1 1 0 0 0,1-1 0 0 0,-1 0 0 0 0,1 0 0 0 0,-1-1 0 0 0,1 1 0 0 0,-1 0 0 0 0,0 0 0 0 0,0 0 0 0 0,0 0 0 0 0,1 0 0 0 0,-1 0 0 0 0,0 0 0 0 0,0 0 0 0 0,0-1 0 0 0,-1 1 0 0 0,1 0 0 0 0,0 0 0 0 0,0 0 0 0 0,0 0 0 0 0,-1 0 0 0 0,1 0 0 0 0,-1 0 1 0 0,1 0-1 0 0,-1 0 0 0 0,1 0 0 0 0,-1 0 0 0 0,0 0 0 0 0,0-1 0 0 0,-1 0-199 0 0,-1 0 1 0 0,1 1-1 0 0,-1-1 1 0 0,0 1-1 0 0,1-1 1 0 0,-1 1-1 0 0,0 0 1 0 0,0 0-1 0 0,0 0 1 0 0,-4-1-1 0 0,-69-7-4218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45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51 185 6003 0 0,'-22'-30'2069'0'0,"-6"-11"-710"0"0,30 38-1392 0 0,0 0 0 0 0,0 0-1 0 0,0 1 1 0 0,0-1 0 0 0,1 0 0 0 0,-1 1 0 0 0,1 0 0 0 0,0 0-1 0 0,0-1 1 0 0,4-1 0 0 0,12-11 51 0 0,36-38 396 0 0,-54 52-410 0 0,-1 0 0 0 0,1 0 0 0 0,-1 0 0 0 0,1 0 0 0 0,0 0 0 0 0,-1 0 0 0 0,1 1 0 0 0,0-1-1 0 0,0 0 1 0 0,-1 0 0 0 0,1 1 0 0 0,0-1 0 0 0,0 0 0 0 0,0 1 0 0 0,0-1 0 0 0,0 1 0 0 0,0-1 0 0 0,0 1 0 0 0,0 0 0 0 0,0-1 0 0 0,0 1 0 0 0,0 0 0 0 0,0 0 0 0 0,0 0 0 0 0,2-1 0 0 0,4 2 13 0 0,-2-1 49 0 0,0 0 14 0 0,21 3 14 0 0,-26 5-71 0 0,-1-4 7 0 0,1 5-22 0 0,-1 1 0 0 0,0-1 0 0 0,0 0-1 0 0,-1 1 1 0 0,0-1 0 0 0,-5 12 0 0 0,-4 26 17 0 0,6 33-28 0 0,6-59-54 0 0,-2 0 0 0 0,-4 30 1 0 0,-20 35-112 0 0,19-68 247 0 0,0 1-1 0 0,1 0 1 0 0,-4 28 0 0 0,9-39-100 0 0,-1-1 0 0 0,2 1 1 0 0,-1 0-1 0 0,1-1 1 0 0,0 1-1 0 0,0-1 1 0 0,1 1-1 0 0,0-1 1 0 0,1 0-1 0 0,-1 0 1 0 0,1 0-1 0 0,7 12 1 0 0,16 24-741 0 0,-16-20-879 0 0,15-24-1655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45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1 80 0 0,'-24'2'1123'0'0,"0"1"0"0"0,1 1-1 0 0,0 1 1 0 0,0 1 0 0 0,-31 13-1 0 0,51-18-1088 0 0,0 1-1 0 0,1 0 0 0 0,-1-1 0 0 0,1 1 1 0 0,0 0-1 0 0,0 0 0 0 0,-1 0 0 0 0,1 0 0 0 0,0 1 1 0 0,1-1-1 0 0,-1 1 0 0 0,0-1 0 0 0,1 1 1 0 0,-1-1-1 0 0,1 1 0 0 0,0 0 0 0 0,0 0 0 0 0,0 0 1 0 0,0-1-1 0 0,1 1 0 0 0,-1 0 0 0 0,1 0 0 0 0,-1 0 1 0 0,1 0-1 0 0,1 3 0 0 0,-2-3-21 0 0,1 0 0 0 0,0 0 0 0 0,1 0 0 0 0,-1 0 0 0 0,0 0 0 0 0,1 0 0 0 0,0-1 0 0 0,-1 1 0 0 0,1 0-1 0 0,0 0 1 0 0,1-1 0 0 0,-1 1 0 0 0,0 0 0 0 0,1-1 0 0 0,0 0 0 0 0,-1 1 0 0 0,1-1 0 0 0,0 0 0 0 0,0 0 0 0 0,0 0 0 0 0,0 0 0 0 0,1 0 0 0 0,-1 0-1 0 0,0-1 1 0 0,6 3 0 0 0,52 20-138 0 0,-22-9 421 0 0,50 14 0 0 0,-74-25-178 0 0,-1-2 1 0 0,1 0-1 0 0,-1 0 1 0 0,1-1-1 0 0,-1-1 1 0 0,1 0-1 0 0,0-1 1 0 0,13-2-1 0 0,-25 2-101 0 0,1 1 0 0 0,0 0-1 0 0,0-1 1 0 0,-1 0 0 0 0,1 1 0 0 0,0-1 0 0 0,-1 0-1 0 0,1 0 1 0 0,-1-1 0 0 0,0 1 0 0 0,1 0 0 0 0,-1-1-1 0 0,0 0 1 0 0,0 1 0 0 0,0-1 0 0 0,0 0 0 0 0,0 0 0 0 0,0 0-1 0 0,0 0 1 0 0,-1-1 0 0 0,1 1 0 0 0,-1 0 0 0 0,1-1-1 0 0,-1 1 1 0 0,0-1 0 0 0,1-3 0 0 0,-2 2 0 0 0,0 0 0 0 0,0 0 0 0 0,0 0 0 0 0,-1 0 0 0 0,1 0 0 0 0,-1 0 0 0 0,0 0 0 0 0,-1 0 0 0 0,1 0 0 0 0,0 1 0 0 0,-1-1 0 0 0,0 0 0 0 0,0 1 0 0 0,0 0 0 0 0,0-1 0 0 0,-1 1 0 0 0,1 0 0 0 0,-1 0 0 0 0,-4-3 0 0 0,-11-12 15 0 0,-1 2-1 0 0,-1 1 1 0 0,0 0-1 0 0,-1 1 0 0 0,0 1 1 0 0,-31-13-1 0 0,163 45-7059 0 0,-76-7 4627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46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10 1601 0 0,'-24'-5'1272'0'0,"-1"2"1"0"0,1 1-1 0 0,-41 2 1 0 0,56 1-1146 0 0,0-1 0 0 0,-1 1 0 0 0,1 1 0 0 0,0 0 1 0 0,0 0-1 0 0,0 1 0 0 0,0 0 0 0 0,0 0 0 0 0,1 1 1 0 0,-1 0-1 0 0,-11 8 0 0 0,19-10-114 0 0,0-1-1 0 0,0 0 0 0 0,0 1 1 0 0,0-1-1 0 0,0 1 1 0 0,0-1-1 0 0,0 1 1 0 0,1 0-1 0 0,-1-1 1 0 0,1 1-1 0 0,-1 0 1 0 0,1-1-1 0 0,-1 1 1 0 0,1 0-1 0 0,0 0 1 0 0,0-1-1 0 0,0 1 0 0 0,0 0 1 0 0,0 2-1 0 0,7 31 6 0 0,-3-24-6 0 0,1 0 0 0 0,0-1 0 0 0,1 1 0 0 0,0-1 0 0 0,0 0 0 0 0,1 0-1 0 0,1-1 1 0 0,-1 0 0 0 0,2 0 0 0 0,-1-1 0 0 0,1 0 0 0 0,0 0 0 0 0,13 7 0 0 0,16 9 44 0 0,0-3 0 0 0,55 22 0 0 0,-59-28 241 0 0,0 1 1 0 0,50 33-1 0 0,-55-33 221 0 0,-28-16-518 0 0,-1 0 1 0 0,1 0 0 0 0,0-1-1 0 0,-1 1 1 0 0,1 0 0 0 0,-1 0 0 0 0,1 0-1 0 0,-1-1 1 0 0,1 1 0 0 0,-1 0-1 0 0,1-1 1 0 0,-1 1 0 0 0,1-1 0 0 0,-1 1-1 0 0,1-1 1 0 0,-1 1 0 0 0,1-1 0 0 0,-1 1-1 0 0,0-1 1 0 0,1 1 0 0 0,-1-1-1 0 0,0 1 1 0 0,0-1 0 0 0,1 1 0 0 0,-1-1-1 0 0,0 0 1 0 0,0 1 0 0 0,0-1-1 0 0,0 1 1 0 0,0-1 0 0 0,0 0 0 0 0,0 1-1 0 0,0-1 1 0 0,0 1 0 0 0,0-1-1 0 0,0 0 1 0 0,0 1 0 0 0,0-1 0 0 0,0 1-1 0 0,-1-2 1 0 0,1-1 9 0 0,-1 1-1 0 0,1-1 1 0 0,-1 0-1 0 0,0 0 1 0 0,0 1-1 0 0,0-1 1 0 0,0 1-1 0 0,-1-1 1 0 0,1 1-1 0 0,-1-1 1 0 0,1 1-1 0 0,-1 0 1 0 0,0 0-1 0 0,0-1 1 0 0,0 1-1 0 0,0 1 1 0 0,0-1-1 0 0,0 0 1 0 0,-1 0-1 0 0,-3-1 1 0 0,-19-18 43 0 0,12 6-351 0 0,1 2 0 0 0,-2 0-1 0 0,0 0 1 0 0,-1 1-1 0 0,0 1 1 0 0,0 1-1 0 0,-33-17 1 0 0,13 15-3104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53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9 1841 0 0,'-181'44'3148'0'0,"158"-38"-2931"0"0,19-4-129 0 0,-1-1 0 0 0,0 0 0 0 0,1 0 0 0 0,-1 0 0 0 0,0 0 0 0 0,0-1-1 0 0,-5 0 1 0 0,-2 0 136 0 0,40 0-524 0 0,52 0-797 0 0,6-7 1097 0 0,-86 7 36 0 0,0 0 0 0 0,0 0 0 0 0,1 0 1 0 0,-1-1-1 0 0,0 1 0 0 0,0 0 1 0 0,1 0-1 0 0,-1 0 0 0 0,0 0 0 0 0,0 0 1 0 0,0 0-1 0 0,1 0 0 0 0,-1-1 1 0 0,0 1-1 0 0,0 0 0 0 0,0 0 0 0 0,1 0 1 0 0,-1-1-1 0 0,0 1 0 0 0,0 0 1 0 0,0 0-1 0 0,0 0 0 0 0,0-1 0 0 0,1 1 1 0 0,-1 0-1 0 0,0 0 0 0 0,0-1 1 0 0,0 1-1 0 0,0 0 0 0 0,0 0 1 0 0,0-1-1 0 0,0 1 0 0 0,0 0 0 0 0,0 0 1 0 0,0-1-1 0 0,0 1 0 0 0,0 0 1 0 0,0 0-1 0 0,0-1 0 0 0,0 1 0 0 0,0 0 1 0 0,0 0-1 0 0,0-1 0 0 0,-1 1 1 0 0,1 0-1 0 0,0 0 0 0 0,0-1 0 0 0,0 1 1 0 0,0 0-1 0 0,0 0 0 0 0,-1 0 1 0 0,1-1-1 0 0,0 1 0 0 0,0 0 0 0 0,0 0 1 0 0,-1 0-1 0 0,1 0 0 0 0,0 0 1 0 0,0-1-1 0 0,0 1 0 0 0,-1 0 1 0 0,1 0-1 0 0,0 0 0 0 0,0 0 0 0 0,-1 0 1 0 0,1 0-1 0 0,0 0 0 0 0,-9-3 299 0 0,0 1 0 0 0,1 1 0 0 0,-1-1 0 0 0,0 1-1 0 0,1 1 1 0 0,-1-1 0 0 0,-15 3 0 0 0,-2-2 2749 0 0,63-2-2907 0 0,74-13-1 0 0,-67 7-129 0 0,-1 2 0 0 0,49-1-1 0 0,-41 8-1119 0 0,0 2-1 0 0,0 3 0 0 0,92 22 0 0 0,68 30-6329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54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72 560 0 0,'-30'-14'3682'0'0,"-31"9"-1521"0"0,61-1-961 0 0,-30-8-399 0 0,30 9-81 0 0,-30 5 641 0 0,30-8-801 0 0,30 8-80 0 0,30-6-160 0 0,1 6 81 0 0,90-5-81 0 0,120-3 80 0 0,25 8-320 0 0,-115 13-2161 0 0,-60 1-3602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54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62 345 800 0 0,'0'-2'263'0'0,"-1"1"0"0"0,1 0 0 0 0,0-1 0 0 0,0 1 0 0 0,0 0-1 0 0,-1-1 1 0 0,1 1 0 0 0,-1 0 0 0 0,1 0 0 0 0,-1-1 0 0 0,0 1-1 0 0,1 0 1 0 0,-1 0 0 0 0,0 0 0 0 0,0 0 0 0 0,0 0-1 0 0,1 0 1 0 0,-3-1 0 0 0,0-1 129 0 0,-1 1 0 0 0,0-1 0 0 0,0 1 0 0 0,0 0 0 0 0,0 0 0 0 0,-9-2 0 0 0,5 1 341 0 0,7 3-632 0 0,1-1 1 0 0,-1 0-1 0 0,1 0 0 0 0,-1 0 1 0 0,1 0-1 0 0,-1 0 1 0 0,1 0-1 0 0,-1-1 0 0 0,1 1 1 0 0,0 0-1 0 0,-1 0 0 0 0,1 0 1 0 0,0 0-1 0 0,0 0 1 0 0,0 0-1 0 0,0-1 0 0 0,0 1 1 0 0,0 0-1 0 0,1 0 1 0 0,-1 0-1 0 0,0 0 0 0 0,0 0 1 0 0,1 0-1 0 0,-1 0 0 0 0,1-1 1 0 0,-1 1-1 0 0,1 0 1 0 0,-1 0-1 0 0,2-1 0 0 0,7-6 45 0 0,0 1 0 0 0,0 0-1 0 0,1 1 1 0 0,16-9 0 0 0,27-18 166 0 0,98-66-59 0 0,-136 89-254 0 0,-12 9 2 0 0,0-1-1 0 0,0 1 1 0 0,0-1 0 0 0,0 0 0 0 0,0 0 0 0 0,-1 0-1 0 0,1 0 1 0 0,-1 0 0 0 0,1-1 0 0 0,-1 1-1 0 0,0-1 1 0 0,0 1 0 0 0,0-1 0 0 0,0 0-1 0 0,-1 0 1 0 0,1 0 0 0 0,-1 0 0 0 0,2-5 0 0 0,-4 4 13 0 0,2 0 4 0 0,24-12 30 0 0,-25 16-46 0 0,0 0 0 0 0,0 0 0 0 0,0 0 0 0 0,-1 0 0 0 0,1 0 0 0 0,0 0 0 0 0,0-1 0 0 0,0 1 0 0 0,0 0 0 0 0,0 0 1 0 0,-1 0-1 0 0,1 0 0 0 0,0 0 0 0 0,0 0 0 0 0,0 0 0 0 0,0-1 0 0 0,0 1 0 0 0,0 0 0 0 0,-1 0 0 0 0,1 0 0 0 0,0 0 0 0 0,0-1 1 0 0,0 1-1 0 0,0 0 0 0 0,0 0 0 0 0,0 0 0 0 0,0 0 0 0 0,0-1 0 0 0,0 1 0 0 0,0 0 0 0 0,0 0 0 0 0,0 0 0 0 0,0 0 0 0 0,0-1 1 0 0,0 1-1 0 0,0 0 0 0 0,0 0 0 0 0,0 0 0 0 0,0-1 0 0 0,0 1 0 0 0,0 0 0 0 0,0 0 0 0 0,0 0 0 0 0,0 0 0 0 0,0-1 0 0 0,1 1 1 0 0,-1 0-1 0 0,0 0 0 0 0,0 0 0 0 0,0 0 0 0 0,0 0 0 0 0,0-1 0 0 0,0 1 0 0 0,1 0 0 0 0,-1 0 0 0 0,0 0 0 0 0,0 0 0 0 0,0 0 1 0 0,0 0-1 0 0,1 0 0 0 0,-1 0 0 0 0,0 0 0 0 0,0 0 0 0 0,-5-1 6 0 0,-7 3-3 0 0,-1 17-5 0 0,-7 31 26 0 0,2 0 1 0 0,-13 53-1 0 0,26-78-3 0 0,0 0 0 0 0,2 1 0 0 0,1-1 0 0 0,0 1 0 0 0,2 0 0 0 0,6 43 0 0 0,-4-54-77 0 0,1 0-1 0 0,0-1 0 0 0,1 1 1 0 0,1-1-1 0 0,0 0 0 0 0,1 0 0 0 0,1-1 1 0 0,0 0-1 0 0,9 13 0 0 0,-12-21-192 0 0,0 0-1 0 0,0-1 1 0 0,0 1 0 0 0,1-1 0 0 0,0 0-1 0 0,0 0 1 0 0,0 0 0 0 0,0-1-1 0 0,0 1 1 0 0,1-1 0 0 0,0-1-1 0 0,-1 1 1 0 0,1-1 0 0 0,0 0-1 0 0,0 0 1 0 0,1-1 0 0 0,-1 0-1 0 0,0 0 1 0 0,0 0 0 0 0,1-1-1 0 0,-1 0 1 0 0,0 0 0 0 0,12-2-1 0 0,2-2-1772 0 0,-1-1 0 0 0,30-11 0 0 0,-47 15 1918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55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568 102 1121 0 0,'0'-1'129'0'0,"0"1"1"0"0,0-1 0 0 0,-1 0 0 0 0,1 1-1 0 0,0-1 1 0 0,0 0 0 0 0,0 1-1 0 0,0-1 1 0 0,1 0 0 0 0,-1 1 0 0 0,0-1-1 0 0,0 0 1 0 0,0 1 0 0 0,0-1 0 0 0,1 0-1 0 0,-1 1 1 0 0,0-1 0 0 0,1 1 0 0 0,-1-1-1 0 0,0 0 1 0 0,1 1 0 0 0,-1-1 0 0 0,1 1-1 0 0,-1-1 1 0 0,1 1 0 0 0,-1-1 0 0 0,1 1-1 0 0,-1 0 1 0 0,1-1 0 0 0,0 1 0 0 0,-1 0-1 0 0,1-1 1 0 0,-1 1 0 0 0,1 0 0 0 0,0 0-1 0 0,-1 0 1 0 0,1-1 0 0 0,0 1 0 0 0,-1 0-1 0 0,1 0 1 0 0,0 0 0 0 0,-1 0 0 0 0,1 0-1 0 0,1 0 1 0 0,5 0 141 0 0,28-5 4011 0 0,-30-1-3722 0 0,12 4 99 0 0,-34 1-264 0 0,-23-17 245 0 0,-14 4-517 0 0,0 2 0 0 0,0 3-1 0 0,-1 2 1 0 0,-110 0 0 0 0,157 8-150 0 0,1 0 1 0 0,0 0-1 0 0,0 1 0 0 0,0 0 1 0 0,0 0-1 0 0,0 1 0 0 0,-9 4 0 0 0,15-6 21 0 0,-1-1 0 0 0,1 1 0 0 0,-1 0-1 0 0,1-1 1 0 0,-1 1 0 0 0,1 0 0 0 0,0 0-1 0 0,-1 0 1 0 0,1 0 0 0 0,0 0-1 0 0,0 0 1 0 0,0 1 0 0 0,0-1 0 0 0,0 0-1 0 0,0 1 1 0 0,0-1 0 0 0,0 0 0 0 0,0 1-1 0 0,1-1 1 0 0,-1 1 0 0 0,1-1-1 0 0,-1 1 1 0 0,1-1 0 0 0,-1 1 0 0 0,1 0-1 0 0,0-1 1 0 0,0 1 0 0 0,0 0-1 0 0,0-1 1 0 0,0 1 0 0 0,0-1 0 0 0,0 1-1 0 0,1 3 1 0 0,4 4 19 0 0,-1 0-1 0 0,2 0 1 0 0,-1 0-1 0 0,1-1 1 0 0,1 0-1 0 0,-1 0 1 0 0,1 0 0 0 0,1-1-1 0 0,-1 0 1 0 0,1-1-1 0 0,1 1 1 0 0,-1-1-1 0 0,1-1 1 0 0,0 0-1 0 0,0 0 1 0 0,0-1 0 0 0,19 6-1 0 0,11 0-9 0 0,0-1 1 0 0,0-2-1 0 0,57 2 1 0 0,-11 0 63 0 0,-84-9-61 0 0,1 0 0 0 0,0-1 0 0 0,-1 1 0 0 0,1 1 0 0 0,-1-1 0 0 0,1 0 0 0 0,-1 0 0 0 0,1 0 0 0 0,-1 1 0 0 0,1-1 0 0 0,-1 1 1 0 0,0-1-1 0 0,1 1 0 0 0,-1 0 0 0 0,1-1 0 0 0,-1 1 0 0 0,0 0 0 0 0,0 0 0 0 0,1 0 0 0 0,-1 0 0 0 0,0 0 0 0 0,2 2 0 0 0,-4-2-1 0 0,1 0 0 0 0,0 0-1 0 0,-1 0 1 0 0,1 0 0 0 0,0 0 0 0 0,-1 0 0 0 0,1 0-1 0 0,-1-1 1 0 0,1 1 0 0 0,-1 0 0 0 0,0 0-1 0 0,1-1 1 0 0,-1 1 0 0 0,0 0 0 0 0,0-1 0 0 0,1 1-1 0 0,-3 0 1 0 0,1 1 10 0 0,-39 30 52 0 0,-1-3-1 0 0,-2-1 1 0 0,0-2 0 0 0,-2-2-1 0 0,-1-3 1 0 0,0-1 0 0 0,-2-2 0 0 0,-93 20-1 0 0,135-36-223 0 0,0-1 142 0 0,0 1 0 0 0,1-1 0 0 0,-1 0 0 0 0,0 0 0 0 0,-9-1 0 0 0,15 0-98 0 0,0 0 0 0 0,0 0 0 0 0,-1-1 0 0 0,1 1 0 0 0,0 0 0 0 0,0-1 0 0 0,0 1 0 0 0,-1 0 0 0 0,1-1 0 0 0,0 1 0 0 0,0-1 0 0 0,0 0 0 0 0,0 1 0 0 0,0-1 0 0 0,0 0 0 0 0,0 0 0 0 0,0 0 0 0 0,0 1 0 0 0,0-1 0 0 0,0 0 0 0 0,1 0 0 0 0,-1 0 0 0 0,0 0 0 0 0,1-1 0 0 0,-1 1 0 0 0,1 0 0 0 0,-1 0 0 0 0,1 0 0 0 0,-1 0 0 0 0,1-1 0 0 0,0 1 0 0 0,0 0 0 0 0,-1 0 0 0 0,1-1 0 0 0,0 1 0 0 0,0-2 0 0 0,0-53-4636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56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1067 152 1521 0 0,'-22'-9'2203'0'0,"-45"-12"0"0"0,0 1-553 0 0,36 12-1348 0 0,0 1 0 0 0,0 1 0 0 0,-1 1 0 0 0,1 2 0 0 0,-1 2 0 0 0,0 0-1 0 0,0 2 1 0 0,0 2 0 0 0,1 1 0 0 0,-61 15 0 0 0,74-13-259 0 0,-1 1 0 0 0,1 0 0 0 0,1 2 0 0 0,-1 0 0 0 0,2 1 0 0 0,-1 0 0 0 0,-15 14 0 0 0,-6 10 117 0 0,-47 53 1 0 0,51-51-39 0 0,10-10-42 0 0,1 1 0 0 0,1 0 0 0 0,1 2 0 0 0,2 1 1 0 0,1 0-1 0 0,-21 48 0 0 0,28-24 21 0 0,7-25-56 0 0,3-22-36 0 0,-2 3 4 0 0,1 1-1 0 0,0 0 1 0 0,1 0 0 0 0,0 0-1 0 0,0-1 1 0 0,2 1 0 0 0,-1 0-1 0 0,1 0 1 0 0,1 0 0 0 0,0-1-1 0 0,0 1 1 0 0,6 15 0 0 0,15 37 14 0 0,2-2-1 0 0,3 0 1 0 0,2-2 0 0 0,3-2 0 0 0,65 86-1 0 0,-70-108-19 0 0,2-1 0 0 0,1-2-1 0 0,2-1 1 0 0,1-1-1 0 0,1-2 1 0 0,1-2 0 0 0,2-1-1 0 0,1-1 1 0 0,59 25 0 0 0,-13-16-122 0 0,148 36 1 0 0,101 2 49 0 0,-169-42 208 0 0,334 14 0 0 0,-414-43-117 0 0,1-3-1 0 0,-1-3 1 0 0,-1-5 0 0 0,0-3 0 0 0,130-39-1 0 0,-170 36 56 0 0,0-1 0 0 0,-2-2 0 0 0,0-2 0 0 0,53-38 0 0 0,-36 17 10 0 0,97-93 0 0 0,-136 117-73 0 0,-2 0-1 0 0,0-2 1 0 0,-2 0 0 0 0,0-1-1 0 0,-1 0 1 0 0,16-34 0 0 0,-26 45 1 0 0,0-1 0 0 0,0 1 0 0 0,-2-1-1 0 0,1 0 1 0 0,-2-1 0 0 0,1 1 0 0 0,-2-1 0 0 0,1 1 0 0 0,-2-1 0 0 0,0 1 0 0 0,0-1 0 0 0,-1 1 0 0 0,-1-1 0 0 0,0 1 0 0 0,-6-19 0 0 0,-8-6 129 0 0,-1 1 0 0 0,-2 1-1 0 0,-42-57 1 0 0,59 88-139 0 0,-28-36 79 0 0,-2 1-1 0 0,-1 1 0 0 0,-2 2 0 0 0,-2 1 1 0 0,-1 2-1 0 0,-76-50 0 0 0,-272-134 249 0 0,317 182-269 0 0,-26-14-48 0 0,-2 3-1 0 0,-1 6 1 0 0,-3 3 0 0 0,-166-37 0 0 0,194 62-273 0 0,-1 3 1 0 0,1 4-1 0 0,-1 2 1 0 0,0 4-1 0 0,1 3 1 0 0,-1 4-1 0 0,-95 21 1 0 0,126-19-547 0 0,0 3-1 0 0,1 1 1 0 0,1 2-1 0 0,0 1 1 0 0,1 3 0 0 0,-71 46-1 0 0,-4 29-4150 0 0,109-90 4673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57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796 74 1521 0 0,'-225'38'6803'0'0,"124"-8"-4669"0"0,51-23-1414 0 0,41-5 160 0 0,15-4-427 0 0,12-3-76 0 0,-18 5-339 0 0,5-1 469 0 0,-6 3-407 0 0,7 0-93 0 0,36-5 220 0 0,56-10 1 0 0,-7 0-57 0 0,87-15 20 0 0,6-1-61 0 0,-178 28-131 0 0,15-1-2 0 0,0 0 0 0 0,0-1-1 0 0,25-9 1 0 0,-40 6-33 0 0,-17-2 86 0 0,-12 2 21 0 0,-1 1 1 0 0,0 1 0 0 0,0 1 0 0 0,-40 0-1 0 0,12 1 51 0 0,-9-1-4 0 0,0 3 0 0 0,-1 2-1 0 0,1 3 1 0 0,0 2 0 0 0,-105 28 0 0 0,149-30-112 0 0,-53 14 79 0 0,-95 41-1 0 0,148-53-90 0 0,0 1 1 0 0,1 1-1 0 0,0 0 0 0 0,0 1 1 0 0,1 0-1 0 0,1 1 0 0 0,0 1 0 0 0,0 1 1 0 0,1 0-1 0 0,0 0 0 0 0,-13 20 1 0 0,23-28 0 0 0,0 0 1 0 0,1 1 0 0 0,-1-1 0 0 0,1 1 0 0 0,0-1-1 0 0,1 1 1 0 0,-1 0 0 0 0,1-1 0 0 0,0 1-1 0 0,0 0 1 0 0,1 0 0 0 0,0 0 0 0 0,0 0 0 0 0,0 0-1 0 0,1-1 1 0 0,0 1 0 0 0,0 0 0 0 0,0 0 0 0 0,1-1-1 0 0,0 1 1 0 0,0-1 0 0 0,0 1 0 0 0,1-1 0 0 0,0 0-1 0 0,0 0 1 0 0,0 0 0 0 0,0 0 0 0 0,1 0 0 0 0,0-1-1 0 0,0 0 1 0 0,7 7 0 0 0,2 0-49 0 0,-1-1-1 0 0,2 0 1 0 0,-1 0 0 0 0,2-1 0 0 0,-1-1-1 0 0,1-1 1 0 0,0 0 0 0 0,0-1 0 0 0,1 0-1 0 0,20 4 1 0 0,-5-4-246 0 0,1-2 0 0 0,0 0 0 0 0,0-3 0 0 0,1 0 0 0 0,47-6 1 0 0,-28-3-1252 0 0,-1-2 0 0 0,84-28 0 0 0,-16-4-4026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7:58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59 4082 0 0,'-2'-2'242'0'0,"0"2"-79"0"0,0-1-1 0 0,0 0 0 0 0,1 0 1 0 0,-1 0-1 0 0,1 0 0 0 0,-1 0 0 0 0,1 0 1 0 0,-1-1-1 0 0,1 1 0 0 0,0 0 1 0 0,-1-1-1 0 0,1 1 0 0 0,0-1 0 0 0,0 1 1 0 0,0-1-1 0 0,0 0 0 0 0,0 1 1 0 0,1-1-1 0 0,-1 0 0 0 0,0 0 0 0 0,1 1 1 0 0,-1-4-1 0 0,1 4-141 0 0,1-1 0 0 0,-1 2 0 0 0,1-1-1 0 0,0 0 1 0 0,0 0 0 0 0,-1 0 0 0 0,1 0 0 0 0,0 0 0 0 0,0 0 0 0 0,0 1-1 0 0,0-1 1 0 0,0 0 0 0 0,0 1 0 0 0,0-1 0 0 0,0 1 0 0 0,0-1 0 0 0,0 1-1 0 0,0-1 1 0 0,0 1 0 0 0,0 0 0 0 0,0 0 0 0 0,0-1 0 0 0,0 1 0 0 0,2 0-1 0 0,31-5 167 0 0,-32 5-148 0 0,24-1 133 0 0,-1 1 0 0 0,1 1 0 0 0,-1 1 0 0 0,39 8 0 0 0,105 33 475 0 0,-111-27-460 0 0,11 4 164 0 0,126 53 0 0 0,-161-57-203 0 0,0 2-1 0 0,-1 1 1 0 0,-1 2-1 0 0,-2 1 1 0 0,50 44 0 0 0,-62-48-11 0 0,0 2 1 0 0,-1 0-1 0 0,-1 1 1 0 0,-1 0-1 0 0,0 1 1 0 0,-2 1-1 0 0,19 45 1 0 0,-24-47-42 0 0,-2-1 0 0 0,0 1 1 0 0,-2 0-1 0 0,0 0 1 0 0,-1 1-1 0 0,-2-1 1 0 0,0 1-1 0 0,-1 0 1 0 0,-1-1-1 0 0,-5 31 1 0 0,2-33-57 0 0,-1-1 1 0 0,-1 0-1 0 0,-1 0 1 0 0,0 0 0 0 0,-1-1-1 0 0,-1 0 1 0 0,-1 0-1 0 0,0-1 1 0 0,-1-1 0 0 0,-1 1-1 0 0,-25 24 1 0 0,17-21-50 0 0,-1 0-1 0 0,-1-1 1 0 0,-1-2 0 0 0,0 0 0 0 0,-1-1 0 0 0,-1-1-1 0 0,-52 20 1 0 0,73-33-8 0 0,-28 12-401 0 0,-1-2 0 0 0,0-1 0 0 0,-1-2 0 0 0,-57 7-1 0 0,85-15 63 0 0,1 0 0 0 0,-1 0 0 0 0,0-1 0 0 0,0 1 0 0 0,1-2-1 0 0,-1 1 1 0 0,0 0 0 0 0,1-1 0 0 0,-9-4 0 0 0,-47-33-5674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03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810 224 2881 0 0,'0'-35'6270'0'0,"0"34"-5496"0"0,5 1-694 0 0,81-15 320 0 0,-56 10-320 0 0,-5-1 0 0 0,-20 4-13 0 0,-5-2-41 0 0,5 3 28 0 0,14-2 7 0 0,-38 0 51 0 0,14 3-32 0 0,0 0 0 0 0,-45 0 240 0 0,40-6-160 0 0,-50-6 147 0 0,4 5-218 0 0,-1 2 0 0 0,-67 3 0 0 0,34-4-22 0 0,82 5-67 0 0,0 1 0 0 0,0 0 0 0 0,0 0 0 0 0,1 1 0 0 0,-1 0 0 0 0,0 0 0 0 0,-10 4 0 0 0,0 0 0 0 0,3 0 8 0 0,0 2 1 0 0,0-1-1 0 0,0 2 1 0 0,1 0-1 0 0,1 1 1 0 0,-1 0-1 0 0,1 1 0 0 0,1 0 1 0 0,0 1-1 0 0,-20 24 1 0 0,30-34 5 0 0,0 1 0 0 0,-1 0 0 0 0,1-1 0 0 0,0 0-1 0 0,-1 1 1 0 0,1-1 0 0 0,-1 0 0 0 0,1-1 0 0 0,-1 1 0 0 0,0 0 0 0 0,1-1 0 0 0,-6 1 0 0 0,-15 6 32 0 0,-38 44-100 0 0,61-50 55 0 0,-1-1 1 0 0,1 0-1 0 0,-1 1 0 0 0,1-1 0 0 0,0 0 0 0 0,-1 1 0 0 0,1-1 0 0 0,-1 0 1 0 0,1 1-1 0 0,0-1 0 0 0,-1 1 0 0 0,1-1 0 0 0,0 1 0 0 0,0-1 0 0 0,0 1 0 0 0,-1-1 1 0 0,1 1-1 0 0,0-1 0 0 0,0 1 0 0 0,0-1 0 0 0,0 1 0 0 0,0-1 0 0 0,0 1 0 0 0,0 0 1 0 0,-4 10 36 0 0,-46 69 95 0 0,46-59-119 0 0,4-19-14 0 0,0-1 0 0 0,0 1 0 0 0,0-1 0 0 0,0 1 0 0 0,0-1 0 0 0,-1 1 0 0 0,1-1 0 0 0,0 1 0 0 0,-1-1 0 0 0,1 1 0 0 0,-1-1 0 0 0,0 0 0 0 0,1 1 0 0 0,-2 1 0 0 0,-7 6 0 0 0,8-8 7 0 0,-1 1 1 0 0,1-1-1 0 0,0 0 0 0 0,-1 1 1 0 0,1-1-1 0 0,0 1 0 0 0,0-1 1 0 0,0 1-1 0 0,0-1 0 0 0,0 1 1 0 0,1 0-1 0 0,-1-1 0 0 0,0 1 1 0 0,1 0-1 0 0,0 0 0 0 0,-1 0 1 0 0,1-1-1 0 0,0 1 0 0 0,0 3 1 0 0,0-3-4 0 0,-1 0 1 0 0,1-1 0 0 0,0 1 0 0 0,0 0 0 0 0,-1-1 0 0 0,1 1 0 0 0,-1 0 0 0 0,0-1-1 0 0,1 1 1 0 0,-1-1 0 0 0,0 1 0 0 0,0-1 0 0 0,0 1 0 0 0,0-1 0 0 0,0 1 0 0 0,0-1 0 0 0,0 0-1 0 0,-1 0 1 0 0,-1 2 0 0 0,2-2-15 0 0,0 0 0 0 0,0 0 0 0 0,0 0 0 0 0,0-1 0 0 0,0 1 0 0 0,0 0 0 0 0,0 1 0 0 0,0-1 0 0 0,1 0 0 0 0,-1 0 0 0 0,0 0 0 0 0,1 0-1 0 0,-1 1 1 0 0,1-1 0 0 0,0 0 0 0 0,-1 0 0 0 0,1 1 0 0 0,-1 1 0 0 0,1 0 90 0 0,0 40-53 0 0,0-42-23 0 0,0 0 1 0 0,0 0-1 0 0,0 0 0 0 0,0 0 1 0 0,0 1-1 0 0,0-1 1 0 0,0 0-1 0 0,0 0 0 0 0,0 0 1 0 0,0 0-1 0 0,1 0 0 0 0,-1 0 1 0 0,0 0-1 0 0,1 0 1 0 0,-1 0-1 0 0,1 0 0 0 0,-1 0 1 0 0,1 0-1 0 0,0 0 0 0 0,-1 0 1 0 0,1 0-1 0 0,0 0 1 0 0,0-1-1 0 0,-1 1 0 0 0,1 0 1 0 0,0 0-1 0 0,0-1 0 0 0,0 1 1 0 0,0-1-1 0 0,0 1 1 0 0,0-1-1 0 0,0 1 0 0 0,0-1 1 0 0,2 1-1 0 0,3 1 3 0 0,-6-2-7 0 0,0 0 0 0 0,1 1 0 0 0,-1-1 0 0 0,0 0-1 0 0,0 0 1 0 0,1 0 0 0 0,-1 0 0 0 0,0 1 0 0 0,1-1 0 0 0,-1 0 0 0 0,0 0 0 0 0,0 0 0 0 0,1 1 0 0 0,-1-1-1 0 0,0 0 1 0 0,0 0 0 0 0,0 1 0 0 0,1-1 0 0 0,-1 0 0 0 0,0 1 0 0 0,0-1 0 0 0,0 0 0 0 0,0 1 0 0 0,0-1-1 0 0,0 0 1 0 0,0 1 0 0 0,0-1 0 0 0,0 0 0 0 0,1 1 0 0 0,-1-1 0 0 0,-1 0 0 0 0,1 1 0 0 0,5 6 16 0 0,2-4 3 0 0,18 15 140 0 0,-22-15-137 0 0,72 56 459 0 0,-69-54-459 0 0,0 0 1 0 0,0-1-1 0 0,1 1 1 0 0,-1-1-1 0 0,1-1 1 0 0,0 1 0 0 0,0-1-1 0 0,0 0 1 0 0,0-1-1 0 0,1 0 1 0 0,-1 0-1 0 0,10 1 1 0 0,22 3-6 0 0,47 0 0 0 0,-33-3 69 0 0,17 4-81 0 0,47 4 24 0 0,1-4 1 0 0,176-13-1 0 0,-244 1 31 0 0,-20 3-151 0 0,0-2-1 0 0,0 0 0 0 0,35-12 1 0 0,-53 13 108 0 0,0 0 0 0 0,0-2 0 0 0,0 1 1 0 0,0-1-1 0 0,-1-1 0 0 0,0 0 1 0 0,0-1-1 0 0,0 0 0 0 0,-1-1 0 0 0,0 0 1 0 0,-1 0-1 0 0,0-1 0 0 0,0 0 0 0 0,-1-1 1 0 0,0 0-1 0 0,11-18 0 0 0,31-33-97 0 0,-46 55 67 0 0,-1-1-1 0 0,1 1 1 0 0,-1 0 0 0 0,2 1-1 0 0,7-10 1 0 0,-11 14-2 0 0,0-1 0 0 0,-1 1 0 0 0,1-1 0 0 0,0 1 0 0 0,0-1 0 0 0,-1 0 0 0 0,1 1 0 0 0,-1-1 0 0 0,0 0 0 0 0,1 0-1 0 0,-1 0 1 0 0,0 1 0 0 0,0-1 0 0 0,0 0 0 0 0,0 0 0 0 0,-1-2 0 0 0,1 2 5 0 0,0 0 0 0 0,-1 0 0 0 0,1 1 0 0 0,0-1 0 0 0,1 0 0 0 0,-1 0 0 0 0,0 0 0 0 0,0 0 0 0 0,1 1-1 0 0,-1-1 1 0 0,1 0 0 0 0,1-2 0 0 0,7-8-28 0 0,-7 10 36 0 0,-1 1 0 0 0,1-1 0 0 0,-1 0 0 0 0,0 0-1 0 0,1 1 1 0 0,-1-1 0 0 0,0 0 0 0 0,0-1-1 0 0,0 1 1 0 0,-1 0 0 0 0,1 0 0 0 0,0 0 0 0 0,-1 0-1 0 0,1 0 1 0 0,-1-1 0 0 0,0 1 0 0 0,0 0-1 0 0,0-5 1 0 0,0-15 32 0 0,-1-1 1 0 0,-7-43-1 0 0,6 58-24 0 0,0 1 0 0 0,0-1-1 0 0,-1 0 1 0 0,0 1 0 0 0,0-1 0 0 0,-1 1-1 0 0,0 0 1 0 0,0 0 0 0 0,0 0 0 0 0,-1 1 0 0 0,-10-11-1 0 0,-17-26 15 0 0,3 2 160 0 0,10 19-147 0 0,5 7-133 0 0,0 0 0 0 0,-29-24 1 0 0,24 25 97 0 0,16 10 1 0 0,-1 1 0 0 0,0 0 0 0 0,0 0 1 0 0,0 0-1 0 0,0 0 0 0 0,-1 1 0 0 0,1 0 0 0 0,-1 0 0 0 0,1 0 1 0 0,-1 0-1 0 0,0 1 0 0 0,0-1 0 0 0,-6 0 0 0 0,6 2-119 0 0,4 0 71 0 0,0 0 1 0 0,0 0-1 0 0,0 0 0 0 0,0-1 1 0 0,0 1-1 0 0,0 0 0 0 0,0 0 0 0 0,1 0 1 0 0,-1 0-1 0 0,0 1 0 0 0,0-1 1 0 0,0 0-1 0 0,0 0 0 0 0,0 1 1 0 0,0-1-1 0 0,0 0 0 0 0,0 1 0 0 0,0-1 1 0 0,1 1-1 0 0,-1-1 0 0 0,0 1 1 0 0,0-1-1 0 0,1 1 0 0 0,-1 0 0 0 0,0-1 1 0 0,1 1-1 0 0,-1 0 0 0 0,0 0 1 0 0,0 0-114 0 0,1 0 1 0 0,-1 0 0 0 0,1 0 0 0 0,0-1 0 0 0,-1 1-1 0 0,1 0 1 0 0,0 0 0 0 0,0 0 0 0 0,0 0 0 0 0,0-1-1 0 0,-1 1 1 0 0,1 0 0 0 0,0 0 0 0 0,0 0 0 0 0,1 0-1 0 0,-1 0 1 0 0,0-1 0 0 0,0 1 0 0 0,0 0 0 0 0,1 0-1 0 0,-1 0 1 0 0,0 0 0 0 0,1-1 0 0 0,0 3 0 0 0,24 31-5642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05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91 370 1040 0 0,'-6'-1'733'0'0,"5"2"-608"0"0,0-1-1 0 0,0 0 1 0 0,0 0-1 0 0,0 0 1 0 0,0 0-1 0 0,0-1 1 0 0,0 1-1 0 0,0 0 1 0 0,0 0-1 0 0,0-1 1 0 0,0 1 0 0 0,0 0-1 0 0,0-1 1 0 0,0 1-1 0 0,1-1 1 0 0,-1 1-1 0 0,0-1 1 0 0,0 0-1 0 0,0 1 1 0 0,0-1-1 0 0,1 0 1 0 0,-1 1 0 0 0,0-1-1 0 0,1 0 1 0 0,-1 0-1 0 0,0-1 1 0 0,0 1-16 0 0,0 0 0 0 0,1 0 0 0 0,-1 0-1 0 0,0 1 1 0 0,0-1 0 0 0,0 0 0 0 0,0 1 0 0 0,0-1 0 0 0,0 0 0 0 0,0 1 0 0 0,0-1 0 0 0,0 1 0 0 0,0-1 0 0 0,0 1 0 0 0,-1 0 0 0 0,1 0 0 0 0,0-1 0 0 0,0 1 0 0 0,0 0 0 0 0,0 0 0 0 0,-3 0 0 0 0,4 0 68 0 0,-5-1 650 0 0,0 1-186 0 0,-16 0-135 0 0,16 0 1815 0 0,10 0-2014 0 0,-3 0-258 0 0,-1 1-36 0 0,0-1 0 0 0,-1 0 0 0 0,1 0 0 0 0,0 0 0 0 0,0 0 0 0 0,0 0 0 0 0,0 0 0 0 0,0 0 0 0 0,0 0 0 0 0,0 0 0 0 0,0 0 0 0 0,-1 0 0 0 0,1 0 0 0 0,0-1 0 0 0,0 1 0 0 0,0 0 0 0 0,0-1 1 0 0,-1 1-1 0 0,1 0 0 0 0,0-1 0 0 0,0 1 0 0 0,0-1 0 0 0,-1 1 0 0 0,1-1 0 0 0,0 0 0 0 0,-1 1 0 0 0,2-2 0 0 0,-2 1 0 0 0,1 0 0 0 0,0 0 0 0 0,-1 0 0 0 0,1 0-1 0 0,0 1 1 0 0,0-1 0 0 0,0 0 0 0 0,0 0 0 0 0,-1 1 0 0 0,1-1 0 0 0,0 1 0 0 0,0-1 0 0 0,0 1 0 0 0,1-1 0 0 0,-1 1 0 0 0,0 0-1 0 0,0-1 1 0 0,0 1 0 0 0,1 0 0 0 0,4-2 36 0 0,1-5-30 0 0,0 0 1 0 0,-1 0-1 0 0,1 0 1 0 0,-1-1-1 0 0,-1 0 1 0 0,1 0-1 0 0,-2-1 1 0 0,1 1-1 0 0,-1-1 1 0 0,0 0-1 0 0,-1 0 1 0 0,3-13-1 0 0,2 0 8 0 0,1 1-1 0 0,1-1 1 0 0,1 1 0 0 0,1 1-1 0 0,0 0 1 0 0,2 1 0 0 0,21-25 0 0 0,-34 43-28 0 0,5-8-5 0 0,-7 8 8 0 0,0 0 0 0 0,0 1-1 0 0,0-1 1 0 0,-1 0 0 0 0,1 1 0 0 0,0-1-1 0 0,0 1 1 0 0,-1-1 0 0 0,1 1 0 0 0,0 0-1 0 0,-1-1 1 0 0,1 1 0 0 0,-1 0 0 0 0,1 0-1 0 0,0 0 1 0 0,-1 0 0 0 0,1 0-1 0 0,-3 1 1 0 0,-1-1 78 0 0,5 1 0 0 0,0 3-26 0 0,2 90-83 0 0,0-50-6 0 0,-1-1 0 0 0,-11 85 0 0 0,3-91 62 0 0,0 0 53 0 0,2 1 0 0 0,-1 47 0 0 0,7-36-113 0 0,0-21-149 0 0,-1 1 0 0 0,-1-1 0 0 0,-5 31 1 0 0,0-35-113 0 0,4-20 152 0 0,1 0 1 0 0,0 1-1 0 0,-1-1 0 0 0,1 0 1 0 0,1 1-1 0 0,-1-1 0 0 0,1 1 0 0 0,-1-1 1 0 0,1 1-1 0 0,1-1 0 0 0,-1 1 0 0 0,1-1 1 0 0,-1 1-1 0 0,1-1 0 0 0,1 0 1 0 0,-1 1-1 0 0,0-1 0 0 0,1 0 0 0 0,0 0 1 0 0,0 0-1 0 0,0 0 0 0 0,1 0 0 0 0,4 5 1 0 0,1-1-670 0 0,0-1 0 0 0,1 0 0 0 0,0 0-1 0 0,12 7 1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0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515 1 960 0 0,'-23'0'1863'0'0,"-1"1"-1"0"0,-36 8 0 0 0,48-7-1680 0 0,1 1 0 0 0,-1 0 0 0 0,1 1 0 0 0,0 1 1 0 0,1-1-1 0 0,-1 2 0 0 0,-15 10 0 0 0,-14 7 56 0 0,35-21-209 0 0,0 1 0 0 0,0 0 0 0 0,0 0 1 0 0,1 0-1 0 0,-1 0 0 0 0,1 1 1 0 0,-1 0-1 0 0,1 0 0 0 0,0 0 1 0 0,-6 9-1 0 0,-38 38 248 0 0,39-43-250 0 0,0 1 0 0 0,1-1 0 0 0,0 2 0 0 0,0-1 1 0 0,1 1-1 0 0,-6 11 0 0 0,8-13-3 0 0,0 1 0 0 0,0-1-1 0 0,-1-1 1 0 0,0 1 0 0 0,0-1 0 0 0,-9 8 0 0 0,8-8 28 0 0,0 1 0 0 0,0-1 0 0 0,1 1 0 0 0,-10 16 0 0 0,15-20-31 0 0,-1 0 1 0 0,1-1 0 0 0,0 1-1 0 0,1 0 1 0 0,-1 0 0 0 0,1 0-1 0 0,0 0 1 0 0,0 0 0 0 0,0 0-1 0 0,0 1 1 0 0,1-1 0 0 0,-1 0-1 0 0,1-1 1 0 0,0 1 0 0 0,1 0-1 0 0,-1 0 1 0 0,0 0 0 0 0,1-1-1 0 0,0 1 1 0 0,0-1 0 0 0,3 5-1 0 0,3 9 23 0 0,-5-12-45 0 0,-2 0-5 0 0,0 0 0 0 0,1-1 0 0 0,0 1 0 0 0,0-1 0 0 0,1 0 0 0 0,-1 1 0 0 0,1-1 0 0 0,0 0 0 0 0,0-1 1 0 0,0 1-1 0 0,0 0 0 0 0,1-1 0 0 0,-1 0 0 0 0,1 0 0 0 0,0 0 0 0 0,0 0 0 0 0,0-1 0 0 0,0 1 0 0 0,9 2 0 0 0,-3-1 2 0 0,0 0 0 0 0,0-1 0 0 0,1 0 1 0 0,-1-1-1 0 0,1 0 0 0 0,17 0 0 0 0,22-1-49 0 0,-45 0 59 0 0,0-1 1 0 0,-1-1 0 0 0,1 1-1 0 0,0-1 1 0 0,-1 1 0 0 0,1-1 0 0 0,-1-1-1 0 0,1 1 1 0 0,-1-1 0 0 0,0 1-1 0 0,7-5 1 0 0,-11 6-3 0 0,0 0 0 0 0,0 0 0 0 0,1 0 0 0 0,-1-1 0 0 0,0 1 0 0 0,0 0 0 0 0,0 0 0 0 0,0-1 0 0 0,1 1 0 0 0,-1 0 1 0 0,0 0-1 0 0,0-1 0 0 0,0 1 0 0 0,0 0 0 0 0,0-1 0 0 0,0 1 0 0 0,0 0 0 0 0,0 0 0 0 0,0-1 0 0 0,0 1 0 0 0,0 0 0 0 0,0-1 0 0 0,0 1 0 0 0,0 0 0 0 0,0-1 1 0 0,0 1-1 0 0,0 0 0 0 0,0 0 0 0 0,0-1 0 0 0,0 1 0 0 0,0 0 0 0 0,-1 0 0 0 0,1-1 0 0 0,0 1 0 0 0,0 0 0 0 0,0 0 0 0 0,-1-1 0 0 0,1 1 0 0 0,0 0 0 0 0,0 0 0 0 0,0 0 1 0 0,-1-1-1 0 0,1 1 0 0 0,-14-12 72 0 0,9 8-11 0 0,-10-28 162 0 0,4 19-130 0 0,1 1 1 0 0,-23-20-1 0 0,22 23-43 0 0,1-1-1 0 0,0 0 1 0 0,1 0-1 0 0,0-1 1 0 0,1 0-1 0 0,0 0 1 0 0,-9-18-1 0 0,-1-1-468 0 0,13 20-239 0 0,23 9-291 0 0,72 1-5178 0 0,-60 0 3695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06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2161 0 0,'-30'0'2001'0'0,"30"14"-480"0"0,0 11-81 0 0,30 19-399 0 0,60 14-561 0 0,-29-8-320 0 0,-31 7 80 0 0,30-5-240 0 0,31-21-320 0 0,-31-6-560 0 0,1 8-721 0 0,-37-8-2321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10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153 196 1281 0 0,'-5'-1'2307'0'0,"-20"-5"54"0"0,9 2-1611 0 0,-1 1 1 0 0,0 0-1 0 0,-18 0 1 0 0,29 3-418 0 0,-19-4 1348 0 0,25 3-1669 0 0,-1 0 0 0 0,0 1-1 0 0,1-1 1 0 0,-1 0 0 0 0,1 0-1 0 0,-1 1 1 0 0,1-1 0 0 0,0 0 0 0 0,-1 0-1 0 0,1 0 1 0 0,0 0 0 0 0,-1 1 0 0 0,1-1-1 0 0,0 0 1 0 0,0 0 0 0 0,0 0 0 0 0,0 0-1 0 0,0 0 1 0 0,0 0 0 0 0,0 0 0 0 0,0 0-1 0 0,0 0 1 0 0,0 1 0 0 0,0-1 0 0 0,1-1-1 0 0,-1-2-63 0 0,5 0 52 0 0,20 2 54 0 0,31-6 26 0 0,-26-4-67 0 0,-30 12-13 0 0,0 0 0 0 0,1 0 0 0 0,-1 0 0 0 0,0 0 0 0 0,0 0 0 0 0,1 0 0 0 0,-1 0 0 0 0,0 0 0 0 0,0 0 0 0 0,1 0 0 0 0,-1 0 0 0 0,0 0 0 0 0,0-1 0 0 0,0 1 0 0 0,1 0 0 0 0,-1 0 0 0 0,0 0 0 0 0,0 0 0 0 0,0-1 0 0 0,0 1 0 0 0,1 0 0 0 0,-1 0 0 0 0,0 0 0 0 0,0-1 0 0 0,0 1 0 0 0,0 0 0 0 0,0 0 0 0 0,0-1 0 0 0,0 1 0 0 0,0 0 0 0 0,0 0 0 0 0,0-1 0 0 0,0 1 0 0 0,0 0 0 0 0,0 0 0 0 0,0-1 0 0 0,0 1 0 0 0,0 0 0 0 0,0 0 0 0 0,0 0 0 0 0,0-1 0 0 0,0 1 0 0 0,0 0 0 0 0,0 0 0 0 0,0-1 0 0 0,0 1 0 0 0,0 0 0 0 0,0 0 0 0 0,-1 0 0 0 0,1-1 0 0 0,0 1 0 0 0,0 0 0 0 0,0 0 0 0 0,0 0 0 0 0,-1-1 0 0 0,1 1 0 0 0,0 0 0 0 0,0 0 0 0 0,0 0 0 0 0,-1 0 0 0 0,1 0 0 0 0,0 0 0 0 0,0 0 0 0 0,-1-1 0 0 0,1 1 0 0 0,0 0 0 0 0,0 0 0 0 0,-1 0 0 0 0,0 0 4 0 0,0 0-1 0 0,0 0 0 0 0,-1 0 1 0 0,1 0-1 0 0,0-1 1 0 0,0 1-1 0 0,0 0 1 0 0,0-1-1 0 0,0 1 0 0 0,0-1 1 0 0,0 1-1 0 0,0-1 1 0 0,0 0-1 0 0,0 1 1 0 0,0-1-1 0 0,0 0 0 0 0,0 0 1 0 0,0 1-1 0 0,1-1 1 0 0,-2-2-1 0 0,-1-30 83 0 0,3 26-84 0 0,0 5-2 0 0,0 0 1 0 0,0 0-1 0 0,0 0 0 0 0,0 1 0 0 0,1-1 0 0 0,-1 0 0 0 0,1 0 0 0 0,-1 1 0 0 0,1-1 1 0 0,0 0-1 0 0,-1 1 0 0 0,1-1 0 0 0,0 1 0 0 0,0-1 0 0 0,0 1 0 0 0,0-1 1 0 0,0 1-1 0 0,1-1 0 0 0,-1 1 0 0 0,0 0 0 0 0,1 0 0 0 0,-1 0 0 0 0,1 0 0 0 0,2-2 1 0 0,3 0-10 0 0,0 1 1 0 0,-1 0 0 0 0,1 0 0 0 0,0 0 0 0 0,8 0 0 0 0,-2 0-40 0 0,-7 1 39 0 0,0 1 0 0 0,-1 1-1 0 0,1-1 1 0 0,-1 1 0 0 0,1 0 0 0 0,-1 0 0 0 0,1 1 0 0 0,-1-1-1 0 0,0 1 1 0 0,0 0 0 0 0,0 1 0 0 0,0-1 0 0 0,0 1 0 0 0,0 0-1 0 0,6 6 1 0 0,-10-8 19 0 0,0 1 0 0 0,0-1 0 0 0,-1 1 0 0 0,1 0 0 0 0,-1 0 0 0 0,1-1 0 0 0,-1 1 0 0 0,1 0 0 0 0,-1 0 0 0 0,0-1 0 0 0,0 1 0 0 0,0 0 0 0 0,0 0 0 0 0,0 0 0 0 0,0-1 0 0 0,0 1 0 0 0,-1 0 0 0 0,1 0 0 0 0,-1-1 0 0 0,1 1 0 0 0,-1 0 0 0 0,0-1 0 0 0,-1 4 0 0 0,-9-2 39 0 0,-1 0-1 0 0,1 0 0 0 0,-1-1 1 0 0,1-1-1 0 0,-1 0 0 0 0,0 0 1 0 0,-23-3-1 0 0,33 2-42 0 0,0 0 1 0 0,1 1-1 0 0,-1-1 1 0 0,0-1-1 0 0,0 1 0 0 0,0 0 1 0 0,0 0-1 0 0,0-1 0 0 0,0 1 1 0 0,1-1-1 0 0,-1 0 0 0 0,0 1 1 0 0,0-1-1 0 0,1 0 0 0 0,-4-2 1 0 0,12-2-68 0 0,-7 5 47 0 0,30-9 41 0 0,-18 5-21 0 0,0 1 1 0 0,1 0 0 0 0,-1 1-1 0 0,1 0 1 0 0,0 1 0 0 0,0 0-1 0 0,15 2 1 0 0,-21-1 12 0 0,30 3 74 0 0,-37-3-90 0 0,1 0-1 0 0,-1 0 1 0 0,0 0 0 0 0,0 0-1 0 0,0 0 1 0 0,0 1-1 0 0,1-1 1 0 0,-1 0 0 0 0,0 0-1 0 0,0 0 1 0 0,0 0 0 0 0,0 1-1 0 0,0-1 1 0 0,0 0 0 0 0,0 0-1 0 0,0 0 1 0 0,0 1-1 0 0,1-1 1 0 0,-1 0 0 0 0,0 0-1 0 0,0 0 1 0 0,0 0 0 0 0,0 1-1 0 0,0-1 1 0 0,0 0-1 0 0,0 0 1 0 0,0 0 0 0 0,0 1-1 0 0,0-1 1 0 0,-1 0 0 0 0,1 0-1 0 0,0 0 1 0 0,0 1-1 0 0,0-1 1 0 0,0 0 0 0 0,0 0-1 0 0,0 0 1 0 0,0 1 0 0 0,0-1-1 0 0,-1 0 1 0 0,1 0 0 0 0,0 0-1 0 0,0 0 1 0 0,0 1-1 0 0,-20 14 248 0 0,12-12-174 0 0,-1 0-1 0 0,0 0 1 0 0,0-1-1 0 0,0 0 1 0 0,-10 0 0 0 0,-17-2-265 0 0,35 0 156 0 0,0-1 1 0 0,0 1 0 0 0,1 0 0 0 0,-1 0 0 0 0,0 0-1 0 0,0 0 1 0 0,1-1 0 0 0,-1 1 0 0 0,0 0 0 0 0,1-1-1 0 0,-1 1 1 0 0,0-1 0 0 0,1 1 0 0 0,-1 0 0 0 0,1-1-1 0 0,-1 1 1 0 0,1-1 0 0 0,-1 0 0 0 0,1 1 0 0 0,-1-1-1 0 0,1 1 1 0 0,0-1 0 0 0,-1 0 0 0 0,1 1 0 0 0,0-1-1 0 0,-1 0 1 0 0,1 1 0 0 0,0-1 0 0 0,0 0 0 0 0,-1-1-1 0 0,2 1-76 0 0,-1 0 0 0 0,0 0 0 0 0,0 0 0 0 0,1 0-1 0 0,-1 0 1 0 0,1 0 0 0 0,-1 0 0 0 0,1 0-1 0 0,-1 0 1 0 0,1 0 0 0 0,-1 0 0 0 0,1 0 0 0 0,0 0-1 0 0,0 1 1 0 0,-1-1 0 0 0,1 0 0 0 0,0 0-1 0 0,0 1 1 0 0,0-1 0 0 0,0 1 0 0 0,0-1 0 0 0,1 0-1 0 0,29-11-2192 0 0,-17 7 780 0 0,16-8-1506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12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86 106 160 0 0,'-26'-5'4042'0'0,"21"3"-1708"0"0,5-3-1547 0 0,5 3-733 0 0,16-2-54 0 0,9-9 400 0 0,0 6 147 0 0,-80 19 253 0 0,43-11-759 0 0,1 0 0 0 0,0 0 0 0 0,0-1 0 0 0,-1 0 0 0 0,1 0 0 0 0,0-1 0 0 0,0 0 0 0 0,-1 0 0 0 0,1 0 0 0 0,-8-3 0 0 0,5 2 55 0 0,9 1-83 0 0,-1 0-1 0 0,1 1 1 0 0,-1-1-1 0 0,1 1 1 0 0,-1-1-1 0 0,1 0 1 0 0,0 1 0 0 0,-1-1-1 0 0,1 0 1 0 0,0 1-1 0 0,0-1 1 0 0,0 0-1 0 0,-1 0 1 0 0,1 1-1 0 0,0-1 1 0 0,0 0 0 0 0,0 0-1 0 0,0 1 1 0 0,0-1-1 0 0,0 0 1 0 0,0 1-1 0 0,1-1 1 0 0,-1 0-1 0 0,0 0 1 0 0,0 1 0 0 0,0-1-1 0 0,1 0 1 0 0,-1 1-1 0 0,0-1 1 0 0,1 0-1 0 0,-1 1 1 0 0,1-1-1 0 0,0 0 1 0 0,23-9 30 0 0,1 1-1 0 0,0 1 1 0 0,0 2 0 0 0,47-7-1 0 0,-70 13-45 0 0,-1-1 0 0 0,0 1-1 0 0,1-1 1 0 0,-1 1-1 0 0,1 0 1 0 0,-1 0 0 0 0,1 0-1 0 0,-1-1 1 0 0,1 1-1 0 0,-1 1 1 0 0,1-1 0 0 0,-1 0-1 0 0,1 0 1 0 0,-1 0-1 0 0,1 1 1 0 0,-1-1 0 0 0,1 1-1 0 0,-1-1 1 0 0,3 2-1 0 0,-11 3 19 0 0,1 0 1 0 0,-1-1 1 0 0,0 0-1 0 0,0-1 1 0 0,0 0-1 0 0,0 0 0 0 0,0 0 1 0 0,-1-1-1 0 0,1 0 0 0 0,-12 1 1 0 0,-70 4 99 0 0,84-7-183 0 0,8-3-118 0 0,0 2 0 0 0,0-1-1 0 0,0 0 1 0 0,0 1-1 0 0,0-1 1 0 0,1 1-1 0 0,-1 0 1 0 0,0 0-1 0 0,1 0 1 0 0,-1 0-1 0 0,0 1 1 0 0,4-1-1 0 0,9-2-1018 0 0,19-9-1250 0 0,20-1-107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13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20 1201 0 0,'-30'-14'2000'0'0,"-1"14"-479"0"0,1 0-400 0 0,0-5 1520 0 0,60 5-2481 0 0,0 0-80 0 0,1 5 0 0 0,29 1-80 0 0,31-6-80 0 0,-31 0-400 0 0,31 8-561 0 0,-1-8-1200 0 0,-30-8-640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13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1761 0 0,'-30'39'3842'0'0,"30"-15"-2482"0"0,0 15-880 0 0,30 30 161 0 0,-60 8-1 0 0,30 0-160 0 0,0-8-320 0 0,30-11-160 0 0,0-14-160 0 0,31-11-640 0 0,-1-22-961 0 0,0-17-2881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13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1 320 0 0,'-177'5'10698'0'0,"291"2"-9899"0"0,158 28-1 0 0,-65-6-5569 0 0,-157-23 1409 0 0,-39 0 161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14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45 3522 0 0,'-60'8'3361'0'0,"-1"-3"-1280"0"0,31 1 1041 0 0,60-6-2882 0 0,0 0 0 0 0,31 0 0 0 0,-1-6 0 0 0,31 6-80 0 0,-1-5-80 0 0,-29-3 80 0 0,29-4-240 0 0,-5 5-720 0 0,-25-5-1841 0 0,1 6-1361 0 0,-31-1 400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27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37 880 0 0,'-3'8'975'0'0,"-3"12"10"0"0,-1 0 1 0 0,-2 0-1 0 0,-18 34 1 0 0,22-48-896 0 0,1 0 1 0 0,-1 0-1 0 0,0 0 0 0 0,0-1 1 0 0,-1 1-1 0 0,0-1 1 0 0,0 0-1 0 0,0-1 0 0 0,0 1 1 0 0,-1-1-1 0 0,1-1 1 0 0,-1 1-1 0 0,0-1 0 0 0,0 0 1 0 0,-9 1-1 0 0,-26 5 356 0 0,30-7-334 0 0,1 0-1 0 0,0 0 1 0 0,-1 1 0 0 0,1 1-1 0 0,0 0 1 0 0,-14 7 0 0 0,18-4 151 0 0,14-6 508 0 0,-7-1-658 0 0,20-3 204 0 0,-1 0-1 0 0,1-1 1 0 0,31-12 0 0 0,-42 13-228 0 0,-1 0 1 0 0,1 0-1 0 0,-1-1 0 0 0,0 0 0 0 0,0-1 1 0 0,-1 1-1 0 0,1-2 0 0 0,-1 1 0 0 0,0-1 1 0 0,0 0-1 0 0,-1 0 0 0 0,1-1 1 0 0,-1 0-1 0 0,-1 0 0 0 0,0 0 0 0 0,0-1 1 0 0,0 1-1 0 0,-1-1 0 0 0,0-1 0 0 0,0 1 1 0 0,-1 0-1 0 0,0-1 0 0 0,-1 0 1 0 0,0 0-1 0 0,2-16 0 0 0,-4-26 644 0 0,0 33-439 0 0,0 26-267 0 0,1 1-43 0 0,0 1-1 0 0,1 0 1 0 0,0-1 0 0 0,0 1 0 0 0,1-1-1 0 0,0 0 1 0 0,8 15 0 0 0,-7-16 42 0 0,0 1 0 0 0,0 1 1 0 0,-1-1-1 0 0,0 0 0 0 0,-1 1 0 0 0,0-1 1 0 0,1 17-1 0 0,-12 46 224 0 0,5-54-204 0 0,1 0-1 0 0,-1 27 1 0 0,2-15 27 0 0,0 0 0 0 0,-11 42 1 0 0,9-54-62 0 0,0 0 1 0 0,1 1-1 0 0,1-1 1 0 0,1 1 0 0 0,0-1-1 0 0,2 1 1 0 0,0 0 0 0 0,4 21-1 0 0,-4-38-25 0 0,17 52-572 0 0,-17-53 479 0 0,-1 1 1 0 0,1-1 0 0 0,0 0-1 0 0,0 1 1 0 0,0-1-1 0 0,0 0 1 0 0,0 0 0 0 0,0 1-1 0 0,0-1 1 0 0,1 0-1 0 0,-1 0 1 0 0,0 0 0 0 0,1 0-1 0 0,-1-1 1 0 0,1 1-1 0 0,-1 0 1 0 0,0-1 0 0 0,1 1-1 0 0,0-1 1 0 0,-1 1-1 0 0,1-1 1 0 0,-1 1 0 0 0,1-1-1 0 0,0 0 1 0 0,-1 0-1 0 0,1 0 1 0 0,-1 0 0 0 0,4-1-1 0 0,3 0-399 0 0,0-1 0 0 0,0-1 0 0 0,-1 0 0 0 0,1 0 0 0 0,-1 0 0 0 0,8-5 0 0 0,70-54-5044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27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508 10 1201 0 0,'-14'-3'1115'0'0,"6"1"-746"0"0,-1 0-1 0 0,1 1 1 0 0,0 0 0 0 0,-1 0 0 0 0,1 1-1 0 0,-1 0 1 0 0,1 1 0 0 0,0-1 0 0 0,-1 2 0 0 0,1-1-1 0 0,0 1 1 0 0,-9 3 0 0 0,6-2-250 0 0,6-2-73 0 0,-1 0-1 0 0,1 1 0 0 0,0 0 0 0 0,0 0 0 0 0,0 0 1 0 0,0 0-1 0 0,0 1 0 0 0,1 0 0 0 0,-1 0 0 0 0,1 0 1 0 0,0 0-1 0 0,-8 8 0 0 0,-2 5 38 0 0,-2-1-1 0 0,-26 21 1 0 0,-11 10 16 0 0,32-29-66 0 0,14-13-20 0 0,1 1 0 0 0,0-1-1 0 0,1 1 1 0 0,-1 1 0 0 0,1-1-1 0 0,0 1 1 0 0,0 0 0 0 0,1 0-1 0 0,-7 11 1 0 0,3 8 42 0 0,7-20-36 0 0,-1-1 0 0 0,1 1 0 0 0,-1 0 0 0 0,0 0 0 0 0,-1-1 0 0 0,1 1 0 0 0,-1-1 1 0 0,-3 5-1 0 0,-5 5 17 0 0,6-9-23 0 0,0 0-1 0 0,1 0 1 0 0,0 1 0 0 0,0 0 0 0 0,0-1-1 0 0,1 1 1 0 0,-1 1 0 0 0,2-1 0 0 0,-1 0-1 0 0,1 1 1 0 0,0-1 0 0 0,0 1-1 0 0,0 0 1 0 0,1 0 0 0 0,0 9 0 0 0,1 128 160 0 0,0-140-163 0 0,0 0-1 0 0,0 0 1 0 0,1 1-1 0 0,0-1 1 0 0,0 0-1 0 0,0 0 1 0 0,0 0-1 0 0,0 0 1 0 0,1 0-1 0 0,0 0 1 0 0,0-1-1 0 0,0 1 1 0 0,0-1-1 0 0,1 1 1 0 0,-1-1-1 0 0,7 6 1 0 0,-3-3 2 0 0,0-1 0 0 0,1-1 0 0 0,-1 1 1 0 0,1-1-1 0 0,0 0 0 0 0,0-1 0 0 0,1 0 0 0 0,9 4 0 0 0,6-1 1 0 0,0-1-1 0 0,0-1 1 0 0,1-1-1 0 0,42 0 1 0 0,-35-3 61 0 0,0-2 1 0 0,-1-1 0 0 0,1-1-1 0 0,58-17 1 0 0,-85 19-62 0 0,1 0 0 0 0,-1 0 0 0 0,1 0-1 0 0,-1 0 1 0 0,0-1 0 0 0,0 0 0 0 0,0 0 0 0 0,0 0-1 0 0,0 0 1 0 0,-1 0 0 0 0,1-1 0 0 0,-1 0 0 0 0,4-5-1 0 0,-6 7-4 0 0,0 1 8 0 0,0-1 1 0 0,0 0-1 0 0,0 0 1 0 0,0 0 0 0 0,-1 0-1 0 0,1 0 1 0 0,-1-1-1 0 0,1 1 1 0 0,-1 0-1 0 0,0 0 1 0 0,0 0-1 0 0,1 0 1 0 0,-2-1-1 0 0,1 1 1 0 0,0 0-1 0 0,0 0 1 0 0,-1 0-1 0 0,1 0 1 0 0,-1 0 0 0 0,0 0-1 0 0,1 0 1 0 0,-1 0-1 0 0,0 0 1 0 0,0 0-1 0 0,-1 0 1 0 0,1 0-1 0 0,0 0 1 0 0,-3-2-1 0 0,0-2 13 0 0,-1 0-1 0 0,-1 1 0 0 0,1-1 0 0 0,-1 1 1 0 0,0 0-1 0 0,0 1 0 0 0,0-1 0 0 0,-8-3 1 0 0,-5-1-272 0 0,-1 1 0 0 0,0 0 0 0 0,0 2 0 0 0,0 1 0 0 0,0 0 0 0 0,-1 2 0 0 0,0 0 0 0 0,0 1 0 0 0,0 1 0 0 0,0 1 0 0 0,0 1 0 0 0,0 1 0 0 0,-30 6 0 0 0,15 4-1985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28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538 1 3362 0 0,'-6'0'272'0'0,"-32"-1"607"0"0,0 2 1 0 0,0 1-1 0 0,0 2 0 0 0,-39 10 0 0 0,-12 2-227 0 0,68-14-558 0 0,0 1 0 0 0,1 1 0 0 0,-40 14-1 0 0,4 13 148 0 0,26-18-15 0 0,25-12 81 0 0,10-1-213 0 0,9-1-43 0 0,0 2 0 0 0,1 0 0 0 0,-1 1 0 0 0,0 1 0 0 0,17 4 0 0 0,18 4 149 0 0,205 17 1437 0 0,2-11-1 0 0,454-29 0 0 0,-317-26-689 0 0,-343 32-1200 0 0,-49 5 62 0 0,0 1 1 0 0,-1 0-1 0 0,1-1 1 0 0,0 1-1 0 0,-1 0 1 0 0,1-1-1 0 0,-1 1 1 0 0,1-1-1 0 0,0 1 0 0 0,-1-1 1 0 0,1 1-1 0 0,-1-1 1 0 0,1 1-1 0 0,-1-1 1 0 0,0 0-1 0 0,1 1 0 0 0,-1-1 1 0 0,0 0-1 0 0,1 1 1 0 0,-1-1-1 0 0,0 0 1 0 0,0 1-1 0 0,1-1 0 0 0,-1 0 1 0 0,0 1-1 0 0,0-1 1 0 0,0 0-1 0 0,0 0 1 0 0,0 1-1 0 0,0-1 1 0 0,0 0-1 0 0,0 0 0 0 0,0 1 1 0 0,-1-1-1 0 0,1 0 1 0 0,0 0-1 0 0,0 1 1 0 0,-1-1-1 0 0,1 0 0 0 0,0 1 1 0 0,-1-1-1 0 0,1 1 1 0 0,-1-1-1 0 0,1 0 1 0 0,-1 1-1 0 0,1-1 1 0 0,-1 1-1 0 0,1-1 0 0 0,-1 1 1 0 0,1-1-1 0 0,-1 1 1 0 0,0 0-1 0 0,1-1 1 0 0,-1 1-1 0 0,-1-1 0 0 0,-48-12-3970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29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91 192 960 0 0,'-10'-4'848'0'0,"-65"-25"5321"0"0,74 28-6149 0 0,1 1 0 0 0,-1 0 0 0 0,1 0 0 0 0,0-1 0 0 0,-1 1 0 0 0,1 0 0 0 0,0 0 0 0 0,-1-1 0 0 0,1 1 0 0 0,0-1 0 0 0,0 1 0 0 0,-1 0 0 0 0,1-1 0 0 0,0 1 0 0 0,0 0 0 0 0,0-1 0 0 0,0 1 0 0 0,-1-1 0 0 0,1 1 0 0 0,0-1 0 0 0,0 1 0 0 0,0 0 0 0 0,0-1 0 0 0,0 1 0 0 0,0-1 0 0 0,0 1 0 0 0,0-1 0 0 0,0 1 0 0 0,0-1 0 0 0,0 1 0 0 0,1 0 0 0 0,-1-1 0 0 0,0 1 0 0 0,0-1 0 0 0,0 1 0 0 0,0 0 0 0 0,1-1 0 0 0,-1 1 0 0 0,0 0 0 0 0,0-1 0 0 0,1 1 0 0 0,-1 0 0 0 0,0-1 0 0 0,1 1 0 0 0,-1 0 0 0 0,0-1 0 0 0,2 1 0 0 0,21-20 329 0 0,-8 6-294 0 0,1 0 0 0 0,0 1 0 0 0,1 1 0 0 0,0 1 0 0 0,1 1 0 0 0,36-16 0 0 0,-29 15-40 0 0,5 1-30 0 0,-27 13-46 0 0,-10 3 49 0 0,-9 4 22 0 0,16-9-14 0 0,-22 19 40 0 0,2 1 0 0 0,-31 40 0 0 0,-7 7 110 0 0,55-65-139 0 0,0 0-1 0 0,0 0 1 0 0,0 0 0 0 0,0 0-1 0 0,1 0 1 0 0,-1 1 0 0 0,1-1-1 0 0,0 1 1 0 0,0-1 0 0 0,0 1-1 0 0,1 0 1 0 0,-1 0 0 0 0,1 0-1 0 0,0 0 1 0 0,0 0 0 0 0,1 0-1 0 0,-1 0 1 0 0,1 1 0 0 0,0 5-1 0 0,-1-5-11 0 0,1 0-1 0 0,-1 0 1 0 0,1 0 0 0 0,-2 0-1 0 0,1 0 1 0 0,0-1-1 0 0,-1 1 1 0 0,0 0-1 0 0,0-1 1 0 0,0 1 0 0 0,-5 6-1 0 0,3-4 5 0 0,3-6-1 0 0,1-1 1 0 0,-1 1 0 0 0,1 0 0 0 0,0 0 0 0 0,0-1 0 0 0,0 1 0 0 0,-1 0 0 0 0,1 0-1 0 0,0 0 1 0 0,0-1 0 0 0,0 1 0 0 0,0 0 0 0 0,0 0 0 0 0,0 0 0 0 0,1-1 0 0 0,-1 1-1 0 0,0 0 1 0 0,0 0 0 0 0,0 0 0 0 0,1-1 0 0 0,-1 1 0 0 0,0 0 0 0 0,1-1 0 0 0,-1 1-1 0 0,1 0 1 0 0,-1-1 0 0 0,1 1 0 0 0,-1 0 0 0 0,1-1 0 0 0,-1 1 0 0 0,1-1 0 0 0,0 1-1 0 0,-1-1 1 0 0,1 1 0 0 0,0-1 0 0 0,-1 0 0 0 0,1 1 0 0 0,0-1 0 0 0,0 0 0 0 0,-1 1-1 0 0,1-1 1 0 0,0 0 0 0 0,1 0 0 0 0,4 3-56 0 0,2 8-112 0 0,-7-10 141 0 0,-1 0 0 0 0,1 0 0 0 0,0 0 0 0 0,0-1-1 0 0,-1 1 1 0 0,1 0 0 0 0,0 0 0 0 0,0 0 0 0 0,0-1 0 0 0,0 1-1 0 0,0-1 1 0 0,0 1 0 0 0,0 0 0 0 0,0-1 0 0 0,0 0-1 0 0,0 1 1 0 0,1-1 0 0 0,-1 0 0 0 0,0 1 0 0 0,0-1 0 0 0,0 0-1 0 0,0 0 1 0 0,1 0 0 0 0,-1 0 0 0 0,0 0 0 0 0,0 0 0 0 0,0-1-1 0 0,1 1 1 0 0,0 0 0 0 0,13-2-781 0 0,0-1 1 0 0,-1 0-1 0 0,1-1 0 0 0,-1-1 1 0 0,0 0-1 0 0,0-1 0 0 0,26-15 0 0 0,-35 10-1205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29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82 880 0 0,'-14'5'848'0'0,"0"1"0"0"0,0 0 0 0 0,1 0 0 0 0,-1 1 0 0 0,2 1 0 0 0,-23 17 0 0 0,34-24-810 0 0,0 0 0 0 0,0 1-1 0 0,0-1 1 0 0,1 1-1 0 0,-1-1 1 0 0,0 1-1 0 0,0-1 1 0 0,1 1-1 0 0,-1-1 1 0 0,1 1-1 0 0,0 0 1 0 0,-1-1 0 0 0,1 1-1 0 0,0-1 1 0 0,0 1-1 0 0,0 0 1 0 0,0-1-1 0 0,0 1 1 0 0,0 0-1 0 0,1-1 1 0 0,-1 1-1 0 0,0 0 1 0 0,1-1 0 0 0,-1 1-1 0 0,2 1 1 0 0,19 32 132 0 0,-16-29-63 0 0,-5-5-92 0 0,1 0-1 0 0,0 1 0 0 0,0 0 0 0 0,-1-1 0 0 0,1 1 1 0 0,-1-1-1 0 0,1 1 0 0 0,-1 0 0 0 0,0-1 0 0 0,0 1 1 0 0,0 0-1 0 0,1-1 0 0 0,-2 3 0 0 0,6 17 108 0 0,-3-18-111 0 0,1-1 0 0 0,-1 1 0 0 0,1 0 0 0 0,0-1 1 0 0,0 0-1 0 0,0 1 0 0 0,1-1 0 0 0,-1 0 0 0 0,1-1 1 0 0,-1 1-1 0 0,1-1 0 0 0,-1 1 0 0 0,1-1 1 0 0,0 0-1 0 0,-1-1 0 0 0,8 2 0 0 0,63 2 127 0 0,-70-4-133 0 0,18 0 77 0 0,0-2-1 0 0,31-5 1 0 0,-46 6-46 0 0,-1 0 0 0 0,1-1 0 0 0,0 0 0 0 0,-1 0 0 0 0,1-1-1 0 0,-1 0 1 0 0,0 0 0 0 0,0 0 0 0 0,0-1 0 0 0,9-6 0 0 0,-15 8-24 0 0,1 1 0 0 0,0 0-1 0 0,0-1 1 0 0,0 1 0 0 0,-1 0-1 0 0,1-1 1 0 0,-1 1-1 0 0,1-1 1 0 0,-1 1 0 0 0,1-1-1 0 0,-1 1 1 0 0,0-1 0 0 0,0 1-1 0 0,0-1 1 0 0,0 1 0 0 0,0-1-1 0 0,0 0 1 0 0,0 1-1 0 0,-1-1 1 0 0,1 1 0 0 0,0-1-1 0 0,-1 1 1 0 0,1-1 0 0 0,-2 0-1 0 0,-19-40 117 0 0,13 29-107 0 0,0-3-61 0 0,-2 1 0 0 0,1 1 0 0 0,-2 0-1 0 0,0 0 1 0 0,-23-21 0 0 0,26 28-102 0 0,0 0 0 0 0,0 0 1 0 0,-1 1-1 0 0,0 0 0 0 0,-1 0 0 0 0,1 1 1 0 0,-1 0-1 0 0,0 1 0 0 0,0 0 0 0 0,-16-3 1 0 0,26 7 52 0 0,0 0 1 0 0,-1 0 0 0 0,1 0-1 0 0,0 0 1 0 0,-1 0-1 0 0,1 0 1 0 0,0 0 0 0 0,0 0-1 0 0,-1 0 1 0 0,1 1 0 0 0,0-1-1 0 0,0 0 1 0 0,-1 0-1 0 0,1 0 1 0 0,0 0 0 0 0,0 1-1 0 0,0-1 1 0 0,-1 0 0 0 0,1 0-1 0 0,0 0 1 0 0,0 1-1 0 0,0-1 1 0 0,0 0 0 0 0,0 0-1 0 0,-1 1 1 0 0,1-1 0 0 0,0 0-1 0 0,0 0 1 0 0,0 1 0 0 0,0-1-1 0 0,0 0 1 0 0,0 1-1 0 0,0-1 1 0 0,0 0 0 0 0,0 0-1 0 0,0 1 1 0 0,0-1 0 0 0,0 0-1 0 0,0 1 1 0 0,0-1-1 0 0,0 0 1 0 0,0 0 0 0 0,0 1-1 0 0,1-1 1 0 0,-1 0 0 0 0,0 1-1 0 0,0 0-640 0 0,0 6-1512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29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70 1601 0 0,'-55'8'2254'0'0,"1"3"0"0"0,-98 33 1 0 0,148-42-2246 0 0,0-1 1 0 0,1 1 0 0 0,-1 0-1 0 0,0 0 1 0 0,1 0 0 0 0,0 0-1 0 0,-1 1 1 0 0,1-1 0 0 0,0 1-1 0 0,0 0 1 0 0,0 0 0 0 0,0 0-1 0 0,1 0 1 0 0,-1 0 0 0 0,1 1-1 0 0,0-1 1 0 0,0 1 0 0 0,0 0-1 0 0,1 0 1 0 0,-1-1 0 0 0,1 1-1 0 0,0 0 1 0 0,0 0 0 0 0,0 0-1 0 0,0 0 1 0 0,1 0 0 0 0,0 1-1 0 0,0 4 1 0 0,1-4-3 0 0,0-1 1 0 0,0 0 0 0 0,0 0-1 0 0,1 0 1 0 0,-1 0-1 0 0,1 0 1 0 0,0-1-1 0 0,0 1 1 0 0,1 0-1 0 0,-1-1 1 0 0,1 0-1 0 0,-1 1 1 0 0,1-1-1 0 0,0 0 1 0 0,1 0-1 0 0,-1-1 1 0 0,0 1-1 0 0,1-1 1 0 0,-1 0-1 0 0,1 1 1 0 0,0-2-1 0 0,5 3 1 0 0,17 8 33 0 0,0-1 0 0 0,32 9-1 0 0,-50-17-28 0 0,9 2-3 0 0,6 3 45 0 0,1-1 0 0 0,28 4 0 0 0,-48-10-14 0 0,0 0 0 0 0,0-1 0 0 0,1 0 0 0 0,-1 1 0 0 0,0-1 0 0 0,0-1 1 0 0,1 1-1 0 0,-1-1 0 0 0,0 1 0 0 0,0-1 0 0 0,0 0 0 0 0,0-1 1 0 0,0 1-1 0 0,0-1 0 0 0,0 0 0 0 0,0 0 0 0 0,-1 0 0 0 0,1 0 0 0 0,3-3 1 0 0,-6 2-22 0 0,0 1 0 0 0,0 0 1 0 0,0 0-1 0 0,0-1 1 0 0,-1 1-1 0 0,1-1 1 0 0,-1 1-1 0 0,0-1 1 0 0,0 1-1 0 0,0 0 1 0 0,0-1-1 0 0,0 1 0 0 0,0-1 1 0 0,0 1-1 0 0,-1-1 1 0 0,0 1-1 0 0,1 0 1 0 0,-1-1-1 0 0,0 1 1 0 0,0 0-1 0 0,0-1 1 0 0,0 1-1 0 0,-3-3 0 0 0,-30-55 10 0 0,25 47-234 0 0,0 0-1 0 0,1-1 0 0 0,1 0 0 0 0,0 0 0 0 0,1-1 0 0 0,1 0 1 0 0,0 0-1 0 0,1 0 0 0 0,0 0 0 0 0,1-1 0 0 0,-1-19 0 0 0,4-13-3342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30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0 1441 0 0,'-61'6'3841'0'0,"31"8"-1520"0"0,0-3-1200 0 0,0 3-801 0 0,0-9-240 0 0,30 9-80 0 0,30-3 80 0 0,0 16 80 0 0,91 17 80 0 0,0-5-80 0 0,-31-8-79 0 0,1-4-81 0 0,-1-2 0 0 0,-29-6 0 0 0,-1-8 0 0 0,-6-3-561 0 0,7-8-1120 0 0,-61-8-2640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30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91 496 2401 0 0,'-30'-13'5363'0'0,"-31"1"-3042"0"0,61 5-1441 0 0,0-13-240 0 0,61-30 561 0 0,60-65 400 0 0,-1 13-961 0 0,1 33-1040 0 0,-30 17-2001 0 0,-1 21-1281 0 0,31 6-2801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31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690 112 1521 0 0,'0'0'1881'0'0,"0"0"-1834"0"0,1 1 0 0 0,-1-1 0 0 0,0 0 1 0 0,0 0-1 0 0,0 0 0 0 0,0 0 1 0 0,0 1-1 0 0,0-1 0 0 0,0 0 1 0 0,0 0-1 0 0,0 0 0 0 0,1 0 1 0 0,-1 1-1 0 0,0-1 0 0 0,0 0 1 0 0,0 0-1 0 0,0 0 0 0 0,0 1 1 0 0,0-1-1 0 0,0 0 0 0 0,0 0 0 0 0,0 0 1 0 0,0 1-1 0 0,0-1 0 0 0,-1 0 1 0 0,1 0-1 0 0,0 0 0 0 0,0 1 1 0 0,0-1-1 0 0,0 0 0 0 0,0 0 1 0 0,0 0-1 0 0,0 0 0 0 0,0 1 1 0 0,0-1-1 0 0,-1 0 0 0 0,1 0 0 0 0,0 0 1 0 0,0 0-1 0 0,0 0 0 0 0,0 0 1 0 0,-1 1-1 0 0,1-1 0 0 0,0 0 1 0 0,0 0-1 0 0,0 0 0 0 0,0 0 1 0 0,-1 0-1 0 0,1 0 0 0 0,0 0 1 0 0,0 0-1 0 0,0 0 0 0 0,-1 0 0 0 0,1 0 1 0 0,0 0-1 0 0,0 0 0 0 0,0 0 1 0 0,-1 0-1 0 0,1 0 0 0 0,0 0 1 0 0,0 0-1 0 0,0 0 0 0 0,-1 0 1 0 0,-19 5 1005 0 0,20-5-1022 0 0,0 0 0 0 0,-1 0-1 0 0,1 0 1 0 0,0 0 0 0 0,-1 0-1 0 0,1 0 1 0 0,0 0 0 0 0,0 0-1 0 0,-1 1 1 0 0,1-1 0 0 0,0 0-1 0 0,0 0 1 0 0,-1 0 0 0 0,1 0-1 0 0,0 1 1 0 0,0-1 0 0 0,0 0-1 0 0,-1 0 1 0 0,1 1 0 0 0,0-1-1 0 0,0 0 1 0 0,0 0 0 0 0,0 0-1 0 0,0 1 1 0 0,-1-1 0 0 0,1 0-1 0 0,0 1 1 0 0,0-1 0 0 0,0 0-1 0 0,0 0 1 0 0,0 1 0 0 0,0-1-1 0 0,0 0 1 0 0,0 1 0 0 0,0-1-1 0 0,0 0 1 0 0,0 0 0 0 0,0 1-1 0 0,0-1 1 0 0,0 0 0 0 0,0 1-1 0 0,0-1 1 0 0,1 0 0 0 0,-1 0-1 0 0,0 1 1 0 0,0-1-1 0 0,0 0 1 0 0,0 0 0 0 0,0 1-1 0 0,1-1 1 0 0,-1 0 0 0 0,0 0-1 0 0,0 0 1 0 0,0 1 0 0 0,1-1-1 0 0,-1 0 1 0 0,0 0 0 0 0,0 0-1 0 0,1 0 1 0 0,-1 0 0 0 0,0 1-1 0 0,1-1 1 0 0,-1 0 0 0 0,0 0-1 0 0,0 0 1 0 0,1 0 0 0 0,19-5 115 0 0,-15 4 28 0 0,-5-1-83 0 0,0 1-1 0 0,0 0 1 0 0,0 0-1 0 0,-1 0 1 0 0,1 0 0 0 0,0 0-1 0 0,-1 0 1 0 0,1 0 0 0 0,-1 0-1 0 0,1 0 1 0 0,-1 0 0 0 0,0 0-1 0 0,1 1 1 0 0,-1-1 0 0 0,0 0-1 0 0,1 0 1 0 0,-1 0 0 0 0,0 1-1 0 0,0-1 1 0 0,0 0 0 0 0,0 1-1 0 0,0-1 1 0 0,0 1 0 0 0,0-1-1 0 0,-1 1 1 0 0,-35-12 386 0 0,1 0-56 0 0,2-2-249 0 0,0 1 0 0 0,0 2 0 0 0,-1 1 0 0 0,-59-8 1 0 0,88 17-154 0 0,-37-6 92 0 0,-64-3 0 0 0,89 9-109 0 0,1 1 1 0 0,-1 1 0 0 0,0 0-1 0 0,1 2 1 0 0,-1 0 0 0 0,-22 7-1 0 0,37-9-16 0 0,-1 1 1 0 0,0-1-1 0 0,0 1 0 0 0,1-1 1 0 0,-1 1-1 0 0,1 0 0 0 0,0 1 1 0 0,0-1-1 0 0,-1 0 0 0 0,1 1 1 0 0,1 0-1 0 0,-1 0 0 0 0,0 0 0 0 0,1 0 1 0 0,-1 0-1 0 0,1 0 0 0 0,0 1 1 0 0,0-1-1 0 0,1 1 0 0 0,-1 0 1 0 0,1-1-1 0 0,-1 1 0 0 0,1 0 1 0 0,-1 4-1 0 0,2-3 8 0 0,0 0 0 0 0,0 0-1 0 0,0 0 1 0 0,1 0 0 0 0,0 0 0 0 0,0 0 0 0 0,0 0-1 0 0,0 0 1 0 0,1 0 0 0 0,0 0 0 0 0,0-1 0 0 0,0 1 0 0 0,0-1-1 0 0,1 1 1 0 0,0-1 0 0 0,0 0 0 0 0,4 5 0 0 0,2-1 11 0 0,-1 0 0 0 0,1 0 1 0 0,1-1-1 0 0,-1 0 1 0 0,1-1-1 0 0,1 0 0 0 0,-1-1 1 0 0,1 0-1 0 0,16 5 1 0 0,9 2 0 0 0,51 8 0 0 0,430 70-473 0 0,-503-88 476 0 0,1 0 0 0 0,-1 1 0 0 0,0 1 0 0 0,0 0 0 0 0,26 12 0 0 0,-40-15 0 0 0,1 1 1 0 0,0-1-1 0 0,0 0 0 0 0,-1 1 1 0 0,1-1-1 0 0,-1 0 1 0 0,1 1-1 0 0,-1-1 0 0 0,0 1 1 0 0,1-1-1 0 0,-1 1 0 0 0,0-1 1 0 0,0 1-1 0 0,0-1 1 0 0,0 1-1 0 0,0-1 0 0 0,-1 1 1 0 0,1-1-1 0 0,0 1 1 0 0,-1-1-1 0 0,1 1 0 0 0,-1-1 1 0 0,1 0-1 0 0,-1 1 1 0 0,0-1-1 0 0,0 2 0 0 0,-5 4 33 0 0,-1-1-1 0 0,1 1 1 0 0,-1-1-1 0 0,0 0 1 0 0,-1-1-1 0 0,1 0 0 0 0,-1 0 1 0 0,0 0-1 0 0,0-1 1 0 0,-1 0-1 0 0,1-1 1 0 0,-1 0-1 0 0,-9 2 1 0 0,-16 2-41 0 0,0-1 1 0 0,-44 1-1 0 0,38-4-65 0 0,8 0-374 0 0,0-2 0 0 0,0-1 0 0 0,-36-5 0 0 0,53 3-107 0 0,-1-1 0 0 0,1 0 0 0 0,0-2 0 0 0,0 1 0 0 0,0-2 0 0 0,0 0 0 0 0,1-1 0 0 0,-23-15 0 0 0,-24-21-2523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31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245 272 2721 0 0,'-30'12'1382'0'0,"-85"41"2367"0"0,106-48-3585 0 0,0 0 1 0 0,0 1-1 0 0,1 0 1 0 0,0 0 0 0 0,0 1-1 0 0,0 0 1 0 0,1 0-1 0 0,0 1 1 0 0,-7 9 0 0 0,12-14-163 0 0,1 0 0 0 0,-1 0 0 0 0,1-1 0 0 0,0 2 1 0 0,0-1-1 0 0,0 0 0 0 0,0 0 0 0 0,0 0 0 0 0,0 0 0 0 0,1 1 1 0 0,0-1-1 0 0,0 0 0 0 0,0 0 0 0 0,0 1 0 0 0,0-1 0 0 0,0 0 1 0 0,1 0-1 0 0,0 1 0 0 0,0-1 0 0 0,-1 0 0 0 0,2 0 0 0 0,-1 0 0 0 0,0 0 1 0 0,1 0-1 0 0,-1 0 0 0 0,1-1 0 0 0,0 1 0 0 0,0 0 0 0 0,0-1 1 0 0,0 1-1 0 0,1-1 0 0 0,2 3 0 0 0,7 4 26 0 0,-1 0 0 0 0,1 0 0 0 0,0-1 0 0 0,1-1 0 0 0,0 0 0 0 0,19 7-1 0 0,11 1 19 0 0,0-2-1 0 0,1-3 1 0 0,1-1-1 0 0,0-2 0 0 0,0-2 1 0 0,0-2-1 0 0,1-2 0 0 0,-1-2 1 0 0,51-7-1 0 0,-80 5-29 0 0,1 0-1 0 0,-1-1 1 0 0,-1 0 0 0 0,1-2-1 0 0,0 1 1 0 0,-1-2-1 0 0,-1 0 1 0 0,1-1 0 0 0,-1-1-1 0 0,0 0 1 0 0,-1 0 0 0 0,0-2-1 0 0,0 1 1 0 0,-1-2-1 0 0,-1 0 1 0 0,0 0 0 0 0,-1-1-1 0 0,0 0 1 0 0,0-1 0 0 0,-2 0-1 0 0,0 0 1 0 0,0-1-1 0 0,-2 0 1 0 0,0 0 0 0 0,0-1-1 0 0,-2 0 1 0 0,0 0 0 0 0,0 0-1 0 0,-2 0 1 0 0,0 0-1 0 0,-1-1 1 0 0,0 1 0 0 0,-1-1-1 0 0,-4-23 1 0 0,2 29 13 0 0,0 0-1 0 0,0 1 1 0 0,-1-1 0 0 0,-1 0-1 0 0,0 1 1 0 0,0 0 0 0 0,-1 0-1 0 0,0 0 1 0 0,-1 1 0 0 0,0-1-1 0 0,-1 1 1 0 0,-9-10 0 0 0,11 14-20 0 0,-1-1 0 0 0,0 1-1 0 0,-1 0 1 0 0,1 0 0 0 0,-1 1 0 0 0,0 0 0 0 0,0 0 0 0 0,-1 1 0 0 0,1-1 0 0 0,-1 2 0 0 0,1-1 0 0 0,-1 1 0 0 0,0 0 0 0 0,0 1 0 0 0,0 0 0 0 0,0 0 0 0 0,-15 1 0 0 0,11 0-198 0 0,0 1 1 0 0,0 0-1 0 0,1 1 1 0 0,-1 1-1 0 0,1-1 1 0 0,-16 7 0 0 0,22-6-58 0 0,-1-1 1 0 0,1 1 0 0 0,-1 1 0 0 0,1-1-1 0 0,0 1 1 0 0,0 0 0 0 0,1 0 0 0 0,-1 0 0 0 0,1 1-1 0 0,0-1 1 0 0,0 1 0 0 0,0 0 0 0 0,1 0 0 0 0,0 1-1 0 0,-3 5 1 0 0,-25 60-4610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32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77 240 0 0,'-146'-10'10352'0'0,"140"6"-7248"0"0,12-6-1473 0 0,15 3-1268 0 0,1 1 0 0 0,-1 1-1 0 0,1 1 1 0 0,0 1 0 0 0,23 0 0 0 0,3-2-219 0 0,167-14-1507 0 0,-111 19-2465 0 0,-6 12-4160 0 0,-93-11 5040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32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146 141 2401 0 0,'-146'20'6750'0'0,"230"-35"-1099"0"0,69-10-4392 0 0,226-33-1857 0 0,-254 33-3237 0 0,-6-5-3484 0 0,-84 22 3570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36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327 152 3682 0 0,'-42'-2'826'0'0,"33"1"-614"0"0,-1 0 0 0 0,0 1 1 0 0,1 1-1 0 0,-1-1 0 0 0,0 2 1 0 0,1-1-1 0 0,-1 1 0 0 0,1 1 1 0 0,0-1-1 0 0,-10 5 0 0 0,-13 4 177 0 0,17-7-187 0 0,-1 1-1 0 0,2 1 1 0 0,-1 0-1 0 0,1 0 1 0 0,0 2-1 0 0,-14 9 1 0 0,26-16-172 0 0,0 1-1 0 0,0 0 1 0 0,1-1-1 0 0,-1 1 1 0 0,0 0-1 0 0,1 0 1 0 0,-1 0 0 0 0,1 0-1 0 0,0 0 1 0 0,0 0-1 0 0,0 0 1 0 0,0 1 0 0 0,0-1-1 0 0,0 0 1 0 0,1 0-1 0 0,-1 1 1 0 0,1-1-1 0 0,-1 5 1 0 0,2-4-10 0 0,-1 1 0 0 0,1 0 0 0 0,0 0 0 0 0,0 0 0 0 0,1 0 0 0 0,-1-1 0 0 0,1 1 0 0 0,0-1 0 0 0,0 1 0 0 0,0-1 0 0 0,0 0 0 0 0,1 1-1 0 0,-1-1 1 0 0,1 0 0 0 0,3 2 0 0 0,10 13 65 0 0,-10-10-77 0 0,1-1 0 0 0,0 1 0 0 0,1-1 0 0 0,0 0 0 0 0,0-1 0 0 0,0 0 0 0 0,1 0 1 0 0,0-1-1 0 0,0 0 0 0 0,16 6 0 0 0,31 4 6 0 0,1-2 0 0 0,1-3 1 0 0,67 3-1 0 0,-51-6-216 0 0,94 21 0 0 0,-164-27 198 0 0,32 8-132 0 0,-1 0-1 0 0,0 3 1 0 0,38 17 0 0 0,-64-25 131 0 0,-1 0 1 0 0,0 0 0 0 0,0 1-1 0 0,-1 0 1 0 0,0 1 0 0 0,0 0-1 0 0,0 0 1 0 0,0 0 0 0 0,-1 1-1 0 0,0 0 1 0 0,0 0 0 0 0,-1 1 0 0 0,0 0-1 0 0,0 0 1 0 0,-1 0 0 0 0,0 0-1 0 0,5 16 1 0 0,0 2 80 0 0,-6-22-48 0 0,-1 1 0 0 0,-1-1 0 0 0,1 1-1 0 0,0 0 1 0 0,-1 0 0 0 0,0 0 0 0 0,0 0 0 0 0,-1 0 0 0 0,1 0-1 0 0,-1 0 1 0 0,0 0 0 0 0,0 0 0 0 0,-1 0 0 0 0,-1 6 0 0 0,0-3 50 0 0,0 0-1 0 0,-1-1 1 0 0,0 0 0 0 0,0 0 0 0 0,0 0 0 0 0,-1 0 0 0 0,0 0 0 0 0,-1-1 0 0 0,0 0 0 0 0,-7 9 0 0 0,8-12-25 0 0,-1-1 1 0 0,1 1-1 0 0,-1-1 0 0 0,0 1 0 0 0,1-1 0 0 0,-1-1 0 0 0,0 1 1 0 0,0-1-1 0 0,0 0 0 0 0,0 0 0 0 0,-1 0 0 0 0,1-1 0 0 0,0 1 1 0 0,0-1-1 0 0,0-1 0 0 0,0 1 0 0 0,-1-1 0 0 0,1 0 0 0 0,0 0 1 0 0,-5-2-1 0 0,-24-5 163 0 0,0-2-1 0 0,1-1 1 0 0,-50-24 0 0 0,67 27-125 0 0,0 0 0 0 0,0-2-1 0 0,1 0 1 0 0,0-1 0 0 0,1 0 0 0 0,0-1 0 0 0,0-1 0 0 0,-19-24 0 0 0,2-20 196 0 0,17 28-134 0 0,12 26-141 0 0,-10-18 265 0 0,2 0 1 0 0,-14-39 0 0 0,22 50-137 0 0,-1 0 0 0 0,2 1 0 0 0,-1-1-1 0 0,2 0 1 0 0,-1 0 0 0 0,1 0 0 0 0,1 0 0 0 0,-1 0 0 0 0,5-19 0 0 0,46-136 2287 0 0,-50 159-2217 0 0,1-1 0 0 0,-1 1 0 0 0,0-1 0 0 0,-1 1 0 0 0,1-1 0 0 0,-2-10 0 0 0,1 3 286 0 0,-1 12-430 0 0,1-1 0 0 0,-1 1 0 0 0,0 0 0 0 0,0-1 0 0 0,0 1 1 0 0,0 0-1 0 0,0-1 0 0 0,0 1 0 0 0,-1 0 0 0 0,1 0 0 0 0,-1 0 0 0 0,1 0 0 0 0,-1 1 0 0 0,0-1 0 0 0,0 0 0 0 0,0 1 0 0 0,0-1 0 0 0,0 1 0 0 0,-3-2 1 0 0,-50-27-512 0 0,45 25 213 0 0,-14-4-560 0 0,18 7 457 0 0,1 0 1 0 0,-1 0 0 0 0,1 0 0 0 0,0-1 0 0 0,-10-5 0 0 0,13 6-176 0 0,1 1 0 0 0,-1-1 1 0 0,1 0-1 0 0,-1 0 0 0 0,1 1 0 0 0,-1-1 0 0 0,1 0 1 0 0,0 0-1 0 0,0 0 0 0 0,0 0 0 0 0,0-1 0 0 0,0 1 1 0 0,1 0-1 0 0,-1 0 0 0 0,1 0 0 0 0,-1-1 1 0 0,1 1-1 0 0,0 0 0 0 0,0-5 0 0 0,5-10-2852 0 0,20 4-548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27T00:08:36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988 71 5202 0 0,'-32'-6'332'0'0,"0"1"0"0"0,0 1 0 0 0,0 2 0 0 0,-1 2 0 0 0,1 0 0 0 0,-1 2 0 0 0,1 2 0 0 0,-52 12 0 0 0,42-4-3 0 0,-68 28 0 0 0,95-33-231 0 0,1 0 1 0 0,-1 1 0 0 0,2 0 0 0 0,-1 1 0 0 0,1 1 0 0 0,1 0 0 0 0,0 1 0 0 0,-20 22 0 0 0,23-22-83 0 0,-5 7 140 0 0,1 0 0 0 0,-21 36-1 0 0,31-48-76 0 0,0 0 0 0 0,1 1 0 0 0,-1-1 0 0 0,1 1 0 0 0,1-1-1 0 0,-1 1 1 0 0,1 0 0 0 0,0 0 0 0 0,1-1 0 0 0,0 1 0 0 0,0 0 0 0 0,0 0-1 0 0,3 12 1 0 0,29 81 568 0 0,-9-35-453 0 0,-10-28-56 0 0,2-1 0 0 0,1-1 1 0 0,2 0-1 0 0,30 44 0 0 0,103 120 729 0 0,-80-108-505 0 0,-35-47-216 0 0,1-2-1 0 0,3-1 1 0 0,1-3 0 0 0,1-1-1 0 0,2-1 1 0 0,2-3-1 0 0,1-2 1 0 0,2-2-1 0 0,1-2 1 0 0,91 35-1 0 0,20-3 183 0 0,237 53 0 0 0,173-10-197 0 0,-450-86-282 0 0,0-4 0 0 0,143-7 0 0 0,-219-7 12 0 0,1-2 0 0 0,-1-2 1 0 0,0-2-1 0 0,-1-2 0 0 0,0-1 0 0 0,-1-3 1 0 0,0-2-1 0 0,-1-1 0 0 0,41-24 0 0 0,-64 29 36 0 0,1 0 0 0 0,-2-1 0 0 0,0-1-1 0 0,0 0 1 0 0,-2-2 0 0 0,0 0 0 0 0,0-1 0 0 0,-2 0-1 0 0,25-38 1 0 0,-31 40 53 0 0,-1 0-1 0 0,0 0 1 0 0,-1 0-1 0 0,-1-1 0 0 0,0 0 1 0 0,-1 0-1 0 0,-1 0 1 0 0,-1 0-1 0 0,0-1 1 0 0,-1 1-1 0 0,0-1 1 0 0,-2 1-1 0 0,0-1 1 0 0,0 1-1 0 0,-6-20 1 0 0,2 15 53 0 0,-2-1 1 0 0,0 1-1 0 0,-1 0 1 0 0,-1 0-1 0 0,-1 1 1 0 0,-13-20-1 0 0,-2 3 127 0 0,-2 1-1 0 0,-37-39 1 0 0,-7 2 351 0 0,-3 3-1 0 0,-3 4 1 0 0,-4 3-1 0 0,-90-55 1 0 0,62 53 670 0 0,-2 5 0 0 0,-231-89 0 0 0,140 83 70 0 0,-2 8-1 0 0,-2 9 1 0 0,-342-36-1 0 0,416 74-1141 0 0,-207 8 0 0 0,276 8-603 0 0,-1 2-1 0 0,1 3 1 0 0,1 2 0 0 0,0 4 0 0 0,-77 29-1 0 0,116-36-11 0 0,0 0 0 0 0,0 2 0 0 0,1 1 0 0 0,1 0 1 0 0,0 2-1 0 0,1 0 0 0 0,-30 29 0 0 0,42-36 174 0 0,1 2 0 0 0,1-1 0 0 0,-1 1 0 0 0,1 0 0 0 0,1 0 0 0 0,0 0 1 0 0,0 1-1 0 0,1 0 0 0 0,0 0 0 0 0,0 0 0 0 0,1 1 0 0 0,1-1 0 0 0,0 1 0 0 0,0-1 0 0 0,1 1 1 0 0,1 0-1 0 0,-1 0 0 0 0,2-1 0 0 0,1 15 0 0 0,23 102-4747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B2FCCB-F69C-3F6E-C9F8-5637D6356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85A52C-8022-0FCB-FE24-9EFA79554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29C429-280D-3D78-0B2A-20DFE48F3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EE826-C58F-4196-9A2A-5B95F1F1D807}" type="datetimeFigureOut">
              <a:rPr lang="pt-BR" smtClean="0"/>
              <a:t>13/10/2023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3B8A67-6D9C-3CCB-ED72-A27C464D0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6A283B-81D3-53D6-17B8-9C2CE172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4CA6-07CB-4FE9-9351-902ED24B2A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0944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22947-27FD-5BEB-DDAE-1AE3A2E7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BBEE5D-60ED-9711-EAAD-94A2551E1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9676C9-FB59-6FA3-AC5E-FC4B700FA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EE826-C58F-4196-9A2A-5B95F1F1D807}" type="datetimeFigureOut">
              <a:rPr lang="pt-BR" smtClean="0"/>
              <a:t>13/10/2023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0D7A6A-CCA4-4025-0552-6817B8CC4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E0BE0B-DE3C-1A77-F1AA-C918635D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4CA6-07CB-4FE9-9351-902ED24B2A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1269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7E5F88-EE96-2E77-DC45-3F1DE8F1B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A7F42E-0BBC-DB52-C0F0-88CF4D00C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8BD5C1-9BC2-4EB7-6B58-911FFFFB2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EE826-C58F-4196-9A2A-5B95F1F1D807}" type="datetimeFigureOut">
              <a:rPr lang="pt-BR" smtClean="0"/>
              <a:t>13/10/2023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0A1ECC-1BE3-6F47-429D-4C1E87B96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A6B4DE-8757-4B30-EAA0-F9A70D9F4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4CA6-07CB-4FE9-9351-902ED24B2A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676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5C5302-663F-B38E-AEE4-657FCD6F2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65C4E3-81C4-71BF-5C80-662565FFE8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F786D6-A315-C887-C5A5-1C252FAA0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32CF07-A4BD-5BD2-1812-1FADD0958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EE826-C58F-4196-9A2A-5B95F1F1D807}" type="datetimeFigureOut">
              <a:rPr lang="pt-BR" smtClean="0"/>
              <a:t>13/10/2023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E27506-7A7C-2612-4D0D-366F9EB5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991523-BE13-2568-05D2-2DB37387D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4CA6-07CB-4FE9-9351-902ED24B2A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225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DA21C-6963-B718-7EE1-4EB4D170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00F5EB-7FAB-F89C-E7EB-8D93A3438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8CF189-98D4-77AA-99F3-7F72BC183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EA08A31-B34B-403D-D58D-42F14F6DB7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BB6CAEC-B5BE-43BD-2E67-31EA020739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4DAD0EB-03DE-3D46-A9DC-467387E1B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EE826-C58F-4196-9A2A-5B95F1F1D807}" type="datetimeFigureOut">
              <a:rPr lang="pt-BR" smtClean="0"/>
              <a:t>13/10/2023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B65F9FC-7409-5BA5-0898-F5BDAF067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C66C242-7F2C-6DEB-202B-33700A041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4CA6-07CB-4FE9-9351-902ED24B2A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3498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B75AE6-34E9-342B-C8AF-5E9DCF41B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6916F80-211C-B387-23D4-F16144987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EE826-C58F-4196-9A2A-5B95F1F1D807}" type="datetimeFigureOut">
              <a:rPr lang="pt-BR" smtClean="0"/>
              <a:t>13/10/2023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47EF2AA-AEB9-45DA-08A4-40094D0C5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6476955-882A-333A-0008-38F6914F4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4CA6-07CB-4FE9-9351-902ED24B2A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2892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7FDA7B2-062A-6B7B-C44F-799C0AE50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EE826-C58F-4196-9A2A-5B95F1F1D807}" type="datetimeFigureOut">
              <a:rPr lang="pt-BR" smtClean="0"/>
              <a:t>13/10/2023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DC619F3-3AF5-D693-A00F-BCAFAA29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5E2EE5-C559-B0B1-D8E1-4EDADAD10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4CA6-07CB-4FE9-9351-902ED24B2A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4636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F08902-7144-0BF7-9132-38903DD5D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D27094-28EC-8B84-54DF-FFDFFA794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3C89BFC-9DD3-FEE3-66C7-50F0164D0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6575512-F176-CD25-DC62-128BBB1E1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EE826-C58F-4196-9A2A-5B95F1F1D807}" type="datetimeFigureOut">
              <a:rPr lang="pt-BR" smtClean="0"/>
              <a:t>13/10/2023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43DFAD-8709-29F6-67B4-E8F82A409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3BBA45-9BE8-1AED-E1A0-D959EBD3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4CA6-07CB-4FE9-9351-902ED24B2A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8703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52718A-8C2E-085B-42CA-30698E451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B608A04-577C-2FA2-64CF-8D2E4A6540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A30C177-834D-79C7-2BC1-76C0985D1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2945CD2-78EE-6DB8-00B0-589D49257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EE826-C58F-4196-9A2A-5B95F1F1D807}" type="datetimeFigureOut">
              <a:rPr lang="pt-BR" smtClean="0"/>
              <a:t>13/10/2023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783A52-2E44-9CD8-CB76-4E09FB619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98C279-B774-899F-428C-5EA05B59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4CA6-07CB-4FE9-9351-902ED24B2A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57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9C42BF-771D-E4D9-91FA-E87DBF5F2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2EEB7A7-B679-013D-1423-7E372FA16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6DD17A-3AB5-2C38-CBC5-EB1D00160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EE826-C58F-4196-9A2A-5B95F1F1D807}" type="datetimeFigureOut">
              <a:rPr lang="pt-BR" smtClean="0"/>
              <a:t>13/10/2023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3C7C34-C59D-FF42-BFED-BE7790DFC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50556A-AE47-E971-4204-78E1CEFD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4CA6-07CB-4FE9-9351-902ED24B2A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1904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A2789A6-3267-B8C1-5908-9A5582D823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0074578-BA19-7A5B-44EA-0EAF6D88E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C6B0EA-AADF-43BE-B5F8-D912EB9C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EE826-C58F-4196-9A2A-5B95F1F1D807}" type="datetimeFigureOut">
              <a:rPr lang="pt-BR" smtClean="0"/>
              <a:t>13/10/2023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A62D9E-AD0B-70D4-A446-453577C5D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A007D8-89CC-E071-BAA7-1DAAE7AD9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24CA6-07CB-4FE9-9351-902ED24B2A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1800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A9FBC3C-BB42-AEC6-5CA8-65CAEA04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B7A07C-0A80-2207-508D-738D7CDDA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180D6E-D44C-6EE1-E098-5B0D71B8A6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EE826-C58F-4196-9A2A-5B95F1F1D807}" type="datetimeFigureOut">
              <a:rPr lang="pt-BR" smtClean="0"/>
              <a:t>13/10/2023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AD51CB-2E80-E348-2A54-8AF83A4AB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51C762-EF9B-A692-956D-08306482E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24CA6-07CB-4FE9-9351-902ED24B2A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0035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99" Type="http://schemas.openxmlformats.org/officeDocument/2006/relationships/customXml" Target="../ink/ink149.xml"/><Relationship Id="rId21" Type="http://schemas.openxmlformats.org/officeDocument/2006/relationships/customXml" Target="../ink/ink10.xml"/><Relationship Id="rId63" Type="http://schemas.openxmlformats.org/officeDocument/2006/relationships/customXml" Target="../ink/ink31.xml"/><Relationship Id="rId159" Type="http://schemas.openxmlformats.org/officeDocument/2006/relationships/customXml" Target="../ink/ink79.xml"/><Relationship Id="rId324" Type="http://schemas.openxmlformats.org/officeDocument/2006/relationships/image" Target="../media/image162.png"/><Relationship Id="rId366" Type="http://schemas.openxmlformats.org/officeDocument/2006/relationships/image" Target="../media/image183.png"/><Relationship Id="rId170" Type="http://schemas.openxmlformats.org/officeDocument/2006/relationships/image" Target="../media/image85.png"/><Relationship Id="rId226" Type="http://schemas.openxmlformats.org/officeDocument/2006/relationships/image" Target="../media/image113.png"/><Relationship Id="rId433" Type="http://schemas.openxmlformats.org/officeDocument/2006/relationships/customXml" Target="../ink/ink216.xml"/><Relationship Id="rId268" Type="http://schemas.openxmlformats.org/officeDocument/2006/relationships/image" Target="../media/image134.png"/><Relationship Id="rId32" Type="http://schemas.openxmlformats.org/officeDocument/2006/relationships/image" Target="../media/image16.png"/><Relationship Id="rId74" Type="http://schemas.openxmlformats.org/officeDocument/2006/relationships/image" Target="../media/image37.png"/><Relationship Id="rId128" Type="http://schemas.openxmlformats.org/officeDocument/2006/relationships/image" Target="../media/image64.png"/><Relationship Id="rId335" Type="http://schemas.openxmlformats.org/officeDocument/2006/relationships/customXml" Target="../ink/ink167.xml"/><Relationship Id="rId377" Type="http://schemas.openxmlformats.org/officeDocument/2006/relationships/customXml" Target="../ink/ink188.xml"/><Relationship Id="rId5" Type="http://schemas.openxmlformats.org/officeDocument/2006/relationships/customXml" Target="../ink/ink2.xml"/><Relationship Id="rId181" Type="http://schemas.openxmlformats.org/officeDocument/2006/relationships/customXml" Target="../ink/ink90.xml"/><Relationship Id="rId237" Type="http://schemas.openxmlformats.org/officeDocument/2006/relationships/customXml" Target="../ink/ink118.xml"/><Relationship Id="rId402" Type="http://schemas.openxmlformats.org/officeDocument/2006/relationships/image" Target="../media/image201.png"/><Relationship Id="rId279" Type="http://schemas.openxmlformats.org/officeDocument/2006/relationships/customXml" Target="../ink/ink139.xml"/><Relationship Id="rId43" Type="http://schemas.openxmlformats.org/officeDocument/2006/relationships/customXml" Target="../ink/ink21.xml"/><Relationship Id="rId139" Type="http://schemas.openxmlformats.org/officeDocument/2006/relationships/customXml" Target="../ink/ink69.xml"/><Relationship Id="rId290" Type="http://schemas.openxmlformats.org/officeDocument/2006/relationships/image" Target="../media/image145.png"/><Relationship Id="rId304" Type="http://schemas.openxmlformats.org/officeDocument/2006/relationships/image" Target="../media/image152.png"/><Relationship Id="rId346" Type="http://schemas.openxmlformats.org/officeDocument/2006/relationships/image" Target="../media/image173.png"/><Relationship Id="rId388" Type="http://schemas.openxmlformats.org/officeDocument/2006/relationships/image" Target="../media/image194.png"/><Relationship Id="rId85" Type="http://schemas.openxmlformats.org/officeDocument/2006/relationships/customXml" Target="../ink/ink42.xml"/><Relationship Id="rId150" Type="http://schemas.openxmlformats.org/officeDocument/2006/relationships/image" Target="../media/image75.png"/><Relationship Id="rId192" Type="http://schemas.openxmlformats.org/officeDocument/2006/relationships/image" Target="../media/image96.png"/><Relationship Id="rId206" Type="http://schemas.openxmlformats.org/officeDocument/2006/relationships/image" Target="../media/image103.png"/><Relationship Id="rId413" Type="http://schemas.openxmlformats.org/officeDocument/2006/relationships/customXml" Target="../ink/ink206.xml"/><Relationship Id="rId248" Type="http://schemas.openxmlformats.org/officeDocument/2006/relationships/image" Target="../media/image124.png"/><Relationship Id="rId12" Type="http://schemas.openxmlformats.org/officeDocument/2006/relationships/image" Target="../media/image6.png"/><Relationship Id="rId108" Type="http://schemas.openxmlformats.org/officeDocument/2006/relationships/image" Target="../media/image54.png"/><Relationship Id="rId315" Type="http://schemas.openxmlformats.org/officeDocument/2006/relationships/customXml" Target="../ink/ink157.xml"/><Relationship Id="rId357" Type="http://schemas.openxmlformats.org/officeDocument/2006/relationships/customXml" Target="../ink/ink178.xml"/><Relationship Id="rId54" Type="http://schemas.openxmlformats.org/officeDocument/2006/relationships/image" Target="../media/image27.png"/><Relationship Id="rId96" Type="http://schemas.openxmlformats.org/officeDocument/2006/relationships/image" Target="../media/image48.png"/><Relationship Id="rId161" Type="http://schemas.openxmlformats.org/officeDocument/2006/relationships/customXml" Target="../ink/ink80.xml"/><Relationship Id="rId217" Type="http://schemas.openxmlformats.org/officeDocument/2006/relationships/customXml" Target="../ink/ink108.xml"/><Relationship Id="rId399" Type="http://schemas.openxmlformats.org/officeDocument/2006/relationships/customXml" Target="../ink/ink199.xml"/><Relationship Id="rId259" Type="http://schemas.openxmlformats.org/officeDocument/2006/relationships/customXml" Target="../ink/ink129.xml"/><Relationship Id="rId424" Type="http://schemas.openxmlformats.org/officeDocument/2006/relationships/image" Target="../media/image212.png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270" Type="http://schemas.openxmlformats.org/officeDocument/2006/relationships/image" Target="../media/image135.png"/><Relationship Id="rId326" Type="http://schemas.openxmlformats.org/officeDocument/2006/relationships/image" Target="../media/image163.png"/><Relationship Id="rId65" Type="http://schemas.openxmlformats.org/officeDocument/2006/relationships/customXml" Target="../ink/ink32.xml"/><Relationship Id="rId130" Type="http://schemas.openxmlformats.org/officeDocument/2006/relationships/image" Target="../media/image65.png"/><Relationship Id="rId368" Type="http://schemas.openxmlformats.org/officeDocument/2006/relationships/image" Target="../media/image184.png"/><Relationship Id="rId172" Type="http://schemas.openxmlformats.org/officeDocument/2006/relationships/image" Target="../media/image86.png"/><Relationship Id="rId228" Type="http://schemas.openxmlformats.org/officeDocument/2006/relationships/image" Target="../media/image114.png"/><Relationship Id="rId435" Type="http://schemas.openxmlformats.org/officeDocument/2006/relationships/customXml" Target="../ink/ink217.xml"/><Relationship Id="rId281" Type="http://schemas.openxmlformats.org/officeDocument/2006/relationships/customXml" Target="../ink/ink140.xml"/><Relationship Id="rId337" Type="http://schemas.openxmlformats.org/officeDocument/2006/relationships/customXml" Target="../ink/ink168.xml"/><Relationship Id="rId34" Type="http://schemas.openxmlformats.org/officeDocument/2006/relationships/image" Target="../media/image17.png"/><Relationship Id="rId76" Type="http://schemas.openxmlformats.org/officeDocument/2006/relationships/image" Target="../media/image38.png"/><Relationship Id="rId141" Type="http://schemas.openxmlformats.org/officeDocument/2006/relationships/customXml" Target="../ink/ink70.xml"/><Relationship Id="rId379" Type="http://schemas.openxmlformats.org/officeDocument/2006/relationships/customXml" Target="../ink/ink189.xml"/><Relationship Id="rId7" Type="http://schemas.openxmlformats.org/officeDocument/2006/relationships/customXml" Target="../ink/ink3.xml"/><Relationship Id="rId183" Type="http://schemas.openxmlformats.org/officeDocument/2006/relationships/customXml" Target="../ink/ink91.xml"/><Relationship Id="rId239" Type="http://schemas.openxmlformats.org/officeDocument/2006/relationships/customXml" Target="../ink/ink119.xml"/><Relationship Id="rId390" Type="http://schemas.openxmlformats.org/officeDocument/2006/relationships/image" Target="../media/image195.png"/><Relationship Id="rId404" Type="http://schemas.openxmlformats.org/officeDocument/2006/relationships/image" Target="../media/image202.png"/><Relationship Id="rId250" Type="http://schemas.openxmlformats.org/officeDocument/2006/relationships/image" Target="../media/image125.png"/><Relationship Id="rId292" Type="http://schemas.openxmlformats.org/officeDocument/2006/relationships/image" Target="../media/image146.png"/><Relationship Id="rId306" Type="http://schemas.openxmlformats.org/officeDocument/2006/relationships/image" Target="../media/image153.png"/><Relationship Id="rId45" Type="http://schemas.openxmlformats.org/officeDocument/2006/relationships/customXml" Target="../ink/ink22.xml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348" Type="http://schemas.openxmlformats.org/officeDocument/2006/relationships/image" Target="../media/image174.png"/><Relationship Id="rId152" Type="http://schemas.openxmlformats.org/officeDocument/2006/relationships/image" Target="../media/image76.png"/><Relationship Id="rId194" Type="http://schemas.openxmlformats.org/officeDocument/2006/relationships/image" Target="../media/image97.png"/><Relationship Id="rId208" Type="http://schemas.openxmlformats.org/officeDocument/2006/relationships/image" Target="../media/image104.png"/><Relationship Id="rId415" Type="http://schemas.openxmlformats.org/officeDocument/2006/relationships/customXml" Target="../ink/ink207.xml"/><Relationship Id="rId261" Type="http://schemas.openxmlformats.org/officeDocument/2006/relationships/customXml" Target="../ink/ink130.xml"/><Relationship Id="rId14" Type="http://schemas.openxmlformats.org/officeDocument/2006/relationships/image" Target="../media/image7.png"/><Relationship Id="rId56" Type="http://schemas.openxmlformats.org/officeDocument/2006/relationships/image" Target="../media/image28.png"/><Relationship Id="rId317" Type="http://schemas.openxmlformats.org/officeDocument/2006/relationships/customXml" Target="../ink/ink158.xml"/><Relationship Id="rId359" Type="http://schemas.openxmlformats.org/officeDocument/2006/relationships/customXml" Target="../ink/ink179.xml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163" Type="http://schemas.openxmlformats.org/officeDocument/2006/relationships/customXml" Target="../ink/ink81.xml"/><Relationship Id="rId219" Type="http://schemas.openxmlformats.org/officeDocument/2006/relationships/customXml" Target="../ink/ink109.xml"/><Relationship Id="rId370" Type="http://schemas.openxmlformats.org/officeDocument/2006/relationships/image" Target="../media/image185.png"/><Relationship Id="rId426" Type="http://schemas.openxmlformats.org/officeDocument/2006/relationships/image" Target="../media/image213.png"/><Relationship Id="rId230" Type="http://schemas.openxmlformats.org/officeDocument/2006/relationships/image" Target="../media/image115.png"/><Relationship Id="rId25" Type="http://schemas.openxmlformats.org/officeDocument/2006/relationships/customXml" Target="../ink/ink12.xml"/><Relationship Id="rId67" Type="http://schemas.openxmlformats.org/officeDocument/2006/relationships/customXml" Target="../ink/ink33.xml"/><Relationship Id="rId272" Type="http://schemas.openxmlformats.org/officeDocument/2006/relationships/image" Target="../media/image136.png"/><Relationship Id="rId328" Type="http://schemas.openxmlformats.org/officeDocument/2006/relationships/image" Target="../media/image164.png"/><Relationship Id="rId132" Type="http://schemas.openxmlformats.org/officeDocument/2006/relationships/image" Target="../media/image66.png"/><Relationship Id="rId174" Type="http://schemas.openxmlformats.org/officeDocument/2006/relationships/image" Target="../media/image87.png"/><Relationship Id="rId381" Type="http://schemas.openxmlformats.org/officeDocument/2006/relationships/customXml" Target="../ink/ink190.xml"/><Relationship Id="rId241" Type="http://schemas.openxmlformats.org/officeDocument/2006/relationships/customXml" Target="../ink/ink120.xml"/><Relationship Id="rId437" Type="http://schemas.openxmlformats.org/officeDocument/2006/relationships/customXml" Target="../ink/ink218.xml"/><Relationship Id="rId36" Type="http://schemas.openxmlformats.org/officeDocument/2006/relationships/image" Target="../media/image18.png"/><Relationship Id="rId283" Type="http://schemas.openxmlformats.org/officeDocument/2006/relationships/customXml" Target="../ink/ink141.xml"/><Relationship Id="rId339" Type="http://schemas.openxmlformats.org/officeDocument/2006/relationships/customXml" Target="../ink/ink169.xml"/><Relationship Id="rId78" Type="http://schemas.openxmlformats.org/officeDocument/2006/relationships/image" Target="../media/image39.png"/><Relationship Id="rId101" Type="http://schemas.openxmlformats.org/officeDocument/2006/relationships/customXml" Target="../ink/ink50.xml"/><Relationship Id="rId143" Type="http://schemas.openxmlformats.org/officeDocument/2006/relationships/customXml" Target="../ink/ink71.xml"/><Relationship Id="rId185" Type="http://schemas.openxmlformats.org/officeDocument/2006/relationships/customXml" Target="../ink/ink92.xml"/><Relationship Id="rId350" Type="http://schemas.openxmlformats.org/officeDocument/2006/relationships/image" Target="../media/image175.png"/><Relationship Id="rId406" Type="http://schemas.openxmlformats.org/officeDocument/2006/relationships/image" Target="../media/image203.png"/><Relationship Id="rId9" Type="http://schemas.openxmlformats.org/officeDocument/2006/relationships/customXml" Target="../ink/ink4.xml"/><Relationship Id="rId210" Type="http://schemas.openxmlformats.org/officeDocument/2006/relationships/image" Target="../media/image105.png"/><Relationship Id="rId392" Type="http://schemas.openxmlformats.org/officeDocument/2006/relationships/image" Target="../media/image196.png"/><Relationship Id="rId252" Type="http://schemas.openxmlformats.org/officeDocument/2006/relationships/image" Target="../media/image126.png"/><Relationship Id="rId294" Type="http://schemas.openxmlformats.org/officeDocument/2006/relationships/image" Target="../media/image147.png"/><Relationship Id="rId308" Type="http://schemas.openxmlformats.org/officeDocument/2006/relationships/image" Target="../media/image154.png"/><Relationship Id="rId47" Type="http://schemas.openxmlformats.org/officeDocument/2006/relationships/customXml" Target="../ink/ink23.xml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54" Type="http://schemas.openxmlformats.org/officeDocument/2006/relationships/image" Target="../media/image77.png"/><Relationship Id="rId361" Type="http://schemas.openxmlformats.org/officeDocument/2006/relationships/customXml" Target="../ink/ink180.xml"/><Relationship Id="rId196" Type="http://schemas.openxmlformats.org/officeDocument/2006/relationships/image" Target="../media/image98.png"/><Relationship Id="rId417" Type="http://schemas.openxmlformats.org/officeDocument/2006/relationships/customXml" Target="../ink/ink208.xml"/><Relationship Id="rId16" Type="http://schemas.openxmlformats.org/officeDocument/2006/relationships/image" Target="../media/image8.png"/><Relationship Id="rId221" Type="http://schemas.openxmlformats.org/officeDocument/2006/relationships/customXml" Target="../ink/ink110.xml"/><Relationship Id="rId263" Type="http://schemas.openxmlformats.org/officeDocument/2006/relationships/customXml" Target="../ink/ink131.xml"/><Relationship Id="rId319" Type="http://schemas.openxmlformats.org/officeDocument/2006/relationships/customXml" Target="../ink/ink159.xml"/><Relationship Id="rId58" Type="http://schemas.openxmlformats.org/officeDocument/2006/relationships/image" Target="../media/image29.png"/><Relationship Id="rId123" Type="http://schemas.openxmlformats.org/officeDocument/2006/relationships/customXml" Target="../ink/ink61.xml"/><Relationship Id="rId330" Type="http://schemas.openxmlformats.org/officeDocument/2006/relationships/image" Target="../media/image165.png"/><Relationship Id="rId165" Type="http://schemas.openxmlformats.org/officeDocument/2006/relationships/customXml" Target="../ink/ink82.xml"/><Relationship Id="rId372" Type="http://schemas.openxmlformats.org/officeDocument/2006/relationships/image" Target="../media/image186.png"/><Relationship Id="rId428" Type="http://schemas.openxmlformats.org/officeDocument/2006/relationships/image" Target="../media/image214.png"/><Relationship Id="rId232" Type="http://schemas.openxmlformats.org/officeDocument/2006/relationships/image" Target="../media/image116.png"/><Relationship Id="rId274" Type="http://schemas.openxmlformats.org/officeDocument/2006/relationships/image" Target="../media/image137.png"/><Relationship Id="rId27" Type="http://schemas.openxmlformats.org/officeDocument/2006/relationships/customXml" Target="../ink/ink13.xml"/><Relationship Id="rId69" Type="http://schemas.openxmlformats.org/officeDocument/2006/relationships/customXml" Target="../ink/ink34.xml"/><Relationship Id="rId134" Type="http://schemas.openxmlformats.org/officeDocument/2006/relationships/image" Target="../media/image67.png"/><Relationship Id="rId80" Type="http://schemas.openxmlformats.org/officeDocument/2006/relationships/image" Target="../media/image40.png"/><Relationship Id="rId176" Type="http://schemas.openxmlformats.org/officeDocument/2006/relationships/image" Target="../media/image88.png"/><Relationship Id="rId341" Type="http://schemas.openxmlformats.org/officeDocument/2006/relationships/customXml" Target="../ink/ink170.xml"/><Relationship Id="rId383" Type="http://schemas.openxmlformats.org/officeDocument/2006/relationships/customXml" Target="../ink/ink191.xml"/><Relationship Id="rId439" Type="http://schemas.openxmlformats.org/officeDocument/2006/relationships/customXml" Target="../ink/ink219.xml"/><Relationship Id="rId201" Type="http://schemas.openxmlformats.org/officeDocument/2006/relationships/customXml" Target="../ink/ink100.xml"/><Relationship Id="rId243" Type="http://schemas.openxmlformats.org/officeDocument/2006/relationships/customXml" Target="../ink/ink121.xml"/><Relationship Id="rId285" Type="http://schemas.openxmlformats.org/officeDocument/2006/relationships/customXml" Target="../ink/ink142.xml"/><Relationship Id="rId38" Type="http://schemas.openxmlformats.org/officeDocument/2006/relationships/image" Target="../media/image19.png"/><Relationship Id="rId103" Type="http://schemas.openxmlformats.org/officeDocument/2006/relationships/customXml" Target="../ink/ink51.xml"/><Relationship Id="rId310" Type="http://schemas.openxmlformats.org/officeDocument/2006/relationships/image" Target="../media/image155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87" Type="http://schemas.openxmlformats.org/officeDocument/2006/relationships/customXml" Target="../ink/ink93.xml"/><Relationship Id="rId352" Type="http://schemas.openxmlformats.org/officeDocument/2006/relationships/image" Target="../media/image176.png"/><Relationship Id="rId394" Type="http://schemas.openxmlformats.org/officeDocument/2006/relationships/image" Target="../media/image197.png"/><Relationship Id="rId408" Type="http://schemas.openxmlformats.org/officeDocument/2006/relationships/image" Target="../media/image204.png"/><Relationship Id="rId212" Type="http://schemas.openxmlformats.org/officeDocument/2006/relationships/image" Target="../media/image106.png"/><Relationship Id="rId254" Type="http://schemas.openxmlformats.org/officeDocument/2006/relationships/image" Target="../media/image127.png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296" Type="http://schemas.openxmlformats.org/officeDocument/2006/relationships/image" Target="../media/image148.png"/><Relationship Id="rId60" Type="http://schemas.openxmlformats.org/officeDocument/2006/relationships/image" Target="../media/image30.png"/><Relationship Id="rId156" Type="http://schemas.openxmlformats.org/officeDocument/2006/relationships/image" Target="../media/image78.png"/><Relationship Id="rId198" Type="http://schemas.openxmlformats.org/officeDocument/2006/relationships/image" Target="../media/image99.png"/><Relationship Id="rId321" Type="http://schemas.openxmlformats.org/officeDocument/2006/relationships/customXml" Target="../ink/ink160.xml"/><Relationship Id="rId363" Type="http://schemas.openxmlformats.org/officeDocument/2006/relationships/customXml" Target="../ink/ink181.xml"/><Relationship Id="rId419" Type="http://schemas.openxmlformats.org/officeDocument/2006/relationships/customXml" Target="../ink/ink209.xml"/><Relationship Id="rId202" Type="http://schemas.openxmlformats.org/officeDocument/2006/relationships/image" Target="../media/image101.png"/><Relationship Id="rId223" Type="http://schemas.openxmlformats.org/officeDocument/2006/relationships/customXml" Target="../ink/ink111.xml"/><Relationship Id="rId244" Type="http://schemas.openxmlformats.org/officeDocument/2006/relationships/image" Target="../media/image122.png"/><Relationship Id="rId430" Type="http://schemas.openxmlformats.org/officeDocument/2006/relationships/image" Target="../media/image215.png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265" Type="http://schemas.openxmlformats.org/officeDocument/2006/relationships/customXml" Target="../ink/ink132.xml"/><Relationship Id="rId286" Type="http://schemas.openxmlformats.org/officeDocument/2006/relationships/image" Target="../media/image143.png"/><Relationship Id="rId50" Type="http://schemas.openxmlformats.org/officeDocument/2006/relationships/image" Target="../media/image25.png"/><Relationship Id="rId104" Type="http://schemas.openxmlformats.org/officeDocument/2006/relationships/image" Target="../media/image52.png"/><Relationship Id="rId125" Type="http://schemas.openxmlformats.org/officeDocument/2006/relationships/customXml" Target="../ink/ink62.xml"/><Relationship Id="rId146" Type="http://schemas.openxmlformats.org/officeDocument/2006/relationships/image" Target="../media/image73.png"/><Relationship Id="rId167" Type="http://schemas.openxmlformats.org/officeDocument/2006/relationships/customXml" Target="../ink/ink83.xml"/><Relationship Id="rId188" Type="http://schemas.openxmlformats.org/officeDocument/2006/relationships/image" Target="../media/image94.png"/><Relationship Id="rId311" Type="http://schemas.openxmlformats.org/officeDocument/2006/relationships/customXml" Target="../ink/ink155.xml"/><Relationship Id="rId332" Type="http://schemas.openxmlformats.org/officeDocument/2006/relationships/image" Target="../media/image166.png"/><Relationship Id="rId353" Type="http://schemas.openxmlformats.org/officeDocument/2006/relationships/customXml" Target="../ink/ink176.xml"/><Relationship Id="rId374" Type="http://schemas.openxmlformats.org/officeDocument/2006/relationships/image" Target="../media/image187.png"/><Relationship Id="rId395" Type="http://schemas.openxmlformats.org/officeDocument/2006/relationships/customXml" Target="../ink/ink197.xml"/><Relationship Id="rId409" Type="http://schemas.openxmlformats.org/officeDocument/2006/relationships/customXml" Target="../ink/ink204.xml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13" Type="http://schemas.openxmlformats.org/officeDocument/2006/relationships/customXml" Target="../ink/ink106.xml"/><Relationship Id="rId234" Type="http://schemas.openxmlformats.org/officeDocument/2006/relationships/image" Target="../media/image117.png"/><Relationship Id="rId420" Type="http://schemas.openxmlformats.org/officeDocument/2006/relationships/image" Target="../media/image210.png"/><Relationship Id="rId2" Type="http://schemas.openxmlformats.org/officeDocument/2006/relationships/image" Target="../media/image1.png"/><Relationship Id="rId29" Type="http://schemas.openxmlformats.org/officeDocument/2006/relationships/customXml" Target="../ink/ink14.xml"/><Relationship Id="rId255" Type="http://schemas.openxmlformats.org/officeDocument/2006/relationships/customXml" Target="../ink/ink127.xml"/><Relationship Id="rId276" Type="http://schemas.openxmlformats.org/officeDocument/2006/relationships/image" Target="../media/image138.png"/><Relationship Id="rId297" Type="http://schemas.openxmlformats.org/officeDocument/2006/relationships/customXml" Target="../ink/ink148.xml"/><Relationship Id="rId441" Type="http://schemas.openxmlformats.org/officeDocument/2006/relationships/customXml" Target="../ink/ink220.xml"/><Relationship Id="rId40" Type="http://schemas.openxmlformats.org/officeDocument/2006/relationships/image" Target="../media/image20.png"/><Relationship Id="rId115" Type="http://schemas.openxmlformats.org/officeDocument/2006/relationships/customXml" Target="../ink/ink57.xml"/><Relationship Id="rId136" Type="http://schemas.openxmlformats.org/officeDocument/2006/relationships/image" Target="../media/image68.png"/><Relationship Id="rId157" Type="http://schemas.openxmlformats.org/officeDocument/2006/relationships/customXml" Target="../ink/ink78.xml"/><Relationship Id="rId178" Type="http://schemas.openxmlformats.org/officeDocument/2006/relationships/image" Target="../media/image89.png"/><Relationship Id="rId301" Type="http://schemas.openxmlformats.org/officeDocument/2006/relationships/customXml" Target="../ink/ink150.xml"/><Relationship Id="rId322" Type="http://schemas.openxmlformats.org/officeDocument/2006/relationships/image" Target="../media/image161.png"/><Relationship Id="rId343" Type="http://schemas.openxmlformats.org/officeDocument/2006/relationships/customXml" Target="../ink/ink171.xml"/><Relationship Id="rId364" Type="http://schemas.openxmlformats.org/officeDocument/2006/relationships/image" Target="../media/image182.png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99" Type="http://schemas.openxmlformats.org/officeDocument/2006/relationships/customXml" Target="../ink/ink99.xml"/><Relationship Id="rId203" Type="http://schemas.openxmlformats.org/officeDocument/2006/relationships/customXml" Target="../ink/ink101.xml"/><Relationship Id="rId385" Type="http://schemas.openxmlformats.org/officeDocument/2006/relationships/customXml" Target="../ink/ink192.xml"/><Relationship Id="rId19" Type="http://schemas.openxmlformats.org/officeDocument/2006/relationships/customXml" Target="../ink/ink9.xml"/><Relationship Id="rId224" Type="http://schemas.openxmlformats.org/officeDocument/2006/relationships/image" Target="../media/image112.png"/><Relationship Id="rId245" Type="http://schemas.openxmlformats.org/officeDocument/2006/relationships/customXml" Target="../ink/ink122.xml"/><Relationship Id="rId266" Type="http://schemas.openxmlformats.org/officeDocument/2006/relationships/image" Target="../media/image133.png"/><Relationship Id="rId287" Type="http://schemas.openxmlformats.org/officeDocument/2006/relationships/customXml" Target="../ink/ink143.xml"/><Relationship Id="rId410" Type="http://schemas.openxmlformats.org/officeDocument/2006/relationships/image" Target="../media/image205.png"/><Relationship Id="rId431" Type="http://schemas.openxmlformats.org/officeDocument/2006/relationships/customXml" Target="../ink/ink215.xml"/><Relationship Id="rId30" Type="http://schemas.openxmlformats.org/officeDocument/2006/relationships/image" Target="../media/image15.png"/><Relationship Id="rId105" Type="http://schemas.openxmlformats.org/officeDocument/2006/relationships/customXml" Target="../ink/ink52.xml"/><Relationship Id="rId126" Type="http://schemas.openxmlformats.org/officeDocument/2006/relationships/image" Target="../media/image63.png"/><Relationship Id="rId147" Type="http://schemas.openxmlformats.org/officeDocument/2006/relationships/customXml" Target="../ink/ink73.xml"/><Relationship Id="rId168" Type="http://schemas.openxmlformats.org/officeDocument/2006/relationships/image" Target="../media/image84.png"/><Relationship Id="rId312" Type="http://schemas.openxmlformats.org/officeDocument/2006/relationships/image" Target="../media/image156.png"/><Relationship Id="rId333" Type="http://schemas.openxmlformats.org/officeDocument/2006/relationships/customXml" Target="../ink/ink166.xml"/><Relationship Id="rId354" Type="http://schemas.openxmlformats.org/officeDocument/2006/relationships/image" Target="../media/image177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75" Type="http://schemas.openxmlformats.org/officeDocument/2006/relationships/customXml" Target="../ink/ink187.xml"/><Relationship Id="rId396" Type="http://schemas.openxmlformats.org/officeDocument/2006/relationships/image" Target="../media/image198.png"/><Relationship Id="rId3" Type="http://schemas.openxmlformats.org/officeDocument/2006/relationships/customXml" Target="../ink/ink1.xml"/><Relationship Id="rId214" Type="http://schemas.openxmlformats.org/officeDocument/2006/relationships/image" Target="../media/image107.png"/><Relationship Id="rId235" Type="http://schemas.openxmlformats.org/officeDocument/2006/relationships/customXml" Target="../ink/ink117.xml"/><Relationship Id="rId256" Type="http://schemas.openxmlformats.org/officeDocument/2006/relationships/image" Target="../media/image128.png"/><Relationship Id="rId277" Type="http://schemas.openxmlformats.org/officeDocument/2006/relationships/customXml" Target="../ink/ink138.xml"/><Relationship Id="rId298" Type="http://schemas.openxmlformats.org/officeDocument/2006/relationships/image" Target="../media/image149.png"/><Relationship Id="rId400" Type="http://schemas.openxmlformats.org/officeDocument/2006/relationships/image" Target="../media/image200.png"/><Relationship Id="rId421" Type="http://schemas.openxmlformats.org/officeDocument/2006/relationships/customXml" Target="../ink/ink210.xml"/><Relationship Id="rId442" Type="http://schemas.openxmlformats.org/officeDocument/2006/relationships/image" Target="../media/image221.png"/><Relationship Id="rId116" Type="http://schemas.openxmlformats.org/officeDocument/2006/relationships/image" Target="../media/image58.png"/><Relationship Id="rId137" Type="http://schemas.openxmlformats.org/officeDocument/2006/relationships/customXml" Target="../ink/ink68.xml"/><Relationship Id="rId158" Type="http://schemas.openxmlformats.org/officeDocument/2006/relationships/image" Target="../media/image79.png"/><Relationship Id="rId302" Type="http://schemas.openxmlformats.org/officeDocument/2006/relationships/image" Target="../media/image151.png"/><Relationship Id="rId323" Type="http://schemas.openxmlformats.org/officeDocument/2006/relationships/customXml" Target="../ink/ink161.xml"/><Relationship Id="rId344" Type="http://schemas.openxmlformats.org/officeDocument/2006/relationships/image" Target="../media/image172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179" Type="http://schemas.openxmlformats.org/officeDocument/2006/relationships/customXml" Target="../ink/ink89.xml"/><Relationship Id="rId365" Type="http://schemas.openxmlformats.org/officeDocument/2006/relationships/customXml" Target="../ink/ink182.xml"/><Relationship Id="rId386" Type="http://schemas.openxmlformats.org/officeDocument/2006/relationships/image" Target="../media/image193.png"/><Relationship Id="rId190" Type="http://schemas.openxmlformats.org/officeDocument/2006/relationships/image" Target="../media/image95.png"/><Relationship Id="rId204" Type="http://schemas.openxmlformats.org/officeDocument/2006/relationships/image" Target="../media/image102.png"/><Relationship Id="rId225" Type="http://schemas.openxmlformats.org/officeDocument/2006/relationships/customXml" Target="../ink/ink112.xml"/><Relationship Id="rId246" Type="http://schemas.openxmlformats.org/officeDocument/2006/relationships/image" Target="../media/image123.png"/><Relationship Id="rId267" Type="http://schemas.openxmlformats.org/officeDocument/2006/relationships/customXml" Target="../ink/ink133.xml"/><Relationship Id="rId288" Type="http://schemas.openxmlformats.org/officeDocument/2006/relationships/image" Target="../media/image144.png"/><Relationship Id="rId411" Type="http://schemas.openxmlformats.org/officeDocument/2006/relationships/customXml" Target="../ink/ink205.xml"/><Relationship Id="rId432" Type="http://schemas.openxmlformats.org/officeDocument/2006/relationships/image" Target="../media/image216.png"/><Relationship Id="rId106" Type="http://schemas.openxmlformats.org/officeDocument/2006/relationships/image" Target="../media/image53.png"/><Relationship Id="rId127" Type="http://schemas.openxmlformats.org/officeDocument/2006/relationships/customXml" Target="../ink/ink63.xml"/><Relationship Id="rId313" Type="http://schemas.openxmlformats.org/officeDocument/2006/relationships/customXml" Target="../ink/ink156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94" Type="http://schemas.openxmlformats.org/officeDocument/2006/relationships/image" Target="../media/image47.png"/><Relationship Id="rId148" Type="http://schemas.openxmlformats.org/officeDocument/2006/relationships/image" Target="../media/image74.png"/><Relationship Id="rId169" Type="http://schemas.openxmlformats.org/officeDocument/2006/relationships/customXml" Target="../ink/ink84.xml"/><Relationship Id="rId334" Type="http://schemas.openxmlformats.org/officeDocument/2006/relationships/image" Target="../media/image167.png"/><Relationship Id="rId355" Type="http://schemas.openxmlformats.org/officeDocument/2006/relationships/customXml" Target="../ink/ink177.xml"/><Relationship Id="rId376" Type="http://schemas.openxmlformats.org/officeDocument/2006/relationships/image" Target="../media/image188.png"/><Relationship Id="rId397" Type="http://schemas.openxmlformats.org/officeDocument/2006/relationships/customXml" Target="../ink/ink198.xml"/><Relationship Id="rId4" Type="http://schemas.openxmlformats.org/officeDocument/2006/relationships/image" Target="../media/image2.png"/><Relationship Id="rId180" Type="http://schemas.openxmlformats.org/officeDocument/2006/relationships/image" Target="../media/image90.png"/><Relationship Id="rId215" Type="http://schemas.openxmlformats.org/officeDocument/2006/relationships/customXml" Target="../ink/ink107.xml"/><Relationship Id="rId236" Type="http://schemas.openxmlformats.org/officeDocument/2006/relationships/image" Target="../media/image118.png"/><Relationship Id="rId257" Type="http://schemas.openxmlformats.org/officeDocument/2006/relationships/customXml" Target="../ink/ink128.xml"/><Relationship Id="rId278" Type="http://schemas.openxmlformats.org/officeDocument/2006/relationships/image" Target="../media/image139.png"/><Relationship Id="rId401" Type="http://schemas.openxmlformats.org/officeDocument/2006/relationships/customXml" Target="../ink/ink200.xml"/><Relationship Id="rId422" Type="http://schemas.openxmlformats.org/officeDocument/2006/relationships/image" Target="../media/image211.png"/><Relationship Id="rId303" Type="http://schemas.openxmlformats.org/officeDocument/2006/relationships/customXml" Target="../ink/ink151.xml"/><Relationship Id="rId42" Type="http://schemas.openxmlformats.org/officeDocument/2006/relationships/image" Target="../media/image21.png"/><Relationship Id="rId84" Type="http://schemas.openxmlformats.org/officeDocument/2006/relationships/image" Target="../media/image42.png"/><Relationship Id="rId138" Type="http://schemas.openxmlformats.org/officeDocument/2006/relationships/image" Target="../media/image69.png"/><Relationship Id="rId345" Type="http://schemas.openxmlformats.org/officeDocument/2006/relationships/customXml" Target="../ink/ink172.xml"/><Relationship Id="rId387" Type="http://schemas.openxmlformats.org/officeDocument/2006/relationships/customXml" Target="../ink/ink193.xml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47" Type="http://schemas.openxmlformats.org/officeDocument/2006/relationships/customXml" Target="../ink/ink123.xml"/><Relationship Id="rId412" Type="http://schemas.openxmlformats.org/officeDocument/2006/relationships/image" Target="../media/image206.png"/><Relationship Id="rId107" Type="http://schemas.openxmlformats.org/officeDocument/2006/relationships/customXml" Target="../ink/ink53.xml"/><Relationship Id="rId289" Type="http://schemas.openxmlformats.org/officeDocument/2006/relationships/customXml" Target="../ink/ink144.xml"/><Relationship Id="rId11" Type="http://schemas.openxmlformats.org/officeDocument/2006/relationships/customXml" Target="../ink/ink5.xml"/><Relationship Id="rId53" Type="http://schemas.openxmlformats.org/officeDocument/2006/relationships/customXml" Target="../ink/ink26.xml"/><Relationship Id="rId149" Type="http://schemas.openxmlformats.org/officeDocument/2006/relationships/customXml" Target="../ink/ink74.xml"/><Relationship Id="rId314" Type="http://schemas.openxmlformats.org/officeDocument/2006/relationships/image" Target="../media/image157.png"/><Relationship Id="rId356" Type="http://schemas.openxmlformats.org/officeDocument/2006/relationships/image" Target="../media/image178.png"/><Relationship Id="rId398" Type="http://schemas.openxmlformats.org/officeDocument/2006/relationships/image" Target="../media/image199.png"/><Relationship Id="rId95" Type="http://schemas.openxmlformats.org/officeDocument/2006/relationships/customXml" Target="../ink/ink47.xml"/><Relationship Id="rId160" Type="http://schemas.openxmlformats.org/officeDocument/2006/relationships/image" Target="../media/image80.png"/><Relationship Id="rId216" Type="http://schemas.openxmlformats.org/officeDocument/2006/relationships/image" Target="../media/image108.png"/><Relationship Id="rId423" Type="http://schemas.openxmlformats.org/officeDocument/2006/relationships/customXml" Target="../ink/ink211.xml"/><Relationship Id="rId258" Type="http://schemas.openxmlformats.org/officeDocument/2006/relationships/image" Target="../media/image129.png"/><Relationship Id="rId22" Type="http://schemas.openxmlformats.org/officeDocument/2006/relationships/image" Target="../media/image11.png"/><Relationship Id="rId64" Type="http://schemas.openxmlformats.org/officeDocument/2006/relationships/image" Target="../media/image32.png"/><Relationship Id="rId118" Type="http://schemas.openxmlformats.org/officeDocument/2006/relationships/image" Target="../media/image59.png"/><Relationship Id="rId325" Type="http://schemas.openxmlformats.org/officeDocument/2006/relationships/customXml" Target="../ink/ink162.xml"/><Relationship Id="rId367" Type="http://schemas.openxmlformats.org/officeDocument/2006/relationships/customXml" Target="../ink/ink183.xml"/><Relationship Id="rId171" Type="http://schemas.openxmlformats.org/officeDocument/2006/relationships/customXml" Target="../ink/ink85.xml"/><Relationship Id="rId227" Type="http://schemas.openxmlformats.org/officeDocument/2006/relationships/customXml" Target="../ink/ink113.xml"/><Relationship Id="rId269" Type="http://schemas.openxmlformats.org/officeDocument/2006/relationships/customXml" Target="../ink/ink134.xml"/><Relationship Id="rId434" Type="http://schemas.openxmlformats.org/officeDocument/2006/relationships/image" Target="../media/image217.png"/><Relationship Id="rId33" Type="http://schemas.openxmlformats.org/officeDocument/2006/relationships/customXml" Target="../ink/ink16.xml"/><Relationship Id="rId129" Type="http://schemas.openxmlformats.org/officeDocument/2006/relationships/customXml" Target="../ink/ink64.xml"/><Relationship Id="rId280" Type="http://schemas.openxmlformats.org/officeDocument/2006/relationships/image" Target="../media/image140.png"/><Relationship Id="rId336" Type="http://schemas.openxmlformats.org/officeDocument/2006/relationships/image" Target="../media/image168.png"/><Relationship Id="rId75" Type="http://schemas.openxmlformats.org/officeDocument/2006/relationships/customXml" Target="../ink/ink37.xml"/><Relationship Id="rId140" Type="http://schemas.openxmlformats.org/officeDocument/2006/relationships/image" Target="../media/image70.png"/><Relationship Id="rId182" Type="http://schemas.openxmlformats.org/officeDocument/2006/relationships/image" Target="../media/image91.png"/><Relationship Id="rId378" Type="http://schemas.openxmlformats.org/officeDocument/2006/relationships/image" Target="../media/image189.png"/><Relationship Id="rId403" Type="http://schemas.openxmlformats.org/officeDocument/2006/relationships/customXml" Target="../ink/ink201.xml"/><Relationship Id="rId6" Type="http://schemas.openxmlformats.org/officeDocument/2006/relationships/image" Target="../media/image3.png"/><Relationship Id="rId238" Type="http://schemas.openxmlformats.org/officeDocument/2006/relationships/image" Target="../media/image119.png"/><Relationship Id="rId291" Type="http://schemas.openxmlformats.org/officeDocument/2006/relationships/customXml" Target="../ink/ink145.xml"/><Relationship Id="rId305" Type="http://schemas.openxmlformats.org/officeDocument/2006/relationships/customXml" Target="../ink/ink152.xml"/><Relationship Id="rId347" Type="http://schemas.openxmlformats.org/officeDocument/2006/relationships/customXml" Target="../ink/ink173.xml"/><Relationship Id="rId44" Type="http://schemas.openxmlformats.org/officeDocument/2006/relationships/image" Target="../media/image22.png"/><Relationship Id="rId86" Type="http://schemas.openxmlformats.org/officeDocument/2006/relationships/image" Target="../media/image43.png"/><Relationship Id="rId151" Type="http://schemas.openxmlformats.org/officeDocument/2006/relationships/customXml" Target="../ink/ink75.xml"/><Relationship Id="rId389" Type="http://schemas.openxmlformats.org/officeDocument/2006/relationships/customXml" Target="../ink/ink194.xml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49" Type="http://schemas.openxmlformats.org/officeDocument/2006/relationships/customXml" Target="../ink/ink124.xml"/><Relationship Id="rId414" Type="http://schemas.openxmlformats.org/officeDocument/2006/relationships/image" Target="../media/image207.png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260" Type="http://schemas.openxmlformats.org/officeDocument/2006/relationships/image" Target="../media/image130.png"/><Relationship Id="rId316" Type="http://schemas.openxmlformats.org/officeDocument/2006/relationships/image" Target="../media/image158.png"/><Relationship Id="rId55" Type="http://schemas.openxmlformats.org/officeDocument/2006/relationships/customXml" Target="../ink/ink27.xml"/><Relationship Id="rId97" Type="http://schemas.openxmlformats.org/officeDocument/2006/relationships/customXml" Target="../ink/ink48.xml"/><Relationship Id="rId120" Type="http://schemas.openxmlformats.org/officeDocument/2006/relationships/image" Target="../media/image60.png"/><Relationship Id="rId358" Type="http://schemas.openxmlformats.org/officeDocument/2006/relationships/image" Target="../media/image179.png"/><Relationship Id="rId162" Type="http://schemas.openxmlformats.org/officeDocument/2006/relationships/image" Target="../media/image81.png"/><Relationship Id="rId218" Type="http://schemas.openxmlformats.org/officeDocument/2006/relationships/image" Target="../media/image109.png"/><Relationship Id="rId425" Type="http://schemas.openxmlformats.org/officeDocument/2006/relationships/customXml" Target="../ink/ink212.xml"/><Relationship Id="rId271" Type="http://schemas.openxmlformats.org/officeDocument/2006/relationships/customXml" Target="../ink/ink135.xml"/><Relationship Id="rId24" Type="http://schemas.openxmlformats.org/officeDocument/2006/relationships/image" Target="../media/image12.png"/><Relationship Id="rId66" Type="http://schemas.openxmlformats.org/officeDocument/2006/relationships/image" Target="../media/image33.png"/><Relationship Id="rId131" Type="http://schemas.openxmlformats.org/officeDocument/2006/relationships/customXml" Target="../ink/ink65.xml"/><Relationship Id="rId327" Type="http://schemas.openxmlformats.org/officeDocument/2006/relationships/customXml" Target="../ink/ink163.xml"/><Relationship Id="rId369" Type="http://schemas.openxmlformats.org/officeDocument/2006/relationships/customXml" Target="../ink/ink184.xml"/><Relationship Id="rId173" Type="http://schemas.openxmlformats.org/officeDocument/2006/relationships/customXml" Target="../ink/ink86.xml"/><Relationship Id="rId229" Type="http://schemas.openxmlformats.org/officeDocument/2006/relationships/customXml" Target="../ink/ink114.xml"/><Relationship Id="rId380" Type="http://schemas.openxmlformats.org/officeDocument/2006/relationships/image" Target="../media/image190.png"/><Relationship Id="rId436" Type="http://schemas.openxmlformats.org/officeDocument/2006/relationships/image" Target="../media/image218.png"/><Relationship Id="rId240" Type="http://schemas.openxmlformats.org/officeDocument/2006/relationships/image" Target="../media/image120.png"/><Relationship Id="rId35" Type="http://schemas.openxmlformats.org/officeDocument/2006/relationships/customXml" Target="../ink/ink17.xml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282" Type="http://schemas.openxmlformats.org/officeDocument/2006/relationships/image" Target="../media/image141.png"/><Relationship Id="rId338" Type="http://schemas.openxmlformats.org/officeDocument/2006/relationships/image" Target="../media/image169.png"/><Relationship Id="rId8" Type="http://schemas.openxmlformats.org/officeDocument/2006/relationships/image" Target="../media/image4.png"/><Relationship Id="rId142" Type="http://schemas.openxmlformats.org/officeDocument/2006/relationships/image" Target="../media/image71.png"/><Relationship Id="rId184" Type="http://schemas.openxmlformats.org/officeDocument/2006/relationships/image" Target="../media/image92.png"/><Relationship Id="rId391" Type="http://schemas.openxmlformats.org/officeDocument/2006/relationships/customXml" Target="../ink/ink195.xml"/><Relationship Id="rId405" Type="http://schemas.openxmlformats.org/officeDocument/2006/relationships/customXml" Target="../ink/ink202.xml"/><Relationship Id="rId251" Type="http://schemas.openxmlformats.org/officeDocument/2006/relationships/customXml" Target="../ink/ink125.xml"/><Relationship Id="rId46" Type="http://schemas.openxmlformats.org/officeDocument/2006/relationships/image" Target="../media/image23.png"/><Relationship Id="rId293" Type="http://schemas.openxmlformats.org/officeDocument/2006/relationships/customXml" Target="../ink/ink146.xml"/><Relationship Id="rId307" Type="http://schemas.openxmlformats.org/officeDocument/2006/relationships/customXml" Target="../ink/ink153.xml"/><Relationship Id="rId349" Type="http://schemas.openxmlformats.org/officeDocument/2006/relationships/customXml" Target="../ink/ink174.xml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53" Type="http://schemas.openxmlformats.org/officeDocument/2006/relationships/customXml" Target="../ink/ink76.xml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360" Type="http://schemas.openxmlformats.org/officeDocument/2006/relationships/image" Target="../media/image180.png"/><Relationship Id="rId416" Type="http://schemas.openxmlformats.org/officeDocument/2006/relationships/image" Target="../media/image208.png"/><Relationship Id="rId220" Type="http://schemas.openxmlformats.org/officeDocument/2006/relationships/image" Target="../media/image110.png"/><Relationship Id="rId15" Type="http://schemas.openxmlformats.org/officeDocument/2006/relationships/customXml" Target="../ink/ink7.xml"/><Relationship Id="rId57" Type="http://schemas.openxmlformats.org/officeDocument/2006/relationships/customXml" Target="../ink/ink28.xml"/><Relationship Id="rId262" Type="http://schemas.openxmlformats.org/officeDocument/2006/relationships/image" Target="../media/image131.png"/><Relationship Id="rId318" Type="http://schemas.openxmlformats.org/officeDocument/2006/relationships/image" Target="../media/image159.png"/><Relationship Id="rId99" Type="http://schemas.openxmlformats.org/officeDocument/2006/relationships/customXml" Target="../ink/ink49.xml"/><Relationship Id="rId122" Type="http://schemas.openxmlformats.org/officeDocument/2006/relationships/image" Target="../media/image61.png"/><Relationship Id="rId164" Type="http://schemas.openxmlformats.org/officeDocument/2006/relationships/image" Target="../media/image82.png"/><Relationship Id="rId371" Type="http://schemas.openxmlformats.org/officeDocument/2006/relationships/customXml" Target="../ink/ink185.xml"/><Relationship Id="rId427" Type="http://schemas.openxmlformats.org/officeDocument/2006/relationships/customXml" Target="../ink/ink213.xml"/><Relationship Id="rId26" Type="http://schemas.openxmlformats.org/officeDocument/2006/relationships/image" Target="../media/image13.png"/><Relationship Id="rId231" Type="http://schemas.openxmlformats.org/officeDocument/2006/relationships/customXml" Target="../ink/ink115.xml"/><Relationship Id="rId273" Type="http://schemas.openxmlformats.org/officeDocument/2006/relationships/customXml" Target="../ink/ink136.xml"/><Relationship Id="rId329" Type="http://schemas.openxmlformats.org/officeDocument/2006/relationships/customXml" Target="../ink/ink164.xml"/><Relationship Id="rId68" Type="http://schemas.openxmlformats.org/officeDocument/2006/relationships/image" Target="../media/image34.png"/><Relationship Id="rId133" Type="http://schemas.openxmlformats.org/officeDocument/2006/relationships/customXml" Target="../ink/ink66.xml"/><Relationship Id="rId175" Type="http://schemas.openxmlformats.org/officeDocument/2006/relationships/customXml" Target="../ink/ink87.xml"/><Relationship Id="rId340" Type="http://schemas.openxmlformats.org/officeDocument/2006/relationships/image" Target="../media/image170.png"/><Relationship Id="rId200" Type="http://schemas.openxmlformats.org/officeDocument/2006/relationships/image" Target="../media/image100.png"/><Relationship Id="rId382" Type="http://schemas.openxmlformats.org/officeDocument/2006/relationships/image" Target="../media/image191.png"/><Relationship Id="rId438" Type="http://schemas.openxmlformats.org/officeDocument/2006/relationships/image" Target="../media/image219.png"/><Relationship Id="rId242" Type="http://schemas.openxmlformats.org/officeDocument/2006/relationships/image" Target="../media/image121.png"/><Relationship Id="rId284" Type="http://schemas.openxmlformats.org/officeDocument/2006/relationships/image" Target="../media/image142.png"/><Relationship Id="rId37" Type="http://schemas.openxmlformats.org/officeDocument/2006/relationships/customXml" Target="../ink/ink18.xml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44" Type="http://schemas.openxmlformats.org/officeDocument/2006/relationships/image" Target="../media/image72.png"/><Relationship Id="rId90" Type="http://schemas.openxmlformats.org/officeDocument/2006/relationships/image" Target="../media/image45.png"/><Relationship Id="rId186" Type="http://schemas.openxmlformats.org/officeDocument/2006/relationships/image" Target="../media/image93.png"/><Relationship Id="rId351" Type="http://schemas.openxmlformats.org/officeDocument/2006/relationships/customXml" Target="../ink/ink175.xml"/><Relationship Id="rId393" Type="http://schemas.openxmlformats.org/officeDocument/2006/relationships/customXml" Target="../ink/ink196.xml"/><Relationship Id="rId407" Type="http://schemas.openxmlformats.org/officeDocument/2006/relationships/customXml" Target="../ink/ink203.xml"/><Relationship Id="rId211" Type="http://schemas.openxmlformats.org/officeDocument/2006/relationships/customXml" Target="../ink/ink105.xml"/><Relationship Id="rId253" Type="http://schemas.openxmlformats.org/officeDocument/2006/relationships/customXml" Target="../ink/ink126.xml"/><Relationship Id="rId295" Type="http://schemas.openxmlformats.org/officeDocument/2006/relationships/customXml" Target="../ink/ink147.xml"/><Relationship Id="rId309" Type="http://schemas.openxmlformats.org/officeDocument/2006/relationships/customXml" Target="../ink/ink154.xml"/><Relationship Id="rId48" Type="http://schemas.openxmlformats.org/officeDocument/2006/relationships/image" Target="../media/image24.png"/><Relationship Id="rId113" Type="http://schemas.openxmlformats.org/officeDocument/2006/relationships/customXml" Target="../ink/ink56.xml"/><Relationship Id="rId320" Type="http://schemas.openxmlformats.org/officeDocument/2006/relationships/image" Target="../media/image160.png"/><Relationship Id="rId155" Type="http://schemas.openxmlformats.org/officeDocument/2006/relationships/customXml" Target="../ink/ink77.xml"/><Relationship Id="rId197" Type="http://schemas.openxmlformats.org/officeDocument/2006/relationships/customXml" Target="../ink/ink98.xml"/><Relationship Id="rId362" Type="http://schemas.openxmlformats.org/officeDocument/2006/relationships/image" Target="../media/image181.png"/><Relationship Id="rId418" Type="http://schemas.openxmlformats.org/officeDocument/2006/relationships/image" Target="../media/image209.png"/><Relationship Id="rId222" Type="http://schemas.openxmlformats.org/officeDocument/2006/relationships/image" Target="../media/image111.png"/><Relationship Id="rId264" Type="http://schemas.openxmlformats.org/officeDocument/2006/relationships/image" Target="../media/image132.png"/><Relationship Id="rId17" Type="http://schemas.openxmlformats.org/officeDocument/2006/relationships/customXml" Target="../ink/ink8.xml"/><Relationship Id="rId59" Type="http://schemas.openxmlformats.org/officeDocument/2006/relationships/customXml" Target="../ink/ink29.xml"/><Relationship Id="rId124" Type="http://schemas.openxmlformats.org/officeDocument/2006/relationships/image" Target="../media/image62.png"/><Relationship Id="rId70" Type="http://schemas.openxmlformats.org/officeDocument/2006/relationships/image" Target="../media/image35.png"/><Relationship Id="rId166" Type="http://schemas.openxmlformats.org/officeDocument/2006/relationships/image" Target="../media/image83.png"/><Relationship Id="rId331" Type="http://schemas.openxmlformats.org/officeDocument/2006/relationships/customXml" Target="../ink/ink165.xml"/><Relationship Id="rId373" Type="http://schemas.openxmlformats.org/officeDocument/2006/relationships/customXml" Target="../ink/ink186.xml"/><Relationship Id="rId429" Type="http://schemas.openxmlformats.org/officeDocument/2006/relationships/customXml" Target="../ink/ink214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16.xml"/><Relationship Id="rId440" Type="http://schemas.openxmlformats.org/officeDocument/2006/relationships/image" Target="../media/image220.png"/><Relationship Id="rId28" Type="http://schemas.openxmlformats.org/officeDocument/2006/relationships/image" Target="../media/image14.png"/><Relationship Id="rId275" Type="http://schemas.openxmlformats.org/officeDocument/2006/relationships/customXml" Target="../ink/ink137.xml"/><Relationship Id="rId300" Type="http://schemas.openxmlformats.org/officeDocument/2006/relationships/image" Target="../media/image150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77" Type="http://schemas.openxmlformats.org/officeDocument/2006/relationships/customXml" Target="../ink/ink88.xml"/><Relationship Id="rId342" Type="http://schemas.openxmlformats.org/officeDocument/2006/relationships/image" Target="../media/image171.png"/><Relationship Id="rId384" Type="http://schemas.openxmlformats.org/officeDocument/2006/relationships/image" Target="../media/image192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78.xml"/><Relationship Id="rId299" Type="http://schemas.openxmlformats.org/officeDocument/2006/relationships/customXml" Target="../ink/ink369.xml"/><Relationship Id="rId21" Type="http://schemas.openxmlformats.org/officeDocument/2006/relationships/customXml" Target="../ink/ink230.xml"/><Relationship Id="rId63" Type="http://schemas.openxmlformats.org/officeDocument/2006/relationships/customXml" Target="../ink/ink251.xml"/><Relationship Id="rId159" Type="http://schemas.openxmlformats.org/officeDocument/2006/relationships/customXml" Target="../ink/ink299.xml"/><Relationship Id="rId324" Type="http://schemas.openxmlformats.org/officeDocument/2006/relationships/image" Target="../media/image382.png"/><Relationship Id="rId366" Type="http://schemas.openxmlformats.org/officeDocument/2006/relationships/image" Target="../media/image403.png"/><Relationship Id="rId170" Type="http://schemas.openxmlformats.org/officeDocument/2006/relationships/image" Target="../media/image305.png"/><Relationship Id="rId226" Type="http://schemas.openxmlformats.org/officeDocument/2006/relationships/image" Target="../media/image333.png"/><Relationship Id="rId268" Type="http://schemas.openxmlformats.org/officeDocument/2006/relationships/image" Target="../media/image354.png"/><Relationship Id="rId32" Type="http://schemas.openxmlformats.org/officeDocument/2006/relationships/image" Target="../media/image236.png"/><Relationship Id="rId74" Type="http://schemas.openxmlformats.org/officeDocument/2006/relationships/image" Target="../media/image257.png"/><Relationship Id="rId128" Type="http://schemas.openxmlformats.org/officeDocument/2006/relationships/image" Target="../media/image284.png"/><Relationship Id="rId335" Type="http://schemas.openxmlformats.org/officeDocument/2006/relationships/customXml" Target="../ink/ink387.xml"/><Relationship Id="rId377" Type="http://schemas.openxmlformats.org/officeDocument/2006/relationships/customXml" Target="../ink/ink408.xml"/><Relationship Id="rId5" Type="http://schemas.openxmlformats.org/officeDocument/2006/relationships/customXml" Target="../ink/ink222.xml"/><Relationship Id="rId181" Type="http://schemas.openxmlformats.org/officeDocument/2006/relationships/customXml" Target="../ink/ink310.xml"/><Relationship Id="rId237" Type="http://schemas.openxmlformats.org/officeDocument/2006/relationships/customXml" Target="../ink/ink338.xml"/><Relationship Id="rId402" Type="http://schemas.openxmlformats.org/officeDocument/2006/relationships/image" Target="../media/image421.png"/><Relationship Id="rId279" Type="http://schemas.openxmlformats.org/officeDocument/2006/relationships/customXml" Target="../ink/ink359.xml"/><Relationship Id="rId43" Type="http://schemas.openxmlformats.org/officeDocument/2006/relationships/customXml" Target="../ink/ink241.xml"/><Relationship Id="rId139" Type="http://schemas.openxmlformats.org/officeDocument/2006/relationships/customXml" Target="../ink/ink289.xml"/><Relationship Id="rId290" Type="http://schemas.openxmlformats.org/officeDocument/2006/relationships/image" Target="../media/image365.png"/><Relationship Id="rId304" Type="http://schemas.openxmlformats.org/officeDocument/2006/relationships/image" Target="../media/image372.png"/><Relationship Id="rId346" Type="http://schemas.openxmlformats.org/officeDocument/2006/relationships/image" Target="../media/image393.png"/><Relationship Id="rId388" Type="http://schemas.openxmlformats.org/officeDocument/2006/relationships/image" Target="../media/image414.png"/><Relationship Id="rId85" Type="http://schemas.openxmlformats.org/officeDocument/2006/relationships/customXml" Target="../ink/ink262.xml"/><Relationship Id="rId150" Type="http://schemas.openxmlformats.org/officeDocument/2006/relationships/image" Target="../media/image295.png"/><Relationship Id="rId192" Type="http://schemas.openxmlformats.org/officeDocument/2006/relationships/image" Target="../media/image316.png"/><Relationship Id="rId206" Type="http://schemas.openxmlformats.org/officeDocument/2006/relationships/image" Target="../media/image323.png"/><Relationship Id="rId413" Type="http://schemas.openxmlformats.org/officeDocument/2006/relationships/customXml" Target="../ink/ink426.xml"/><Relationship Id="rId248" Type="http://schemas.openxmlformats.org/officeDocument/2006/relationships/image" Target="../media/image344.png"/><Relationship Id="rId12" Type="http://schemas.openxmlformats.org/officeDocument/2006/relationships/image" Target="../media/image226.png"/><Relationship Id="rId108" Type="http://schemas.openxmlformats.org/officeDocument/2006/relationships/image" Target="../media/image274.png"/><Relationship Id="rId315" Type="http://schemas.openxmlformats.org/officeDocument/2006/relationships/customXml" Target="../ink/ink377.xml"/><Relationship Id="rId357" Type="http://schemas.openxmlformats.org/officeDocument/2006/relationships/customXml" Target="../ink/ink398.xml"/><Relationship Id="rId54" Type="http://schemas.openxmlformats.org/officeDocument/2006/relationships/image" Target="../media/image247.png"/><Relationship Id="rId96" Type="http://schemas.openxmlformats.org/officeDocument/2006/relationships/image" Target="../media/image268.png"/><Relationship Id="rId161" Type="http://schemas.openxmlformats.org/officeDocument/2006/relationships/customXml" Target="../ink/ink300.xml"/><Relationship Id="rId217" Type="http://schemas.openxmlformats.org/officeDocument/2006/relationships/customXml" Target="../ink/ink328.xml"/><Relationship Id="rId399" Type="http://schemas.openxmlformats.org/officeDocument/2006/relationships/customXml" Target="../ink/ink419.xml"/><Relationship Id="rId259" Type="http://schemas.openxmlformats.org/officeDocument/2006/relationships/customXml" Target="../ink/ink349.xml"/><Relationship Id="rId23" Type="http://schemas.openxmlformats.org/officeDocument/2006/relationships/customXml" Target="../ink/ink231.xml"/><Relationship Id="rId119" Type="http://schemas.openxmlformats.org/officeDocument/2006/relationships/customXml" Target="../ink/ink279.xml"/><Relationship Id="rId270" Type="http://schemas.openxmlformats.org/officeDocument/2006/relationships/image" Target="../media/image355.png"/><Relationship Id="rId326" Type="http://schemas.openxmlformats.org/officeDocument/2006/relationships/image" Target="../media/image383.png"/><Relationship Id="rId65" Type="http://schemas.openxmlformats.org/officeDocument/2006/relationships/customXml" Target="../ink/ink252.xml"/><Relationship Id="rId130" Type="http://schemas.openxmlformats.org/officeDocument/2006/relationships/image" Target="../media/image285.png"/><Relationship Id="rId368" Type="http://schemas.openxmlformats.org/officeDocument/2006/relationships/image" Target="../media/image404.png"/><Relationship Id="rId172" Type="http://schemas.openxmlformats.org/officeDocument/2006/relationships/image" Target="../media/image306.png"/><Relationship Id="rId228" Type="http://schemas.openxmlformats.org/officeDocument/2006/relationships/image" Target="../media/image334.png"/><Relationship Id="rId281" Type="http://schemas.openxmlformats.org/officeDocument/2006/relationships/customXml" Target="../ink/ink360.xml"/><Relationship Id="rId337" Type="http://schemas.openxmlformats.org/officeDocument/2006/relationships/customXml" Target="../ink/ink388.xml"/><Relationship Id="rId34" Type="http://schemas.openxmlformats.org/officeDocument/2006/relationships/image" Target="../media/image237.png"/><Relationship Id="rId76" Type="http://schemas.openxmlformats.org/officeDocument/2006/relationships/image" Target="../media/image258.png"/><Relationship Id="rId141" Type="http://schemas.openxmlformats.org/officeDocument/2006/relationships/customXml" Target="../ink/ink290.xml"/><Relationship Id="rId379" Type="http://schemas.openxmlformats.org/officeDocument/2006/relationships/customXml" Target="../ink/ink409.xml"/><Relationship Id="rId7" Type="http://schemas.openxmlformats.org/officeDocument/2006/relationships/customXml" Target="../ink/ink223.xml"/><Relationship Id="rId183" Type="http://schemas.openxmlformats.org/officeDocument/2006/relationships/customXml" Target="../ink/ink311.xml"/><Relationship Id="rId239" Type="http://schemas.openxmlformats.org/officeDocument/2006/relationships/customXml" Target="../ink/ink339.xml"/><Relationship Id="rId390" Type="http://schemas.openxmlformats.org/officeDocument/2006/relationships/image" Target="../media/image415.png"/><Relationship Id="rId404" Type="http://schemas.openxmlformats.org/officeDocument/2006/relationships/image" Target="../media/image422.png"/><Relationship Id="rId250" Type="http://schemas.openxmlformats.org/officeDocument/2006/relationships/image" Target="../media/image345.png"/><Relationship Id="rId292" Type="http://schemas.openxmlformats.org/officeDocument/2006/relationships/image" Target="../media/image366.png"/><Relationship Id="rId306" Type="http://schemas.openxmlformats.org/officeDocument/2006/relationships/image" Target="../media/image373.png"/><Relationship Id="rId45" Type="http://schemas.openxmlformats.org/officeDocument/2006/relationships/customXml" Target="../ink/ink242.xml"/><Relationship Id="rId87" Type="http://schemas.openxmlformats.org/officeDocument/2006/relationships/customXml" Target="../ink/ink263.xml"/><Relationship Id="rId110" Type="http://schemas.openxmlformats.org/officeDocument/2006/relationships/image" Target="../media/image275.png"/><Relationship Id="rId348" Type="http://schemas.openxmlformats.org/officeDocument/2006/relationships/image" Target="../media/image394.png"/><Relationship Id="rId152" Type="http://schemas.openxmlformats.org/officeDocument/2006/relationships/image" Target="../media/image296.png"/><Relationship Id="rId194" Type="http://schemas.openxmlformats.org/officeDocument/2006/relationships/image" Target="../media/image317.png"/><Relationship Id="rId208" Type="http://schemas.openxmlformats.org/officeDocument/2006/relationships/image" Target="../media/image324.png"/><Relationship Id="rId415" Type="http://schemas.openxmlformats.org/officeDocument/2006/relationships/customXml" Target="../ink/ink427.xml"/><Relationship Id="rId261" Type="http://schemas.openxmlformats.org/officeDocument/2006/relationships/customXml" Target="../ink/ink350.xml"/><Relationship Id="rId14" Type="http://schemas.openxmlformats.org/officeDocument/2006/relationships/image" Target="../media/image227.png"/><Relationship Id="rId56" Type="http://schemas.openxmlformats.org/officeDocument/2006/relationships/image" Target="../media/image248.png"/><Relationship Id="rId317" Type="http://schemas.openxmlformats.org/officeDocument/2006/relationships/customXml" Target="../ink/ink378.xml"/><Relationship Id="rId359" Type="http://schemas.openxmlformats.org/officeDocument/2006/relationships/customXml" Target="../ink/ink399.xml"/><Relationship Id="rId98" Type="http://schemas.openxmlformats.org/officeDocument/2006/relationships/image" Target="../media/image269.png"/><Relationship Id="rId121" Type="http://schemas.openxmlformats.org/officeDocument/2006/relationships/customXml" Target="../ink/ink280.xml"/><Relationship Id="rId163" Type="http://schemas.openxmlformats.org/officeDocument/2006/relationships/customXml" Target="../ink/ink301.xml"/><Relationship Id="rId219" Type="http://schemas.openxmlformats.org/officeDocument/2006/relationships/customXml" Target="../ink/ink329.xml"/><Relationship Id="rId370" Type="http://schemas.openxmlformats.org/officeDocument/2006/relationships/image" Target="../media/image405.png"/><Relationship Id="rId230" Type="http://schemas.openxmlformats.org/officeDocument/2006/relationships/image" Target="../media/image335.png"/><Relationship Id="rId25" Type="http://schemas.openxmlformats.org/officeDocument/2006/relationships/customXml" Target="../ink/ink232.xml"/><Relationship Id="rId67" Type="http://schemas.openxmlformats.org/officeDocument/2006/relationships/customXml" Target="../ink/ink253.xml"/><Relationship Id="rId272" Type="http://schemas.openxmlformats.org/officeDocument/2006/relationships/image" Target="../media/image356.png"/><Relationship Id="rId328" Type="http://schemas.openxmlformats.org/officeDocument/2006/relationships/image" Target="../media/image384.png"/><Relationship Id="rId132" Type="http://schemas.openxmlformats.org/officeDocument/2006/relationships/image" Target="../media/image286.png"/><Relationship Id="rId174" Type="http://schemas.openxmlformats.org/officeDocument/2006/relationships/image" Target="../media/image307.png"/><Relationship Id="rId381" Type="http://schemas.openxmlformats.org/officeDocument/2006/relationships/customXml" Target="../ink/ink410.xml"/><Relationship Id="rId241" Type="http://schemas.openxmlformats.org/officeDocument/2006/relationships/customXml" Target="../ink/ink340.xml"/><Relationship Id="rId36" Type="http://schemas.openxmlformats.org/officeDocument/2006/relationships/image" Target="../media/image238.png"/><Relationship Id="rId283" Type="http://schemas.openxmlformats.org/officeDocument/2006/relationships/customXml" Target="../ink/ink361.xml"/><Relationship Id="rId339" Type="http://schemas.openxmlformats.org/officeDocument/2006/relationships/customXml" Target="../ink/ink389.xml"/><Relationship Id="rId78" Type="http://schemas.openxmlformats.org/officeDocument/2006/relationships/image" Target="../media/image259.png"/><Relationship Id="rId101" Type="http://schemas.openxmlformats.org/officeDocument/2006/relationships/customXml" Target="../ink/ink270.xml"/><Relationship Id="rId143" Type="http://schemas.openxmlformats.org/officeDocument/2006/relationships/customXml" Target="../ink/ink291.xml"/><Relationship Id="rId185" Type="http://schemas.openxmlformats.org/officeDocument/2006/relationships/customXml" Target="../ink/ink312.xml"/><Relationship Id="rId350" Type="http://schemas.openxmlformats.org/officeDocument/2006/relationships/image" Target="../media/image395.png"/><Relationship Id="rId406" Type="http://schemas.openxmlformats.org/officeDocument/2006/relationships/image" Target="../media/image423.png"/><Relationship Id="rId9" Type="http://schemas.openxmlformats.org/officeDocument/2006/relationships/customXml" Target="../ink/ink224.xml"/><Relationship Id="rId210" Type="http://schemas.openxmlformats.org/officeDocument/2006/relationships/image" Target="../media/image325.png"/><Relationship Id="rId392" Type="http://schemas.openxmlformats.org/officeDocument/2006/relationships/image" Target="../media/image416.png"/><Relationship Id="rId252" Type="http://schemas.openxmlformats.org/officeDocument/2006/relationships/image" Target="../media/image346.png"/><Relationship Id="rId294" Type="http://schemas.openxmlformats.org/officeDocument/2006/relationships/image" Target="../media/image367.png"/><Relationship Id="rId308" Type="http://schemas.openxmlformats.org/officeDocument/2006/relationships/image" Target="../media/image374.png"/><Relationship Id="rId47" Type="http://schemas.openxmlformats.org/officeDocument/2006/relationships/customXml" Target="../ink/ink243.xml"/><Relationship Id="rId89" Type="http://schemas.openxmlformats.org/officeDocument/2006/relationships/customXml" Target="../ink/ink264.xml"/><Relationship Id="rId112" Type="http://schemas.openxmlformats.org/officeDocument/2006/relationships/image" Target="../media/image276.png"/><Relationship Id="rId154" Type="http://schemas.openxmlformats.org/officeDocument/2006/relationships/image" Target="../media/image297.png"/><Relationship Id="rId361" Type="http://schemas.openxmlformats.org/officeDocument/2006/relationships/customXml" Target="../ink/ink400.xml"/><Relationship Id="rId196" Type="http://schemas.openxmlformats.org/officeDocument/2006/relationships/image" Target="../media/image318.png"/><Relationship Id="rId417" Type="http://schemas.openxmlformats.org/officeDocument/2006/relationships/customXml" Target="../ink/ink428.xml"/><Relationship Id="rId16" Type="http://schemas.openxmlformats.org/officeDocument/2006/relationships/image" Target="../media/image228.png"/><Relationship Id="rId221" Type="http://schemas.openxmlformats.org/officeDocument/2006/relationships/customXml" Target="../ink/ink330.xml"/><Relationship Id="rId263" Type="http://schemas.openxmlformats.org/officeDocument/2006/relationships/customXml" Target="../ink/ink351.xml"/><Relationship Id="rId319" Type="http://schemas.openxmlformats.org/officeDocument/2006/relationships/customXml" Target="../ink/ink379.xml"/><Relationship Id="rId58" Type="http://schemas.openxmlformats.org/officeDocument/2006/relationships/image" Target="../media/image249.png"/><Relationship Id="rId123" Type="http://schemas.openxmlformats.org/officeDocument/2006/relationships/customXml" Target="../ink/ink281.xml"/><Relationship Id="rId330" Type="http://schemas.openxmlformats.org/officeDocument/2006/relationships/image" Target="../media/image385.png"/><Relationship Id="rId165" Type="http://schemas.openxmlformats.org/officeDocument/2006/relationships/customXml" Target="../ink/ink302.xml"/><Relationship Id="rId372" Type="http://schemas.openxmlformats.org/officeDocument/2006/relationships/image" Target="../media/image406.png"/><Relationship Id="rId232" Type="http://schemas.openxmlformats.org/officeDocument/2006/relationships/image" Target="../media/image336.png"/><Relationship Id="rId274" Type="http://schemas.openxmlformats.org/officeDocument/2006/relationships/image" Target="../media/image357.png"/><Relationship Id="rId27" Type="http://schemas.openxmlformats.org/officeDocument/2006/relationships/customXml" Target="../ink/ink233.xml"/><Relationship Id="rId69" Type="http://schemas.openxmlformats.org/officeDocument/2006/relationships/customXml" Target="../ink/ink254.xml"/><Relationship Id="rId134" Type="http://schemas.openxmlformats.org/officeDocument/2006/relationships/image" Target="../media/image287.png"/><Relationship Id="rId80" Type="http://schemas.openxmlformats.org/officeDocument/2006/relationships/image" Target="../media/image260.png"/><Relationship Id="rId176" Type="http://schemas.openxmlformats.org/officeDocument/2006/relationships/image" Target="../media/image308.png"/><Relationship Id="rId341" Type="http://schemas.openxmlformats.org/officeDocument/2006/relationships/customXml" Target="../ink/ink390.xml"/><Relationship Id="rId383" Type="http://schemas.openxmlformats.org/officeDocument/2006/relationships/customXml" Target="../ink/ink411.xml"/><Relationship Id="rId201" Type="http://schemas.openxmlformats.org/officeDocument/2006/relationships/customXml" Target="../ink/ink320.xml"/><Relationship Id="rId222" Type="http://schemas.openxmlformats.org/officeDocument/2006/relationships/image" Target="../media/image331.png"/><Relationship Id="rId243" Type="http://schemas.openxmlformats.org/officeDocument/2006/relationships/customXml" Target="../ink/ink341.xml"/><Relationship Id="rId264" Type="http://schemas.openxmlformats.org/officeDocument/2006/relationships/image" Target="../media/image352.png"/><Relationship Id="rId285" Type="http://schemas.openxmlformats.org/officeDocument/2006/relationships/customXml" Target="../ink/ink362.xml"/><Relationship Id="rId17" Type="http://schemas.openxmlformats.org/officeDocument/2006/relationships/customXml" Target="../ink/ink228.xml"/><Relationship Id="rId38" Type="http://schemas.openxmlformats.org/officeDocument/2006/relationships/image" Target="../media/image239.png"/><Relationship Id="rId59" Type="http://schemas.openxmlformats.org/officeDocument/2006/relationships/customXml" Target="../ink/ink249.xml"/><Relationship Id="rId103" Type="http://schemas.openxmlformats.org/officeDocument/2006/relationships/customXml" Target="../ink/ink271.xml"/><Relationship Id="rId124" Type="http://schemas.openxmlformats.org/officeDocument/2006/relationships/image" Target="../media/image282.png"/><Relationship Id="rId310" Type="http://schemas.openxmlformats.org/officeDocument/2006/relationships/image" Target="../media/image375.png"/><Relationship Id="rId70" Type="http://schemas.openxmlformats.org/officeDocument/2006/relationships/image" Target="../media/image255.png"/><Relationship Id="rId91" Type="http://schemas.openxmlformats.org/officeDocument/2006/relationships/customXml" Target="../ink/ink265.xml"/><Relationship Id="rId145" Type="http://schemas.openxmlformats.org/officeDocument/2006/relationships/customXml" Target="../ink/ink292.xml"/><Relationship Id="rId166" Type="http://schemas.openxmlformats.org/officeDocument/2006/relationships/image" Target="../media/image303.png"/><Relationship Id="rId187" Type="http://schemas.openxmlformats.org/officeDocument/2006/relationships/customXml" Target="../ink/ink313.xml"/><Relationship Id="rId331" Type="http://schemas.openxmlformats.org/officeDocument/2006/relationships/customXml" Target="../ink/ink385.xml"/><Relationship Id="rId352" Type="http://schemas.openxmlformats.org/officeDocument/2006/relationships/image" Target="../media/image396.png"/><Relationship Id="rId373" Type="http://schemas.openxmlformats.org/officeDocument/2006/relationships/customXml" Target="../ink/ink406.xml"/><Relationship Id="rId394" Type="http://schemas.openxmlformats.org/officeDocument/2006/relationships/image" Target="../media/image417.png"/><Relationship Id="rId408" Type="http://schemas.openxmlformats.org/officeDocument/2006/relationships/image" Target="../media/image424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326.png"/><Relationship Id="rId233" Type="http://schemas.openxmlformats.org/officeDocument/2006/relationships/customXml" Target="../ink/ink336.xml"/><Relationship Id="rId254" Type="http://schemas.openxmlformats.org/officeDocument/2006/relationships/image" Target="../media/image347.png"/><Relationship Id="rId28" Type="http://schemas.openxmlformats.org/officeDocument/2006/relationships/image" Target="../media/image234.png"/><Relationship Id="rId49" Type="http://schemas.openxmlformats.org/officeDocument/2006/relationships/customXml" Target="../ink/ink244.xml"/><Relationship Id="rId114" Type="http://schemas.openxmlformats.org/officeDocument/2006/relationships/image" Target="../media/image277.png"/><Relationship Id="rId275" Type="http://schemas.openxmlformats.org/officeDocument/2006/relationships/customXml" Target="../ink/ink357.xml"/><Relationship Id="rId296" Type="http://schemas.openxmlformats.org/officeDocument/2006/relationships/image" Target="../media/image368.png"/><Relationship Id="rId300" Type="http://schemas.openxmlformats.org/officeDocument/2006/relationships/image" Target="../media/image370.png"/><Relationship Id="rId60" Type="http://schemas.openxmlformats.org/officeDocument/2006/relationships/image" Target="../media/image250.png"/><Relationship Id="rId81" Type="http://schemas.openxmlformats.org/officeDocument/2006/relationships/customXml" Target="../ink/ink260.xml"/><Relationship Id="rId135" Type="http://schemas.openxmlformats.org/officeDocument/2006/relationships/customXml" Target="../ink/ink287.xml"/><Relationship Id="rId156" Type="http://schemas.openxmlformats.org/officeDocument/2006/relationships/image" Target="../media/image298.png"/><Relationship Id="rId177" Type="http://schemas.openxmlformats.org/officeDocument/2006/relationships/customXml" Target="../ink/ink308.xml"/><Relationship Id="rId198" Type="http://schemas.openxmlformats.org/officeDocument/2006/relationships/image" Target="../media/image319.png"/><Relationship Id="rId321" Type="http://schemas.openxmlformats.org/officeDocument/2006/relationships/customXml" Target="../ink/ink380.xml"/><Relationship Id="rId342" Type="http://schemas.openxmlformats.org/officeDocument/2006/relationships/image" Target="../media/image391.png"/><Relationship Id="rId363" Type="http://schemas.openxmlformats.org/officeDocument/2006/relationships/customXml" Target="../ink/ink401.xml"/><Relationship Id="rId384" Type="http://schemas.openxmlformats.org/officeDocument/2006/relationships/image" Target="../media/image412.png"/><Relationship Id="rId202" Type="http://schemas.openxmlformats.org/officeDocument/2006/relationships/image" Target="../media/image321.png"/><Relationship Id="rId223" Type="http://schemas.openxmlformats.org/officeDocument/2006/relationships/customXml" Target="../ink/ink331.xml"/><Relationship Id="rId244" Type="http://schemas.openxmlformats.org/officeDocument/2006/relationships/image" Target="../media/image342.png"/><Relationship Id="rId18" Type="http://schemas.openxmlformats.org/officeDocument/2006/relationships/image" Target="../media/image229.png"/><Relationship Id="rId39" Type="http://schemas.openxmlformats.org/officeDocument/2006/relationships/customXml" Target="../ink/ink239.xml"/><Relationship Id="rId265" Type="http://schemas.openxmlformats.org/officeDocument/2006/relationships/customXml" Target="../ink/ink352.xml"/><Relationship Id="rId286" Type="http://schemas.openxmlformats.org/officeDocument/2006/relationships/image" Target="../media/image363.png"/><Relationship Id="rId50" Type="http://schemas.openxmlformats.org/officeDocument/2006/relationships/image" Target="../media/image245.png"/><Relationship Id="rId104" Type="http://schemas.openxmlformats.org/officeDocument/2006/relationships/image" Target="../media/image272.png"/><Relationship Id="rId125" Type="http://schemas.openxmlformats.org/officeDocument/2006/relationships/customXml" Target="../ink/ink282.xml"/><Relationship Id="rId146" Type="http://schemas.openxmlformats.org/officeDocument/2006/relationships/image" Target="../media/image293.png"/><Relationship Id="rId167" Type="http://schemas.openxmlformats.org/officeDocument/2006/relationships/customXml" Target="../ink/ink303.xml"/><Relationship Id="rId188" Type="http://schemas.openxmlformats.org/officeDocument/2006/relationships/image" Target="../media/image314.png"/><Relationship Id="rId311" Type="http://schemas.openxmlformats.org/officeDocument/2006/relationships/customXml" Target="../ink/ink375.xml"/><Relationship Id="rId332" Type="http://schemas.openxmlformats.org/officeDocument/2006/relationships/image" Target="../media/image386.png"/><Relationship Id="rId353" Type="http://schemas.openxmlformats.org/officeDocument/2006/relationships/customXml" Target="../ink/ink396.xml"/><Relationship Id="rId374" Type="http://schemas.openxmlformats.org/officeDocument/2006/relationships/image" Target="../media/image407.png"/><Relationship Id="rId395" Type="http://schemas.openxmlformats.org/officeDocument/2006/relationships/customXml" Target="../ink/ink417.xml"/><Relationship Id="rId409" Type="http://schemas.openxmlformats.org/officeDocument/2006/relationships/customXml" Target="../ink/ink424.xml"/><Relationship Id="rId71" Type="http://schemas.openxmlformats.org/officeDocument/2006/relationships/customXml" Target="../ink/ink255.xml"/><Relationship Id="rId92" Type="http://schemas.openxmlformats.org/officeDocument/2006/relationships/image" Target="../media/image266.png"/><Relationship Id="rId213" Type="http://schemas.openxmlformats.org/officeDocument/2006/relationships/customXml" Target="../ink/ink326.xml"/><Relationship Id="rId234" Type="http://schemas.openxmlformats.org/officeDocument/2006/relationships/image" Target="../media/image337.png"/><Relationship Id="rId2" Type="http://schemas.openxmlformats.org/officeDocument/2006/relationships/image" Target="../media/image1.png"/><Relationship Id="rId29" Type="http://schemas.openxmlformats.org/officeDocument/2006/relationships/customXml" Target="../ink/ink234.xml"/><Relationship Id="rId255" Type="http://schemas.openxmlformats.org/officeDocument/2006/relationships/customXml" Target="../ink/ink347.xml"/><Relationship Id="rId276" Type="http://schemas.openxmlformats.org/officeDocument/2006/relationships/image" Target="../media/image358.png"/><Relationship Id="rId297" Type="http://schemas.openxmlformats.org/officeDocument/2006/relationships/customXml" Target="../ink/ink368.xml"/><Relationship Id="rId40" Type="http://schemas.openxmlformats.org/officeDocument/2006/relationships/image" Target="../media/image240.png"/><Relationship Id="rId115" Type="http://schemas.openxmlformats.org/officeDocument/2006/relationships/customXml" Target="../ink/ink277.xml"/><Relationship Id="rId136" Type="http://schemas.openxmlformats.org/officeDocument/2006/relationships/image" Target="../media/image288.png"/><Relationship Id="rId157" Type="http://schemas.openxmlformats.org/officeDocument/2006/relationships/customXml" Target="../ink/ink298.xml"/><Relationship Id="rId178" Type="http://schemas.openxmlformats.org/officeDocument/2006/relationships/image" Target="../media/image309.png"/><Relationship Id="rId301" Type="http://schemas.openxmlformats.org/officeDocument/2006/relationships/customXml" Target="../ink/ink370.xml"/><Relationship Id="rId322" Type="http://schemas.openxmlformats.org/officeDocument/2006/relationships/image" Target="../media/image381.png"/><Relationship Id="rId343" Type="http://schemas.openxmlformats.org/officeDocument/2006/relationships/customXml" Target="../ink/ink391.xml"/><Relationship Id="rId364" Type="http://schemas.openxmlformats.org/officeDocument/2006/relationships/image" Target="../media/image402.png"/><Relationship Id="rId61" Type="http://schemas.openxmlformats.org/officeDocument/2006/relationships/customXml" Target="../ink/ink250.xml"/><Relationship Id="rId82" Type="http://schemas.openxmlformats.org/officeDocument/2006/relationships/image" Target="../media/image261.png"/><Relationship Id="rId199" Type="http://schemas.openxmlformats.org/officeDocument/2006/relationships/customXml" Target="../ink/ink319.xml"/><Relationship Id="rId203" Type="http://schemas.openxmlformats.org/officeDocument/2006/relationships/customXml" Target="../ink/ink321.xml"/><Relationship Id="rId385" Type="http://schemas.openxmlformats.org/officeDocument/2006/relationships/customXml" Target="../ink/ink412.xml"/><Relationship Id="rId19" Type="http://schemas.openxmlformats.org/officeDocument/2006/relationships/customXml" Target="../ink/ink229.xml"/><Relationship Id="rId224" Type="http://schemas.openxmlformats.org/officeDocument/2006/relationships/image" Target="../media/image332.png"/><Relationship Id="rId245" Type="http://schemas.openxmlformats.org/officeDocument/2006/relationships/customXml" Target="../ink/ink342.xml"/><Relationship Id="rId266" Type="http://schemas.openxmlformats.org/officeDocument/2006/relationships/image" Target="../media/image353.png"/><Relationship Id="rId287" Type="http://schemas.openxmlformats.org/officeDocument/2006/relationships/customXml" Target="../ink/ink363.xml"/><Relationship Id="rId410" Type="http://schemas.openxmlformats.org/officeDocument/2006/relationships/image" Target="../media/image425.png"/><Relationship Id="rId30" Type="http://schemas.openxmlformats.org/officeDocument/2006/relationships/image" Target="../media/image235.png"/><Relationship Id="rId105" Type="http://schemas.openxmlformats.org/officeDocument/2006/relationships/customXml" Target="../ink/ink272.xml"/><Relationship Id="rId126" Type="http://schemas.openxmlformats.org/officeDocument/2006/relationships/image" Target="../media/image283.png"/><Relationship Id="rId147" Type="http://schemas.openxmlformats.org/officeDocument/2006/relationships/customXml" Target="../ink/ink293.xml"/><Relationship Id="rId168" Type="http://schemas.openxmlformats.org/officeDocument/2006/relationships/image" Target="../media/image304.png"/><Relationship Id="rId312" Type="http://schemas.openxmlformats.org/officeDocument/2006/relationships/image" Target="../media/image376.png"/><Relationship Id="rId333" Type="http://schemas.openxmlformats.org/officeDocument/2006/relationships/customXml" Target="../ink/ink386.xml"/><Relationship Id="rId354" Type="http://schemas.openxmlformats.org/officeDocument/2006/relationships/image" Target="../media/image397.png"/><Relationship Id="rId51" Type="http://schemas.openxmlformats.org/officeDocument/2006/relationships/customXml" Target="../ink/ink245.xml"/><Relationship Id="rId72" Type="http://schemas.openxmlformats.org/officeDocument/2006/relationships/image" Target="../media/image256.png"/><Relationship Id="rId93" Type="http://schemas.openxmlformats.org/officeDocument/2006/relationships/customXml" Target="../ink/ink266.xml"/><Relationship Id="rId189" Type="http://schemas.openxmlformats.org/officeDocument/2006/relationships/customXml" Target="../ink/ink314.xml"/><Relationship Id="rId375" Type="http://schemas.openxmlformats.org/officeDocument/2006/relationships/customXml" Target="../ink/ink407.xml"/><Relationship Id="rId396" Type="http://schemas.openxmlformats.org/officeDocument/2006/relationships/image" Target="../media/image418.png"/><Relationship Id="rId3" Type="http://schemas.openxmlformats.org/officeDocument/2006/relationships/customXml" Target="../ink/ink221.xml"/><Relationship Id="rId214" Type="http://schemas.openxmlformats.org/officeDocument/2006/relationships/image" Target="../media/image327.png"/><Relationship Id="rId235" Type="http://schemas.openxmlformats.org/officeDocument/2006/relationships/customXml" Target="../ink/ink337.xml"/><Relationship Id="rId256" Type="http://schemas.openxmlformats.org/officeDocument/2006/relationships/image" Target="../media/image348.png"/><Relationship Id="rId277" Type="http://schemas.openxmlformats.org/officeDocument/2006/relationships/customXml" Target="../ink/ink358.xml"/><Relationship Id="rId298" Type="http://schemas.openxmlformats.org/officeDocument/2006/relationships/image" Target="../media/image369.png"/><Relationship Id="rId400" Type="http://schemas.openxmlformats.org/officeDocument/2006/relationships/image" Target="../media/image420.png"/><Relationship Id="rId116" Type="http://schemas.openxmlformats.org/officeDocument/2006/relationships/image" Target="../media/image278.png"/><Relationship Id="rId137" Type="http://schemas.openxmlformats.org/officeDocument/2006/relationships/customXml" Target="../ink/ink288.xml"/><Relationship Id="rId158" Type="http://schemas.openxmlformats.org/officeDocument/2006/relationships/image" Target="../media/image299.png"/><Relationship Id="rId302" Type="http://schemas.openxmlformats.org/officeDocument/2006/relationships/image" Target="../media/image371.png"/><Relationship Id="rId323" Type="http://schemas.openxmlformats.org/officeDocument/2006/relationships/customXml" Target="../ink/ink381.xml"/><Relationship Id="rId344" Type="http://schemas.openxmlformats.org/officeDocument/2006/relationships/image" Target="../media/image392.png"/><Relationship Id="rId20" Type="http://schemas.openxmlformats.org/officeDocument/2006/relationships/image" Target="../media/image230.png"/><Relationship Id="rId41" Type="http://schemas.openxmlformats.org/officeDocument/2006/relationships/customXml" Target="../ink/ink240.xml"/><Relationship Id="rId62" Type="http://schemas.openxmlformats.org/officeDocument/2006/relationships/image" Target="../media/image251.png"/><Relationship Id="rId83" Type="http://schemas.openxmlformats.org/officeDocument/2006/relationships/customXml" Target="../ink/ink261.xml"/><Relationship Id="rId179" Type="http://schemas.openxmlformats.org/officeDocument/2006/relationships/customXml" Target="../ink/ink309.xml"/><Relationship Id="rId365" Type="http://schemas.openxmlformats.org/officeDocument/2006/relationships/customXml" Target="../ink/ink402.xml"/><Relationship Id="rId386" Type="http://schemas.openxmlformats.org/officeDocument/2006/relationships/image" Target="../media/image413.png"/><Relationship Id="rId190" Type="http://schemas.openxmlformats.org/officeDocument/2006/relationships/image" Target="../media/image315.png"/><Relationship Id="rId204" Type="http://schemas.openxmlformats.org/officeDocument/2006/relationships/image" Target="../media/image322.png"/><Relationship Id="rId225" Type="http://schemas.openxmlformats.org/officeDocument/2006/relationships/customXml" Target="../ink/ink332.xml"/><Relationship Id="rId246" Type="http://schemas.openxmlformats.org/officeDocument/2006/relationships/image" Target="../media/image343.png"/><Relationship Id="rId267" Type="http://schemas.openxmlformats.org/officeDocument/2006/relationships/customXml" Target="../ink/ink353.xml"/><Relationship Id="rId288" Type="http://schemas.openxmlformats.org/officeDocument/2006/relationships/image" Target="../media/image364.png"/><Relationship Id="rId411" Type="http://schemas.openxmlformats.org/officeDocument/2006/relationships/customXml" Target="../ink/ink425.xml"/><Relationship Id="rId106" Type="http://schemas.openxmlformats.org/officeDocument/2006/relationships/image" Target="../media/image273.png"/><Relationship Id="rId127" Type="http://schemas.openxmlformats.org/officeDocument/2006/relationships/customXml" Target="../ink/ink283.xml"/><Relationship Id="rId313" Type="http://schemas.openxmlformats.org/officeDocument/2006/relationships/customXml" Target="../ink/ink376.xml"/><Relationship Id="rId10" Type="http://schemas.openxmlformats.org/officeDocument/2006/relationships/image" Target="../media/image225.png"/><Relationship Id="rId31" Type="http://schemas.openxmlformats.org/officeDocument/2006/relationships/customXml" Target="../ink/ink235.xml"/><Relationship Id="rId52" Type="http://schemas.openxmlformats.org/officeDocument/2006/relationships/image" Target="../media/image246.png"/><Relationship Id="rId73" Type="http://schemas.openxmlformats.org/officeDocument/2006/relationships/customXml" Target="../ink/ink256.xml"/><Relationship Id="rId94" Type="http://schemas.openxmlformats.org/officeDocument/2006/relationships/image" Target="../media/image267.png"/><Relationship Id="rId148" Type="http://schemas.openxmlformats.org/officeDocument/2006/relationships/image" Target="../media/image294.png"/><Relationship Id="rId169" Type="http://schemas.openxmlformats.org/officeDocument/2006/relationships/customXml" Target="../ink/ink304.xml"/><Relationship Id="rId334" Type="http://schemas.openxmlformats.org/officeDocument/2006/relationships/image" Target="../media/image387.png"/><Relationship Id="rId355" Type="http://schemas.openxmlformats.org/officeDocument/2006/relationships/customXml" Target="../ink/ink397.xml"/><Relationship Id="rId376" Type="http://schemas.openxmlformats.org/officeDocument/2006/relationships/image" Target="../media/image408.png"/><Relationship Id="rId397" Type="http://schemas.openxmlformats.org/officeDocument/2006/relationships/customXml" Target="../ink/ink418.xml"/><Relationship Id="rId4" Type="http://schemas.openxmlformats.org/officeDocument/2006/relationships/image" Target="../media/image222.png"/><Relationship Id="rId180" Type="http://schemas.openxmlformats.org/officeDocument/2006/relationships/image" Target="../media/image310.png"/><Relationship Id="rId215" Type="http://schemas.openxmlformats.org/officeDocument/2006/relationships/customXml" Target="../ink/ink327.xml"/><Relationship Id="rId236" Type="http://schemas.openxmlformats.org/officeDocument/2006/relationships/image" Target="../media/image338.png"/><Relationship Id="rId257" Type="http://schemas.openxmlformats.org/officeDocument/2006/relationships/customXml" Target="../ink/ink348.xml"/><Relationship Id="rId278" Type="http://schemas.openxmlformats.org/officeDocument/2006/relationships/image" Target="../media/image359.png"/><Relationship Id="rId401" Type="http://schemas.openxmlformats.org/officeDocument/2006/relationships/customXml" Target="../ink/ink420.xml"/><Relationship Id="rId303" Type="http://schemas.openxmlformats.org/officeDocument/2006/relationships/customXml" Target="../ink/ink371.xml"/><Relationship Id="rId42" Type="http://schemas.openxmlformats.org/officeDocument/2006/relationships/image" Target="../media/image241.png"/><Relationship Id="rId84" Type="http://schemas.openxmlformats.org/officeDocument/2006/relationships/image" Target="../media/image262.png"/><Relationship Id="rId138" Type="http://schemas.openxmlformats.org/officeDocument/2006/relationships/image" Target="../media/image289.png"/><Relationship Id="rId345" Type="http://schemas.openxmlformats.org/officeDocument/2006/relationships/customXml" Target="../ink/ink392.xml"/><Relationship Id="rId387" Type="http://schemas.openxmlformats.org/officeDocument/2006/relationships/customXml" Target="../ink/ink413.xml"/><Relationship Id="rId191" Type="http://schemas.openxmlformats.org/officeDocument/2006/relationships/customXml" Target="../ink/ink315.xml"/><Relationship Id="rId205" Type="http://schemas.openxmlformats.org/officeDocument/2006/relationships/customXml" Target="../ink/ink322.xml"/><Relationship Id="rId247" Type="http://schemas.openxmlformats.org/officeDocument/2006/relationships/customXml" Target="../ink/ink343.xml"/><Relationship Id="rId412" Type="http://schemas.openxmlformats.org/officeDocument/2006/relationships/image" Target="../media/image426.png"/><Relationship Id="rId107" Type="http://schemas.openxmlformats.org/officeDocument/2006/relationships/customXml" Target="../ink/ink273.xml"/><Relationship Id="rId289" Type="http://schemas.openxmlformats.org/officeDocument/2006/relationships/customXml" Target="../ink/ink364.xml"/><Relationship Id="rId11" Type="http://schemas.openxmlformats.org/officeDocument/2006/relationships/customXml" Target="../ink/ink225.xml"/><Relationship Id="rId53" Type="http://schemas.openxmlformats.org/officeDocument/2006/relationships/customXml" Target="../ink/ink246.xml"/><Relationship Id="rId149" Type="http://schemas.openxmlformats.org/officeDocument/2006/relationships/customXml" Target="../ink/ink294.xml"/><Relationship Id="rId314" Type="http://schemas.openxmlformats.org/officeDocument/2006/relationships/image" Target="../media/image377.png"/><Relationship Id="rId356" Type="http://schemas.openxmlformats.org/officeDocument/2006/relationships/image" Target="../media/image398.png"/><Relationship Id="rId398" Type="http://schemas.openxmlformats.org/officeDocument/2006/relationships/image" Target="../media/image419.png"/><Relationship Id="rId95" Type="http://schemas.openxmlformats.org/officeDocument/2006/relationships/customXml" Target="../ink/ink267.xml"/><Relationship Id="rId160" Type="http://schemas.openxmlformats.org/officeDocument/2006/relationships/image" Target="../media/image300.png"/><Relationship Id="rId216" Type="http://schemas.openxmlformats.org/officeDocument/2006/relationships/image" Target="../media/image328.png"/><Relationship Id="rId258" Type="http://schemas.openxmlformats.org/officeDocument/2006/relationships/image" Target="../media/image349.png"/><Relationship Id="rId22" Type="http://schemas.openxmlformats.org/officeDocument/2006/relationships/image" Target="../media/image231.png"/><Relationship Id="rId64" Type="http://schemas.openxmlformats.org/officeDocument/2006/relationships/image" Target="../media/image252.png"/><Relationship Id="rId118" Type="http://schemas.openxmlformats.org/officeDocument/2006/relationships/image" Target="../media/image279.png"/><Relationship Id="rId325" Type="http://schemas.openxmlformats.org/officeDocument/2006/relationships/customXml" Target="../ink/ink382.xml"/><Relationship Id="rId367" Type="http://schemas.openxmlformats.org/officeDocument/2006/relationships/customXml" Target="../ink/ink403.xml"/><Relationship Id="rId171" Type="http://schemas.openxmlformats.org/officeDocument/2006/relationships/customXml" Target="../ink/ink305.xml"/><Relationship Id="rId227" Type="http://schemas.openxmlformats.org/officeDocument/2006/relationships/customXml" Target="../ink/ink333.xml"/><Relationship Id="rId269" Type="http://schemas.openxmlformats.org/officeDocument/2006/relationships/customXml" Target="../ink/ink354.xml"/><Relationship Id="rId33" Type="http://schemas.openxmlformats.org/officeDocument/2006/relationships/customXml" Target="../ink/ink236.xml"/><Relationship Id="rId129" Type="http://schemas.openxmlformats.org/officeDocument/2006/relationships/customXml" Target="../ink/ink284.xml"/><Relationship Id="rId280" Type="http://schemas.openxmlformats.org/officeDocument/2006/relationships/image" Target="../media/image360.png"/><Relationship Id="rId336" Type="http://schemas.openxmlformats.org/officeDocument/2006/relationships/image" Target="../media/image388.png"/><Relationship Id="rId75" Type="http://schemas.openxmlformats.org/officeDocument/2006/relationships/customXml" Target="../ink/ink257.xml"/><Relationship Id="rId140" Type="http://schemas.openxmlformats.org/officeDocument/2006/relationships/image" Target="../media/image290.png"/><Relationship Id="rId182" Type="http://schemas.openxmlformats.org/officeDocument/2006/relationships/image" Target="../media/image311.png"/><Relationship Id="rId378" Type="http://schemas.openxmlformats.org/officeDocument/2006/relationships/image" Target="../media/image409.png"/><Relationship Id="rId403" Type="http://schemas.openxmlformats.org/officeDocument/2006/relationships/customXml" Target="../ink/ink421.xml"/><Relationship Id="rId6" Type="http://schemas.openxmlformats.org/officeDocument/2006/relationships/image" Target="../media/image223.png"/><Relationship Id="rId238" Type="http://schemas.openxmlformats.org/officeDocument/2006/relationships/image" Target="../media/image339.png"/><Relationship Id="rId291" Type="http://schemas.openxmlformats.org/officeDocument/2006/relationships/customXml" Target="../ink/ink365.xml"/><Relationship Id="rId305" Type="http://schemas.openxmlformats.org/officeDocument/2006/relationships/customXml" Target="../ink/ink372.xml"/><Relationship Id="rId347" Type="http://schemas.openxmlformats.org/officeDocument/2006/relationships/customXml" Target="../ink/ink393.xml"/><Relationship Id="rId44" Type="http://schemas.openxmlformats.org/officeDocument/2006/relationships/image" Target="../media/image242.png"/><Relationship Id="rId86" Type="http://schemas.openxmlformats.org/officeDocument/2006/relationships/image" Target="../media/image263.png"/><Relationship Id="rId151" Type="http://schemas.openxmlformats.org/officeDocument/2006/relationships/customXml" Target="../ink/ink295.xml"/><Relationship Id="rId389" Type="http://schemas.openxmlformats.org/officeDocument/2006/relationships/customXml" Target="../ink/ink414.xml"/><Relationship Id="rId193" Type="http://schemas.openxmlformats.org/officeDocument/2006/relationships/customXml" Target="../ink/ink316.xml"/><Relationship Id="rId207" Type="http://schemas.openxmlformats.org/officeDocument/2006/relationships/customXml" Target="../ink/ink323.xml"/><Relationship Id="rId249" Type="http://schemas.openxmlformats.org/officeDocument/2006/relationships/customXml" Target="../ink/ink344.xml"/><Relationship Id="rId414" Type="http://schemas.openxmlformats.org/officeDocument/2006/relationships/image" Target="../media/image427.png"/><Relationship Id="rId13" Type="http://schemas.openxmlformats.org/officeDocument/2006/relationships/customXml" Target="../ink/ink226.xml"/><Relationship Id="rId109" Type="http://schemas.openxmlformats.org/officeDocument/2006/relationships/customXml" Target="../ink/ink274.xml"/><Relationship Id="rId260" Type="http://schemas.openxmlformats.org/officeDocument/2006/relationships/image" Target="../media/image350.png"/><Relationship Id="rId316" Type="http://schemas.openxmlformats.org/officeDocument/2006/relationships/image" Target="../media/image378.png"/><Relationship Id="rId55" Type="http://schemas.openxmlformats.org/officeDocument/2006/relationships/customXml" Target="../ink/ink247.xml"/><Relationship Id="rId97" Type="http://schemas.openxmlformats.org/officeDocument/2006/relationships/customXml" Target="../ink/ink268.xml"/><Relationship Id="rId120" Type="http://schemas.openxmlformats.org/officeDocument/2006/relationships/image" Target="../media/image280.png"/><Relationship Id="rId358" Type="http://schemas.openxmlformats.org/officeDocument/2006/relationships/image" Target="../media/image399.png"/><Relationship Id="rId162" Type="http://schemas.openxmlformats.org/officeDocument/2006/relationships/image" Target="../media/image301.png"/><Relationship Id="rId218" Type="http://schemas.openxmlformats.org/officeDocument/2006/relationships/image" Target="../media/image329.png"/><Relationship Id="rId271" Type="http://schemas.openxmlformats.org/officeDocument/2006/relationships/customXml" Target="../ink/ink355.xml"/><Relationship Id="rId24" Type="http://schemas.openxmlformats.org/officeDocument/2006/relationships/image" Target="../media/image232.png"/><Relationship Id="rId66" Type="http://schemas.openxmlformats.org/officeDocument/2006/relationships/image" Target="../media/image253.png"/><Relationship Id="rId131" Type="http://schemas.openxmlformats.org/officeDocument/2006/relationships/customXml" Target="../ink/ink285.xml"/><Relationship Id="rId327" Type="http://schemas.openxmlformats.org/officeDocument/2006/relationships/customXml" Target="../ink/ink383.xml"/><Relationship Id="rId369" Type="http://schemas.openxmlformats.org/officeDocument/2006/relationships/customXml" Target="../ink/ink404.xml"/><Relationship Id="rId173" Type="http://schemas.openxmlformats.org/officeDocument/2006/relationships/customXml" Target="../ink/ink306.xml"/><Relationship Id="rId229" Type="http://schemas.openxmlformats.org/officeDocument/2006/relationships/customXml" Target="../ink/ink334.xml"/><Relationship Id="rId380" Type="http://schemas.openxmlformats.org/officeDocument/2006/relationships/image" Target="../media/image410.png"/><Relationship Id="rId240" Type="http://schemas.openxmlformats.org/officeDocument/2006/relationships/image" Target="../media/image340.png"/><Relationship Id="rId35" Type="http://schemas.openxmlformats.org/officeDocument/2006/relationships/customXml" Target="../ink/ink237.xml"/><Relationship Id="rId77" Type="http://schemas.openxmlformats.org/officeDocument/2006/relationships/customXml" Target="../ink/ink258.xml"/><Relationship Id="rId100" Type="http://schemas.openxmlformats.org/officeDocument/2006/relationships/image" Target="../media/image270.png"/><Relationship Id="rId282" Type="http://schemas.openxmlformats.org/officeDocument/2006/relationships/image" Target="../media/image361.png"/><Relationship Id="rId338" Type="http://schemas.openxmlformats.org/officeDocument/2006/relationships/image" Target="../media/image389.png"/><Relationship Id="rId8" Type="http://schemas.openxmlformats.org/officeDocument/2006/relationships/image" Target="../media/image224.png"/><Relationship Id="rId142" Type="http://schemas.openxmlformats.org/officeDocument/2006/relationships/image" Target="../media/image291.png"/><Relationship Id="rId184" Type="http://schemas.openxmlformats.org/officeDocument/2006/relationships/image" Target="../media/image312.png"/><Relationship Id="rId391" Type="http://schemas.openxmlformats.org/officeDocument/2006/relationships/customXml" Target="../ink/ink415.xml"/><Relationship Id="rId405" Type="http://schemas.openxmlformats.org/officeDocument/2006/relationships/customXml" Target="../ink/ink422.xml"/><Relationship Id="rId251" Type="http://schemas.openxmlformats.org/officeDocument/2006/relationships/customXml" Target="../ink/ink345.xml"/><Relationship Id="rId46" Type="http://schemas.openxmlformats.org/officeDocument/2006/relationships/image" Target="../media/image243.png"/><Relationship Id="rId293" Type="http://schemas.openxmlformats.org/officeDocument/2006/relationships/customXml" Target="../ink/ink366.xml"/><Relationship Id="rId307" Type="http://schemas.openxmlformats.org/officeDocument/2006/relationships/customXml" Target="../ink/ink373.xml"/><Relationship Id="rId349" Type="http://schemas.openxmlformats.org/officeDocument/2006/relationships/customXml" Target="../ink/ink394.xml"/><Relationship Id="rId88" Type="http://schemas.openxmlformats.org/officeDocument/2006/relationships/image" Target="../media/image264.png"/><Relationship Id="rId111" Type="http://schemas.openxmlformats.org/officeDocument/2006/relationships/customXml" Target="../ink/ink275.xml"/><Relationship Id="rId153" Type="http://schemas.openxmlformats.org/officeDocument/2006/relationships/customXml" Target="../ink/ink296.xml"/><Relationship Id="rId195" Type="http://schemas.openxmlformats.org/officeDocument/2006/relationships/customXml" Target="../ink/ink317.xml"/><Relationship Id="rId209" Type="http://schemas.openxmlformats.org/officeDocument/2006/relationships/customXml" Target="../ink/ink324.xml"/><Relationship Id="rId360" Type="http://schemas.openxmlformats.org/officeDocument/2006/relationships/image" Target="../media/image400.png"/><Relationship Id="rId416" Type="http://schemas.openxmlformats.org/officeDocument/2006/relationships/image" Target="../media/image428.png"/><Relationship Id="rId220" Type="http://schemas.openxmlformats.org/officeDocument/2006/relationships/image" Target="../media/image330.png"/><Relationship Id="rId15" Type="http://schemas.openxmlformats.org/officeDocument/2006/relationships/customXml" Target="../ink/ink227.xml"/><Relationship Id="rId57" Type="http://schemas.openxmlformats.org/officeDocument/2006/relationships/customXml" Target="../ink/ink248.xml"/><Relationship Id="rId262" Type="http://schemas.openxmlformats.org/officeDocument/2006/relationships/image" Target="../media/image351.png"/><Relationship Id="rId318" Type="http://schemas.openxmlformats.org/officeDocument/2006/relationships/image" Target="../media/image379.png"/><Relationship Id="rId99" Type="http://schemas.openxmlformats.org/officeDocument/2006/relationships/customXml" Target="../ink/ink269.xml"/><Relationship Id="rId122" Type="http://schemas.openxmlformats.org/officeDocument/2006/relationships/image" Target="../media/image281.png"/><Relationship Id="rId164" Type="http://schemas.openxmlformats.org/officeDocument/2006/relationships/image" Target="../media/image302.png"/><Relationship Id="rId371" Type="http://schemas.openxmlformats.org/officeDocument/2006/relationships/customXml" Target="../ink/ink405.xml"/><Relationship Id="rId26" Type="http://schemas.openxmlformats.org/officeDocument/2006/relationships/image" Target="../media/image233.png"/><Relationship Id="rId231" Type="http://schemas.openxmlformats.org/officeDocument/2006/relationships/customXml" Target="../ink/ink335.xml"/><Relationship Id="rId273" Type="http://schemas.openxmlformats.org/officeDocument/2006/relationships/customXml" Target="../ink/ink356.xml"/><Relationship Id="rId329" Type="http://schemas.openxmlformats.org/officeDocument/2006/relationships/customXml" Target="../ink/ink384.xml"/><Relationship Id="rId68" Type="http://schemas.openxmlformats.org/officeDocument/2006/relationships/image" Target="../media/image254.png"/><Relationship Id="rId133" Type="http://schemas.openxmlformats.org/officeDocument/2006/relationships/customXml" Target="../ink/ink286.xml"/><Relationship Id="rId175" Type="http://schemas.openxmlformats.org/officeDocument/2006/relationships/customXml" Target="../ink/ink307.xml"/><Relationship Id="rId340" Type="http://schemas.openxmlformats.org/officeDocument/2006/relationships/image" Target="../media/image390.png"/><Relationship Id="rId200" Type="http://schemas.openxmlformats.org/officeDocument/2006/relationships/image" Target="../media/image320.png"/><Relationship Id="rId382" Type="http://schemas.openxmlformats.org/officeDocument/2006/relationships/image" Target="../media/image411.png"/><Relationship Id="rId242" Type="http://schemas.openxmlformats.org/officeDocument/2006/relationships/image" Target="../media/image341.png"/><Relationship Id="rId284" Type="http://schemas.openxmlformats.org/officeDocument/2006/relationships/image" Target="../media/image362.png"/><Relationship Id="rId37" Type="http://schemas.openxmlformats.org/officeDocument/2006/relationships/customXml" Target="../ink/ink238.xml"/><Relationship Id="rId79" Type="http://schemas.openxmlformats.org/officeDocument/2006/relationships/customXml" Target="../ink/ink259.xml"/><Relationship Id="rId102" Type="http://schemas.openxmlformats.org/officeDocument/2006/relationships/image" Target="../media/image271.png"/><Relationship Id="rId144" Type="http://schemas.openxmlformats.org/officeDocument/2006/relationships/image" Target="../media/image292.png"/><Relationship Id="rId90" Type="http://schemas.openxmlformats.org/officeDocument/2006/relationships/image" Target="../media/image265.png"/><Relationship Id="rId186" Type="http://schemas.openxmlformats.org/officeDocument/2006/relationships/image" Target="../media/image313.png"/><Relationship Id="rId351" Type="http://schemas.openxmlformats.org/officeDocument/2006/relationships/customXml" Target="../ink/ink395.xml"/><Relationship Id="rId393" Type="http://schemas.openxmlformats.org/officeDocument/2006/relationships/customXml" Target="../ink/ink416.xml"/><Relationship Id="rId407" Type="http://schemas.openxmlformats.org/officeDocument/2006/relationships/customXml" Target="../ink/ink423.xml"/><Relationship Id="rId211" Type="http://schemas.openxmlformats.org/officeDocument/2006/relationships/customXml" Target="../ink/ink325.xml"/><Relationship Id="rId253" Type="http://schemas.openxmlformats.org/officeDocument/2006/relationships/customXml" Target="../ink/ink346.xml"/><Relationship Id="rId295" Type="http://schemas.openxmlformats.org/officeDocument/2006/relationships/customXml" Target="../ink/ink367.xml"/><Relationship Id="rId309" Type="http://schemas.openxmlformats.org/officeDocument/2006/relationships/customXml" Target="../ink/ink374.xml"/><Relationship Id="rId48" Type="http://schemas.openxmlformats.org/officeDocument/2006/relationships/image" Target="../media/image244.png"/><Relationship Id="rId113" Type="http://schemas.openxmlformats.org/officeDocument/2006/relationships/customXml" Target="../ink/ink276.xml"/><Relationship Id="rId320" Type="http://schemas.openxmlformats.org/officeDocument/2006/relationships/image" Target="../media/image380.png"/><Relationship Id="rId155" Type="http://schemas.openxmlformats.org/officeDocument/2006/relationships/customXml" Target="../ink/ink297.xml"/><Relationship Id="rId197" Type="http://schemas.openxmlformats.org/officeDocument/2006/relationships/customXml" Target="../ink/ink318.xml"/><Relationship Id="rId362" Type="http://schemas.openxmlformats.org/officeDocument/2006/relationships/image" Target="../media/image401.png"/><Relationship Id="rId418" Type="http://schemas.openxmlformats.org/officeDocument/2006/relationships/image" Target="../media/image429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86.xml"/><Relationship Id="rId299" Type="http://schemas.openxmlformats.org/officeDocument/2006/relationships/customXml" Target="../ink/ink577.xml"/><Relationship Id="rId21" Type="http://schemas.openxmlformats.org/officeDocument/2006/relationships/customXml" Target="../ink/ink438.xml"/><Relationship Id="rId63" Type="http://schemas.openxmlformats.org/officeDocument/2006/relationships/customXml" Target="../ink/ink459.xml"/><Relationship Id="rId159" Type="http://schemas.openxmlformats.org/officeDocument/2006/relationships/customXml" Target="../ink/ink507.xml"/><Relationship Id="rId324" Type="http://schemas.openxmlformats.org/officeDocument/2006/relationships/image" Target="../media/image591.png"/><Relationship Id="rId170" Type="http://schemas.openxmlformats.org/officeDocument/2006/relationships/image" Target="../media/image514.png"/><Relationship Id="rId226" Type="http://schemas.openxmlformats.org/officeDocument/2006/relationships/image" Target="../media/image542.png"/><Relationship Id="rId268" Type="http://schemas.openxmlformats.org/officeDocument/2006/relationships/image" Target="../media/image563.png"/><Relationship Id="rId32" Type="http://schemas.openxmlformats.org/officeDocument/2006/relationships/image" Target="../media/image445.png"/><Relationship Id="rId74" Type="http://schemas.openxmlformats.org/officeDocument/2006/relationships/image" Target="../media/image466.png"/><Relationship Id="rId128" Type="http://schemas.openxmlformats.org/officeDocument/2006/relationships/image" Target="../media/image493.png"/><Relationship Id="rId335" Type="http://schemas.openxmlformats.org/officeDocument/2006/relationships/customXml" Target="../ink/ink595.xml"/><Relationship Id="rId5" Type="http://schemas.openxmlformats.org/officeDocument/2006/relationships/customXml" Target="../ink/ink430.xml"/><Relationship Id="rId181" Type="http://schemas.openxmlformats.org/officeDocument/2006/relationships/customXml" Target="../ink/ink518.xml"/><Relationship Id="rId237" Type="http://schemas.openxmlformats.org/officeDocument/2006/relationships/customXml" Target="../ink/ink546.xml"/><Relationship Id="rId279" Type="http://schemas.openxmlformats.org/officeDocument/2006/relationships/customXml" Target="../ink/ink567.xml"/><Relationship Id="rId43" Type="http://schemas.openxmlformats.org/officeDocument/2006/relationships/customXml" Target="../ink/ink449.xml"/><Relationship Id="rId139" Type="http://schemas.openxmlformats.org/officeDocument/2006/relationships/customXml" Target="../ink/ink497.xml"/><Relationship Id="rId290" Type="http://schemas.openxmlformats.org/officeDocument/2006/relationships/image" Target="../media/image574.png"/><Relationship Id="rId304" Type="http://schemas.openxmlformats.org/officeDocument/2006/relationships/image" Target="../media/image581.png"/><Relationship Id="rId346" Type="http://schemas.openxmlformats.org/officeDocument/2006/relationships/image" Target="../media/image602.png"/><Relationship Id="rId85" Type="http://schemas.openxmlformats.org/officeDocument/2006/relationships/customXml" Target="../ink/ink470.xml"/><Relationship Id="rId150" Type="http://schemas.openxmlformats.org/officeDocument/2006/relationships/image" Target="../media/image504.png"/><Relationship Id="rId192" Type="http://schemas.openxmlformats.org/officeDocument/2006/relationships/image" Target="../media/image525.png"/><Relationship Id="rId206" Type="http://schemas.openxmlformats.org/officeDocument/2006/relationships/image" Target="../media/image532.png"/><Relationship Id="rId248" Type="http://schemas.openxmlformats.org/officeDocument/2006/relationships/image" Target="../media/image553.png"/><Relationship Id="rId12" Type="http://schemas.openxmlformats.org/officeDocument/2006/relationships/image" Target="../media/image435.png"/><Relationship Id="rId108" Type="http://schemas.openxmlformats.org/officeDocument/2006/relationships/image" Target="../media/image483.png"/><Relationship Id="rId315" Type="http://schemas.openxmlformats.org/officeDocument/2006/relationships/customXml" Target="../ink/ink585.xml"/><Relationship Id="rId54" Type="http://schemas.openxmlformats.org/officeDocument/2006/relationships/image" Target="../media/image456.png"/><Relationship Id="rId96" Type="http://schemas.openxmlformats.org/officeDocument/2006/relationships/image" Target="../media/image477.png"/><Relationship Id="rId161" Type="http://schemas.openxmlformats.org/officeDocument/2006/relationships/customXml" Target="../ink/ink508.xml"/><Relationship Id="rId217" Type="http://schemas.openxmlformats.org/officeDocument/2006/relationships/customXml" Target="../ink/ink536.xml"/><Relationship Id="rId259" Type="http://schemas.openxmlformats.org/officeDocument/2006/relationships/customXml" Target="../ink/ink557.xml"/><Relationship Id="rId23" Type="http://schemas.openxmlformats.org/officeDocument/2006/relationships/customXml" Target="../ink/ink439.xml"/><Relationship Id="rId119" Type="http://schemas.openxmlformats.org/officeDocument/2006/relationships/customXml" Target="../ink/ink487.xml"/><Relationship Id="rId270" Type="http://schemas.openxmlformats.org/officeDocument/2006/relationships/image" Target="../media/image564.png"/><Relationship Id="rId326" Type="http://schemas.openxmlformats.org/officeDocument/2006/relationships/image" Target="../media/image592.png"/><Relationship Id="rId65" Type="http://schemas.openxmlformats.org/officeDocument/2006/relationships/customXml" Target="../ink/ink460.xml"/><Relationship Id="rId130" Type="http://schemas.openxmlformats.org/officeDocument/2006/relationships/image" Target="../media/image494.png"/><Relationship Id="rId172" Type="http://schemas.openxmlformats.org/officeDocument/2006/relationships/image" Target="../media/image515.png"/><Relationship Id="rId228" Type="http://schemas.openxmlformats.org/officeDocument/2006/relationships/image" Target="../media/image543.png"/><Relationship Id="rId281" Type="http://schemas.openxmlformats.org/officeDocument/2006/relationships/customXml" Target="../ink/ink568.xml"/><Relationship Id="rId337" Type="http://schemas.openxmlformats.org/officeDocument/2006/relationships/customXml" Target="../ink/ink596.xml"/><Relationship Id="rId34" Type="http://schemas.openxmlformats.org/officeDocument/2006/relationships/image" Target="../media/image446.png"/><Relationship Id="rId76" Type="http://schemas.openxmlformats.org/officeDocument/2006/relationships/image" Target="../media/image467.png"/><Relationship Id="rId141" Type="http://schemas.openxmlformats.org/officeDocument/2006/relationships/customXml" Target="../ink/ink498.xml"/><Relationship Id="rId7" Type="http://schemas.openxmlformats.org/officeDocument/2006/relationships/customXml" Target="../ink/ink431.xml"/><Relationship Id="rId183" Type="http://schemas.openxmlformats.org/officeDocument/2006/relationships/customXml" Target="../ink/ink519.xml"/><Relationship Id="rId239" Type="http://schemas.openxmlformats.org/officeDocument/2006/relationships/customXml" Target="../ink/ink547.xml"/><Relationship Id="rId250" Type="http://schemas.openxmlformats.org/officeDocument/2006/relationships/image" Target="../media/image554.png"/><Relationship Id="rId292" Type="http://schemas.openxmlformats.org/officeDocument/2006/relationships/image" Target="../media/image575.png"/><Relationship Id="rId306" Type="http://schemas.openxmlformats.org/officeDocument/2006/relationships/image" Target="../media/image582.png"/><Relationship Id="rId45" Type="http://schemas.openxmlformats.org/officeDocument/2006/relationships/customXml" Target="../ink/ink450.xml"/><Relationship Id="rId87" Type="http://schemas.openxmlformats.org/officeDocument/2006/relationships/customXml" Target="../ink/ink471.xml"/><Relationship Id="rId110" Type="http://schemas.openxmlformats.org/officeDocument/2006/relationships/image" Target="../media/image484.png"/><Relationship Id="rId348" Type="http://schemas.openxmlformats.org/officeDocument/2006/relationships/image" Target="../media/image603.png"/><Relationship Id="rId152" Type="http://schemas.openxmlformats.org/officeDocument/2006/relationships/image" Target="../media/image505.png"/><Relationship Id="rId194" Type="http://schemas.openxmlformats.org/officeDocument/2006/relationships/image" Target="../media/image526.png"/><Relationship Id="rId208" Type="http://schemas.openxmlformats.org/officeDocument/2006/relationships/image" Target="../media/image533.png"/><Relationship Id="rId261" Type="http://schemas.openxmlformats.org/officeDocument/2006/relationships/customXml" Target="../ink/ink558.xml"/><Relationship Id="rId14" Type="http://schemas.openxmlformats.org/officeDocument/2006/relationships/image" Target="../media/image436.png"/><Relationship Id="rId56" Type="http://schemas.openxmlformats.org/officeDocument/2006/relationships/image" Target="../media/image457.png"/><Relationship Id="rId317" Type="http://schemas.openxmlformats.org/officeDocument/2006/relationships/customXml" Target="../ink/ink586.xml"/><Relationship Id="rId8" Type="http://schemas.openxmlformats.org/officeDocument/2006/relationships/image" Target="../media/image433.png"/><Relationship Id="rId98" Type="http://schemas.openxmlformats.org/officeDocument/2006/relationships/image" Target="../media/image478.png"/><Relationship Id="rId121" Type="http://schemas.openxmlformats.org/officeDocument/2006/relationships/customXml" Target="../ink/ink488.xml"/><Relationship Id="rId142" Type="http://schemas.openxmlformats.org/officeDocument/2006/relationships/image" Target="../media/image500.png"/><Relationship Id="rId163" Type="http://schemas.openxmlformats.org/officeDocument/2006/relationships/customXml" Target="../ink/ink509.xml"/><Relationship Id="rId184" Type="http://schemas.openxmlformats.org/officeDocument/2006/relationships/image" Target="../media/image521.png"/><Relationship Id="rId219" Type="http://schemas.openxmlformats.org/officeDocument/2006/relationships/customXml" Target="../ink/ink537.xml"/><Relationship Id="rId230" Type="http://schemas.openxmlformats.org/officeDocument/2006/relationships/image" Target="../media/image544.png"/><Relationship Id="rId251" Type="http://schemas.openxmlformats.org/officeDocument/2006/relationships/customXml" Target="../ink/ink553.xml"/><Relationship Id="rId25" Type="http://schemas.openxmlformats.org/officeDocument/2006/relationships/customXml" Target="../ink/ink440.xml"/><Relationship Id="rId46" Type="http://schemas.openxmlformats.org/officeDocument/2006/relationships/image" Target="../media/image452.png"/><Relationship Id="rId67" Type="http://schemas.openxmlformats.org/officeDocument/2006/relationships/customXml" Target="../ink/ink461.xml"/><Relationship Id="rId272" Type="http://schemas.openxmlformats.org/officeDocument/2006/relationships/image" Target="../media/image565.png"/><Relationship Id="rId293" Type="http://schemas.openxmlformats.org/officeDocument/2006/relationships/customXml" Target="../ink/ink574.xml"/><Relationship Id="rId307" Type="http://schemas.openxmlformats.org/officeDocument/2006/relationships/customXml" Target="../ink/ink581.xml"/><Relationship Id="rId328" Type="http://schemas.openxmlformats.org/officeDocument/2006/relationships/image" Target="../media/image593.png"/><Relationship Id="rId349" Type="http://schemas.openxmlformats.org/officeDocument/2006/relationships/customXml" Target="../ink/ink602.xml"/><Relationship Id="rId88" Type="http://schemas.openxmlformats.org/officeDocument/2006/relationships/image" Target="../media/image473.png"/><Relationship Id="rId111" Type="http://schemas.openxmlformats.org/officeDocument/2006/relationships/customXml" Target="../ink/ink483.xml"/><Relationship Id="rId132" Type="http://schemas.openxmlformats.org/officeDocument/2006/relationships/image" Target="../media/image495.png"/><Relationship Id="rId153" Type="http://schemas.openxmlformats.org/officeDocument/2006/relationships/customXml" Target="../ink/ink504.xml"/><Relationship Id="rId174" Type="http://schemas.openxmlformats.org/officeDocument/2006/relationships/image" Target="../media/image516.png"/><Relationship Id="rId195" Type="http://schemas.openxmlformats.org/officeDocument/2006/relationships/customXml" Target="../ink/ink525.xml"/><Relationship Id="rId209" Type="http://schemas.openxmlformats.org/officeDocument/2006/relationships/customXml" Target="../ink/ink532.xml"/><Relationship Id="rId220" Type="http://schemas.openxmlformats.org/officeDocument/2006/relationships/image" Target="../media/image539.png"/><Relationship Id="rId241" Type="http://schemas.openxmlformats.org/officeDocument/2006/relationships/customXml" Target="../ink/ink548.xml"/><Relationship Id="rId15" Type="http://schemas.openxmlformats.org/officeDocument/2006/relationships/customXml" Target="../ink/ink435.xml"/><Relationship Id="rId36" Type="http://schemas.openxmlformats.org/officeDocument/2006/relationships/image" Target="../media/image447.png"/><Relationship Id="rId57" Type="http://schemas.openxmlformats.org/officeDocument/2006/relationships/customXml" Target="../ink/ink456.xml"/><Relationship Id="rId262" Type="http://schemas.openxmlformats.org/officeDocument/2006/relationships/image" Target="../media/image560.png"/><Relationship Id="rId283" Type="http://schemas.openxmlformats.org/officeDocument/2006/relationships/customXml" Target="../ink/ink569.xml"/><Relationship Id="rId318" Type="http://schemas.openxmlformats.org/officeDocument/2006/relationships/image" Target="../media/image588.png"/><Relationship Id="rId339" Type="http://schemas.openxmlformats.org/officeDocument/2006/relationships/customXml" Target="../ink/ink597.xml"/><Relationship Id="rId78" Type="http://schemas.openxmlformats.org/officeDocument/2006/relationships/image" Target="../media/image468.png"/><Relationship Id="rId99" Type="http://schemas.openxmlformats.org/officeDocument/2006/relationships/customXml" Target="../ink/ink477.xml"/><Relationship Id="rId101" Type="http://schemas.openxmlformats.org/officeDocument/2006/relationships/customXml" Target="../ink/ink478.xml"/><Relationship Id="rId122" Type="http://schemas.openxmlformats.org/officeDocument/2006/relationships/image" Target="../media/image490.png"/><Relationship Id="rId143" Type="http://schemas.openxmlformats.org/officeDocument/2006/relationships/customXml" Target="../ink/ink499.xml"/><Relationship Id="rId164" Type="http://schemas.openxmlformats.org/officeDocument/2006/relationships/image" Target="../media/image511.png"/><Relationship Id="rId185" Type="http://schemas.openxmlformats.org/officeDocument/2006/relationships/customXml" Target="../ink/ink520.xml"/><Relationship Id="rId350" Type="http://schemas.openxmlformats.org/officeDocument/2006/relationships/image" Target="../media/image604.png"/><Relationship Id="rId9" Type="http://schemas.openxmlformats.org/officeDocument/2006/relationships/customXml" Target="../ink/ink432.xml"/><Relationship Id="rId210" Type="http://schemas.openxmlformats.org/officeDocument/2006/relationships/image" Target="../media/image534.png"/><Relationship Id="rId26" Type="http://schemas.openxmlformats.org/officeDocument/2006/relationships/image" Target="../media/image442.png"/><Relationship Id="rId231" Type="http://schemas.openxmlformats.org/officeDocument/2006/relationships/customXml" Target="../ink/ink543.xml"/><Relationship Id="rId252" Type="http://schemas.openxmlformats.org/officeDocument/2006/relationships/image" Target="../media/image555.png"/><Relationship Id="rId273" Type="http://schemas.openxmlformats.org/officeDocument/2006/relationships/customXml" Target="../ink/ink564.xml"/><Relationship Id="rId294" Type="http://schemas.openxmlformats.org/officeDocument/2006/relationships/image" Target="../media/image576.png"/><Relationship Id="rId308" Type="http://schemas.openxmlformats.org/officeDocument/2006/relationships/image" Target="../media/image583.png"/><Relationship Id="rId329" Type="http://schemas.openxmlformats.org/officeDocument/2006/relationships/customXml" Target="../ink/ink592.xml"/><Relationship Id="rId47" Type="http://schemas.openxmlformats.org/officeDocument/2006/relationships/customXml" Target="../ink/ink451.xml"/><Relationship Id="rId68" Type="http://schemas.openxmlformats.org/officeDocument/2006/relationships/image" Target="../media/image463.png"/><Relationship Id="rId89" Type="http://schemas.openxmlformats.org/officeDocument/2006/relationships/customXml" Target="../ink/ink472.xml"/><Relationship Id="rId112" Type="http://schemas.openxmlformats.org/officeDocument/2006/relationships/image" Target="../media/image485.png"/><Relationship Id="rId133" Type="http://schemas.openxmlformats.org/officeDocument/2006/relationships/customXml" Target="../ink/ink494.xml"/><Relationship Id="rId154" Type="http://schemas.openxmlformats.org/officeDocument/2006/relationships/image" Target="../media/image506.png"/><Relationship Id="rId175" Type="http://schemas.openxmlformats.org/officeDocument/2006/relationships/customXml" Target="../ink/ink515.xml"/><Relationship Id="rId340" Type="http://schemas.openxmlformats.org/officeDocument/2006/relationships/image" Target="../media/image599.png"/><Relationship Id="rId196" Type="http://schemas.openxmlformats.org/officeDocument/2006/relationships/image" Target="../media/image527.png"/><Relationship Id="rId200" Type="http://schemas.openxmlformats.org/officeDocument/2006/relationships/image" Target="../media/image529.png"/><Relationship Id="rId16" Type="http://schemas.openxmlformats.org/officeDocument/2006/relationships/image" Target="../media/image437.png"/><Relationship Id="rId221" Type="http://schemas.openxmlformats.org/officeDocument/2006/relationships/customXml" Target="../ink/ink538.xml"/><Relationship Id="rId242" Type="http://schemas.openxmlformats.org/officeDocument/2006/relationships/image" Target="../media/image550.png"/><Relationship Id="rId263" Type="http://schemas.openxmlformats.org/officeDocument/2006/relationships/customXml" Target="../ink/ink559.xml"/><Relationship Id="rId284" Type="http://schemas.openxmlformats.org/officeDocument/2006/relationships/image" Target="../media/image571.png"/><Relationship Id="rId319" Type="http://schemas.openxmlformats.org/officeDocument/2006/relationships/customXml" Target="../ink/ink587.xml"/><Relationship Id="rId37" Type="http://schemas.openxmlformats.org/officeDocument/2006/relationships/customXml" Target="../ink/ink446.xml"/><Relationship Id="rId58" Type="http://schemas.openxmlformats.org/officeDocument/2006/relationships/image" Target="../media/image458.png"/><Relationship Id="rId79" Type="http://schemas.openxmlformats.org/officeDocument/2006/relationships/customXml" Target="../ink/ink467.xml"/><Relationship Id="rId102" Type="http://schemas.openxmlformats.org/officeDocument/2006/relationships/image" Target="../media/image480.png"/><Relationship Id="rId123" Type="http://schemas.openxmlformats.org/officeDocument/2006/relationships/customXml" Target="../ink/ink489.xml"/><Relationship Id="rId144" Type="http://schemas.openxmlformats.org/officeDocument/2006/relationships/image" Target="../media/image501.png"/><Relationship Id="rId330" Type="http://schemas.openxmlformats.org/officeDocument/2006/relationships/image" Target="../media/image594.png"/><Relationship Id="rId90" Type="http://schemas.openxmlformats.org/officeDocument/2006/relationships/image" Target="../media/image474.png"/><Relationship Id="rId165" Type="http://schemas.openxmlformats.org/officeDocument/2006/relationships/customXml" Target="../ink/ink510.xml"/><Relationship Id="rId186" Type="http://schemas.openxmlformats.org/officeDocument/2006/relationships/image" Target="../media/image522.png"/><Relationship Id="rId351" Type="http://schemas.openxmlformats.org/officeDocument/2006/relationships/customXml" Target="../ink/ink603.xml"/><Relationship Id="rId211" Type="http://schemas.openxmlformats.org/officeDocument/2006/relationships/customXml" Target="../ink/ink533.xml"/><Relationship Id="rId232" Type="http://schemas.openxmlformats.org/officeDocument/2006/relationships/image" Target="../media/image545.png"/><Relationship Id="rId253" Type="http://schemas.openxmlformats.org/officeDocument/2006/relationships/customXml" Target="../ink/ink554.xml"/><Relationship Id="rId274" Type="http://schemas.openxmlformats.org/officeDocument/2006/relationships/image" Target="../media/image566.png"/><Relationship Id="rId295" Type="http://schemas.openxmlformats.org/officeDocument/2006/relationships/customXml" Target="../ink/ink575.xml"/><Relationship Id="rId309" Type="http://schemas.openxmlformats.org/officeDocument/2006/relationships/customXml" Target="../ink/ink582.xml"/><Relationship Id="rId27" Type="http://schemas.openxmlformats.org/officeDocument/2006/relationships/customXml" Target="../ink/ink441.xml"/><Relationship Id="rId48" Type="http://schemas.openxmlformats.org/officeDocument/2006/relationships/image" Target="../media/image453.png"/><Relationship Id="rId69" Type="http://schemas.openxmlformats.org/officeDocument/2006/relationships/customXml" Target="../ink/ink462.xml"/><Relationship Id="rId113" Type="http://schemas.openxmlformats.org/officeDocument/2006/relationships/customXml" Target="../ink/ink484.xml"/><Relationship Id="rId134" Type="http://schemas.openxmlformats.org/officeDocument/2006/relationships/image" Target="../media/image496.png"/><Relationship Id="rId320" Type="http://schemas.openxmlformats.org/officeDocument/2006/relationships/image" Target="../media/image589.png"/><Relationship Id="rId80" Type="http://schemas.openxmlformats.org/officeDocument/2006/relationships/image" Target="../media/image469.png"/><Relationship Id="rId155" Type="http://schemas.openxmlformats.org/officeDocument/2006/relationships/customXml" Target="../ink/ink505.xml"/><Relationship Id="rId176" Type="http://schemas.openxmlformats.org/officeDocument/2006/relationships/image" Target="../media/image517.png"/><Relationship Id="rId197" Type="http://schemas.openxmlformats.org/officeDocument/2006/relationships/customXml" Target="../ink/ink526.xml"/><Relationship Id="rId341" Type="http://schemas.openxmlformats.org/officeDocument/2006/relationships/customXml" Target="../ink/ink598.xml"/><Relationship Id="rId201" Type="http://schemas.openxmlformats.org/officeDocument/2006/relationships/customXml" Target="../ink/ink528.xml"/><Relationship Id="rId222" Type="http://schemas.openxmlformats.org/officeDocument/2006/relationships/image" Target="../media/image540.png"/><Relationship Id="rId243" Type="http://schemas.openxmlformats.org/officeDocument/2006/relationships/customXml" Target="../ink/ink549.xml"/><Relationship Id="rId264" Type="http://schemas.openxmlformats.org/officeDocument/2006/relationships/image" Target="../media/image561.png"/><Relationship Id="rId285" Type="http://schemas.openxmlformats.org/officeDocument/2006/relationships/customXml" Target="../ink/ink570.xml"/><Relationship Id="rId17" Type="http://schemas.openxmlformats.org/officeDocument/2006/relationships/customXml" Target="../ink/ink436.xml"/><Relationship Id="rId38" Type="http://schemas.openxmlformats.org/officeDocument/2006/relationships/image" Target="../media/image448.png"/><Relationship Id="rId59" Type="http://schemas.openxmlformats.org/officeDocument/2006/relationships/customXml" Target="../ink/ink457.xml"/><Relationship Id="rId103" Type="http://schemas.openxmlformats.org/officeDocument/2006/relationships/customXml" Target="../ink/ink479.xml"/><Relationship Id="rId124" Type="http://schemas.openxmlformats.org/officeDocument/2006/relationships/image" Target="../media/image491.png"/><Relationship Id="rId310" Type="http://schemas.openxmlformats.org/officeDocument/2006/relationships/image" Target="../media/image584.png"/><Relationship Id="rId70" Type="http://schemas.openxmlformats.org/officeDocument/2006/relationships/image" Target="../media/image464.png"/><Relationship Id="rId91" Type="http://schemas.openxmlformats.org/officeDocument/2006/relationships/customXml" Target="../ink/ink473.xml"/><Relationship Id="rId145" Type="http://schemas.openxmlformats.org/officeDocument/2006/relationships/customXml" Target="../ink/ink500.xml"/><Relationship Id="rId166" Type="http://schemas.openxmlformats.org/officeDocument/2006/relationships/image" Target="../media/image512.png"/><Relationship Id="rId187" Type="http://schemas.openxmlformats.org/officeDocument/2006/relationships/customXml" Target="../ink/ink521.xml"/><Relationship Id="rId331" Type="http://schemas.openxmlformats.org/officeDocument/2006/relationships/customXml" Target="../ink/ink593.xml"/><Relationship Id="rId352" Type="http://schemas.openxmlformats.org/officeDocument/2006/relationships/image" Target="../media/image605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535.png"/><Relationship Id="rId233" Type="http://schemas.openxmlformats.org/officeDocument/2006/relationships/customXml" Target="../ink/ink544.xml"/><Relationship Id="rId254" Type="http://schemas.openxmlformats.org/officeDocument/2006/relationships/image" Target="../media/image556.png"/><Relationship Id="rId28" Type="http://schemas.openxmlformats.org/officeDocument/2006/relationships/image" Target="../media/image443.png"/><Relationship Id="rId49" Type="http://schemas.openxmlformats.org/officeDocument/2006/relationships/customXml" Target="../ink/ink452.xml"/><Relationship Id="rId114" Type="http://schemas.openxmlformats.org/officeDocument/2006/relationships/image" Target="../media/image486.png"/><Relationship Id="rId275" Type="http://schemas.openxmlformats.org/officeDocument/2006/relationships/customXml" Target="../ink/ink565.xml"/><Relationship Id="rId296" Type="http://schemas.openxmlformats.org/officeDocument/2006/relationships/image" Target="../media/image577.png"/><Relationship Id="rId300" Type="http://schemas.openxmlformats.org/officeDocument/2006/relationships/image" Target="../media/image579.png"/><Relationship Id="rId60" Type="http://schemas.openxmlformats.org/officeDocument/2006/relationships/image" Target="../media/image459.png"/><Relationship Id="rId81" Type="http://schemas.openxmlformats.org/officeDocument/2006/relationships/customXml" Target="../ink/ink468.xml"/><Relationship Id="rId135" Type="http://schemas.openxmlformats.org/officeDocument/2006/relationships/customXml" Target="../ink/ink495.xml"/><Relationship Id="rId156" Type="http://schemas.openxmlformats.org/officeDocument/2006/relationships/image" Target="../media/image507.png"/><Relationship Id="rId177" Type="http://schemas.openxmlformats.org/officeDocument/2006/relationships/customXml" Target="../ink/ink516.xml"/><Relationship Id="rId198" Type="http://schemas.openxmlformats.org/officeDocument/2006/relationships/image" Target="../media/image528.png"/><Relationship Id="rId321" Type="http://schemas.openxmlformats.org/officeDocument/2006/relationships/customXml" Target="../ink/ink588.xml"/><Relationship Id="rId342" Type="http://schemas.openxmlformats.org/officeDocument/2006/relationships/image" Target="../media/image600.png"/><Relationship Id="rId202" Type="http://schemas.openxmlformats.org/officeDocument/2006/relationships/image" Target="../media/image530.png"/><Relationship Id="rId223" Type="http://schemas.openxmlformats.org/officeDocument/2006/relationships/customXml" Target="../ink/ink539.xml"/><Relationship Id="rId244" Type="http://schemas.openxmlformats.org/officeDocument/2006/relationships/image" Target="../media/image551.png"/><Relationship Id="rId18" Type="http://schemas.openxmlformats.org/officeDocument/2006/relationships/image" Target="../media/image438.png"/><Relationship Id="rId39" Type="http://schemas.openxmlformats.org/officeDocument/2006/relationships/customXml" Target="../ink/ink447.xml"/><Relationship Id="rId265" Type="http://schemas.openxmlformats.org/officeDocument/2006/relationships/customXml" Target="../ink/ink560.xml"/><Relationship Id="rId286" Type="http://schemas.openxmlformats.org/officeDocument/2006/relationships/image" Target="../media/image572.png"/><Relationship Id="rId50" Type="http://schemas.openxmlformats.org/officeDocument/2006/relationships/image" Target="../media/image454.png"/><Relationship Id="rId104" Type="http://schemas.openxmlformats.org/officeDocument/2006/relationships/image" Target="../media/image481.png"/><Relationship Id="rId125" Type="http://schemas.openxmlformats.org/officeDocument/2006/relationships/customXml" Target="../ink/ink490.xml"/><Relationship Id="rId146" Type="http://schemas.openxmlformats.org/officeDocument/2006/relationships/image" Target="../media/image502.png"/><Relationship Id="rId167" Type="http://schemas.openxmlformats.org/officeDocument/2006/relationships/customXml" Target="../ink/ink511.xml"/><Relationship Id="rId188" Type="http://schemas.openxmlformats.org/officeDocument/2006/relationships/image" Target="../media/image523.png"/><Relationship Id="rId311" Type="http://schemas.openxmlformats.org/officeDocument/2006/relationships/customXml" Target="../ink/ink583.xml"/><Relationship Id="rId332" Type="http://schemas.openxmlformats.org/officeDocument/2006/relationships/image" Target="../media/image595.png"/><Relationship Id="rId71" Type="http://schemas.openxmlformats.org/officeDocument/2006/relationships/customXml" Target="../ink/ink463.xml"/><Relationship Id="rId92" Type="http://schemas.openxmlformats.org/officeDocument/2006/relationships/image" Target="../media/image475.png"/><Relationship Id="rId213" Type="http://schemas.openxmlformats.org/officeDocument/2006/relationships/customXml" Target="../ink/ink534.xml"/><Relationship Id="rId234" Type="http://schemas.openxmlformats.org/officeDocument/2006/relationships/image" Target="../media/image546.png"/><Relationship Id="rId2" Type="http://schemas.openxmlformats.org/officeDocument/2006/relationships/image" Target="../media/image430.png"/><Relationship Id="rId29" Type="http://schemas.openxmlformats.org/officeDocument/2006/relationships/customXml" Target="../ink/ink442.xml"/><Relationship Id="rId255" Type="http://schemas.openxmlformats.org/officeDocument/2006/relationships/customXml" Target="../ink/ink555.xml"/><Relationship Id="rId276" Type="http://schemas.openxmlformats.org/officeDocument/2006/relationships/image" Target="../media/image567.png"/><Relationship Id="rId297" Type="http://schemas.openxmlformats.org/officeDocument/2006/relationships/customXml" Target="../ink/ink576.xml"/><Relationship Id="rId40" Type="http://schemas.openxmlformats.org/officeDocument/2006/relationships/image" Target="../media/image449.png"/><Relationship Id="rId115" Type="http://schemas.openxmlformats.org/officeDocument/2006/relationships/customXml" Target="../ink/ink485.xml"/><Relationship Id="rId136" Type="http://schemas.openxmlformats.org/officeDocument/2006/relationships/image" Target="../media/image497.png"/><Relationship Id="rId157" Type="http://schemas.openxmlformats.org/officeDocument/2006/relationships/customXml" Target="../ink/ink506.xml"/><Relationship Id="rId178" Type="http://schemas.openxmlformats.org/officeDocument/2006/relationships/image" Target="../media/image518.png"/><Relationship Id="rId301" Type="http://schemas.openxmlformats.org/officeDocument/2006/relationships/customXml" Target="../ink/ink578.xml"/><Relationship Id="rId322" Type="http://schemas.openxmlformats.org/officeDocument/2006/relationships/image" Target="../media/image590.png"/><Relationship Id="rId343" Type="http://schemas.openxmlformats.org/officeDocument/2006/relationships/customXml" Target="../ink/ink599.xml"/><Relationship Id="rId61" Type="http://schemas.openxmlformats.org/officeDocument/2006/relationships/customXml" Target="../ink/ink458.xml"/><Relationship Id="rId82" Type="http://schemas.openxmlformats.org/officeDocument/2006/relationships/image" Target="../media/image470.png"/><Relationship Id="rId199" Type="http://schemas.openxmlformats.org/officeDocument/2006/relationships/customXml" Target="../ink/ink527.xml"/><Relationship Id="rId203" Type="http://schemas.openxmlformats.org/officeDocument/2006/relationships/customXml" Target="../ink/ink529.xml"/><Relationship Id="rId19" Type="http://schemas.openxmlformats.org/officeDocument/2006/relationships/customXml" Target="../ink/ink437.xml"/><Relationship Id="rId224" Type="http://schemas.openxmlformats.org/officeDocument/2006/relationships/image" Target="../media/image541.png"/><Relationship Id="rId245" Type="http://schemas.openxmlformats.org/officeDocument/2006/relationships/customXml" Target="../ink/ink550.xml"/><Relationship Id="rId266" Type="http://schemas.openxmlformats.org/officeDocument/2006/relationships/image" Target="../media/image562.png"/><Relationship Id="rId287" Type="http://schemas.openxmlformats.org/officeDocument/2006/relationships/customXml" Target="../ink/ink571.xml"/><Relationship Id="rId30" Type="http://schemas.openxmlformats.org/officeDocument/2006/relationships/image" Target="../media/image444.png"/><Relationship Id="rId105" Type="http://schemas.openxmlformats.org/officeDocument/2006/relationships/customXml" Target="../ink/ink480.xml"/><Relationship Id="rId126" Type="http://schemas.openxmlformats.org/officeDocument/2006/relationships/image" Target="../media/image492.png"/><Relationship Id="rId147" Type="http://schemas.openxmlformats.org/officeDocument/2006/relationships/customXml" Target="../ink/ink501.xml"/><Relationship Id="rId168" Type="http://schemas.openxmlformats.org/officeDocument/2006/relationships/image" Target="../media/image513.png"/><Relationship Id="rId312" Type="http://schemas.openxmlformats.org/officeDocument/2006/relationships/image" Target="../media/image585.png"/><Relationship Id="rId333" Type="http://schemas.openxmlformats.org/officeDocument/2006/relationships/customXml" Target="../ink/ink594.xml"/><Relationship Id="rId51" Type="http://schemas.openxmlformats.org/officeDocument/2006/relationships/customXml" Target="../ink/ink453.xml"/><Relationship Id="rId72" Type="http://schemas.openxmlformats.org/officeDocument/2006/relationships/image" Target="../media/image465.png"/><Relationship Id="rId93" Type="http://schemas.openxmlformats.org/officeDocument/2006/relationships/customXml" Target="../ink/ink474.xml"/><Relationship Id="rId189" Type="http://schemas.openxmlformats.org/officeDocument/2006/relationships/customXml" Target="../ink/ink522.xml"/><Relationship Id="rId3" Type="http://schemas.openxmlformats.org/officeDocument/2006/relationships/customXml" Target="../ink/ink429.xml"/><Relationship Id="rId214" Type="http://schemas.openxmlformats.org/officeDocument/2006/relationships/image" Target="../media/image536.png"/><Relationship Id="rId235" Type="http://schemas.openxmlformats.org/officeDocument/2006/relationships/customXml" Target="../ink/ink545.xml"/><Relationship Id="rId256" Type="http://schemas.openxmlformats.org/officeDocument/2006/relationships/image" Target="../media/image557.png"/><Relationship Id="rId277" Type="http://schemas.openxmlformats.org/officeDocument/2006/relationships/customXml" Target="../ink/ink566.xml"/><Relationship Id="rId298" Type="http://schemas.openxmlformats.org/officeDocument/2006/relationships/image" Target="../media/image578.png"/><Relationship Id="rId116" Type="http://schemas.openxmlformats.org/officeDocument/2006/relationships/image" Target="../media/image487.png"/><Relationship Id="rId137" Type="http://schemas.openxmlformats.org/officeDocument/2006/relationships/customXml" Target="../ink/ink496.xml"/><Relationship Id="rId158" Type="http://schemas.openxmlformats.org/officeDocument/2006/relationships/image" Target="../media/image508.png"/><Relationship Id="rId302" Type="http://schemas.openxmlformats.org/officeDocument/2006/relationships/image" Target="../media/image580.png"/><Relationship Id="rId323" Type="http://schemas.openxmlformats.org/officeDocument/2006/relationships/customXml" Target="../ink/ink589.xml"/><Relationship Id="rId344" Type="http://schemas.openxmlformats.org/officeDocument/2006/relationships/image" Target="../media/image601.png"/><Relationship Id="rId20" Type="http://schemas.openxmlformats.org/officeDocument/2006/relationships/image" Target="../media/image439.png"/><Relationship Id="rId41" Type="http://schemas.openxmlformats.org/officeDocument/2006/relationships/customXml" Target="../ink/ink448.xml"/><Relationship Id="rId62" Type="http://schemas.openxmlformats.org/officeDocument/2006/relationships/image" Target="../media/image460.png"/><Relationship Id="rId83" Type="http://schemas.openxmlformats.org/officeDocument/2006/relationships/customXml" Target="../ink/ink469.xml"/><Relationship Id="rId179" Type="http://schemas.openxmlformats.org/officeDocument/2006/relationships/customXml" Target="../ink/ink517.xml"/><Relationship Id="rId190" Type="http://schemas.openxmlformats.org/officeDocument/2006/relationships/image" Target="../media/image524.png"/><Relationship Id="rId204" Type="http://schemas.openxmlformats.org/officeDocument/2006/relationships/image" Target="../media/image531.png"/><Relationship Id="rId225" Type="http://schemas.openxmlformats.org/officeDocument/2006/relationships/customXml" Target="../ink/ink540.xml"/><Relationship Id="rId246" Type="http://schemas.openxmlformats.org/officeDocument/2006/relationships/image" Target="../media/image552.png"/><Relationship Id="rId267" Type="http://schemas.openxmlformats.org/officeDocument/2006/relationships/customXml" Target="../ink/ink561.xml"/><Relationship Id="rId288" Type="http://schemas.openxmlformats.org/officeDocument/2006/relationships/image" Target="../media/image573.png"/><Relationship Id="rId106" Type="http://schemas.openxmlformats.org/officeDocument/2006/relationships/image" Target="../media/image482.png"/><Relationship Id="rId127" Type="http://schemas.openxmlformats.org/officeDocument/2006/relationships/customXml" Target="../ink/ink491.xml"/><Relationship Id="rId313" Type="http://schemas.openxmlformats.org/officeDocument/2006/relationships/customXml" Target="../ink/ink584.xml"/><Relationship Id="rId10" Type="http://schemas.openxmlformats.org/officeDocument/2006/relationships/image" Target="../media/image434.png"/><Relationship Id="rId31" Type="http://schemas.openxmlformats.org/officeDocument/2006/relationships/customXml" Target="../ink/ink443.xml"/><Relationship Id="rId52" Type="http://schemas.openxmlformats.org/officeDocument/2006/relationships/image" Target="../media/image455.png"/><Relationship Id="rId73" Type="http://schemas.openxmlformats.org/officeDocument/2006/relationships/customXml" Target="../ink/ink464.xml"/><Relationship Id="rId94" Type="http://schemas.openxmlformats.org/officeDocument/2006/relationships/image" Target="../media/image476.png"/><Relationship Id="rId148" Type="http://schemas.openxmlformats.org/officeDocument/2006/relationships/image" Target="../media/image503.png"/><Relationship Id="rId169" Type="http://schemas.openxmlformats.org/officeDocument/2006/relationships/customXml" Target="../ink/ink512.xml"/><Relationship Id="rId334" Type="http://schemas.openxmlformats.org/officeDocument/2006/relationships/image" Target="../media/image596.png"/><Relationship Id="rId4" Type="http://schemas.openxmlformats.org/officeDocument/2006/relationships/image" Target="../media/image431.png"/><Relationship Id="rId180" Type="http://schemas.openxmlformats.org/officeDocument/2006/relationships/image" Target="../media/image519.png"/><Relationship Id="rId215" Type="http://schemas.openxmlformats.org/officeDocument/2006/relationships/customXml" Target="../ink/ink535.xml"/><Relationship Id="rId236" Type="http://schemas.openxmlformats.org/officeDocument/2006/relationships/image" Target="../media/image547.png"/><Relationship Id="rId257" Type="http://schemas.openxmlformats.org/officeDocument/2006/relationships/customXml" Target="../ink/ink556.xml"/><Relationship Id="rId278" Type="http://schemas.openxmlformats.org/officeDocument/2006/relationships/image" Target="../media/image568.png"/><Relationship Id="rId303" Type="http://schemas.openxmlformats.org/officeDocument/2006/relationships/customXml" Target="../ink/ink579.xml"/><Relationship Id="rId42" Type="http://schemas.openxmlformats.org/officeDocument/2006/relationships/image" Target="../media/image450.png"/><Relationship Id="rId84" Type="http://schemas.openxmlformats.org/officeDocument/2006/relationships/image" Target="../media/image471.png"/><Relationship Id="rId138" Type="http://schemas.openxmlformats.org/officeDocument/2006/relationships/image" Target="../media/image498.png"/><Relationship Id="rId345" Type="http://schemas.openxmlformats.org/officeDocument/2006/relationships/customXml" Target="../ink/ink600.xml"/><Relationship Id="rId191" Type="http://schemas.openxmlformats.org/officeDocument/2006/relationships/customXml" Target="../ink/ink523.xml"/><Relationship Id="rId205" Type="http://schemas.openxmlformats.org/officeDocument/2006/relationships/customXml" Target="../ink/ink530.xml"/><Relationship Id="rId247" Type="http://schemas.openxmlformats.org/officeDocument/2006/relationships/customXml" Target="../ink/ink551.xml"/><Relationship Id="rId107" Type="http://schemas.openxmlformats.org/officeDocument/2006/relationships/customXml" Target="../ink/ink481.xml"/><Relationship Id="rId289" Type="http://schemas.openxmlformats.org/officeDocument/2006/relationships/customXml" Target="../ink/ink572.xml"/><Relationship Id="rId11" Type="http://schemas.openxmlformats.org/officeDocument/2006/relationships/customXml" Target="../ink/ink433.xml"/><Relationship Id="rId53" Type="http://schemas.openxmlformats.org/officeDocument/2006/relationships/customXml" Target="../ink/ink454.xml"/><Relationship Id="rId149" Type="http://schemas.openxmlformats.org/officeDocument/2006/relationships/customXml" Target="../ink/ink502.xml"/><Relationship Id="rId314" Type="http://schemas.openxmlformats.org/officeDocument/2006/relationships/image" Target="../media/image586.png"/><Relationship Id="rId95" Type="http://schemas.openxmlformats.org/officeDocument/2006/relationships/customXml" Target="../ink/ink475.xml"/><Relationship Id="rId160" Type="http://schemas.openxmlformats.org/officeDocument/2006/relationships/image" Target="../media/image509.png"/><Relationship Id="rId216" Type="http://schemas.openxmlformats.org/officeDocument/2006/relationships/image" Target="../media/image537.png"/><Relationship Id="rId258" Type="http://schemas.openxmlformats.org/officeDocument/2006/relationships/image" Target="../media/image558.png"/><Relationship Id="rId22" Type="http://schemas.openxmlformats.org/officeDocument/2006/relationships/image" Target="../media/image440.png"/><Relationship Id="rId64" Type="http://schemas.openxmlformats.org/officeDocument/2006/relationships/image" Target="../media/image461.png"/><Relationship Id="rId118" Type="http://schemas.openxmlformats.org/officeDocument/2006/relationships/image" Target="../media/image488.png"/><Relationship Id="rId325" Type="http://schemas.openxmlformats.org/officeDocument/2006/relationships/customXml" Target="../ink/ink590.xml"/><Relationship Id="rId171" Type="http://schemas.openxmlformats.org/officeDocument/2006/relationships/customXml" Target="../ink/ink513.xml"/><Relationship Id="rId227" Type="http://schemas.openxmlformats.org/officeDocument/2006/relationships/customXml" Target="../ink/ink541.xml"/><Relationship Id="rId269" Type="http://schemas.openxmlformats.org/officeDocument/2006/relationships/customXml" Target="../ink/ink562.xml"/><Relationship Id="rId33" Type="http://schemas.openxmlformats.org/officeDocument/2006/relationships/customXml" Target="../ink/ink444.xml"/><Relationship Id="rId129" Type="http://schemas.openxmlformats.org/officeDocument/2006/relationships/customXml" Target="../ink/ink492.xml"/><Relationship Id="rId280" Type="http://schemas.openxmlformats.org/officeDocument/2006/relationships/image" Target="../media/image569.png"/><Relationship Id="rId336" Type="http://schemas.openxmlformats.org/officeDocument/2006/relationships/image" Target="../media/image597.png"/><Relationship Id="rId75" Type="http://schemas.openxmlformats.org/officeDocument/2006/relationships/customXml" Target="../ink/ink465.xml"/><Relationship Id="rId140" Type="http://schemas.openxmlformats.org/officeDocument/2006/relationships/image" Target="../media/image499.png"/><Relationship Id="rId182" Type="http://schemas.openxmlformats.org/officeDocument/2006/relationships/image" Target="../media/image520.png"/><Relationship Id="rId6" Type="http://schemas.openxmlformats.org/officeDocument/2006/relationships/image" Target="../media/image432.png"/><Relationship Id="rId238" Type="http://schemas.openxmlformats.org/officeDocument/2006/relationships/image" Target="../media/image548.png"/><Relationship Id="rId291" Type="http://schemas.openxmlformats.org/officeDocument/2006/relationships/customXml" Target="../ink/ink573.xml"/><Relationship Id="rId305" Type="http://schemas.openxmlformats.org/officeDocument/2006/relationships/customXml" Target="../ink/ink580.xml"/><Relationship Id="rId347" Type="http://schemas.openxmlformats.org/officeDocument/2006/relationships/customXml" Target="../ink/ink601.xml"/><Relationship Id="rId44" Type="http://schemas.openxmlformats.org/officeDocument/2006/relationships/image" Target="../media/image451.png"/><Relationship Id="rId86" Type="http://schemas.openxmlformats.org/officeDocument/2006/relationships/image" Target="../media/image472.png"/><Relationship Id="rId151" Type="http://schemas.openxmlformats.org/officeDocument/2006/relationships/customXml" Target="../ink/ink503.xml"/><Relationship Id="rId193" Type="http://schemas.openxmlformats.org/officeDocument/2006/relationships/customXml" Target="../ink/ink524.xml"/><Relationship Id="rId207" Type="http://schemas.openxmlformats.org/officeDocument/2006/relationships/customXml" Target="../ink/ink531.xml"/><Relationship Id="rId249" Type="http://schemas.openxmlformats.org/officeDocument/2006/relationships/customXml" Target="../ink/ink552.xml"/><Relationship Id="rId13" Type="http://schemas.openxmlformats.org/officeDocument/2006/relationships/customXml" Target="../ink/ink434.xml"/><Relationship Id="rId109" Type="http://schemas.openxmlformats.org/officeDocument/2006/relationships/customXml" Target="../ink/ink482.xml"/><Relationship Id="rId260" Type="http://schemas.openxmlformats.org/officeDocument/2006/relationships/image" Target="../media/image559.png"/><Relationship Id="rId316" Type="http://schemas.openxmlformats.org/officeDocument/2006/relationships/image" Target="../media/image587.png"/><Relationship Id="rId55" Type="http://schemas.openxmlformats.org/officeDocument/2006/relationships/customXml" Target="../ink/ink455.xml"/><Relationship Id="rId97" Type="http://schemas.openxmlformats.org/officeDocument/2006/relationships/customXml" Target="../ink/ink476.xml"/><Relationship Id="rId120" Type="http://schemas.openxmlformats.org/officeDocument/2006/relationships/image" Target="../media/image489.png"/><Relationship Id="rId162" Type="http://schemas.openxmlformats.org/officeDocument/2006/relationships/image" Target="../media/image510.png"/><Relationship Id="rId218" Type="http://schemas.openxmlformats.org/officeDocument/2006/relationships/image" Target="../media/image538.png"/><Relationship Id="rId271" Type="http://schemas.openxmlformats.org/officeDocument/2006/relationships/customXml" Target="../ink/ink563.xml"/><Relationship Id="rId24" Type="http://schemas.openxmlformats.org/officeDocument/2006/relationships/image" Target="../media/image441.png"/><Relationship Id="rId66" Type="http://schemas.openxmlformats.org/officeDocument/2006/relationships/image" Target="../media/image462.png"/><Relationship Id="rId131" Type="http://schemas.openxmlformats.org/officeDocument/2006/relationships/customXml" Target="../ink/ink493.xml"/><Relationship Id="rId327" Type="http://schemas.openxmlformats.org/officeDocument/2006/relationships/customXml" Target="../ink/ink591.xml"/><Relationship Id="rId173" Type="http://schemas.openxmlformats.org/officeDocument/2006/relationships/customXml" Target="../ink/ink514.xml"/><Relationship Id="rId229" Type="http://schemas.openxmlformats.org/officeDocument/2006/relationships/customXml" Target="../ink/ink542.xml"/><Relationship Id="rId240" Type="http://schemas.openxmlformats.org/officeDocument/2006/relationships/image" Target="../media/image549.png"/><Relationship Id="rId35" Type="http://schemas.openxmlformats.org/officeDocument/2006/relationships/customXml" Target="../ink/ink445.xml"/><Relationship Id="rId77" Type="http://schemas.openxmlformats.org/officeDocument/2006/relationships/customXml" Target="../ink/ink466.xml"/><Relationship Id="rId100" Type="http://schemas.openxmlformats.org/officeDocument/2006/relationships/image" Target="../media/image479.png"/><Relationship Id="rId282" Type="http://schemas.openxmlformats.org/officeDocument/2006/relationships/image" Target="../media/image570.png"/><Relationship Id="rId338" Type="http://schemas.openxmlformats.org/officeDocument/2006/relationships/image" Target="../media/image598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61.xml"/><Relationship Id="rId299" Type="http://schemas.openxmlformats.org/officeDocument/2006/relationships/customXml" Target="../ink/ink752.xml"/><Relationship Id="rId21" Type="http://schemas.openxmlformats.org/officeDocument/2006/relationships/customXml" Target="../ink/ink613.xml"/><Relationship Id="rId63" Type="http://schemas.openxmlformats.org/officeDocument/2006/relationships/customXml" Target="../ink/ink634.xml"/><Relationship Id="rId159" Type="http://schemas.openxmlformats.org/officeDocument/2006/relationships/customXml" Target="../ink/ink682.xml"/><Relationship Id="rId324" Type="http://schemas.openxmlformats.org/officeDocument/2006/relationships/image" Target="../media/image765.png"/><Relationship Id="rId170" Type="http://schemas.openxmlformats.org/officeDocument/2006/relationships/image" Target="../media/image689.png"/><Relationship Id="rId226" Type="http://schemas.openxmlformats.org/officeDocument/2006/relationships/image" Target="../media/image716.png"/><Relationship Id="rId268" Type="http://schemas.openxmlformats.org/officeDocument/2006/relationships/image" Target="../media/image737.png"/><Relationship Id="rId32" Type="http://schemas.openxmlformats.org/officeDocument/2006/relationships/image" Target="../media/image620.png"/><Relationship Id="rId74" Type="http://schemas.openxmlformats.org/officeDocument/2006/relationships/image" Target="../media/image641.png"/><Relationship Id="rId128" Type="http://schemas.openxmlformats.org/officeDocument/2006/relationships/image" Target="../media/image668.png"/><Relationship Id="rId335" Type="http://schemas.openxmlformats.org/officeDocument/2006/relationships/customXml" Target="../ink/ink770.xml"/><Relationship Id="rId5" Type="http://schemas.openxmlformats.org/officeDocument/2006/relationships/customXml" Target="../ink/ink605.xml"/><Relationship Id="rId181" Type="http://schemas.openxmlformats.org/officeDocument/2006/relationships/customXml" Target="../ink/ink693.xml"/><Relationship Id="rId237" Type="http://schemas.openxmlformats.org/officeDocument/2006/relationships/customXml" Target="../ink/ink721.xml"/><Relationship Id="rId279" Type="http://schemas.openxmlformats.org/officeDocument/2006/relationships/customXml" Target="../ink/ink742.xml"/><Relationship Id="rId43" Type="http://schemas.openxmlformats.org/officeDocument/2006/relationships/customXml" Target="../ink/ink624.xml"/><Relationship Id="rId139" Type="http://schemas.openxmlformats.org/officeDocument/2006/relationships/customXml" Target="../ink/ink672.xml"/><Relationship Id="rId290" Type="http://schemas.openxmlformats.org/officeDocument/2006/relationships/image" Target="../media/image748.png"/><Relationship Id="rId304" Type="http://schemas.openxmlformats.org/officeDocument/2006/relationships/image" Target="../media/image755.png"/><Relationship Id="rId85" Type="http://schemas.openxmlformats.org/officeDocument/2006/relationships/customXml" Target="../ink/ink645.xml"/><Relationship Id="rId150" Type="http://schemas.openxmlformats.org/officeDocument/2006/relationships/image" Target="../media/image679.png"/><Relationship Id="rId192" Type="http://schemas.openxmlformats.org/officeDocument/2006/relationships/image" Target="../media/image700.png"/><Relationship Id="rId206" Type="http://schemas.openxmlformats.org/officeDocument/2006/relationships/image" Target="../media/image707.png"/><Relationship Id="rId248" Type="http://schemas.openxmlformats.org/officeDocument/2006/relationships/image" Target="../media/image727.png"/><Relationship Id="rId12" Type="http://schemas.openxmlformats.org/officeDocument/2006/relationships/image" Target="../media/image611.png"/><Relationship Id="rId108" Type="http://schemas.openxmlformats.org/officeDocument/2006/relationships/image" Target="../media/image658.png"/><Relationship Id="rId315" Type="http://schemas.openxmlformats.org/officeDocument/2006/relationships/customXml" Target="../ink/ink760.xml"/><Relationship Id="rId54" Type="http://schemas.openxmlformats.org/officeDocument/2006/relationships/image" Target="../media/image631.png"/><Relationship Id="rId96" Type="http://schemas.openxmlformats.org/officeDocument/2006/relationships/image" Target="../media/image652.png"/><Relationship Id="rId161" Type="http://schemas.openxmlformats.org/officeDocument/2006/relationships/customXml" Target="../ink/ink683.xml"/><Relationship Id="rId217" Type="http://schemas.openxmlformats.org/officeDocument/2006/relationships/customXml" Target="../ink/ink711.xml"/><Relationship Id="rId259" Type="http://schemas.openxmlformats.org/officeDocument/2006/relationships/customXml" Target="../ink/ink732.xml"/><Relationship Id="rId23" Type="http://schemas.openxmlformats.org/officeDocument/2006/relationships/customXml" Target="../ink/ink614.xml"/><Relationship Id="rId119" Type="http://schemas.openxmlformats.org/officeDocument/2006/relationships/customXml" Target="../ink/ink662.xml"/><Relationship Id="rId270" Type="http://schemas.openxmlformats.org/officeDocument/2006/relationships/image" Target="../media/image738.png"/><Relationship Id="rId326" Type="http://schemas.openxmlformats.org/officeDocument/2006/relationships/image" Target="../media/image766.png"/><Relationship Id="rId65" Type="http://schemas.openxmlformats.org/officeDocument/2006/relationships/customXml" Target="../ink/ink635.xml"/><Relationship Id="rId130" Type="http://schemas.openxmlformats.org/officeDocument/2006/relationships/image" Target="../media/image669.png"/><Relationship Id="rId172" Type="http://schemas.openxmlformats.org/officeDocument/2006/relationships/image" Target="../media/image690.png"/><Relationship Id="rId228" Type="http://schemas.openxmlformats.org/officeDocument/2006/relationships/image" Target="../media/image717.png"/><Relationship Id="rId281" Type="http://schemas.openxmlformats.org/officeDocument/2006/relationships/customXml" Target="../ink/ink743.xml"/><Relationship Id="rId34" Type="http://schemas.openxmlformats.org/officeDocument/2006/relationships/image" Target="../media/image621.png"/><Relationship Id="rId76" Type="http://schemas.openxmlformats.org/officeDocument/2006/relationships/image" Target="../media/image642.png"/><Relationship Id="rId141" Type="http://schemas.openxmlformats.org/officeDocument/2006/relationships/customXml" Target="../ink/ink673.xml"/><Relationship Id="rId7" Type="http://schemas.openxmlformats.org/officeDocument/2006/relationships/customXml" Target="../ink/ink606.xml"/><Relationship Id="rId183" Type="http://schemas.openxmlformats.org/officeDocument/2006/relationships/customXml" Target="../ink/ink694.xml"/><Relationship Id="rId239" Type="http://schemas.openxmlformats.org/officeDocument/2006/relationships/customXml" Target="../ink/ink722.xml"/><Relationship Id="rId250" Type="http://schemas.openxmlformats.org/officeDocument/2006/relationships/image" Target="../media/image728.png"/><Relationship Id="rId292" Type="http://schemas.openxmlformats.org/officeDocument/2006/relationships/image" Target="../media/image749.png"/><Relationship Id="rId306" Type="http://schemas.openxmlformats.org/officeDocument/2006/relationships/image" Target="../media/image756.png"/><Relationship Id="rId24" Type="http://schemas.openxmlformats.org/officeDocument/2006/relationships/image" Target="../media/image617.png"/><Relationship Id="rId45" Type="http://schemas.openxmlformats.org/officeDocument/2006/relationships/customXml" Target="../ink/ink625.xml"/><Relationship Id="rId66" Type="http://schemas.openxmlformats.org/officeDocument/2006/relationships/image" Target="../media/image637.png"/><Relationship Id="rId87" Type="http://schemas.openxmlformats.org/officeDocument/2006/relationships/customXml" Target="../ink/ink646.xml"/><Relationship Id="rId110" Type="http://schemas.openxmlformats.org/officeDocument/2006/relationships/image" Target="../media/image659.png"/><Relationship Id="rId131" Type="http://schemas.openxmlformats.org/officeDocument/2006/relationships/customXml" Target="../ink/ink668.xml"/><Relationship Id="rId327" Type="http://schemas.openxmlformats.org/officeDocument/2006/relationships/customXml" Target="../ink/ink766.xml"/><Relationship Id="rId152" Type="http://schemas.openxmlformats.org/officeDocument/2006/relationships/image" Target="../media/image680.png"/><Relationship Id="rId173" Type="http://schemas.openxmlformats.org/officeDocument/2006/relationships/customXml" Target="../ink/ink689.xml"/><Relationship Id="rId194" Type="http://schemas.openxmlformats.org/officeDocument/2006/relationships/image" Target="../media/image701.png"/><Relationship Id="rId208" Type="http://schemas.openxmlformats.org/officeDocument/2006/relationships/image" Target="../media/image708.png"/><Relationship Id="rId229" Type="http://schemas.openxmlformats.org/officeDocument/2006/relationships/customXml" Target="../ink/ink717.xml"/><Relationship Id="rId240" Type="http://schemas.openxmlformats.org/officeDocument/2006/relationships/image" Target="../media/image723.png"/><Relationship Id="rId261" Type="http://schemas.openxmlformats.org/officeDocument/2006/relationships/customXml" Target="../ink/ink733.xml"/><Relationship Id="rId14" Type="http://schemas.openxmlformats.org/officeDocument/2006/relationships/image" Target="../media/image612.png"/><Relationship Id="rId35" Type="http://schemas.openxmlformats.org/officeDocument/2006/relationships/customXml" Target="../ink/ink620.xml"/><Relationship Id="rId56" Type="http://schemas.openxmlformats.org/officeDocument/2006/relationships/image" Target="../media/image632.png"/><Relationship Id="rId77" Type="http://schemas.openxmlformats.org/officeDocument/2006/relationships/customXml" Target="../ink/ink641.xml"/><Relationship Id="rId100" Type="http://schemas.openxmlformats.org/officeDocument/2006/relationships/image" Target="../media/image654.png"/><Relationship Id="rId282" Type="http://schemas.openxmlformats.org/officeDocument/2006/relationships/image" Target="../media/image744.png"/><Relationship Id="rId317" Type="http://schemas.openxmlformats.org/officeDocument/2006/relationships/customXml" Target="../ink/ink761.xml"/><Relationship Id="rId8" Type="http://schemas.openxmlformats.org/officeDocument/2006/relationships/image" Target="../media/image609.png"/><Relationship Id="rId98" Type="http://schemas.openxmlformats.org/officeDocument/2006/relationships/image" Target="../media/image653.png"/><Relationship Id="rId121" Type="http://schemas.openxmlformats.org/officeDocument/2006/relationships/customXml" Target="../ink/ink663.xml"/><Relationship Id="rId142" Type="http://schemas.openxmlformats.org/officeDocument/2006/relationships/image" Target="../media/image675.png"/><Relationship Id="rId163" Type="http://schemas.openxmlformats.org/officeDocument/2006/relationships/customXml" Target="../ink/ink684.xml"/><Relationship Id="rId184" Type="http://schemas.openxmlformats.org/officeDocument/2006/relationships/image" Target="../media/image696.png"/><Relationship Id="rId219" Type="http://schemas.openxmlformats.org/officeDocument/2006/relationships/customXml" Target="../ink/ink712.xml"/><Relationship Id="rId230" Type="http://schemas.openxmlformats.org/officeDocument/2006/relationships/image" Target="../media/image718.png"/><Relationship Id="rId251" Type="http://schemas.openxmlformats.org/officeDocument/2006/relationships/customXml" Target="../ink/ink728.xml"/><Relationship Id="rId25" Type="http://schemas.openxmlformats.org/officeDocument/2006/relationships/customXml" Target="../ink/ink615.xml"/><Relationship Id="rId46" Type="http://schemas.openxmlformats.org/officeDocument/2006/relationships/image" Target="../media/image627.png"/><Relationship Id="rId67" Type="http://schemas.openxmlformats.org/officeDocument/2006/relationships/customXml" Target="../ink/ink636.xml"/><Relationship Id="rId272" Type="http://schemas.openxmlformats.org/officeDocument/2006/relationships/image" Target="../media/image739.png"/><Relationship Id="rId293" Type="http://schemas.openxmlformats.org/officeDocument/2006/relationships/customXml" Target="../ink/ink749.xml"/><Relationship Id="rId307" Type="http://schemas.openxmlformats.org/officeDocument/2006/relationships/customXml" Target="../ink/ink756.xml"/><Relationship Id="rId328" Type="http://schemas.openxmlformats.org/officeDocument/2006/relationships/image" Target="../media/image767.png"/><Relationship Id="rId88" Type="http://schemas.openxmlformats.org/officeDocument/2006/relationships/image" Target="../media/image648.png"/><Relationship Id="rId111" Type="http://schemas.openxmlformats.org/officeDocument/2006/relationships/customXml" Target="../ink/ink658.xml"/><Relationship Id="rId132" Type="http://schemas.openxmlformats.org/officeDocument/2006/relationships/image" Target="../media/image670.png"/><Relationship Id="rId153" Type="http://schemas.openxmlformats.org/officeDocument/2006/relationships/customXml" Target="../ink/ink679.xml"/><Relationship Id="rId174" Type="http://schemas.openxmlformats.org/officeDocument/2006/relationships/image" Target="../media/image691.png"/><Relationship Id="rId195" Type="http://schemas.openxmlformats.org/officeDocument/2006/relationships/customXml" Target="../ink/ink700.xml"/><Relationship Id="rId209" Type="http://schemas.openxmlformats.org/officeDocument/2006/relationships/customXml" Target="../ink/ink707.xml"/><Relationship Id="rId220" Type="http://schemas.openxmlformats.org/officeDocument/2006/relationships/image" Target="../media/image713.png"/><Relationship Id="rId241" Type="http://schemas.openxmlformats.org/officeDocument/2006/relationships/customXml" Target="../ink/ink723.xml"/><Relationship Id="rId15" Type="http://schemas.openxmlformats.org/officeDocument/2006/relationships/customXml" Target="../ink/ink610.xml"/><Relationship Id="rId36" Type="http://schemas.openxmlformats.org/officeDocument/2006/relationships/image" Target="../media/image622.png"/><Relationship Id="rId57" Type="http://schemas.openxmlformats.org/officeDocument/2006/relationships/customXml" Target="../ink/ink631.xml"/><Relationship Id="rId262" Type="http://schemas.openxmlformats.org/officeDocument/2006/relationships/image" Target="../media/image734.png"/><Relationship Id="rId283" Type="http://schemas.openxmlformats.org/officeDocument/2006/relationships/customXml" Target="../ink/ink744.xml"/><Relationship Id="rId318" Type="http://schemas.openxmlformats.org/officeDocument/2006/relationships/image" Target="../media/image762.png"/><Relationship Id="rId78" Type="http://schemas.openxmlformats.org/officeDocument/2006/relationships/image" Target="../media/image643.png"/><Relationship Id="rId99" Type="http://schemas.openxmlformats.org/officeDocument/2006/relationships/customXml" Target="../ink/ink652.xml"/><Relationship Id="rId101" Type="http://schemas.openxmlformats.org/officeDocument/2006/relationships/customXml" Target="../ink/ink653.xml"/><Relationship Id="rId122" Type="http://schemas.openxmlformats.org/officeDocument/2006/relationships/image" Target="../media/image665.png"/><Relationship Id="rId143" Type="http://schemas.openxmlformats.org/officeDocument/2006/relationships/customXml" Target="../ink/ink674.xml"/><Relationship Id="rId164" Type="http://schemas.openxmlformats.org/officeDocument/2006/relationships/image" Target="../media/image686.png"/><Relationship Id="rId185" Type="http://schemas.openxmlformats.org/officeDocument/2006/relationships/customXml" Target="../ink/ink695.xml"/><Relationship Id="rId9" Type="http://schemas.openxmlformats.org/officeDocument/2006/relationships/customXml" Target="../ink/ink607.xml"/><Relationship Id="rId210" Type="http://schemas.openxmlformats.org/officeDocument/2006/relationships/image" Target="../media/image709.png"/><Relationship Id="rId26" Type="http://schemas.openxmlformats.org/officeDocument/2006/relationships/image" Target="../media/image569.png"/><Relationship Id="rId231" Type="http://schemas.openxmlformats.org/officeDocument/2006/relationships/customXml" Target="../ink/ink718.xml"/><Relationship Id="rId252" Type="http://schemas.openxmlformats.org/officeDocument/2006/relationships/image" Target="../media/image729.png"/><Relationship Id="rId273" Type="http://schemas.openxmlformats.org/officeDocument/2006/relationships/customXml" Target="../ink/ink739.xml"/><Relationship Id="rId294" Type="http://schemas.openxmlformats.org/officeDocument/2006/relationships/image" Target="../media/image750.png"/><Relationship Id="rId308" Type="http://schemas.openxmlformats.org/officeDocument/2006/relationships/image" Target="../media/image757.png"/><Relationship Id="rId329" Type="http://schemas.openxmlformats.org/officeDocument/2006/relationships/customXml" Target="../ink/ink767.xml"/><Relationship Id="rId47" Type="http://schemas.openxmlformats.org/officeDocument/2006/relationships/customXml" Target="../ink/ink626.xml"/><Relationship Id="rId68" Type="http://schemas.openxmlformats.org/officeDocument/2006/relationships/image" Target="../media/image638.png"/><Relationship Id="rId89" Type="http://schemas.openxmlformats.org/officeDocument/2006/relationships/customXml" Target="../ink/ink647.xml"/><Relationship Id="rId112" Type="http://schemas.openxmlformats.org/officeDocument/2006/relationships/image" Target="../media/image660.png"/><Relationship Id="rId133" Type="http://schemas.openxmlformats.org/officeDocument/2006/relationships/customXml" Target="../ink/ink669.xml"/><Relationship Id="rId154" Type="http://schemas.openxmlformats.org/officeDocument/2006/relationships/image" Target="../media/image681.png"/><Relationship Id="rId175" Type="http://schemas.openxmlformats.org/officeDocument/2006/relationships/customXml" Target="../ink/ink690.xml"/><Relationship Id="rId196" Type="http://schemas.openxmlformats.org/officeDocument/2006/relationships/image" Target="../media/image702.png"/><Relationship Id="rId200" Type="http://schemas.openxmlformats.org/officeDocument/2006/relationships/image" Target="../media/image704.png"/><Relationship Id="rId16" Type="http://schemas.openxmlformats.org/officeDocument/2006/relationships/image" Target="../media/image613.png"/><Relationship Id="rId221" Type="http://schemas.openxmlformats.org/officeDocument/2006/relationships/customXml" Target="../ink/ink713.xml"/><Relationship Id="rId242" Type="http://schemas.openxmlformats.org/officeDocument/2006/relationships/image" Target="../media/image724.png"/><Relationship Id="rId263" Type="http://schemas.openxmlformats.org/officeDocument/2006/relationships/customXml" Target="../ink/ink734.xml"/><Relationship Id="rId284" Type="http://schemas.openxmlformats.org/officeDocument/2006/relationships/image" Target="../media/image745.png"/><Relationship Id="rId319" Type="http://schemas.openxmlformats.org/officeDocument/2006/relationships/customXml" Target="../ink/ink762.xml"/><Relationship Id="rId37" Type="http://schemas.openxmlformats.org/officeDocument/2006/relationships/customXml" Target="../ink/ink621.xml"/><Relationship Id="rId58" Type="http://schemas.openxmlformats.org/officeDocument/2006/relationships/image" Target="../media/image633.png"/><Relationship Id="rId79" Type="http://schemas.openxmlformats.org/officeDocument/2006/relationships/customXml" Target="../ink/ink642.xml"/><Relationship Id="rId102" Type="http://schemas.openxmlformats.org/officeDocument/2006/relationships/image" Target="../media/image655.png"/><Relationship Id="rId123" Type="http://schemas.openxmlformats.org/officeDocument/2006/relationships/customXml" Target="../ink/ink664.xml"/><Relationship Id="rId144" Type="http://schemas.openxmlformats.org/officeDocument/2006/relationships/image" Target="../media/image676.png"/><Relationship Id="rId330" Type="http://schemas.openxmlformats.org/officeDocument/2006/relationships/image" Target="../media/image768.png"/><Relationship Id="rId90" Type="http://schemas.openxmlformats.org/officeDocument/2006/relationships/image" Target="../media/image649.png"/><Relationship Id="rId165" Type="http://schemas.openxmlformats.org/officeDocument/2006/relationships/customXml" Target="../ink/ink685.xml"/><Relationship Id="rId186" Type="http://schemas.openxmlformats.org/officeDocument/2006/relationships/image" Target="../media/image697.png"/><Relationship Id="rId211" Type="http://schemas.openxmlformats.org/officeDocument/2006/relationships/customXml" Target="../ink/ink708.xml"/><Relationship Id="rId232" Type="http://schemas.openxmlformats.org/officeDocument/2006/relationships/image" Target="../media/image719.png"/><Relationship Id="rId253" Type="http://schemas.openxmlformats.org/officeDocument/2006/relationships/customXml" Target="../ink/ink729.xml"/><Relationship Id="rId274" Type="http://schemas.openxmlformats.org/officeDocument/2006/relationships/image" Target="../media/image740.png"/><Relationship Id="rId295" Type="http://schemas.openxmlformats.org/officeDocument/2006/relationships/customXml" Target="../ink/ink750.xml"/><Relationship Id="rId309" Type="http://schemas.openxmlformats.org/officeDocument/2006/relationships/customXml" Target="../ink/ink757.xml"/><Relationship Id="rId27" Type="http://schemas.openxmlformats.org/officeDocument/2006/relationships/customXml" Target="../ink/ink616.xml"/><Relationship Id="rId48" Type="http://schemas.openxmlformats.org/officeDocument/2006/relationships/image" Target="../media/image628.png"/><Relationship Id="rId69" Type="http://schemas.openxmlformats.org/officeDocument/2006/relationships/customXml" Target="../ink/ink637.xml"/><Relationship Id="rId113" Type="http://schemas.openxmlformats.org/officeDocument/2006/relationships/customXml" Target="../ink/ink659.xml"/><Relationship Id="rId134" Type="http://schemas.openxmlformats.org/officeDocument/2006/relationships/image" Target="../media/image671.png"/><Relationship Id="rId320" Type="http://schemas.openxmlformats.org/officeDocument/2006/relationships/image" Target="../media/image763.png"/><Relationship Id="rId80" Type="http://schemas.openxmlformats.org/officeDocument/2006/relationships/image" Target="../media/image644.png"/><Relationship Id="rId155" Type="http://schemas.openxmlformats.org/officeDocument/2006/relationships/customXml" Target="../ink/ink680.xml"/><Relationship Id="rId176" Type="http://schemas.openxmlformats.org/officeDocument/2006/relationships/image" Target="../media/image692.png"/><Relationship Id="rId197" Type="http://schemas.openxmlformats.org/officeDocument/2006/relationships/customXml" Target="../ink/ink701.xml"/><Relationship Id="rId201" Type="http://schemas.openxmlformats.org/officeDocument/2006/relationships/customXml" Target="../ink/ink703.xml"/><Relationship Id="rId222" Type="http://schemas.openxmlformats.org/officeDocument/2006/relationships/image" Target="../media/image714.png"/><Relationship Id="rId243" Type="http://schemas.openxmlformats.org/officeDocument/2006/relationships/customXml" Target="../ink/ink724.xml"/><Relationship Id="rId264" Type="http://schemas.openxmlformats.org/officeDocument/2006/relationships/image" Target="../media/image735.png"/><Relationship Id="rId285" Type="http://schemas.openxmlformats.org/officeDocument/2006/relationships/customXml" Target="../ink/ink745.xml"/><Relationship Id="rId17" Type="http://schemas.openxmlformats.org/officeDocument/2006/relationships/customXml" Target="../ink/ink611.xml"/><Relationship Id="rId38" Type="http://schemas.openxmlformats.org/officeDocument/2006/relationships/image" Target="../media/image623.png"/><Relationship Id="rId59" Type="http://schemas.openxmlformats.org/officeDocument/2006/relationships/customXml" Target="../ink/ink632.xml"/><Relationship Id="rId103" Type="http://schemas.openxmlformats.org/officeDocument/2006/relationships/customXml" Target="../ink/ink654.xml"/><Relationship Id="rId124" Type="http://schemas.openxmlformats.org/officeDocument/2006/relationships/image" Target="../media/image666.png"/><Relationship Id="rId310" Type="http://schemas.openxmlformats.org/officeDocument/2006/relationships/image" Target="../media/image758.png"/><Relationship Id="rId70" Type="http://schemas.openxmlformats.org/officeDocument/2006/relationships/image" Target="../media/image639.png"/><Relationship Id="rId91" Type="http://schemas.openxmlformats.org/officeDocument/2006/relationships/customXml" Target="../ink/ink648.xml"/><Relationship Id="rId145" Type="http://schemas.openxmlformats.org/officeDocument/2006/relationships/customXml" Target="../ink/ink675.xml"/><Relationship Id="rId166" Type="http://schemas.openxmlformats.org/officeDocument/2006/relationships/image" Target="../media/image687.png"/><Relationship Id="rId187" Type="http://schemas.openxmlformats.org/officeDocument/2006/relationships/customXml" Target="../ink/ink696.xml"/><Relationship Id="rId331" Type="http://schemas.openxmlformats.org/officeDocument/2006/relationships/customXml" Target="../ink/ink768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710.png"/><Relationship Id="rId233" Type="http://schemas.openxmlformats.org/officeDocument/2006/relationships/customXml" Target="../ink/ink719.xml"/><Relationship Id="rId254" Type="http://schemas.openxmlformats.org/officeDocument/2006/relationships/image" Target="../media/image730.png"/><Relationship Id="rId28" Type="http://schemas.openxmlformats.org/officeDocument/2006/relationships/image" Target="../media/image618.png"/><Relationship Id="rId49" Type="http://schemas.openxmlformats.org/officeDocument/2006/relationships/customXml" Target="../ink/ink627.xml"/><Relationship Id="rId114" Type="http://schemas.openxmlformats.org/officeDocument/2006/relationships/image" Target="../media/image661.png"/><Relationship Id="rId275" Type="http://schemas.openxmlformats.org/officeDocument/2006/relationships/customXml" Target="../ink/ink740.xml"/><Relationship Id="rId296" Type="http://schemas.openxmlformats.org/officeDocument/2006/relationships/image" Target="../media/image751.png"/><Relationship Id="rId300" Type="http://schemas.openxmlformats.org/officeDocument/2006/relationships/image" Target="../media/image753.png"/><Relationship Id="rId60" Type="http://schemas.openxmlformats.org/officeDocument/2006/relationships/image" Target="../media/image634.png"/><Relationship Id="rId81" Type="http://schemas.openxmlformats.org/officeDocument/2006/relationships/customXml" Target="../ink/ink643.xml"/><Relationship Id="rId135" Type="http://schemas.openxmlformats.org/officeDocument/2006/relationships/customXml" Target="../ink/ink670.xml"/><Relationship Id="rId156" Type="http://schemas.openxmlformats.org/officeDocument/2006/relationships/image" Target="../media/image682.png"/><Relationship Id="rId177" Type="http://schemas.openxmlformats.org/officeDocument/2006/relationships/customXml" Target="../ink/ink691.xml"/><Relationship Id="rId198" Type="http://schemas.openxmlformats.org/officeDocument/2006/relationships/image" Target="../media/image703.png"/><Relationship Id="rId321" Type="http://schemas.openxmlformats.org/officeDocument/2006/relationships/customXml" Target="../ink/ink763.xml"/><Relationship Id="rId202" Type="http://schemas.openxmlformats.org/officeDocument/2006/relationships/image" Target="../media/image705.png"/><Relationship Id="rId223" Type="http://schemas.openxmlformats.org/officeDocument/2006/relationships/customXml" Target="../ink/ink714.xml"/><Relationship Id="rId244" Type="http://schemas.openxmlformats.org/officeDocument/2006/relationships/image" Target="../media/image725.png"/><Relationship Id="rId18" Type="http://schemas.openxmlformats.org/officeDocument/2006/relationships/image" Target="../media/image614.png"/><Relationship Id="rId39" Type="http://schemas.openxmlformats.org/officeDocument/2006/relationships/customXml" Target="../ink/ink622.xml"/><Relationship Id="rId265" Type="http://schemas.openxmlformats.org/officeDocument/2006/relationships/customXml" Target="../ink/ink735.xml"/><Relationship Id="rId286" Type="http://schemas.openxmlformats.org/officeDocument/2006/relationships/image" Target="../media/image746.png"/><Relationship Id="rId50" Type="http://schemas.openxmlformats.org/officeDocument/2006/relationships/image" Target="../media/image629.png"/><Relationship Id="rId104" Type="http://schemas.openxmlformats.org/officeDocument/2006/relationships/image" Target="../media/image656.png"/><Relationship Id="rId125" Type="http://schemas.openxmlformats.org/officeDocument/2006/relationships/customXml" Target="../ink/ink665.xml"/><Relationship Id="rId146" Type="http://schemas.openxmlformats.org/officeDocument/2006/relationships/image" Target="../media/image677.png"/><Relationship Id="rId167" Type="http://schemas.openxmlformats.org/officeDocument/2006/relationships/customXml" Target="../ink/ink686.xml"/><Relationship Id="rId188" Type="http://schemas.openxmlformats.org/officeDocument/2006/relationships/image" Target="../media/image698.png"/><Relationship Id="rId311" Type="http://schemas.openxmlformats.org/officeDocument/2006/relationships/customXml" Target="../ink/ink758.xml"/><Relationship Id="rId332" Type="http://schemas.openxmlformats.org/officeDocument/2006/relationships/image" Target="../media/image769.png"/><Relationship Id="rId71" Type="http://schemas.openxmlformats.org/officeDocument/2006/relationships/customXml" Target="../ink/ink638.xml"/><Relationship Id="rId92" Type="http://schemas.openxmlformats.org/officeDocument/2006/relationships/image" Target="../media/image650.png"/><Relationship Id="rId213" Type="http://schemas.openxmlformats.org/officeDocument/2006/relationships/customXml" Target="../ink/ink709.xml"/><Relationship Id="rId234" Type="http://schemas.openxmlformats.org/officeDocument/2006/relationships/image" Target="../media/image720.png"/><Relationship Id="rId2" Type="http://schemas.openxmlformats.org/officeDocument/2006/relationships/image" Target="../media/image606.png"/><Relationship Id="rId29" Type="http://schemas.openxmlformats.org/officeDocument/2006/relationships/customXml" Target="../ink/ink617.xml"/><Relationship Id="rId255" Type="http://schemas.openxmlformats.org/officeDocument/2006/relationships/customXml" Target="../ink/ink730.xml"/><Relationship Id="rId276" Type="http://schemas.openxmlformats.org/officeDocument/2006/relationships/image" Target="../media/image741.png"/><Relationship Id="rId297" Type="http://schemas.openxmlformats.org/officeDocument/2006/relationships/customXml" Target="../ink/ink751.xml"/><Relationship Id="rId40" Type="http://schemas.openxmlformats.org/officeDocument/2006/relationships/image" Target="../media/image624.png"/><Relationship Id="rId115" Type="http://schemas.openxmlformats.org/officeDocument/2006/relationships/customXml" Target="../ink/ink660.xml"/><Relationship Id="rId136" Type="http://schemas.openxmlformats.org/officeDocument/2006/relationships/image" Target="../media/image672.png"/><Relationship Id="rId157" Type="http://schemas.openxmlformats.org/officeDocument/2006/relationships/customXml" Target="../ink/ink681.xml"/><Relationship Id="rId178" Type="http://schemas.openxmlformats.org/officeDocument/2006/relationships/image" Target="../media/image693.png"/><Relationship Id="rId301" Type="http://schemas.openxmlformats.org/officeDocument/2006/relationships/customXml" Target="../ink/ink753.xml"/><Relationship Id="rId322" Type="http://schemas.openxmlformats.org/officeDocument/2006/relationships/image" Target="../media/image764.png"/><Relationship Id="rId61" Type="http://schemas.openxmlformats.org/officeDocument/2006/relationships/customXml" Target="../ink/ink633.xml"/><Relationship Id="rId82" Type="http://schemas.openxmlformats.org/officeDocument/2006/relationships/image" Target="../media/image645.png"/><Relationship Id="rId199" Type="http://schemas.openxmlformats.org/officeDocument/2006/relationships/customXml" Target="../ink/ink702.xml"/><Relationship Id="rId203" Type="http://schemas.openxmlformats.org/officeDocument/2006/relationships/customXml" Target="../ink/ink704.xml"/><Relationship Id="rId19" Type="http://schemas.openxmlformats.org/officeDocument/2006/relationships/customXml" Target="../ink/ink612.xml"/><Relationship Id="rId224" Type="http://schemas.openxmlformats.org/officeDocument/2006/relationships/image" Target="../media/image715.png"/><Relationship Id="rId245" Type="http://schemas.openxmlformats.org/officeDocument/2006/relationships/customXml" Target="../ink/ink725.xml"/><Relationship Id="rId266" Type="http://schemas.openxmlformats.org/officeDocument/2006/relationships/image" Target="../media/image736.png"/><Relationship Id="rId287" Type="http://schemas.openxmlformats.org/officeDocument/2006/relationships/customXml" Target="../ink/ink746.xml"/><Relationship Id="rId30" Type="http://schemas.openxmlformats.org/officeDocument/2006/relationships/image" Target="../media/image619.png"/><Relationship Id="rId105" Type="http://schemas.openxmlformats.org/officeDocument/2006/relationships/customXml" Target="../ink/ink655.xml"/><Relationship Id="rId126" Type="http://schemas.openxmlformats.org/officeDocument/2006/relationships/image" Target="../media/image667.png"/><Relationship Id="rId147" Type="http://schemas.openxmlformats.org/officeDocument/2006/relationships/customXml" Target="../ink/ink676.xml"/><Relationship Id="rId168" Type="http://schemas.openxmlformats.org/officeDocument/2006/relationships/image" Target="../media/image688.png"/><Relationship Id="rId312" Type="http://schemas.openxmlformats.org/officeDocument/2006/relationships/image" Target="../media/image759.png"/><Relationship Id="rId333" Type="http://schemas.openxmlformats.org/officeDocument/2006/relationships/customXml" Target="../ink/ink769.xml"/><Relationship Id="rId51" Type="http://schemas.openxmlformats.org/officeDocument/2006/relationships/customXml" Target="../ink/ink628.xml"/><Relationship Id="rId72" Type="http://schemas.openxmlformats.org/officeDocument/2006/relationships/image" Target="../media/image640.png"/><Relationship Id="rId93" Type="http://schemas.openxmlformats.org/officeDocument/2006/relationships/customXml" Target="../ink/ink649.xml"/><Relationship Id="rId189" Type="http://schemas.openxmlformats.org/officeDocument/2006/relationships/customXml" Target="../ink/ink697.xml"/><Relationship Id="rId3" Type="http://schemas.openxmlformats.org/officeDocument/2006/relationships/customXml" Target="../ink/ink604.xml"/><Relationship Id="rId214" Type="http://schemas.openxmlformats.org/officeDocument/2006/relationships/image" Target="../media/image711.png"/><Relationship Id="rId235" Type="http://schemas.openxmlformats.org/officeDocument/2006/relationships/customXml" Target="../ink/ink720.xml"/><Relationship Id="rId256" Type="http://schemas.openxmlformats.org/officeDocument/2006/relationships/image" Target="../media/image731.png"/><Relationship Id="rId277" Type="http://schemas.openxmlformats.org/officeDocument/2006/relationships/customXml" Target="../ink/ink741.xml"/><Relationship Id="rId298" Type="http://schemas.openxmlformats.org/officeDocument/2006/relationships/image" Target="../media/image752.png"/><Relationship Id="rId116" Type="http://schemas.openxmlformats.org/officeDocument/2006/relationships/image" Target="../media/image662.png"/><Relationship Id="rId137" Type="http://schemas.openxmlformats.org/officeDocument/2006/relationships/customXml" Target="../ink/ink671.xml"/><Relationship Id="rId158" Type="http://schemas.openxmlformats.org/officeDocument/2006/relationships/image" Target="../media/image683.png"/><Relationship Id="rId302" Type="http://schemas.openxmlformats.org/officeDocument/2006/relationships/image" Target="../media/image754.png"/><Relationship Id="rId323" Type="http://schemas.openxmlformats.org/officeDocument/2006/relationships/customXml" Target="../ink/ink764.xml"/><Relationship Id="rId20" Type="http://schemas.openxmlformats.org/officeDocument/2006/relationships/image" Target="../media/image615.png"/><Relationship Id="rId41" Type="http://schemas.openxmlformats.org/officeDocument/2006/relationships/customXml" Target="../ink/ink623.xml"/><Relationship Id="rId62" Type="http://schemas.openxmlformats.org/officeDocument/2006/relationships/image" Target="../media/image635.png"/><Relationship Id="rId83" Type="http://schemas.openxmlformats.org/officeDocument/2006/relationships/customXml" Target="../ink/ink644.xml"/><Relationship Id="rId179" Type="http://schemas.openxmlformats.org/officeDocument/2006/relationships/customXml" Target="../ink/ink692.xml"/><Relationship Id="rId190" Type="http://schemas.openxmlformats.org/officeDocument/2006/relationships/image" Target="../media/image699.png"/><Relationship Id="rId204" Type="http://schemas.openxmlformats.org/officeDocument/2006/relationships/image" Target="../media/image706.png"/><Relationship Id="rId225" Type="http://schemas.openxmlformats.org/officeDocument/2006/relationships/customXml" Target="../ink/ink715.xml"/><Relationship Id="rId246" Type="http://schemas.openxmlformats.org/officeDocument/2006/relationships/image" Target="../media/image726.png"/><Relationship Id="rId267" Type="http://schemas.openxmlformats.org/officeDocument/2006/relationships/customXml" Target="../ink/ink736.xml"/><Relationship Id="rId288" Type="http://schemas.openxmlformats.org/officeDocument/2006/relationships/image" Target="../media/image747.png"/><Relationship Id="rId106" Type="http://schemas.openxmlformats.org/officeDocument/2006/relationships/image" Target="../media/image657.png"/><Relationship Id="rId127" Type="http://schemas.openxmlformats.org/officeDocument/2006/relationships/customXml" Target="../ink/ink666.xml"/><Relationship Id="rId313" Type="http://schemas.openxmlformats.org/officeDocument/2006/relationships/customXml" Target="../ink/ink759.xml"/><Relationship Id="rId10" Type="http://schemas.openxmlformats.org/officeDocument/2006/relationships/image" Target="../media/image610.png"/><Relationship Id="rId31" Type="http://schemas.openxmlformats.org/officeDocument/2006/relationships/customXml" Target="../ink/ink618.xml"/><Relationship Id="rId52" Type="http://schemas.openxmlformats.org/officeDocument/2006/relationships/image" Target="../media/image630.png"/><Relationship Id="rId73" Type="http://schemas.openxmlformats.org/officeDocument/2006/relationships/customXml" Target="../ink/ink639.xml"/><Relationship Id="rId94" Type="http://schemas.openxmlformats.org/officeDocument/2006/relationships/image" Target="../media/image651.png"/><Relationship Id="rId148" Type="http://schemas.openxmlformats.org/officeDocument/2006/relationships/image" Target="../media/image678.png"/><Relationship Id="rId169" Type="http://schemas.openxmlformats.org/officeDocument/2006/relationships/customXml" Target="../ink/ink687.xml"/><Relationship Id="rId334" Type="http://schemas.openxmlformats.org/officeDocument/2006/relationships/image" Target="../media/image770.png"/><Relationship Id="rId4" Type="http://schemas.openxmlformats.org/officeDocument/2006/relationships/image" Target="../media/image607.png"/><Relationship Id="rId180" Type="http://schemas.openxmlformats.org/officeDocument/2006/relationships/image" Target="../media/image694.png"/><Relationship Id="rId215" Type="http://schemas.openxmlformats.org/officeDocument/2006/relationships/customXml" Target="../ink/ink710.xml"/><Relationship Id="rId236" Type="http://schemas.openxmlformats.org/officeDocument/2006/relationships/image" Target="../media/image721.png"/><Relationship Id="rId257" Type="http://schemas.openxmlformats.org/officeDocument/2006/relationships/customXml" Target="../ink/ink731.xml"/><Relationship Id="rId278" Type="http://schemas.openxmlformats.org/officeDocument/2006/relationships/image" Target="../media/image742.png"/><Relationship Id="rId303" Type="http://schemas.openxmlformats.org/officeDocument/2006/relationships/customXml" Target="../ink/ink754.xml"/><Relationship Id="rId42" Type="http://schemas.openxmlformats.org/officeDocument/2006/relationships/image" Target="../media/image625.png"/><Relationship Id="rId84" Type="http://schemas.openxmlformats.org/officeDocument/2006/relationships/image" Target="../media/image646.png"/><Relationship Id="rId138" Type="http://schemas.openxmlformats.org/officeDocument/2006/relationships/image" Target="../media/image673.png"/><Relationship Id="rId191" Type="http://schemas.openxmlformats.org/officeDocument/2006/relationships/customXml" Target="../ink/ink698.xml"/><Relationship Id="rId205" Type="http://schemas.openxmlformats.org/officeDocument/2006/relationships/customXml" Target="../ink/ink705.xml"/><Relationship Id="rId247" Type="http://schemas.openxmlformats.org/officeDocument/2006/relationships/customXml" Target="../ink/ink726.xml"/><Relationship Id="rId107" Type="http://schemas.openxmlformats.org/officeDocument/2006/relationships/customXml" Target="../ink/ink656.xml"/><Relationship Id="rId289" Type="http://schemas.openxmlformats.org/officeDocument/2006/relationships/customXml" Target="../ink/ink747.xml"/><Relationship Id="rId11" Type="http://schemas.openxmlformats.org/officeDocument/2006/relationships/customXml" Target="../ink/ink608.xml"/><Relationship Id="rId53" Type="http://schemas.openxmlformats.org/officeDocument/2006/relationships/customXml" Target="../ink/ink629.xml"/><Relationship Id="rId149" Type="http://schemas.openxmlformats.org/officeDocument/2006/relationships/customXml" Target="../ink/ink677.xml"/><Relationship Id="rId314" Type="http://schemas.openxmlformats.org/officeDocument/2006/relationships/image" Target="../media/image760.png"/><Relationship Id="rId95" Type="http://schemas.openxmlformats.org/officeDocument/2006/relationships/customXml" Target="../ink/ink650.xml"/><Relationship Id="rId160" Type="http://schemas.openxmlformats.org/officeDocument/2006/relationships/image" Target="../media/image684.png"/><Relationship Id="rId216" Type="http://schemas.openxmlformats.org/officeDocument/2006/relationships/image" Target="../media/image108.png"/><Relationship Id="rId258" Type="http://schemas.openxmlformats.org/officeDocument/2006/relationships/image" Target="../media/image732.png"/><Relationship Id="rId22" Type="http://schemas.openxmlformats.org/officeDocument/2006/relationships/image" Target="../media/image616.png"/><Relationship Id="rId64" Type="http://schemas.openxmlformats.org/officeDocument/2006/relationships/image" Target="../media/image636.png"/><Relationship Id="rId118" Type="http://schemas.openxmlformats.org/officeDocument/2006/relationships/image" Target="../media/image663.png"/><Relationship Id="rId325" Type="http://schemas.openxmlformats.org/officeDocument/2006/relationships/customXml" Target="../ink/ink765.xml"/><Relationship Id="rId171" Type="http://schemas.openxmlformats.org/officeDocument/2006/relationships/customXml" Target="../ink/ink688.xml"/><Relationship Id="rId227" Type="http://schemas.openxmlformats.org/officeDocument/2006/relationships/customXml" Target="../ink/ink716.xml"/><Relationship Id="rId269" Type="http://schemas.openxmlformats.org/officeDocument/2006/relationships/customXml" Target="../ink/ink737.xml"/><Relationship Id="rId33" Type="http://schemas.openxmlformats.org/officeDocument/2006/relationships/customXml" Target="../ink/ink619.xml"/><Relationship Id="rId129" Type="http://schemas.openxmlformats.org/officeDocument/2006/relationships/customXml" Target="../ink/ink667.xml"/><Relationship Id="rId280" Type="http://schemas.openxmlformats.org/officeDocument/2006/relationships/image" Target="../media/image743.png"/><Relationship Id="rId336" Type="http://schemas.openxmlformats.org/officeDocument/2006/relationships/image" Target="../media/image771.png"/><Relationship Id="rId75" Type="http://schemas.openxmlformats.org/officeDocument/2006/relationships/customXml" Target="../ink/ink640.xml"/><Relationship Id="rId140" Type="http://schemas.openxmlformats.org/officeDocument/2006/relationships/image" Target="../media/image674.png"/><Relationship Id="rId182" Type="http://schemas.openxmlformats.org/officeDocument/2006/relationships/image" Target="../media/image695.png"/><Relationship Id="rId6" Type="http://schemas.openxmlformats.org/officeDocument/2006/relationships/image" Target="../media/image608.png"/><Relationship Id="rId238" Type="http://schemas.openxmlformats.org/officeDocument/2006/relationships/image" Target="../media/image722.png"/><Relationship Id="rId291" Type="http://schemas.openxmlformats.org/officeDocument/2006/relationships/customXml" Target="../ink/ink748.xml"/><Relationship Id="rId305" Type="http://schemas.openxmlformats.org/officeDocument/2006/relationships/customXml" Target="../ink/ink755.xml"/><Relationship Id="rId44" Type="http://schemas.openxmlformats.org/officeDocument/2006/relationships/image" Target="../media/image626.png"/><Relationship Id="rId86" Type="http://schemas.openxmlformats.org/officeDocument/2006/relationships/image" Target="../media/image647.png"/><Relationship Id="rId151" Type="http://schemas.openxmlformats.org/officeDocument/2006/relationships/customXml" Target="../ink/ink678.xml"/><Relationship Id="rId193" Type="http://schemas.openxmlformats.org/officeDocument/2006/relationships/customXml" Target="../ink/ink699.xml"/><Relationship Id="rId207" Type="http://schemas.openxmlformats.org/officeDocument/2006/relationships/customXml" Target="../ink/ink706.xml"/><Relationship Id="rId249" Type="http://schemas.openxmlformats.org/officeDocument/2006/relationships/customXml" Target="../ink/ink727.xml"/><Relationship Id="rId13" Type="http://schemas.openxmlformats.org/officeDocument/2006/relationships/customXml" Target="../ink/ink609.xml"/><Relationship Id="rId109" Type="http://schemas.openxmlformats.org/officeDocument/2006/relationships/customXml" Target="../ink/ink657.xml"/><Relationship Id="rId260" Type="http://schemas.openxmlformats.org/officeDocument/2006/relationships/image" Target="../media/image733.png"/><Relationship Id="rId316" Type="http://schemas.openxmlformats.org/officeDocument/2006/relationships/image" Target="../media/image761.png"/><Relationship Id="rId55" Type="http://schemas.openxmlformats.org/officeDocument/2006/relationships/customXml" Target="../ink/ink630.xml"/><Relationship Id="rId97" Type="http://schemas.openxmlformats.org/officeDocument/2006/relationships/customXml" Target="../ink/ink651.xml"/><Relationship Id="rId120" Type="http://schemas.openxmlformats.org/officeDocument/2006/relationships/image" Target="../media/image664.png"/><Relationship Id="rId162" Type="http://schemas.openxmlformats.org/officeDocument/2006/relationships/image" Target="../media/image685.png"/><Relationship Id="rId218" Type="http://schemas.openxmlformats.org/officeDocument/2006/relationships/image" Target="../media/image712.png"/><Relationship Id="rId271" Type="http://schemas.openxmlformats.org/officeDocument/2006/relationships/customXml" Target="../ink/ink738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29.png"/><Relationship Id="rId299" Type="http://schemas.openxmlformats.org/officeDocument/2006/relationships/image" Target="../media/image920.png"/><Relationship Id="rId21" Type="http://schemas.openxmlformats.org/officeDocument/2006/relationships/image" Target="../media/image781.png"/><Relationship Id="rId63" Type="http://schemas.openxmlformats.org/officeDocument/2006/relationships/image" Target="../media/image802.png"/><Relationship Id="rId159" Type="http://schemas.openxmlformats.org/officeDocument/2006/relationships/image" Target="../media/image850.png"/><Relationship Id="rId324" Type="http://schemas.openxmlformats.org/officeDocument/2006/relationships/customXml" Target="../ink/ink932.xml"/><Relationship Id="rId170" Type="http://schemas.openxmlformats.org/officeDocument/2006/relationships/customXml" Target="../ink/ink855.xml"/><Relationship Id="rId226" Type="http://schemas.openxmlformats.org/officeDocument/2006/relationships/customXml" Target="../ink/ink883.xml"/><Relationship Id="rId268" Type="http://schemas.openxmlformats.org/officeDocument/2006/relationships/customXml" Target="../ink/ink904.xml"/><Relationship Id="rId32" Type="http://schemas.openxmlformats.org/officeDocument/2006/relationships/customXml" Target="../ink/ink786.xml"/><Relationship Id="rId74" Type="http://schemas.openxmlformats.org/officeDocument/2006/relationships/customXml" Target="../ink/ink807.xml"/><Relationship Id="rId128" Type="http://schemas.openxmlformats.org/officeDocument/2006/relationships/customXml" Target="../ink/ink834.xml"/><Relationship Id="rId335" Type="http://schemas.openxmlformats.org/officeDocument/2006/relationships/image" Target="../media/image938.png"/><Relationship Id="rId5" Type="http://schemas.openxmlformats.org/officeDocument/2006/relationships/image" Target="../media/image773.png"/><Relationship Id="rId181" Type="http://schemas.openxmlformats.org/officeDocument/2006/relationships/image" Target="../media/image861.png"/><Relationship Id="rId237" Type="http://schemas.openxmlformats.org/officeDocument/2006/relationships/image" Target="../media/image889.png"/><Relationship Id="rId279" Type="http://schemas.openxmlformats.org/officeDocument/2006/relationships/image" Target="../media/image910.png"/><Relationship Id="rId43" Type="http://schemas.openxmlformats.org/officeDocument/2006/relationships/image" Target="../media/image792.png"/><Relationship Id="rId139" Type="http://schemas.openxmlformats.org/officeDocument/2006/relationships/image" Target="../media/image840.png"/><Relationship Id="rId290" Type="http://schemas.openxmlformats.org/officeDocument/2006/relationships/customXml" Target="../ink/ink915.xml"/><Relationship Id="rId304" Type="http://schemas.openxmlformats.org/officeDocument/2006/relationships/customXml" Target="../ink/ink922.xml"/><Relationship Id="rId346" Type="http://schemas.openxmlformats.org/officeDocument/2006/relationships/customXml" Target="../ink/ink943.xml"/><Relationship Id="rId85" Type="http://schemas.openxmlformats.org/officeDocument/2006/relationships/image" Target="../media/image813.png"/><Relationship Id="rId150" Type="http://schemas.openxmlformats.org/officeDocument/2006/relationships/customXml" Target="../ink/ink845.xml"/><Relationship Id="rId192" Type="http://schemas.openxmlformats.org/officeDocument/2006/relationships/customXml" Target="../ink/ink866.xml"/><Relationship Id="rId206" Type="http://schemas.openxmlformats.org/officeDocument/2006/relationships/customXml" Target="../ink/ink873.xml"/><Relationship Id="rId248" Type="http://schemas.openxmlformats.org/officeDocument/2006/relationships/customXml" Target="../ink/ink894.xml"/><Relationship Id="rId12" Type="http://schemas.openxmlformats.org/officeDocument/2006/relationships/customXml" Target="../ink/ink776.xml"/><Relationship Id="rId108" Type="http://schemas.openxmlformats.org/officeDocument/2006/relationships/customXml" Target="../ink/ink824.xml"/><Relationship Id="rId315" Type="http://schemas.openxmlformats.org/officeDocument/2006/relationships/image" Target="../media/image928.png"/><Relationship Id="rId357" Type="http://schemas.openxmlformats.org/officeDocument/2006/relationships/image" Target="../media/image949.png"/><Relationship Id="rId54" Type="http://schemas.openxmlformats.org/officeDocument/2006/relationships/customXml" Target="../ink/ink797.xml"/><Relationship Id="rId96" Type="http://schemas.openxmlformats.org/officeDocument/2006/relationships/customXml" Target="../ink/ink818.xml"/><Relationship Id="rId161" Type="http://schemas.openxmlformats.org/officeDocument/2006/relationships/image" Target="../media/image851.png"/><Relationship Id="rId217" Type="http://schemas.openxmlformats.org/officeDocument/2006/relationships/image" Target="../media/image879.png"/><Relationship Id="rId259" Type="http://schemas.openxmlformats.org/officeDocument/2006/relationships/image" Target="../media/image900.png"/><Relationship Id="rId23" Type="http://schemas.openxmlformats.org/officeDocument/2006/relationships/image" Target="../media/image782.png"/><Relationship Id="rId119" Type="http://schemas.openxmlformats.org/officeDocument/2006/relationships/image" Target="../media/image830.png"/><Relationship Id="rId270" Type="http://schemas.openxmlformats.org/officeDocument/2006/relationships/customXml" Target="../ink/ink905.xml"/><Relationship Id="rId326" Type="http://schemas.openxmlformats.org/officeDocument/2006/relationships/customXml" Target="../ink/ink933.xml"/><Relationship Id="rId65" Type="http://schemas.openxmlformats.org/officeDocument/2006/relationships/image" Target="../media/image803.png"/><Relationship Id="rId130" Type="http://schemas.openxmlformats.org/officeDocument/2006/relationships/customXml" Target="../ink/ink835.xml"/><Relationship Id="rId172" Type="http://schemas.openxmlformats.org/officeDocument/2006/relationships/customXml" Target="../ink/ink856.xml"/><Relationship Id="rId228" Type="http://schemas.openxmlformats.org/officeDocument/2006/relationships/customXml" Target="../ink/ink884.xml"/><Relationship Id="rId281" Type="http://schemas.openxmlformats.org/officeDocument/2006/relationships/image" Target="../media/image911.png"/><Relationship Id="rId337" Type="http://schemas.openxmlformats.org/officeDocument/2006/relationships/image" Target="../media/image939.png"/><Relationship Id="rId34" Type="http://schemas.openxmlformats.org/officeDocument/2006/relationships/customXml" Target="../ink/ink787.xml"/><Relationship Id="rId76" Type="http://schemas.openxmlformats.org/officeDocument/2006/relationships/customXml" Target="../ink/ink808.xml"/><Relationship Id="rId141" Type="http://schemas.openxmlformats.org/officeDocument/2006/relationships/image" Target="../media/image841.png"/><Relationship Id="rId7" Type="http://schemas.openxmlformats.org/officeDocument/2006/relationships/image" Target="../media/image774.png"/><Relationship Id="rId183" Type="http://schemas.openxmlformats.org/officeDocument/2006/relationships/image" Target="../media/image862.png"/><Relationship Id="rId239" Type="http://schemas.openxmlformats.org/officeDocument/2006/relationships/image" Target="../media/image890.png"/><Relationship Id="rId250" Type="http://schemas.openxmlformats.org/officeDocument/2006/relationships/customXml" Target="../ink/ink895.xml"/><Relationship Id="rId292" Type="http://schemas.openxmlformats.org/officeDocument/2006/relationships/customXml" Target="../ink/ink916.xml"/><Relationship Id="rId306" Type="http://schemas.openxmlformats.org/officeDocument/2006/relationships/customXml" Target="../ink/ink923.xml"/><Relationship Id="rId45" Type="http://schemas.openxmlformats.org/officeDocument/2006/relationships/image" Target="../media/image793.png"/><Relationship Id="rId87" Type="http://schemas.openxmlformats.org/officeDocument/2006/relationships/image" Target="../media/image814.png"/><Relationship Id="rId110" Type="http://schemas.openxmlformats.org/officeDocument/2006/relationships/customXml" Target="../ink/ink825.xml"/><Relationship Id="rId348" Type="http://schemas.openxmlformats.org/officeDocument/2006/relationships/customXml" Target="../ink/ink944.xml"/><Relationship Id="rId152" Type="http://schemas.openxmlformats.org/officeDocument/2006/relationships/customXml" Target="../ink/ink846.xml"/><Relationship Id="rId194" Type="http://schemas.openxmlformats.org/officeDocument/2006/relationships/customXml" Target="../ink/ink867.xml"/><Relationship Id="rId208" Type="http://schemas.openxmlformats.org/officeDocument/2006/relationships/customXml" Target="../ink/ink874.xml"/><Relationship Id="rId261" Type="http://schemas.openxmlformats.org/officeDocument/2006/relationships/image" Target="../media/image901.png"/><Relationship Id="rId14" Type="http://schemas.openxmlformats.org/officeDocument/2006/relationships/customXml" Target="../ink/ink777.xml"/><Relationship Id="rId56" Type="http://schemas.openxmlformats.org/officeDocument/2006/relationships/customXml" Target="../ink/ink798.xml"/><Relationship Id="rId317" Type="http://schemas.openxmlformats.org/officeDocument/2006/relationships/image" Target="../media/image929.png"/><Relationship Id="rId359" Type="http://schemas.openxmlformats.org/officeDocument/2006/relationships/image" Target="../media/image950.png"/><Relationship Id="rId98" Type="http://schemas.openxmlformats.org/officeDocument/2006/relationships/customXml" Target="../ink/ink819.xml"/><Relationship Id="rId121" Type="http://schemas.openxmlformats.org/officeDocument/2006/relationships/image" Target="../media/image831.png"/><Relationship Id="rId163" Type="http://schemas.openxmlformats.org/officeDocument/2006/relationships/image" Target="../media/image852.png"/><Relationship Id="rId219" Type="http://schemas.openxmlformats.org/officeDocument/2006/relationships/image" Target="../media/image880.png"/><Relationship Id="rId230" Type="http://schemas.openxmlformats.org/officeDocument/2006/relationships/customXml" Target="../ink/ink885.xml"/><Relationship Id="rId25" Type="http://schemas.openxmlformats.org/officeDocument/2006/relationships/image" Target="../media/image783.png"/><Relationship Id="rId67" Type="http://schemas.openxmlformats.org/officeDocument/2006/relationships/image" Target="../media/image804.png"/><Relationship Id="rId272" Type="http://schemas.openxmlformats.org/officeDocument/2006/relationships/customXml" Target="../ink/ink906.xml"/><Relationship Id="rId328" Type="http://schemas.openxmlformats.org/officeDocument/2006/relationships/customXml" Target="../ink/ink934.xml"/><Relationship Id="rId132" Type="http://schemas.openxmlformats.org/officeDocument/2006/relationships/customXml" Target="../ink/ink836.xml"/><Relationship Id="rId174" Type="http://schemas.openxmlformats.org/officeDocument/2006/relationships/customXml" Target="../ink/ink857.xml"/><Relationship Id="rId220" Type="http://schemas.openxmlformats.org/officeDocument/2006/relationships/customXml" Target="../ink/ink880.xml"/><Relationship Id="rId241" Type="http://schemas.openxmlformats.org/officeDocument/2006/relationships/image" Target="../media/image891.png"/><Relationship Id="rId15" Type="http://schemas.openxmlformats.org/officeDocument/2006/relationships/image" Target="../media/image778.png"/><Relationship Id="rId36" Type="http://schemas.openxmlformats.org/officeDocument/2006/relationships/customXml" Target="../ink/ink788.xml"/><Relationship Id="rId57" Type="http://schemas.openxmlformats.org/officeDocument/2006/relationships/image" Target="../media/image799.png"/><Relationship Id="rId262" Type="http://schemas.openxmlformats.org/officeDocument/2006/relationships/customXml" Target="../ink/ink901.xml"/><Relationship Id="rId283" Type="http://schemas.openxmlformats.org/officeDocument/2006/relationships/image" Target="../media/image912.png"/><Relationship Id="rId318" Type="http://schemas.openxmlformats.org/officeDocument/2006/relationships/customXml" Target="../ink/ink929.xml"/><Relationship Id="rId339" Type="http://schemas.openxmlformats.org/officeDocument/2006/relationships/image" Target="../media/image940.png"/><Relationship Id="rId78" Type="http://schemas.openxmlformats.org/officeDocument/2006/relationships/customXml" Target="../ink/ink809.xml"/><Relationship Id="rId99" Type="http://schemas.openxmlformats.org/officeDocument/2006/relationships/image" Target="../media/image820.png"/><Relationship Id="rId101" Type="http://schemas.openxmlformats.org/officeDocument/2006/relationships/image" Target="../media/image821.png"/><Relationship Id="rId122" Type="http://schemas.openxmlformats.org/officeDocument/2006/relationships/customXml" Target="../ink/ink831.xml"/><Relationship Id="rId143" Type="http://schemas.openxmlformats.org/officeDocument/2006/relationships/image" Target="../media/image842.png"/><Relationship Id="rId164" Type="http://schemas.openxmlformats.org/officeDocument/2006/relationships/customXml" Target="../ink/ink852.xml"/><Relationship Id="rId185" Type="http://schemas.openxmlformats.org/officeDocument/2006/relationships/image" Target="../media/image863.png"/><Relationship Id="rId350" Type="http://schemas.openxmlformats.org/officeDocument/2006/relationships/customXml" Target="../ink/ink945.xml"/><Relationship Id="rId9" Type="http://schemas.openxmlformats.org/officeDocument/2006/relationships/image" Target="../media/image775.png"/><Relationship Id="rId210" Type="http://schemas.openxmlformats.org/officeDocument/2006/relationships/customXml" Target="../ink/ink875.xml"/><Relationship Id="rId26" Type="http://schemas.openxmlformats.org/officeDocument/2006/relationships/customXml" Target="../ink/ink783.xml"/><Relationship Id="rId231" Type="http://schemas.openxmlformats.org/officeDocument/2006/relationships/image" Target="../media/image886.png"/><Relationship Id="rId252" Type="http://schemas.openxmlformats.org/officeDocument/2006/relationships/customXml" Target="../ink/ink896.xml"/><Relationship Id="rId273" Type="http://schemas.openxmlformats.org/officeDocument/2006/relationships/image" Target="../media/image907.png"/><Relationship Id="rId294" Type="http://schemas.openxmlformats.org/officeDocument/2006/relationships/customXml" Target="../ink/ink917.xml"/><Relationship Id="rId308" Type="http://schemas.openxmlformats.org/officeDocument/2006/relationships/customXml" Target="../ink/ink924.xml"/><Relationship Id="rId329" Type="http://schemas.openxmlformats.org/officeDocument/2006/relationships/image" Target="../media/image935.png"/><Relationship Id="rId47" Type="http://schemas.openxmlformats.org/officeDocument/2006/relationships/image" Target="../media/image794.png"/><Relationship Id="rId68" Type="http://schemas.openxmlformats.org/officeDocument/2006/relationships/customXml" Target="../ink/ink804.xml"/><Relationship Id="rId89" Type="http://schemas.openxmlformats.org/officeDocument/2006/relationships/image" Target="../media/image815.png"/><Relationship Id="rId112" Type="http://schemas.openxmlformats.org/officeDocument/2006/relationships/customXml" Target="../ink/ink826.xml"/><Relationship Id="rId133" Type="http://schemas.openxmlformats.org/officeDocument/2006/relationships/image" Target="../media/image837.png"/><Relationship Id="rId154" Type="http://schemas.openxmlformats.org/officeDocument/2006/relationships/customXml" Target="../ink/ink847.xml"/><Relationship Id="rId175" Type="http://schemas.openxmlformats.org/officeDocument/2006/relationships/image" Target="../media/image858.png"/><Relationship Id="rId340" Type="http://schemas.openxmlformats.org/officeDocument/2006/relationships/customXml" Target="../ink/ink940.xml"/><Relationship Id="rId361" Type="http://schemas.openxmlformats.org/officeDocument/2006/relationships/image" Target="../media/image951.png"/><Relationship Id="rId196" Type="http://schemas.openxmlformats.org/officeDocument/2006/relationships/customXml" Target="../ink/ink868.xml"/><Relationship Id="rId200" Type="http://schemas.openxmlformats.org/officeDocument/2006/relationships/customXml" Target="../ink/ink870.xml"/><Relationship Id="rId16" Type="http://schemas.openxmlformats.org/officeDocument/2006/relationships/customXml" Target="../ink/ink778.xml"/><Relationship Id="rId221" Type="http://schemas.openxmlformats.org/officeDocument/2006/relationships/image" Target="../media/image881.png"/><Relationship Id="rId242" Type="http://schemas.openxmlformats.org/officeDocument/2006/relationships/customXml" Target="../ink/ink891.xml"/><Relationship Id="rId263" Type="http://schemas.openxmlformats.org/officeDocument/2006/relationships/image" Target="../media/image902.png"/><Relationship Id="rId284" Type="http://schemas.openxmlformats.org/officeDocument/2006/relationships/customXml" Target="../ink/ink912.xml"/><Relationship Id="rId319" Type="http://schemas.openxmlformats.org/officeDocument/2006/relationships/image" Target="../media/image930.png"/><Relationship Id="rId37" Type="http://schemas.openxmlformats.org/officeDocument/2006/relationships/image" Target="../media/image789.png"/><Relationship Id="rId58" Type="http://schemas.openxmlformats.org/officeDocument/2006/relationships/customXml" Target="../ink/ink799.xml"/><Relationship Id="rId79" Type="http://schemas.openxmlformats.org/officeDocument/2006/relationships/image" Target="../media/image810.png"/><Relationship Id="rId102" Type="http://schemas.openxmlformats.org/officeDocument/2006/relationships/customXml" Target="../ink/ink821.xml"/><Relationship Id="rId123" Type="http://schemas.openxmlformats.org/officeDocument/2006/relationships/image" Target="../media/image832.png"/><Relationship Id="rId144" Type="http://schemas.openxmlformats.org/officeDocument/2006/relationships/customXml" Target="../ink/ink842.xml"/><Relationship Id="rId330" Type="http://schemas.openxmlformats.org/officeDocument/2006/relationships/customXml" Target="../ink/ink935.xml"/><Relationship Id="rId90" Type="http://schemas.openxmlformats.org/officeDocument/2006/relationships/customXml" Target="../ink/ink815.xml"/><Relationship Id="rId165" Type="http://schemas.openxmlformats.org/officeDocument/2006/relationships/image" Target="../media/image853.png"/><Relationship Id="rId186" Type="http://schemas.openxmlformats.org/officeDocument/2006/relationships/customXml" Target="../ink/ink863.xml"/><Relationship Id="rId351" Type="http://schemas.openxmlformats.org/officeDocument/2006/relationships/image" Target="../media/image946.png"/><Relationship Id="rId211" Type="http://schemas.openxmlformats.org/officeDocument/2006/relationships/image" Target="../media/image876.png"/><Relationship Id="rId232" Type="http://schemas.openxmlformats.org/officeDocument/2006/relationships/customXml" Target="../ink/ink886.xml"/><Relationship Id="rId253" Type="http://schemas.openxmlformats.org/officeDocument/2006/relationships/image" Target="../media/image897.png"/><Relationship Id="rId274" Type="http://schemas.openxmlformats.org/officeDocument/2006/relationships/customXml" Target="../ink/ink907.xml"/><Relationship Id="rId295" Type="http://schemas.openxmlformats.org/officeDocument/2006/relationships/image" Target="../media/image918.png"/><Relationship Id="rId309" Type="http://schemas.openxmlformats.org/officeDocument/2006/relationships/image" Target="../media/image925.png"/><Relationship Id="rId27" Type="http://schemas.openxmlformats.org/officeDocument/2006/relationships/image" Target="../media/image784.png"/><Relationship Id="rId48" Type="http://schemas.openxmlformats.org/officeDocument/2006/relationships/customXml" Target="../ink/ink794.xml"/><Relationship Id="rId69" Type="http://schemas.openxmlformats.org/officeDocument/2006/relationships/image" Target="../media/image805.png"/><Relationship Id="rId113" Type="http://schemas.openxmlformats.org/officeDocument/2006/relationships/image" Target="../media/image827.png"/><Relationship Id="rId134" Type="http://schemas.openxmlformats.org/officeDocument/2006/relationships/customXml" Target="../ink/ink837.xml"/><Relationship Id="rId320" Type="http://schemas.openxmlformats.org/officeDocument/2006/relationships/customXml" Target="../ink/ink930.xml"/><Relationship Id="rId80" Type="http://schemas.openxmlformats.org/officeDocument/2006/relationships/customXml" Target="../ink/ink810.xml"/><Relationship Id="rId155" Type="http://schemas.openxmlformats.org/officeDocument/2006/relationships/image" Target="../media/image848.png"/><Relationship Id="rId176" Type="http://schemas.openxmlformats.org/officeDocument/2006/relationships/customXml" Target="../ink/ink858.xml"/><Relationship Id="rId197" Type="http://schemas.openxmlformats.org/officeDocument/2006/relationships/image" Target="../media/image869.png"/><Relationship Id="rId341" Type="http://schemas.openxmlformats.org/officeDocument/2006/relationships/image" Target="../media/image941.png"/><Relationship Id="rId362" Type="http://schemas.openxmlformats.org/officeDocument/2006/relationships/customXml" Target="../ink/ink951.xml"/><Relationship Id="rId201" Type="http://schemas.openxmlformats.org/officeDocument/2006/relationships/image" Target="../media/image871.png"/><Relationship Id="rId222" Type="http://schemas.openxmlformats.org/officeDocument/2006/relationships/customXml" Target="../ink/ink881.xml"/><Relationship Id="rId243" Type="http://schemas.openxmlformats.org/officeDocument/2006/relationships/image" Target="../media/image892.png"/><Relationship Id="rId264" Type="http://schemas.openxmlformats.org/officeDocument/2006/relationships/customXml" Target="../ink/ink902.xml"/><Relationship Id="rId285" Type="http://schemas.openxmlformats.org/officeDocument/2006/relationships/image" Target="../media/image913.png"/><Relationship Id="rId17" Type="http://schemas.openxmlformats.org/officeDocument/2006/relationships/image" Target="../media/image779.png"/><Relationship Id="rId38" Type="http://schemas.openxmlformats.org/officeDocument/2006/relationships/customXml" Target="../ink/ink789.xml"/><Relationship Id="rId59" Type="http://schemas.openxmlformats.org/officeDocument/2006/relationships/image" Target="../media/image800.png"/><Relationship Id="rId103" Type="http://schemas.openxmlformats.org/officeDocument/2006/relationships/image" Target="../media/image822.png"/><Relationship Id="rId124" Type="http://schemas.openxmlformats.org/officeDocument/2006/relationships/customXml" Target="../ink/ink832.xml"/><Relationship Id="rId310" Type="http://schemas.openxmlformats.org/officeDocument/2006/relationships/customXml" Target="../ink/ink925.xml"/><Relationship Id="rId70" Type="http://schemas.openxmlformats.org/officeDocument/2006/relationships/customXml" Target="../ink/ink805.xml"/><Relationship Id="rId91" Type="http://schemas.openxmlformats.org/officeDocument/2006/relationships/image" Target="../media/image816.png"/><Relationship Id="rId145" Type="http://schemas.openxmlformats.org/officeDocument/2006/relationships/image" Target="../media/image843.png"/><Relationship Id="rId166" Type="http://schemas.openxmlformats.org/officeDocument/2006/relationships/customXml" Target="../ink/ink853.xml"/><Relationship Id="rId187" Type="http://schemas.openxmlformats.org/officeDocument/2006/relationships/image" Target="../media/image864.png"/><Relationship Id="rId331" Type="http://schemas.openxmlformats.org/officeDocument/2006/relationships/image" Target="../media/image936.png"/><Relationship Id="rId352" Type="http://schemas.openxmlformats.org/officeDocument/2006/relationships/customXml" Target="../ink/ink946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876.xml"/><Relationship Id="rId233" Type="http://schemas.openxmlformats.org/officeDocument/2006/relationships/image" Target="../media/image887.png"/><Relationship Id="rId254" Type="http://schemas.openxmlformats.org/officeDocument/2006/relationships/customXml" Target="../ink/ink897.xml"/><Relationship Id="rId28" Type="http://schemas.openxmlformats.org/officeDocument/2006/relationships/customXml" Target="../ink/ink784.xml"/><Relationship Id="rId49" Type="http://schemas.openxmlformats.org/officeDocument/2006/relationships/image" Target="../media/image795.png"/><Relationship Id="rId114" Type="http://schemas.openxmlformats.org/officeDocument/2006/relationships/customXml" Target="../ink/ink827.xml"/><Relationship Id="rId275" Type="http://schemas.openxmlformats.org/officeDocument/2006/relationships/image" Target="../media/image908.png"/><Relationship Id="rId296" Type="http://schemas.openxmlformats.org/officeDocument/2006/relationships/customXml" Target="../ink/ink918.xml"/><Relationship Id="rId300" Type="http://schemas.openxmlformats.org/officeDocument/2006/relationships/customXml" Target="../ink/ink920.xml"/><Relationship Id="rId60" Type="http://schemas.openxmlformats.org/officeDocument/2006/relationships/customXml" Target="../ink/ink800.xml"/><Relationship Id="rId81" Type="http://schemas.openxmlformats.org/officeDocument/2006/relationships/image" Target="../media/image811.png"/><Relationship Id="rId135" Type="http://schemas.openxmlformats.org/officeDocument/2006/relationships/image" Target="../media/image838.png"/><Relationship Id="rId156" Type="http://schemas.openxmlformats.org/officeDocument/2006/relationships/customXml" Target="../ink/ink848.xml"/><Relationship Id="rId177" Type="http://schemas.openxmlformats.org/officeDocument/2006/relationships/image" Target="../media/image859.png"/><Relationship Id="rId198" Type="http://schemas.openxmlformats.org/officeDocument/2006/relationships/customXml" Target="../ink/ink869.xml"/><Relationship Id="rId321" Type="http://schemas.openxmlformats.org/officeDocument/2006/relationships/image" Target="../media/image931.png"/><Relationship Id="rId342" Type="http://schemas.openxmlformats.org/officeDocument/2006/relationships/customXml" Target="../ink/ink941.xml"/><Relationship Id="rId363" Type="http://schemas.openxmlformats.org/officeDocument/2006/relationships/image" Target="../media/image952.png"/><Relationship Id="rId202" Type="http://schemas.openxmlformats.org/officeDocument/2006/relationships/customXml" Target="../ink/ink871.xml"/><Relationship Id="rId223" Type="http://schemas.openxmlformats.org/officeDocument/2006/relationships/image" Target="../media/image882.png"/><Relationship Id="rId244" Type="http://schemas.openxmlformats.org/officeDocument/2006/relationships/customXml" Target="../ink/ink892.xml"/><Relationship Id="rId18" Type="http://schemas.openxmlformats.org/officeDocument/2006/relationships/customXml" Target="../ink/ink779.xml"/><Relationship Id="rId39" Type="http://schemas.openxmlformats.org/officeDocument/2006/relationships/image" Target="../media/image790.png"/><Relationship Id="rId265" Type="http://schemas.openxmlformats.org/officeDocument/2006/relationships/image" Target="../media/image903.png"/><Relationship Id="rId286" Type="http://schemas.openxmlformats.org/officeDocument/2006/relationships/customXml" Target="../ink/ink913.xml"/><Relationship Id="rId50" Type="http://schemas.openxmlformats.org/officeDocument/2006/relationships/customXml" Target="../ink/ink795.xml"/><Relationship Id="rId104" Type="http://schemas.openxmlformats.org/officeDocument/2006/relationships/customXml" Target="../ink/ink822.xml"/><Relationship Id="rId125" Type="http://schemas.openxmlformats.org/officeDocument/2006/relationships/image" Target="../media/image833.png"/><Relationship Id="rId146" Type="http://schemas.openxmlformats.org/officeDocument/2006/relationships/customXml" Target="../ink/ink843.xml"/><Relationship Id="rId167" Type="http://schemas.openxmlformats.org/officeDocument/2006/relationships/image" Target="../media/image854.png"/><Relationship Id="rId188" Type="http://schemas.openxmlformats.org/officeDocument/2006/relationships/customXml" Target="../ink/ink864.xml"/><Relationship Id="rId311" Type="http://schemas.openxmlformats.org/officeDocument/2006/relationships/image" Target="../media/image926.png"/><Relationship Id="rId332" Type="http://schemas.openxmlformats.org/officeDocument/2006/relationships/customXml" Target="../ink/ink936.xml"/><Relationship Id="rId353" Type="http://schemas.openxmlformats.org/officeDocument/2006/relationships/image" Target="../media/image947.png"/><Relationship Id="rId71" Type="http://schemas.openxmlformats.org/officeDocument/2006/relationships/image" Target="../media/image806.png"/><Relationship Id="rId92" Type="http://schemas.openxmlformats.org/officeDocument/2006/relationships/customXml" Target="../ink/ink816.xml"/><Relationship Id="rId213" Type="http://schemas.openxmlformats.org/officeDocument/2006/relationships/image" Target="../media/image877.png"/><Relationship Id="rId234" Type="http://schemas.openxmlformats.org/officeDocument/2006/relationships/customXml" Target="../ink/ink887.xml"/><Relationship Id="rId2" Type="http://schemas.openxmlformats.org/officeDocument/2006/relationships/customXml" Target="../ink/ink771.xml"/><Relationship Id="rId29" Type="http://schemas.openxmlformats.org/officeDocument/2006/relationships/image" Target="../media/image785.png"/><Relationship Id="rId255" Type="http://schemas.openxmlformats.org/officeDocument/2006/relationships/image" Target="../media/image898.png"/><Relationship Id="rId276" Type="http://schemas.openxmlformats.org/officeDocument/2006/relationships/customXml" Target="../ink/ink908.xml"/><Relationship Id="rId297" Type="http://schemas.openxmlformats.org/officeDocument/2006/relationships/image" Target="../media/image919.png"/><Relationship Id="rId40" Type="http://schemas.openxmlformats.org/officeDocument/2006/relationships/customXml" Target="../ink/ink790.xml"/><Relationship Id="rId115" Type="http://schemas.openxmlformats.org/officeDocument/2006/relationships/image" Target="../media/image828.png"/><Relationship Id="rId136" Type="http://schemas.openxmlformats.org/officeDocument/2006/relationships/customXml" Target="../ink/ink838.xml"/><Relationship Id="rId157" Type="http://schemas.openxmlformats.org/officeDocument/2006/relationships/image" Target="../media/image849.png"/><Relationship Id="rId178" Type="http://schemas.openxmlformats.org/officeDocument/2006/relationships/customXml" Target="../ink/ink859.xml"/><Relationship Id="rId301" Type="http://schemas.openxmlformats.org/officeDocument/2006/relationships/image" Target="../media/image921.png"/><Relationship Id="rId322" Type="http://schemas.openxmlformats.org/officeDocument/2006/relationships/customXml" Target="../ink/ink931.xml"/><Relationship Id="rId343" Type="http://schemas.openxmlformats.org/officeDocument/2006/relationships/image" Target="../media/image942.png"/><Relationship Id="rId364" Type="http://schemas.openxmlformats.org/officeDocument/2006/relationships/customXml" Target="../ink/ink952.xml"/><Relationship Id="rId61" Type="http://schemas.openxmlformats.org/officeDocument/2006/relationships/image" Target="../media/image801.png"/><Relationship Id="rId82" Type="http://schemas.openxmlformats.org/officeDocument/2006/relationships/customXml" Target="../ink/ink811.xml"/><Relationship Id="rId199" Type="http://schemas.openxmlformats.org/officeDocument/2006/relationships/image" Target="../media/image870.png"/><Relationship Id="rId203" Type="http://schemas.openxmlformats.org/officeDocument/2006/relationships/image" Target="../media/image872.png"/><Relationship Id="rId19" Type="http://schemas.openxmlformats.org/officeDocument/2006/relationships/image" Target="../media/image780.png"/><Relationship Id="rId224" Type="http://schemas.openxmlformats.org/officeDocument/2006/relationships/customXml" Target="../ink/ink882.xml"/><Relationship Id="rId245" Type="http://schemas.openxmlformats.org/officeDocument/2006/relationships/image" Target="../media/image893.png"/><Relationship Id="rId266" Type="http://schemas.openxmlformats.org/officeDocument/2006/relationships/customXml" Target="../ink/ink903.xml"/><Relationship Id="rId287" Type="http://schemas.openxmlformats.org/officeDocument/2006/relationships/image" Target="../media/image914.png"/><Relationship Id="rId30" Type="http://schemas.openxmlformats.org/officeDocument/2006/relationships/customXml" Target="../ink/ink785.xml"/><Relationship Id="rId105" Type="http://schemas.openxmlformats.org/officeDocument/2006/relationships/image" Target="../media/image823.png"/><Relationship Id="rId126" Type="http://schemas.openxmlformats.org/officeDocument/2006/relationships/customXml" Target="../ink/ink833.xml"/><Relationship Id="rId147" Type="http://schemas.openxmlformats.org/officeDocument/2006/relationships/image" Target="../media/image844.png"/><Relationship Id="rId168" Type="http://schemas.openxmlformats.org/officeDocument/2006/relationships/customXml" Target="../ink/ink854.xml"/><Relationship Id="rId312" Type="http://schemas.openxmlformats.org/officeDocument/2006/relationships/customXml" Target="../ink/ink926.xml"/><Relationship Id="rId333" Type="http://schemas.openxmlformats.org/officeDocument/2006/relationships/image" Target="../media/image937.png"/><Relationship Id="rId354" Type="http://schemas.openxmlformats.org/officeDocument/2006/relationships/customXml" Target="../ink/ink947.xml"/><Relationship Id="rId51" Type="http://schemas.openxmlformats.org/officeDocument/2006/relationships/image" Target="../media/image796.png"/><Relationship Id="rId72" Type="http://schemas.openxmlformats.org/officeDocument/2006/relationships/customXml" Target="../ink/ink806.xml"/><Relationship Id="rId93" Type="http://schemas.openxmlformats.org/officeDocument/2006/relationships/image" Target="../media/image817.png"/><Relationship Id="rId189" Type="http://schemas.openxmlformats.org/officeDocument/2006/relationships/image" Target="../media/image865.png"/><Relationship Id="rId3" Type="http://schemas.openxmlformats.org/officeDocument/2006/relationships/image" Target="../media/image772.png"/><Relationship Id="rId214" Type="http://schemas.openxmlformats.org/officeDocument/2006/relationships/customXml" Target="../ink/ink877.xml"/><Relationship Id="rId235" Type="http://schemas.openxmlformats.org/officeDocument/2006/relationships/image" Target="../media/image888.png"/><Relationship Id="rId256" Type="http://schemas.openxmlformats.org/officeDocument/2006/relationships/customXml" Target="../ink/ink898.xml"/><Relationship Id="rId277" Type="http://schemas.openxmlformats.org/officeDocument/2006/relationships/image" Target="../media/image909.png"/><Relationship Id="rId298" Type="http://schemas.openxmlformats.org/officeDocument/2006/relationships/customXml" Target="../ink/ink919.xml"/><Relationship Id="rId116" Type="http://schemas.openxmlformats.org/officeDocument/2006/relationships/customXml" Target="../ink/ink828.xml"/><Relationship Id="rId137" Type="http://schemas.openxmlformats.org/officeDocument/2006/relationships/image" Target="../media/image839.png"/><Relationship Id="rId158" Type="http://schemas.openxmlformats.org/officeDocument/2006/relationships/customXml" Target="../ink/ink849.xml"/><Relationship Id="rId302" Type="http://schemas.openxmlformats.org/officeDocument/2006/relationships/customXml" Target="../ink/ink921.xml"/><Relationship Id="rId323" Type="http://schemas.openxmlformats.org/officeDocument/2006/relationships/image" Target="../media/image932.png"/><Relationship Id="rId344" Type="http://schemas.openxmlformats.org/officeDocument/2006/relationships/customXml" Target="../ink/ink942.xml"/><Relationship Id="rId20" Type="http://schemas.openxmlformats.org/officeDocument/2006/relationships/customXml" Target="../ink/ink780.xml"/><Relationship Id="rId41" Type="http://schemas.openxmlformats.org/officeDocument/2006/relationships/image" Target="../media/image791.png"/><Relationship Id="rId62" Type="http://schemas.openxmlformats.org/officeDocument/2006/relationships/customXml" Target="../ink/ink801.xml"/><Relationship Id="rId83" Type="http://schemas.openxmlformats.org/officeDocument/2006/relationships/image" Target="../media/image812.png"/><Relationship Id="rId179" Type="http://schemas.openxmlformats.org/officeDocument/2006/relationships/image" Target="../media/image860.png"/><Relationship Id="rId365" Type="http://schemas.openxmlformats.org/officeDocument/2006/relationships/image" Target="../media/image953.png"/><Relationship Id="rId190" Type="http://schemas.openxmlformats.org/officeDocument/2006/relationships/customXml" Target="../ink/ink865.xml"/><Relationship Id="rId204" Type="http://schemas.openxmlformats.org/officeDocument/2006/relationships/customXml" Target="../ink/ink872.xml"/><Relationship Id="rId225" Type="http://schemas.openxmlformats.org/officeDocument/2006/relationships/image" Target="../media/image883.png"/><Relationship Id="rId246" Type="http://schemas.openxmlformats.org/officeDocument/2006/relationships/customXml" Target="../ink/ink893.xml"/><Relationship Id="rId267" Type="http://schemas.openxmlformats.org/officeDocument/2006/relationships/image" Target="../media/image904.png"/><Relationship Id="rId288" Type="http://schemas.openxmlformats.org/officeDocument/2006/relationships/customXml" Target="../ink/ink914.xml"/><Relationship Id="rId106" Type="http://schemas.openxmlformats.org/officeDocument/2006/relationships/customXml" Target="../ink/ink823.xml"/><Relationship Id="rId127" Type="http://schemas.openxmlformats.org/officeDocument/2006/relationships/image" Target="../media/image834.png"/><Relationship Id="rId313" Type="http://schemas.openxmlformats.org/officeDocument/2006/relationships/image" Target="../media/image927.png"/><Relationship Id="rId10" Type="http://schemas.openxmlformats.org/officeDocument/2006/relationships/customXml" Target="../ink/ink775.xml"/><Relationship Id="rId31" Type="http://schemas.openxmlformats.org/officeDocument/2006/relationships/image" Target="../media/image786.png"/><Relationship Id="rId52" Type="http://schemas.openxmlformats.org/officeDocument/2006/relationships/customXml" Target="../ink/ink796.xml"/><Relationship Id="rId73" Type="http://schemas.openxmlformats.org/officeDocument/2006/relationships/image" Target="../media/image807.png"/><Relationship Id="rId94" Type="http://schemas.openxmlformats.org/officeDocument/2006/relationships/customXml" Target="../ink/ink817.xml"/><Relationship Id="rId148" Type="http://schemas.openxmlformats.org/officeDocument/2006/relationships/customXml" Target="../ink/ink844.xml"/><Relationship Id="rId169" Type="http://schemas.openxmlformats.org/officeDocument/2006/relationships/image" Target="../media/image855.png"/><Relationship Id="rId334" Type="http://schemas.openxmlformats.org/officeDocument/2006/relationships/customXml" Target="../ink/ink937.xml"/><Relationship Id="rId355" Type="http://schemas.openxmlformats.org/officeDocument/2006/relationships/image" Target="../media/image948.png"/><Relationship Id="rId4" Type="http://schemas.openxmlformats.org/officeDocument/2006/relationships/customXml" Target="../ink/ink772.xml"/><Relationship Id="rId180" Type="http://schemas.openxmlformats.org/officeDocument/2006/relationships/customXml" Target="../ink/ink860.xml"/><Relationship Id="rId215" Type="http://schemas.openxmlformats.org/officeDocument/2006/relationships/image" Target="../media/image878.png"/><Relationship Id="rId236" Type="http://schemas.openxmlformats.org/officeDocument/2006/relationships/customXml" Target="../ink/ink888.xml"/><Relationship Id="rId257" Type="http://schemas.openxmlformats.org/officeDocument/2006/relationships/image" Target="../media/image899.png"/><Relationship Id="rId278" Type="http://schemas.openxmlformats.org/officeDocument/2006/relationships/customXml" Target="../ink/ink909.xml"/><Relationship Id="rId303" Type="http://schemas.openxmlformats.org/officeDocument/2006/relationships/image" Target="../media/image922.png"/><Relationship Id="rId42" Type="http://schemas.openxmlformats.org/officeDocument/2006/relationships/customXml" Target="../ink/ink791.xml"/><Relationship Id="rId84" Type="http://schemas.openxmlformats.org/officeDocument/2006/relationships/customXml" Target="../ink/ink812.xml"/><Relationship Id="rId138" Type="http://schemas.openxmlformats.org/officeDocument/2006/relationships/customXml" Target="../ink/ink839.xml"/><Relationship Id="rId345" Type="http://schemas.openxmlformats.org/officeDocument/2006/relationships/image" Target="../media/image943.png"/><Relationship Id="rId191" Type="http://schemas.openxmlformats.org/officeDocument/2006/relationships/image" Target="../media/image866.png"/><Relationship Id="rId205" Type="http://schemas.openxmlformats.org/officeDocument/2006/relationships/image" Target="../media/image873.png"/><Relationship Id="rId247" Type="http://schemas.openxmlformats.org/officeDocument/2006/relationships/image" Target="../media/image894.png"/><Relationship Id="rId107" Type="http://schemas.openxmlformats.org/officeDocument/2006/relationships/image" Target="../media/image824.png"/><Relationship Id="rId289" Type="http://schemas.openxmlformats.org/officeDocument/2006/relationships/image" Target="../media/image915.png"/><Relationship Id="rId11" Type="http://schemas.openxmlformats.org/officeDocument/2006/relationships/image" Target="../media/image776.png"/><Relationship Id="rId53" Type="http://schemas.openxmlformats.org/officeDocument/2006/relationships/image" Target="../media/image797.png"/><Relationship Id="rId149" Type="http://schemas.openxmlformats.org/officeDocument/2006/relationships/image" Target="../media/image845.png"/><Relationship Id="rId314" Type="http://schemas.openxmlformats.org/officeDocument/2006/relationships/customXml" Target="../ink/ink927.xml"/><Relationship Id="rId356" Type="http://schemas.openxmlformats.org/officeDocument/2006/relationships/customXml" Target="../ink/ink948.xml"/><Relationship Id="rId95" Type="http://schemas.openxmlformats.org/officeDocument/2006/relationships/image" Target="../media/image818.png"/><Relationship Id="rId160" Type="http://schemas.openxmlformats.org/officeDocument/2006/relationships/customXml" Target="../ink/ink850.xml"/><Relationship Id="rId216" Type="http://schemas.openxmlformats.org/officeDocument/2006/relationships/customXml" Target="../ink/ink878.xml"/><Relationship Id="rId258" Type="http://schemas.openxmlformats.org/officeDocument/2006/relationships/customXml" Target="../ink/ink899.xml"/><Relationship Id="rId22" Type="http://schemas.openxmlformats.org/officeDocument/2006/relationships/customXml" Target="../ink/ink781.xml"/><Relationship Id="rId64" Type="http://schemas.openxmlformats.org/officeDocument/2006/relationships/customXml" Target="../ink/ink802.xml"/><Relationship Id="rId118" Type="http://schemas.openxmlformats.org/officeDocument/2006/relationships/customXml" Target="../ink/ink829.xml"/><Relationship Id="rId325" Type="http://schemas.openxmlformats.org/officeDocument/2006/relationships/image" Target="../media/image933.png"/><Relationship Id="rId171" Type="http://schemas.openxmlformats.org/officeDocument/2006/relationships/image" Target="../media/image856.png"/><Relationship Id="rId227" Type="http://schemas.openxmlformats.org/officeDocument/2006/relationships/image" Target="../media/image884.png"/><Relationship Id="rId269" Type="http://schemas.openxmlformats.org/officeDocument/2006/relationships/image" Target="../media/image905.png"/><Relationship Id="rId33" Type="http://schemas.openxmlformats.org/officeDocument/2006/relationships/image" Target="../media/image787.png"/><Relationship Id="rId129" Type="http://schemas.openxmlformats.org/officeDocument/2006/relationships/image" Target="../media/image835.png"/><Relationship Id="rId280" Type="http://schemas.openxmlformats.org/officeDocument/2006/relationships/customXml" Target="../ink/ink910.xml"/><Relationship Id="rId336" Type="http://schemas.openxmlformats.org/officeDocument/2006/relationships/customXml" Target="../ink/ink938.xml"/><Relationship Id="rId75" Type="http://schemas.openxmlformats.org/officeDocument/2006/relationships/image" Target="../media/image808.png"/><Relationship Id="rId140" Type="http://schemas.openxmlformats.org/officeDocument/2006/relationships/customXml" Target="../ink/ink840.xml"/><Relationship Id="rId182" Type="http://schemas.openxmlformats.org/officeDocument/2006/relationships/customXml" Target="../ink/ink861.xml"/><Relationship Id="rId6" Type="http://schemas.openxmlformats.org/officeDocument/2006/relationships/customXml" Target="../ink/ink773.xml"/><Relationship Id="rId238" Type="http://schemas.openxmlformats.org/officeDocument/2006/relationships/customXml" Target="../ink/ink889.xml"/><Relationship Id="rId291" Type="http://schemas.openxmlformats.org/officeDocument/2006/relationships/image" Target="../media/image916.png"/><Relationship Id="rId305" Type="http://schemas.openxmlformats.org/officeDocument/2006/relationships/image" Target="../media/image923.png"/><Relationship Id="rId347" Type="http://schemas.openxmlformats.org/officeDocument/2006/relationships/image" Target="../media/image944.png"/><Relationship Id="rId44" Type="http://schemas.openxmlformats.org/officeDocument/2006/relationships/customXml" Target="../ink/ink792.xml"/><Relationship Id="rId86" Type="http://schemas.openxmlformats.org/officeDocument/2006/relationships/customXml" Target="../ink/ink813.xml"/><Relationship Id="rId151" Type="http://schemas.openxmlformats.org/officeDocument/2006/relationships/image" Target="../media/image846.png"/><Relationship Id="rId193" Type="http://schemas.openxmlformats.org/officeDocument/2006/relationships/image" Target="../media/image867.png"/><Relationship Id="rId207" Type="http://schemas.openxmlformats.org/officeDocument/2006/relationships/image" Target="../media/image874.png"/><Relationship Id="rId249" Type="http://schemas.openxmlformats.org/officeDocument/2006/relationships/image" Target="../media/image895.png"/><Relationship Id="rId13" Type="http://schemas.openxmlformats.org/officeDocument/2006/relationships/image" Target="../media/image777.png"/><Relationship Id="rId109" Type="http://schemas.openxmlformats.org/officeDocument/2006/relationships/image" Target="../media/image825.png"/><Relationship Id="rId260" Type="http://schemas.openxmlformats.org/officeDocument/2006/relationships/customXml" Target="../ink/ink900.xml"/><Relationship Id="rId316" Type="http://schemas.openxmlformats.org/officeDocument/2006/relationships/customXml" Target="../ink/ink928.xml"/><Relationship Id="rId55" Type="http://schemas.openxmlformats.org/officeDocument/2006/relationships/image" Target="../media/image798.png"/><Relationship Id="rId97" Type="http://schemas.openxmlformats.org/officeDocument/2006/relationships/image" Target="../media/image819.png"/><Relationship Id="rId120" Type="http://schemas.openxmlformats.org/officeDocument/2006/relationships/customXml" Target="../ink/ink830.xml"/><Relationship Id="rId358" Type="http://schemas.openxmlformats.org/officeDocument/2006/relationships/customXml" Target="../ink/ink949.xml"/><Relationship Id="rId162" Type="http://schemas.openxmlformats.org/officeDocument/2006/relationships/customXml" Target="../ink/ink851.xml"/><Relationship Id="rId218" Type="http://schemas.openxmlformats.org/officeDocument/2006/relationships/customXml" Target="../ink/ink879.xml"/><Relationship Id="rId271" Type="http://schemas.openxmlformats.org/officeDocument/2006/relationships/image" Target="../media/image906.png"/><Relationship Id="rId24" Type="http://schemas.openxmlformats.org/officeDocument/2006/relationships/customXml" Target="../ink/ink782.xml"/><Relationship Id="rId66" Type="http://schemas.openxmlformats.org/officeDocument/2006/relationships/customXml" Target="../ink/ink803.xml"/><Relationship Id="rId131" Type="http://schemas.openxmlformats.org/officeDocument/2006/relationships/image" Target="../media/image836.png"/><Relationship Id="rId327" Type="http://schemas.openxmlformats.org/officeDocument/2006/relationships/image" Target="../media/image934.png"/><Relationship Id="rId173" Type="http://schemas.openxmlformats.org/officeDocument/2006/relationships/image" Target="../media/image857.png"/><Relationship Id="rId229" Type="http://schemas.openxmlformats.org/officeDocument/2006/relationships/image" Target="../media/image885.png"/><Relationship Id="rId240" Type="http://schemas.openxmlformats.org/officeDocument/2006/relationships/customXml" Target="../ink/ink890.xml"/><Relationship Id="rId35" Type="http://schemas.openxmlformats.org/officeDocument/2006/relationships/image" Target="../media/image788.png"/><Relationship Id="rId77" Type="http://schemas.openxmlformats.org/officeDocument/2006/relationships/image" Target="../media/image809.png"/><Relationship Id="rId100" Type="http://schemas.openxmlformats.org/officeDocument/2006/relationships/customXml" Target="../ink/ink820.xml"/><Relationship Id="rId282" Type="http://schemas.openxmlformats.org/officeDocument/2006/relationships/customXml" Target="../ink/ink911.xml"/><Relationship Id="rId338" Type="http://schemas.openxmlformats.org/officeDocument/2006/relationships/customXml" Target="../ink/ink939.xml"/><Relationship Id="rId8" Type="http://schemas.openxmlformats.org/officeDocument/2006/relationships/customXml" Target="../ink/ink774.xml"/><Relationship Id="rId142" Type="http://schemas.openxmlformats.org/officeDocument/2006/relationships/customXml" Target="../ink/ink841.xml"/><Relationship Id="rId184" Type="http://schemas.openxmlformats.org/officeDocument/2006/relationships/customXml" Target="../ink/ink862.xml"/><Relationship Id="rId251" Type="http://schemas.openxmlformats.org/officeDocument/2006/relationships/image" Target="../media/image896.png"/><Relationship Id="rId46" Type="http://schemas.openxmlformats.org/officeDocument/2006/relationships/customXml" Target="../ink/ink793.xml"/><Relationship Id="rId293" Type="http://schemas.openxmlformats.org/officeDocument/2006/relationships/image" Target="../media/image917.png"/><Relationship Id="rId307" Type="http://schemas.openxmlformats.org/officeDocument/2006/relationships/image" Target="../media/image924.png"/><Relationship Id="rId349" Type="http://schemas.openxmlformats.org/officeDocument/2006/relationships/image" Target="../media/image945.png"/><Relationship Id="rId88" Type="http://schemas.openxmlformats.org/officeDocument/2006/relationships/customXml" Target="../ink/ink814.xml"/><Relationship Id="rId111" Type="http://schemas.openxmlformats.org/officeDocument/2006/relationships/image" Target="../media/image826.png"/><Relationship Id="rId153" Type="http://schemas.openxmlformats.org/officeDocument/2006/relationships/image" Target="../media/image847.png"/><Relationship Id="rId195" Type="http://schemas.openxmlformats.org/officeDocument/2006/relationships/image" Target="../media/image868.png"/><Relationship Id="rId209" Type="http://schemas.openxmlformats.org/officeDocument/2006/relationships/image" Target="../media/image875.png"/><Relationship Id="rId360" Type="http://schemas.openxmlformats.org/officeDocument/2006/relationships/customXml" Target="../ink/ink950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65.xml"/><Relationship Id="rId117" Type="http://schemas.openxmlformats.org/officeDocument/2006/relationships/image" Target="../media/image1010.png"/><Relationship Id="rId21" Type="http://schemas.openxmlformats.org/officeDocument/2006/relationships/image" Target="../media/image962.png"/><Relationship Id="rId42" Type="http://schemas.openxmlformats.org/officeDocument/2006/relationships/customXml" Target="../ink/ink973.xml"/><Relationship Id="rId47" Type="http://schemas.openxmlformats.org/officeDocument/2006/relationships/image" Target="../media/image975.png"/><Relationship Id="rId63" Type="http://schemas.openxmlformats.org/officeDocument/2006/relationships/image" Target="../media/image983.png"/><Relationship Id="rId68" Type="http://schemas.openxmlformats.org/officeDocument/2006/relationships/customXml" Target="../ink/ink986.xml"/><Relationship Id="rId84" Type="http://schemas.openxmlformats.org/officeDocument/2006/relationships/customXml" Target="../ink/ink994.xml"/><Relationship Id="rId89" Type="http://schemas.openxmlformats.org/officeDocument/2006/relationships/image" Target="../media/image996.png"/><Relationship Id="rId112" Type="http://schemas.openxmlformats.org/officeDocument/2006/relationships/customXml" Target="../ink/ink1008.xml"/><Relationship Id="rId16" Type="http://schemas.openxmlformats.org/officeDocument/2006/relationships/customXml" Target="../ink/ink960.xml"/><Relationship Id="rId107" Type="http://schemas.openxmlformats.org/officeDocument/2006/relationships/image" Target="../media/image1005.png"/><Relationship Id="rId11" Type="http://schemas.openxmlformats.org/officeDocument/2006/relationships/image" Target="../media/image958.png"/><Relationship Id="rId32" Type="http://schemas.openxmlformats.org/officeDocument/2006/relationships/customXml" Target="../ink/ink968.xml"/><Relationship Id="rId37" Type="http://schemas.openxmlformats.org/officeDocument/2006/relationships/image" Target="../media/image970.png"/><Relationship Id="rId53" Type="http://schemas.openxmlformats.org/officeDocument/2006/relationships/image" Target="../media/image978.png"/><Relationship Id="rId58" Type="http://schemas.openxmlformats.org/officeDocument/2006/relationships/customXml" Target="../ink/ink981.xml"/><Relationship Id="rId74" Type="http://schemas.openxmlformats.org/officeDocument/2006/relationships/customXml" Target="../ink/ink989.xml"/><Relationship Id="rId79" Type="http://schemas.openxmlformats.org/officeDocument/2006/relationships/image" Target="../media/image991.png"/><Relationship Id="rId102" Type="http://schemas.openxmlformats.org/officeDocument/2006/relationships/customXml" Target="../ink/ink1003.xml"/><Relationship Id="rId123" Type="http://schemas.openxmlformats.org/officeDocument/2006/relationships/image" Target="../media/image1013.png"/><Relationship Id="rId5" Type="http://schemas.openxmlformats.org/officeDocument/2006/relationships/image" Target="../media/image955.png"/><Relationship Id="rId90" Type="http://schemas.openxmlformats.org/officeDocument/2006/relationships/customXml" Target="../ink/ink997.xml"/><Relationship Id="rId95" Type="http://schemas.openxmlformats.org/officeDocument/2006/relationships/image" Target="../media/image999.png"/><Relationship Id="rId22" Type="http://schemas.openxmlformats.org/officeDocument/2006/relationships/customXml" Target="../ink/ink963.xml"/><Relationship Id="rId27" Type="http://schemas.openxmlformats.org/officeDocument/2006/relationships/image" Target="../media/image965.png"/><Relationship Id="rId43" Type="http://schemas.openxmlformats.org/officeDocument/2006/relationships/image" Target="../media/image973.png"/><Relationship Id="rId48" Type="http://schemas.openxmlformats.org/officeDocument/2006/relationships/customXml" Target="../ink/ink976.xml"/><Relationship Id="rId64" Type="http://schemas.openxmlformats.org/officeDocument/2006/relationships/customXml" Target="../ink/ink984.xml"/><Relationship Id="rId69" Type="http://schemas.openxmlformats.org/officeDocument/2006/relationships/image" Target="../media/image986.png"/><Relationship Id="rId113" Type="http://schemas.openxmlformats.org/officeDocument/2006/relationships/image" Target="../media/image1008.png"/><Relationship Id="rId118" Type="http://schemas.openxmlformats.org/officeDocument/2006/relationships/customXml" Target="../ink/ink1011.xml"/><Relationship Id="rId80" Type="http://schemas.openxmlformats.org/officeDocument/2006/relationships/customXml" Target="../ink/ink992.xml"/><Relationship Id="rId85" Type="http://schemas.openxmlformats.org/officeDocument/2006/relationships/image" Target="../media/image994.png"/><Relationship Id="rId12" Type="http://schemas.openxmlformats.org/officeDocument/2006/relationships/customXml" Target="../ink/ink958.xml"/><Relationship Id="rId17" Type="http://schemas.openxmlformats.org/officeDocument/2006/relationships/image" Target="../media/image679.png"/><Relationship Id="rId33" Type="http://schemas.openxmlformats.org/officeDocument/2006/relationships/image" Target="../media/image968.png"/><Relationship Id="rId38" Type="http://schemas.openxmlformats.org/officeDocument/2006/relationships/customXml" Target="../ink/ink971.xml"/><Relationship Id="rId59" Type="http://schemas.openxmlformats.org/officeDocument/2006/relationships/image" Target="../media/image981.png"/><Relationship Id="rId103" Type="http://schemas.openxmlformats.org/officeDocument/2006/relationships/image" Target="../media/image1003.png"/><Relationship Id="rId108" Type="http://schemas.openxmlformats.org/officeDocument/2006/relationships/customXml" Target="../ink/ink1006.xml"/><Relationship Id="rId54" Type="http://schemas.openxmlformats.org/officeDocument/2006/relationships/customXml" Target="../ink/ink979.xml"/><Relationship Id="rId70" Type="http://schemas.openxmlformats.org/officeDocument/2006/relationships/customXml" Target="../ink/ink987.xml"/><Relationship Id="rId75" Type="http://schemas.openxmlformats.org/officeDocument/2006/relationships/image" Target="../media/image989.png"/><Relationship Id="rId91" Type="http://schemas.openxmlformats.org/officeDocument/2006/relationships/image" Target="../media/image997.png"/><Relationship Id="rId96" Type="http://schemas.openxmlformats.org/officeDocument/2006/relationships/customXml" Target="../ink/ink100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55.xml"/><Relationship Id="rId23" Type="http://schemas.openxmlformats.org/officeDocument/2006/relationships/image" Target="../media/image963.png"/><Relationship Id="rId28" Type="http://schemas.openxmlformats.org/officeDocument/2006/relationships/customXml" Target="../ink/ink966.xml"/><Relationship Id="rId49" Type="http://schemas.openxmlformats.org/officeDocument/2006/relationships/image" Target="../media/image976.png"/><Relationship Id="rId114" Type="http://schemas.openxmlformats.org/officeDocument/2006/relationships/customXml" Target="../ink/ink1009.xml"/><Relationship Id="rId119" Type="http://schemas.openxmlformats.org/officeDocument/2006/relationships/image" Target="../media/image1011.png"/><Relationship Id="rId44" Type="http://schemas.openxmlformats.org/officeDocument/2006/relationships/customXml" Target="../ink/ink974.xml"/><Relationship Id="rId60" Type="http://schemas.openxmlformats.org/officeDocument/2006/relationships/customXml" Target="../ink/ink982.xml"/><Relationship Id="rId65" Type="http://schemas.openxmlformats.org/officeDocument/2006/relationships/image" Target="../media/image984.png"/><Relationship Id="rId81" Type="http://schemas.openxmlformats.org/officeDocument/2006/relationships/image" Target="../media/image992.png"/><Relationship Id="rId86" Type="http://schemas.openxmlformats.org/officeDocument/2006/relationships/customXml" Target="../ink/ink995.xml"/><Relationship Id="rId4" Type="http://schemas.openxmlformats.org/officeDocument/2006/relationships/customXml" Target="../ink/ink954.xml"/><Relationship Id="rId9" Type="http://schemas.openxmlformats.org/officeDocument/2006/relationships/image" Target="../media/image957.png"/><Relationship Id="rId13" Type="http://schemas.openxmlformats.org/officeDocument/2006/relationships/image" Target="../media/image959.png"/><Relationship Id="rId18" Type="http://schemas.openxmlformats.org/officeDocument/2006/relationships/customXml" Target="../ink/ink961.xml"/><Relationship Id="rId39" Type="http://schemas.openxmlformats.org/officeDocument/2006/relationships/image" Target="../media/image971.png"/><Relationship Id="rId109" Type="http://schemas.openxmlformats.org/officeDocument/2006/relationships/image" Target="../media/image1006.png"/><Relationship Id="rId34" Type="http://schemas.openxmlformats.org/officeDocument/2006/relationships/customXml" Target="../ink/ink969.xml"/><Relationship Id="rId50" Type="http://schemas.openxmlformats.org/officeDocument/2006/relationships/customXml" Target="../ink/ink977.xml"/><Relationship Id="rId55" Type="http://schemas.openxmlformats.org/officeDocument/2006/relationships/image" Target="../media/image979.png"/><Relationship Id="rId76" Type="http://schemas.openxmlformats.org/officeDocument/2006/relationships/customXml" Target="../ink/ink990.xml"/><Relationship Id="rId97" Type="http://schemas.openxmlformats.org/officeDocument/2006/relationships/image" Target="../media/image1000.png"/><Relationship Id="rId104" Type="http://schemas.openxmlformats.org/officeDocument/2006/relationships/customXml" Target="../ink/ink1004.xml"/><Relationship Id="rId120" Type="http://schemas.openxmlformats.org/officeDocument/2006/relationships/customXml" Target="../ink/ink1012.xml"/><Relationship Id="rId7" Type="http://schemas.openxmlformats.org/officeDocument/2006/relationships/image" Target="../media/image956.png"/><Relationship Id="rId71" Type="http://schemas.openxmlformats.org/officeDocument/2006/relationships/image" Target="../media/image987.png"/><Relationship Id="rId92" Type="http://schemas.openxmlformats.org/officeDocument/2006/relationships/customXml" Target="../ink/ink998.xml"/><Relationship Id="rId2" Type="http://schemas.openxmlformats.org/officeDocument/2006/relationships/customXml" Target="../ink/ink953.xml"/><Relationship Id="rId29" Type="http://schemas.openxmlformats.org/officeDocument/2006/relationships/image" Target="../media/image966.png"/><Relationship Id="rId24" Type="http://schemas.openxmlformats.org/officeDocument/2006/relationships/customXml" Target="../ink/ink964.xml"/><Relationship Id="rId40" Type="http://schemas.openxmlformats.org/officeDocument/2006/relationships/customXml" Target="../ink/ink972.xml"/><Relationship Id="rId45" Type="http://schemas.openxmlformats.org/officeDocument/2006/relationships/image" Target="../media/image974.png"/><Relationship Id="rId66" Type="http://schemas.openxmlformats.org/officeDocument/2006/relationships/customXml" Target="../ink/ink985.xml"/><Relationship Id="rId87" Type="http://schemas.openxmlformats.org/officeDocument/2006/relationships/image" Target="../media/image995.png"/><Relationship Id="rId110" Type="http://schemas.openxmlformats.org/officeDocument/2006/relationships/customXml" Target="../ink/ink1007.xml"/><Relationship Id="rId115" Type="http://schemas.openxmlformats.org/officeDocument/2006/relationships/image" Target="../media/image1009.png"/><Relationship Id="rId61" Type="http://schemas.openxmlformats.org/officeDocument/2006/relationships/image" Target="../media/image982.png"/><Relationship Id="rId82" Type="http://schemas.openxmlformats.org/officeDocument/2006/relationships/customXml" Target="../ink/ink993.xml"/><Relationship Id="rId19" Type="http://schemas.openxmlformats.org/officeDocument/2006/relationships/image" Target="../media/image961.png"/><Relationship Id="rId14" Type="http://schemas.openxmlformats.org/officeDocument/2006/relationships/customXml" Target="../ink/ink959.xml"/><Relationship Id="rId30" Type="http://schemas.openxmlformats.org/officeDocument/2006/relationships/customXml" Target="../ink/ink967.xml"/><Relationship Id="rId35" Type="http://schemas.openxmlformats.org/officeDocument/2006/relationships/image" Target="../media/image969.png"/><Relationship Id="rId56" Type="http://schemas.openxmlformats.org/officeDocument/2006/relationships/customXml" Target="../ink/ink980.xml"/><Relationship Id="rId77" Type="http://schemas.openxmlformats.org/officeDocument/2006/relationships/image" Target="../media/image990.png"/><Relationship Id="rId100" Type="http://schemas.openxmlformats.org/officeDocument/2006/relationships/customXml" Target="../ink/ink1002.xml"/><Relationship Id="rId105" Type="http://schemas.openxmlformats.org/officeDocument/2006/relationships/image" Target="../media/image1004.png"/><Relationship Id="rId8" Type="http://schemas.openxmlformats.org/officeDocument/2006/relationships/customXml" Target="../ink/ink956.xml"/><Relationship Id="rId51" Type="http://schemas.openxmlformats.org/officeDocument/2006/relationships/image" Target="../media/image977.png"/><Relationship Id="rId72" Type="http://schemas.openxmlformats.org/officeDocument/2006/relationships/customXml" Target="../ink/ink988.xml"/><Relationship Id="rId93" Type="http://schemas.openxmlformats.org/officeDocument/2006/relationships/image" Target="../media/image998.png"/><Relationship Id="rId98" Type="http://schemas.openxmlformats.org/officeDocument/2006/relationships/customXml" Target="../ink/ink1001.xml"/><Relationship Id="rId121" Type="http://schemas.openxmlformats.org/officeDocument/2006/relationships/image" Target="../media/image1012.png"/><Relationship Id="rId3" Type="http://schemas.openxmlformats.org/officeDocument/2006/relationships/image" Target="../media/image954.png"/><Relationship Id="rId25" Type="http://schemas.openxmlformats.org/officeDocument/2006/relationships/image" Target="../media/image964.png"/><Relationship Id="rId46" Type="http://schemas.openxmlformats.org/officeDocument/2006/relationships/customXml" Target="../ink/ink975.xml"/><Relationship Id="rId67" Type="http://schemas.openxmlformats.org/officeDocument/2006/relationships/image" Target="../media/image985.png"/><Relationship Id="rId116" Type="http://schemas.openxmlformats.org/officeDocument/2006/relationships/customXml" Target="../ink/ink1010.xml"/><Relationship Id="rId20" Type="http://schemas.openxmlformats.org/officeDocument/2006/relationships/customXml" Target="../ink/ink962.xml"/><Relationship Id="rId41" Type="http://schemas.openxmlformats.org/officeDocument/2006/relationships/image" Target="../media/image972.png"/><Relationship Id="rId62" Type="http://schemas.openxmlformats.org/officeDocument/2006/relationships/customXml" Target="../ink/ink983.xml"/><Relationship Id="rId83" Type="http://schemas.openxmlformats.org/officeDocument/2006/relationships/image" Target="../media/image993.png"/><Relationship Id="rId88" Type="http://schemas.openxmlformats.org/officeDocument/2006/relationships/customXml" Target="../ink/ink996.xml"/><Relationship Id="rId111" Type="http://schemas.openxmlformats.org/officeDocument/2006/relationships/image" Target="../media/image1007.png"/><Relationship Id="rId15" Type="http://schemas.openxmlformats.org/officeDocument/2006/relationships/image" Target="../media/image960.png"/><Relationship Id="rId36" Type="http://schemas.openxmlformats.org/officeDocument/2006/relationships/customXml" Target="../ink/ink970.xml"/><Relationship Id="rId57" Type="http://schemas.openxmlformats.org/officeDocument/2006/relationships/image" Target="../media/image980.png"/><Relationship Id="rId106" Type="http://schemas.openxmlformats.org/officeDocument/2006/relationships/customXml" Target="../ink/ink1005.xml"/><Relationship Id="rId10" Type="http://schemas.openxmlformats.org/officeDocument/2006/relationships/customXml" Target="../ink/ink957.xml"/><Relationship Id="rId31" Type="http://schemas.openxmlformats.org/officeDocument/2006/relationships/image" Target="../media/image967.png"/><Relationship Id="rId52" Type="http://schemas.openxmlformats.org/officeDocument/2006/relationships/customXml" Target="../ink/ink978.xml"/><Relationship Id="rId73" Type="http://schemas.openxmlformats.org/officeDocument/2006/relationships/image" Target="../media/image988.png"/><Relationship Id="rId78" Type="http://schemas.openxmlformats.org/officeDocument/2006/relationships/customXml" Target="../ink/ink991.xml"/><Relationship Id="rId94" Type="http://schemas.openxmlformats.org/officeDocument/2006/relationships/customXml" Target="../ink/ink999.xml"/><Relationship Id="rId99" Type="http://schemas.openxmlformats.org/officeDocument/2006/relationships/image" Target="../media/image1001.png"/><Relationship Id="rId101" Type="http://schemas.openxmlformats.org/officeDocument/2006/relationships/image" Target="../media/image1002.png"/><Relationship Id="rId122" Type="http://schemas.openxmlformats.org/officeDocument/2006/relationships/customXml" Target="../ink/ink1013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71.xml"/><Relationship Id="rId21" Type="http://schemas.openxmlformats.org/officeDocument/2006/relationships/customXml" Target="../ink/ink1023.xml"/><Relationship Id="rId63" Type="http://schemas.openxmlformats.org/officeDocument/2006/relationships/customXml" Target="../ink/ink1044.xml"/><Relationship Id="rId159" Type="http://schemas.openxmlformats.org/officeDocument/2006/relationships/customXml" Target="../ink/ink1092.xml"/><Relationship Id="rId324" Type="http://schemas.openxmlformats.org/officeDocument/2006/relationships/image" Target="../media/image1174.png"/><Relationship Id="rId366" Type="http://schemas.openxmlformats.org/officeDocument/2006/relationships/image" Target="../media/image1195.png"/><Relationship Id="rId170" Type="http://schemas.openxmlformats.org/officeDocument/2006/relationships/image" Target="../media/image1097.png"/><Relationship Id="rId226" Type="http://schemas.openxmlformats.org/officeDocument/2006/relationships/image" Target="../media/image1125.png"/><Relationship Id="rId433" Type="http://schemas.openxmlformats.org/officeDocument/2006/relationships/customXml" Target="../ink/ink1229.xml"/><Relationship Id="rId268" Type="http://schemas.openxmlformats.org/officeDocument/2006/relationships/image" Target="../media/image1146.png"/><Relationship Id="rId475" Type="http://schemas.openxmlformats.org/officeDocument/2006/relationships/customXml" Target="../ink/ink1250.xml"/><Relationship Id="rId32" Type="http://schemas.openxmlformats.org/officeDocument/2006/relationships/image" Target="../media/image1029.png"/><Relationship Id="rId74" Type="http://schemas.openxmlformats.org/officeDocument/2006/relationships/image" Target="../media/image1050.png"/><Relationship Id="rId128" Type="http://schemas.openxmlformats.org/officeDocument/2006/relationships/image" Target="../media/image1076.png"/><Relationship Id="rId335" Type="http://schemas.openxmlformats.org/officeDocument/2006/relationships/customXml" Target="../ink/ink1180.xml"/><Relationship Id="rId377" Type="http://schemas.openxmlformats.org/officeDocument/2006/relationships/customXml" Target="../ink/ink1201.xml"/><Relationship Id="rId500" Type="http://schemas.openxmlformats.org/officeDocument/2006/relationships/image" Target="../media/image1262.png"/><Relationship Id="rId5" Type="http://schemas.openxmlformats.org/officeDocument/2006/relationships/customXml" Target="../ink/ink1015.xml"/><Relationship Id="rId181" Type="http://schemas.openxmlformats.org/officeDocument/2006/relationships/customXml" Target="../ink/ink1103.xml"/><Relationship Id="rId237" Type="http://schemas.openxmlformats.org/officeDocument/2006/relationships/customXml" Target="../ink/ink1131.xml"/><Relationship Id="rId402" Type="http://schemas.openxmlformats.org/officeDocument/2006/relationships/image" Target="../media/image1213.png"/><Relationship Id="rId279" Type="http://schemas.openxmlformats.org/officeDocument/2006/relationships/customXml" Target="../ink/ink1152.xml"/><Relationship Id="rId444" Type="http://schemas.openxmlformats.org/officeDocument/2006/relationships/image" Target="../media/image1234.png"/><Relationship Id="rId486" Type="http://schemas.openxmlformats.org/officeDocument/2006/relationships/image" Target="../media/image1255.png"/><Relationship Id="rId43" Type="http://schemas.openxmlformats.org/officeDocument/2006/relationships/customXml" Target="../ink/ink1034.xml"/><Relationship Id="rId139" Type="http://schemas.openxmlformats.org/officeDocument/2006/relationships/customXml" Target="../ink/ink1082.xml"/><Relationship Id="rId290" Type="http://schemas.openxmlformats.org/officeDocument/2006/relationships/image" Target="../media/image1157.png"/><Relationship Id="rId304" Type="http://schemas.openxmlformats.org/officeDocument/2006/relationships/image" Target="../media/image1164.png"/><Relationship Id="rId346" Type="http://schemas.openxmlformats.org/officeDocument/2006/relationships/image" Target="../media/image1185.png"/><Relationship Id="rId388" Type="http://schemas.openxmlformats.org/officeDocument/2006/relationships/image" Target="../media/image1206.png"/><Relationship Id="rId511" Type="http://schemas.openxmlformats.org/officeDocument/2006/relationships/customXml" Target="../ink/ink1268.xml"/><Relationship Id="rId85" Type="http://schemas.openxmlformats.org/officeDocument/2006/relationships/customXml" Target="../ink/ink1055.xml"/><Relationship Id="rId150" Type="http://schemas.openxmlformats.org/officeDocument/2006/relationships/image" Target="../media/image1087.png"/><Relationship Id="rId192" Type="http://schemas.openxmlformats.org/officeDocument/2006/relationships/image" Target="../media/image1108.png"/><Relationship Id="rId206" Type="http://schemas.openxmlformats.org/officeDocument/2006/relationships/image" Target="../media/image1115.png"/><Relationship Id="rId413" Type="http://schemas.openxmlformats.org/officeDocument/2006/relationships/customXml" Target="../ink/ink1219.xml"/><Relationship Id="rId248" Type="http://schemas.openxmlformats.org/officeDocument/2006/relationships/image" Target="../media/image1136.png"/><Relationship Id="rId455" Type="http://schemas.openxmlformats.org/officeDocument/2006/relationships/customXml" Target="../ink/ink1240.xml"/><Relationship Id="rId497" Type="http://schemas.openxmlformats.org/officeDocument/2006/relationships/customXml" Target="../ink/ink1261.xml"/><Relationship Id="rId12" Type="http://schemas.openxmlformats.org/officeDocument/2006/relationships/image" Target="../media/image1019.png"/><Relationship Id="rId108" Type="http://schemas.openxmlformats.org/officeDocument/2006/relationships/image" Target="../media/image1067.png"/><Relationship Id="rId315" Type="http://schemas.openxmlformats.org/officeDocument/2006/relationships/customXml" Target="../ink/ink1170.xml"/><Relationship Id="rId357" Type="http://schemas.openxmlformats.org/officeDocument/2006/relationships/customXml" Target="../ink/ink1191.xml"/><Relationship Id="rId54" Type="http://schemas.openxmlformats.org/officeDocument/2006/relationships/image" Target="../media/image1040.png"/><Relationship Id="rId96" Type="http://schemas.openxmlformats.org/officeDocument/2006/relationships/image" Target="../media/image1061.png"/><Relationship Id="rId161" Type="http://schemas.openxmlformats.org/officeDocument/2006/relationships/customXml" Target="../ink/ink1093.xml"/><Relationship Id="rId217" Type="http://schemas.openxmlformats.org/officeDocument/2006/relationships/customXml" Target="../ink/ink1121.xml"/><Relationship Id="rId399" Type="http://schemas.openxmlformats.org/officeDocument/2006/relationships/customXml" Target="../ink/ink1212.xml"/><Relationship Id="rId259" Type="http://schemas.openxmlformats.org/officeDocument/2006/relationships/customXml" Target="../ink/ink1142.xml"/><Relationship Id="rId424" Type="http://schemas.openxmlformats.org/officeDocument/2006/relationships/image" Target="../media/image1224.png"/><Relationship Id="rId466" Type="http://schemas.openxmlformats.org/officeDocument/2006/relationships/image" Target="../media/image1245.png"/><Relationship Id="rId23" Type="http://schemas.openxmlformats.org/officeDocument/2006/relationships/customXml" Target="../ink/ink1024.xml"/><Relationship Id="rId119" Type="http://schemas.openxmlformats.org/officeDocument/2006/relationships/customXml" Target="../ink/ink1072.xml"/><Relationship Id="rId270" Type="http://schemas.openxmlformats.org/officeDocument/2006/relationships/image" Target="../media/image1147.png"/><Relationship Id="rId326" Type="http://schemas.openxmlformats.org/officeDocument/2006/relationships/image" Target="../media/image1175.png"/><Relationship Id="rId65" Type="http://schemas.openxmlformats.org/officeDocument/2006/relationships/customXml" Target="../ink/ink1045.xml"/><Relationship Id="rId130" Type="http://schemas.openxmlformats.org/officeDocument/2006/relationships/image" Target="../media/image1077.png"/><Relationship Id="rId368" Type="http://schemas.openxmlformats.org/officeDocument/2006/relationships/image" Target="../media/image1196.png"/><Relationship Id="rId172" Type="http://schemas.openxmlformats.org/officeDocument/2006/relationships/image" Target="../media/image1098.png"/><Relationship Id="rId228" Type="http://schemas.openxmlformats.org/officeDocument/2006/relationships/image" Target="../media/image1126.png"/><Relationship Id="rId435" Type="http://schemas.openxmlformats.org/officeDocument/2006/relationships/customXml" Target="../ink/ink1230.xml"/><Relationship Id="rId477" Type="http://schemas.openxmlformats.org/officeDocument/2006/relationships/customXml" Target="../ink/ink1251.xml"/><Relationship Id="rId281" Type="http://schemas.openxmlformats.org/officeDocument/2006/relationships/customXml" Target="../ink/ink1153.xml"/><Relationship Id="rId337" Type="http://schemas.openxmlformats.org/officeDocument/2006/relationships/customXml" Target="../ink/ink1181.xml"/><Relationship Id="rId502" Type="http://schemas.openxmlformats.org/officeDocument/2006/relationships/image" Target="../media/image1263.png"/><Relationship Id="rId34" Type="http://schemas.openxmlformats.org/officeDocument/2006/relationships/image" Target="../media/image1030.png"/><Relationship Id="rId76" Type="http://schemas.openxmlformats.org/officeDocument/2006/relationships/image" Target="../media/image1051.png"/><Relationship Id="rId141" Type="http://schemas.openxmlformats.org/officeDocument/2006/relationships/customXml" Target="../ink/ink1083.xml"/><Relationship Id="rId379" Type="http://schemas.openxmlformats.org/officeDocument/2006/relationships/customXml" Target="../ink/ink1202.xml"/><Relationship Id="rId7" Type="http://schemas.openxmlformats.org/officeDocument/2006/relationships/customXml" Target="../ink/ink1016.xml"/><Relationship Id="rId183" Type="http://schemas.openxmlformats.org/officeDocument/2006/relationships/customXml" Target="../ink/ink1104.xml"/><Relationship Id="rId239" Type="http://schemas.openxmlformats.org/officeDocument/2006/relationships/customXml" Target="../ink/ink1132.xml"/><Relationship Id="rId390" Type="http://schemas.openxmlformats.org/officeDocument/2006/relationships/image" Target="../media/image1207.png"/><Relationship Id="rId404" Type="http://schemas.openxmlformats.org/officeDocument/2006/relationships/image" Target="../media/image1214.png"/><Relationship Id="rId446" Type="http://schemas.openxmlformats.org/officeDocument/2006/relationships/image" Target="../media/image1235.png"/><Relationship Id="rId250" Type="http://schemas.openxmlformats.org/officeDocument/2006/relationships/image" Target="../media/image1137.png"/><Relationship Id="rId292" Type="http://schemas.openxmlformats.org/officeDocument/2006/relationships/image" Target="../media/image1158.png"/><Relationship Id="rId306" Type="http://schemas.openxmlformats.org/officeDocument/2006/relationships/image" Target="../media/image1165.png"/><Relationship Id="rId488" Type="http://schemas.openxmlformats.org/officeDocument/2006/relationships/image" Target="../media/image1256.png"/><Relationship Id="rId45" Type="http://schemas.openxmlformats.org/officeDocument/2006/relationships/customXml" Target="../ink/ink1035.xml"/><Relationship Id="rId87" Type="http://schemas.openxmlformats.org/officeDocument/2006/relationships/customXml" Target="../ink/ink1056.xml"/><Relationship Id="rId110" Type="http://schemas.openxmlformats.org/officeDocument/2006/relationships/image" Target="../media/image1068.png"/><Relationship Id="rId348" Type="http://schemas.openxmlformats.org/officeDocument/2006/relationships/image" Target="../media/image1186.png"/><Relationship Id="rId513" Type="http://schemas.openxmlformats.org/officeDocument/2006/relationships/customXml" Target="../ink/ink1269.xml"/><Relationship Id="rId152" Type="http://schemas.openxmlformats.org/officeDocument/2006/relationships/image" Target="../media/image1088.png"/><Relationship Id="rId194" Type="http://schemas.openxmlformats.org/officeDocument/2006/relationships/image" Target="../media/image1109.png"/><Relationship Id="rId208" Type="http://schemas.openxmlformats.org/officeDocument/2006/relationships/image" Target="../media/image1116.png"/><Relationship Id="rId415" Type="http://schemas.openxmlformats.org/officeDocument/2006/relationships/customXml" Target="../ink/ink1220.xml"/><Relationship Id="rId457" Type="http://schemas.openxmlformats.org/officeDocument/2006/relationships/customXml" Target="../ink/ink1241.xml"/><Relationship Id="rId261" Type="http://schemas.openxmlformats.org/officeDocument/2006/relationships/customXml" Target="../ink/ink1143.xml"/><Relationship Id="rId499" Type="http://schemas.openxmlformats.org/officeDocument/2006/relationships/customXml" Target="../ink/ink1262.xml"/><Relationship Id="rId14" Type="http://schemas.openxmlformats.org/officeDocument/2006/relationships/image" Target="../media/image1020.png"/><Relationship Id="rId56" Type="http://schemas.openxmlformats.org/officeDocument/2006/relationships/image" Target="../media/image1041.png"/><Relationship Id="rId317" Type="http://schemas.openxmlformats.org/officeDocument/2006/relationships/customXml" Target="../ink/ink1171.xml"/><Relationship Id="rId359" Type="http://schemas.openxmlformats.org/officeDocument/2006/relationships/customXml" Target="../ink/ink1192.xml"/><Relationship Id="rId98" Type="http://schemas.openxmlformats.org/officeDocument/2006/relationships/image" Target="../media/image1062.png"/><Relationship Id="rId121" Type="http://schemas.openxmlformats.org/officeDocument/2006/relationships/customXml" Target="../ink/ink1073.xml"/><Relationship Id="rId163" Type="http://schemas.openxmlformats.org/officeDocument/2006/relationships/customXml" Target="../ink/ink1094.xml"/><Relationship Id="rId219" Type="http://schemas.openxmlformats.org/officeDocument/2006/relationships/customXml" Target="../ink/ink1122.xml"/><Relationship Id="rId370" Type="http://schemas.openxmlformats.org/officeDocument/2006/relationships/image" Target="../media/image1197.png"/><Relationship Id="rId426" Type="http://schemas.openxmlformats.org/officeDocument/2006/relationships/image" Target="../media/image1225.png"/><Relationship Id="rId230" Type="http://schemas.openxmlformats.org/officeDocument/2006/relationships/image" Target="../media/image1127.png"/><Relationship Id="rId468" Type="http://schemas.openxmlformats.org/officeDocument/2006/relationships/image" Target="../media/image1246.png"/><Relationship Id="rId25" Type="http://schemas.openxmlformats.org/officeDocument/2006/relationships/customXml" Target="../ink/ink1025.xml"/><Relationship Id="rId67" Type="http://schemas.openxmlformats.org/officeDocument/2006/relationships/customXml" Target="../ink/ink1046.xml"/><Relationship Id="rId272" Type="http://schemas.openxmlformats.org/officeDocument/2006/relationships/image" Target="../media/image1148.png"/><Relationship Id="rId328" Type="http://schemas.openxmlformats.org/officeDocument/2006/relationships/image" Target="../media/image1176.png"/><Relationship Id="rId132" Type="http://schemas.openxmlformats.org/officeDocument/2006/relationships/image" Target="../media/image1078.png"/><Relationship Id="rId174" Type="http://schemas.openxmlformats.org/officeDocument/2006/relationships/image" Target="../media/image1099.png"/><Relationship Id="rId381" Type="http://schemas.openxmlformats.org/officeDocument/2006/relationships/customXml" Target="../ink/ink1203.xml"/><Relationship Id="rId241" Type="http://schemas.openxmlformats.org/officeDocument/2006/relationships/customXml" Target="../ink/ink1133.xml"/><Relationship Id="rId437" Type="http://schemas.openxmlformats.org/officeDocument/2006/relationships/customXml" Target="../ink/ink1231.xml"/><Relationship Id="rId479" Type="http://schemas.openxmlformats.org/officeDocument/2006/relationships/customXml" Target="../ink/ink1252.xml"/><Relationship Id="rId36" Type="http://schemas.openxmlformats.org/officeDocument/2006/relationships/image" Target="../media/image1031.png"/><Relationship Id="rId283" Type="http://schemas.openxmlformats.org/officeDocument/2006/relationships/customXml" Target="../ink/ink1154.xml"/><Relationship Id="rId339" Type="http://schemas.openxmlformats.org/officeDocument/2006/relationships/customXml" Target="../ink/ink1182.xml"/><Relationship Id="rId490" Type="http://schemas.openxmlformats.org/officeDocument/2006/relationships/image" Target="../media/image1257.png"/><Relationship Id="rId504" Type="http://schemas.openxmlformats.org/officeDocument/2006/relationships/image" Target="../media/image1264.png"/><Relationship Id="rId78" Type="http://schemas.openxmlformats.org/officeDocument/2006/relationships/image" Target="../media/image1052.png"/><Relationship Id="rId101" Type="http://schemas.openxmlformats.org/officeDocument/2006/relationships/customXml" Target="../ink/ink1063.xml"/><Relationship Id="rId143" Type="http://schemas.openxmlformats.org/officeDocument/2006/relationships/customXml" Target="../ink/ink1084.xml"/><Relationship Id="rId185" Type="http://schemas.openxmlformats.org/officeDocument/2006/relationships/customXml" Target="../ink/ink1105.xml"/><Relationship Id="rId350" Type="http://schemas.openxmlformats.org/officeDocument/2006/relationships/image" Target="../media/image1187.png"/><Relationship Id="rId406" Type="http://schemas.openxmlformats.org/officeDocument/2006/relationships/image" Target="../media/image1215.png"/><Relationship Id="rId9" Type="http://schemas.openxmlformats.org/officeDocument/2006/relationships/customXml" Target="../ink/ink1017.xml"/><Relationship Id="rId210" Type="http://schemas.openxmlformats.org/officeDocument/2006/relationships/image" Target="../media/image1117.png"/><Relationship Id="rId392" Type="http://schemas.openxmlformats.org/officeDocument/2006/relationships/image" Target="../media/image1208.png"/><Relationship Id="rId448" Type="http://schemas.openxmlformats.org/officeDocument/2006/relationships/image" Target="../media/image1236.png"/><Relationship Id="rId252" Type="http://schemas.openxmlformats.org/officeDocument/2006/relationships/image" Target="../media/image1138.png"/><Relationship Id="rId294" Type="http://schemas.openxmlformats.org/officeDocument/2006/relationships/image" Target="../media/image1159.png"/><Relationship Id="rId308" Type="http://schemas.openxmlformats.org/officeDocument/2006/relationships/image" Target="../media/image1166.png"/><Relationship Id="rId515" Type="http://schemas.openxmlformats.org/officeDocument/2006/relationships/customXml" Target="../ink/ink1270.xml"/><Relationship Id="rId47" Type="http://schemas.openxmlformats.org/officeDocument/2006/relationships/customXml" Target="../ink/ink1036.xml"/><Relationship Id="rId89" Type="http://schemas.openxmlformats.org/officeDocument/2006/relationships/customXml" Target="../ink/ink1057.xml"/><Relationship Id="rId112" Type="http://schemas.openxmlformats.org/officeDocument/2006/relationships/image" Target="../media/image1069.png"/><Relationship Id="rId154" Type="http://schemas.openxmlformats.org/officeDocument/2006/relationships/image" Target="../media/image1089.png"/><Relationship Id="rId361" Type="http://schemas.openxmlformats.org/officeDocument/2006/relationships/customXml" Target="../ink/ink1193.xml"/><Relationship Id="rId196" Type="http://schemas.openxmlformats.org/officeDocument/2006/relationships/image" Target="../media/image1110.png"/><Relationship Id="rId417" Type="http://schemas.openxmlformats.org/officeDocument/2006/relationships/customXml" Target="../ink/ink1221.xml"/><Relationship Id="rId459" Type="http://schemas.openxmlformats.org/officeDocument/2006/relationships/customXml" Target="../ink/ink1242.xml"/><Relationship Id="rId16" Type="http://schemas.openxmlformats.org/officeDocument/2006/relationships/image" Target="../media/image1021.png"/><Relationship Id="rId221" Type="http://schemas.openxmlformats.org/officeDocument/2006/relationships/customXml" Target="../ink/ink1123.xml"/><Relationship Id="rId263" Type="http://schemas.openxmlformats.org/officeDocument/2006/relationships/customXml" Target="../ink/ink1144.xml"/><Relationship Id="rId319" Type="http://schemas.openxmlformats.org/officeDocument/2006/relationships/customXml" Target="../ink/ink1172.xml"/><Relationship Id="rId470" Type="http://schemas.openxmlformats.org/officeDocument/2006/relationships/image" Target="../media/image1247.png"/><Relationship Id="rId58" Type="http://schemas.openxmlformats.org/officeDocument/2006/relationships/image" Target="../media/image1042.png"/><Relationship Id="rId123" Type="http://schemas.openxmlformats.org/officeDocument/2006/relationships/customXml" Target="../ink/ink1074.xml"/><Relationship Id="rId330" Type="http://schemas.openxmlformats.org/officeDocument/2006/relationships/image" Target="../media/image1177.png"/><Relationship Id="rId165" Type="http://schemas.openxmlformats.org/officeDocument/2006/relationships/customXml" Target="../ink/ink1095.xml"/><Relationship Id="rId372" Type="http://schemas.openxmlformats.org/officeDocument/2006/relationships/image" Target="../media/image1198.png"/><Relationship Id="rId428" Type="http://schemas.openxmlformats.org/officeDocument/2006/relationships/image" Target="../media/image1226.png"/><Relationship Id="rId232" Type="http://schemas.openxmlformats.org/officeDocument/2006/relationships/image" Target="../media/image1128.png"/><Relationship Id="rId274" Type="http://schemas.openxmlformats.org/officeDocument/2006/relationships/image" Target="../media/image1149.png"/><Relationship Id="rId481" Type="http://schemas.openxmlformats.org/officeDocument/2006/relationships/customXml" Target="../ink/ink1253.xml"/><Relationship Id="rId27" Type="http://schemas.openxmlformats.org/officeDocument/2006/relationships/customXml" Target="../ink/ink1026.xml"/><Relationship Id="rId69" Type="http://schemas.openxmlformats.org/officeDocument/2006/relationships/customXml" Target="../ink/ink1047.xml"/><Relationship Id="rId134" Type="http://schemas.openxmlformats.org/officeDocument/2006/relationships/image" Target="../media/image1079.png"/><Relationship Id="rId80" Type="http://schemas.openxmlformats.org/officeDocument/2006/relationships/image" Target="../media/image1053.png"/><Relationship Id="rId176" Type="http://schemas.openxmlformats.org/officeDocument/2006/relationships/image" Target="../media/image1100.png"/><Relationship Id="rId341" Type="http://schemas.openxmlformats.org/officeDocument/2006/relationships/customXml" Target="../ink/ink1183.xml"/><Relationship Id="rId383" Type="http://schemas.openxmlformats.org/officeDocument/2006/relationships/customXml" Target="../ink/ink1204.xml"/><Relationship Id="rId439" Type="http://schemas.openxmlformats.org/officeDocument/2006/relationships/customXml" Target="../ink/ink1232.xml"/><Relationship Id="rId201" Type="http://schemas.openxmlformats.org/officeDocument/2006/relationships/customXml" Target="../ink/ink1113.xml"/><Relationship Id="rId243" Type="http://schemas.openxmlformats.org/officeDocument/2006/relationships/customXml" Target="../ink/ink1134.xml"/><Relationship Id="rId285" Type="http://schemas.openxmlformats.org/officeDocument/2006/relationships/customXml" Target="../ink/ink1155.xml"/><Relationship Id="rId450" Type="http://schemas.openxmlformats.org/officeDocument/2006/relationships/image" Target="../media/image1237.png"/><Relationship Id="rId506" Type="http://schemas.openxmlformats.org/officeDocument/2006/relationships/image" Target="../media/image1265.png"/><Relationship Id="rId38" Type="http://schemas.openxmlformats.org/officeDocument/2006/relationships/image" Target="../media/image1032.png"/><Relationship Id="rId103" Type="http://schemas.openxmlformats.org/officeDocument/2006/relationships/customXml" Target="../ink/ink1064.xml"/><Relationship Id="rId310" Type="http://schemas.openxmlformats.org/officeDocument/2006/relationships/image" Target="../media/image1167.png"/><Relationship Id="rId492" Type="http://schemas.openxmlformats.org/officeDocument/2006/relationships/image" Target="../media/image1258.png"/><Relationship Id="rId91" Type="http://schemas.openxmlformats.org/officeDocument/2006/relationships/customXml" Target="../ink/ink1058.xml"/><Relationship Id="rId145" Type="http://schemas.openxmlformats.org/officeDocument/2006/relationships/customXml" Target="../ink/ink1085.xml"/><Relationship Id="rId187" Type="http://schemas.openxmlformats.org/officeDocument/2006/relationships/customXml" Target="../ink/ink1106.xml"/><Relationship Id="rId352" Type="http://schemas.openxmlformats.org/officeDocument/2006/relationships/image" Target="../media/image1188.png"/><Relationship Id="rId394" Type="http://schemas.openxmlformats.org/officeDocument/2006/relationships/image" Target="../media/image1209.png"/><Relationship Id="rId408" Type="http://schemas.openxmlformats.org/officeDocument/2006/relationships/image" Target="../media/image1216.png"/><Relationship Id="rId212" Type="http://schemas.openxmlformats.org/officeDocument/2006/relationships/image" Target="../media/image1118.png"/><Relationship Id="rId254" Type="http://schemas.openxmlformats.org/officeDocument/2006/relationships/image" Target="../media/image1139.png"/><Relationship Id="rId49" Type="http://schemas.openxmlformats.org/officeDocument/2006/relationships/customXml" Target="../ink/ink1037.xml"/><Relationship Id="rId114" Type="http://schemas.openxmlformats.org/officeDocument/2006/relationships/image" Target="../media/image1070.png"/><Relationship Id="rId296" Type="http://schemas.openxmlformats.org/officeDocument/2006/relationships/image" Target="../media/image1160.png"/><Relationship Id="rId461" Type="http://schemas.openxmlformats.org/officeDocument/2006/relationships/customXml" Target="../ink/ink1243.xml"/><Relationship Id="rId60" Type="http://schemas.openxmlformats.org/officeDocument/2006/relationships/image" Target="../media/image1043.png"/><Relationship Id="rId156" Type="http://schemas.openxmlformats.org/officeDocument/2006/relationships/image" Target="../media/image1090.png"/><Relationship Id="rId198" Type="http://schemas.openxmlformats.org/officeDocument/2006/relationships/image" Target="../media/image1111.png"/><Relationship Id="rId321" Type="http://schemas.openxmlformats.org/officeDocument/2006/relationships/customXml" Target="../ink/ink1173.xml"/><Relationship Id="rId363" Type="http://schemas.openxmlformats.org/officeDocument/2006/relationships/customXml" Target="../ink/ink1194.xml"/><Relationship Id="rId419" Type="http://schemas.openxmlformats.org/officeDocument/2006/relationships/customXml" Target="../ink/ink1222.xml"/><Relationship Id="rId223" Type="http://schemas.openxmlformats.org/officeDocument/2006/relationships/customXml" Target="../ink/ink1124.xml"/><Relationship Id="rId430" Type="http://schemas.openxmlformats.org/officeDocument/2006/relationships/image" Target="../media/image1227.png"/><Relationship Id="rId18" Type="http://schemas.openxmlformats.org/officeDocument/2006/relationships/image" Target="../media/image1022.png"/><Relationship Id="rId265" Type="http://schemas.openxmlformats.org/officeDocument/2006/relationships/customXml" Target="../ink/ink1145.xml"/><Relationship Id="rId472" Type="http://schemas.openxmlformats.org/officeDocument/2006/relationships/image" Target="../media/image1248.png"/><Relationship Id="rId125" Type="http://schemas.openxmlformats.org/officeDocument/2006/relationships/customXml" Target="../ink/ink1075.xml"/><Relationship Id="rId167" Type="http://schemas.openxmlformats.org/officeDocument/2006/relationships/customXml" Target="../ink/ink1096.xml"/><Relationship Id="rId332" Type="http://schemas.openxmlformats.org/officeDocument/2006/relationships/image" Target="../media/image1178.png"/><Relationship Id="rId374" Type="http://schemas.openxmlformats.org/officeDocument/2006/relationships/image" Target="../media/image1199.png"/><Relationship Id="rId71" Type="http://schemas.openxmlformats.org/officeDocument/2006/relationships/customXml" Target="../ink/ink1048.xml"/><Relationship Id="rId234" Type="http://schemas.openxmlformats.org/officeDocument/2006/relationships/image" Target="../media/image1129.png"/><Relationship Id="rId2" Type="http://schemas.openxmlformats.org/officeDocument/2006/relationships/image" Target="../media/image1014.png"/><Relationship Id="rId29" Type="http://schemas.openxmlformats.org/officeDocument/2006/relationships/customXml" Target="../ink/ink1027.xml"/><Relationship Id="rId276" Type="http://schemas.openxmlformats.org/officeDocument/2006/relationships/image" Target="../media/image1150.png"/><Relationship Id="rId441" Type="http://schemas.openxmlformats.org/officeDocument/2006/relationships/customXml" Target="../ink/ink1233.xml"/><Relationship Id="rId483" Type="http://schemas.openxmlformats.org/officeDocument/2006/relationships/customXml" Target="../ink/ink1254.xml"/><Relationship Id="rId40" Type="http://schemas.openxmlformats.org/officeDocument/2006/relationships/image" Target="../media/image1033.png"/><Relationship Id="rId136" Type="http://schemas.openxmlformats.org/officeDocument/2006/relationships/image" Target="../media/image1080.png"/><Relationship Id="rId178" Type="http://schemas.openxmlformats.org/officeDocument/2006/relationships/image" Target="../media/image1101.png"/><Relationship Id="rId301" Type="http://schemas.openxmlformats.org/officeDocument/2006/relationships/customXml" Target="../ink/ink1163.xml"/><Relationship Id="rId343" Type="http://schemas.openxmlformats.org/officeDocument/2006/relationships/customXml" Target="../ink/ink1184.xml"/><Relationship Id="rId82" Type="http://schemas.openxmlformats.org/officeDocument/2006/relationships/image" Target="../media/image1054.png"/><Relationship Id="rId203" Type="http://schemas.openxmlformats.org/officeDocument/2006/relationships/customXml" Target="../ink/ink1114.xml"/><Relationship Id="rId385" Type="http://schemas.openxmlformats.org/officeDocument/2006/relationships/customXml" Target="../ink/ink1205.xml"/><Relationship Id="rId245" Type="http://schemas.openxmlformats.org/officeDocument/2006/relationships/customXml" Target="../ink/ink1135.xml"/><Relationship Id="rId287" Type="http://schemas.openxmlformats.org/officeDocument/2006/relationships/customXml" Target="../ink/ink1156.xml"/><Relationship Id="rId410" Type="http://schemas.openxmlformats.org/officeDocument/2006/relationships/image" Target="../media/image1217.png"/><Relationship Id="rId452" Type="http://schemas.openxmlformats.org/officeDocument/2006/relationships/image" Target="../media/image1238.png"/><Relationship Id="rId494" Type="http://schemas.openxmlformats.org/officeDocument/2006/relationships/image" Target="../media/image1259.png"/><Relationship Id="rId508" Type="http://schemas.openxmlformats.org/officeDocument/2006/relationships/image" Target="../media/image1266.png"/><Relationship Id="rId105" Type="http://schemas.openxmlformats.org/officeDocument/2006/relationships/customXml" Target="../ink/ink1065.xml"/><Relationship Id="rId147" Type="http://schemas.openxmlformats.org/officeDocument/2006/relationships/customXml" Target="../ink/ink1086.xml"/><Relationship Id="rId312" Type="http://schemas.openxmlformats.org/officeDocument/2006/relationships/image" Target="../media/image1168.png"/><Relationship Id="rId354" Type="http://schemas.openxmlformats.org/officeDocument/2006/relationships/image" Target="../media/image1189.png"/><Relationship Id="rId51" Type="http://schemas.openxmlformats.org/officeDocument/2006/relationships/customXml" Target="../ink/ink1038.xml"/><Relationship Id="rId93" Type="http://schemas.openxmlformats.org/officeDocument/2006/relationships/customXml" Target="../ink/ink1059.xml"/><Relationship Id="rId189" Type="http://schemas.openxmlformats.org/officeDocument/2006/relationships/customXml" Target="../ink/ink1107.xml"/><Relationship Id="rId396" Type="http://schemas.openxmlformats.org/officeDocument/2006/relationships/image" Target="../media/image1210.png"/><Relationship Id="rId214" Type="http://schemas.openxmlformats.org/officeDocument/2006/relationships/image" Target="../media/image1119.png"/><Relationship Id="rId256" Type="http://schemas.openxmlformats.org/officeDocument/2006/relationships/image" Target="../media/image1140.png"/><Relationship Id="rId298" Type="http://schemas.openxmlformats.org/officeDocument/2006/relationships/image" Target="../media/image1161.png"/><Relationship Id="rId421" Type="http://schemas.openxmlformats.org/officeDocument/2006/relationships/customXml" Target="../ink/ink1223.xml"/><Relationship Id="rId463" Type="http://schemas.openxmlformats.org/officeDocument/2006/relationships/customXml" Target="../ink/ink1244.xml"/><Relationship Id="rId116" Type="http://schemas.openxmlformats.org/officeDocument/2006/relationships/image" Target="../media/image1071.png"/><Relationship Id="rId158" Type="http://schemas.openxmlformats.org/officeDocument/2006/relationships/image" Target="../media/image1091.png"/><Relationship Id="rId323" Type="http://schemas.openxmlformats.org/officeDocument/2006/relationships/customXml" Target="../ink/ink1174.xml"/><Relationship Id="rId20" Type="http://schemas.openxmlformats.org/officeDocument/2006/relationships/image" Target="../media/image1023.png"/><Relationship Id="rId62" Type="http://schemas.openxmlformats.org/officeDocument/2006/relationships/image" Target="../media/image1044.png"/><Relationship Id="rId365" Type="http://schemas.openxmlformats.org/officeDocument/2006/relationships/customXml" Target="../ink/ink1195.xml"/><Relationship Id="rId225" Type="http://schemas.openxmlformats.org/officeDocument/2006/relationships/customXml" Target="../ink/ink1125.xml"/><Relationship Id="rId267" Type="http://schemas.openxmlformats.org/officeDocument/2006/relationships/customXml" Target="../ink/ink1146.xml"/><Relationship Id="rId432" Type="http://schemas.openxmlformats.org/officeDocument/2006/relationships/image" Target="../media/image1228.png"/><Relationship Id="rId474" Type="http://schemas.openxmlformats.org/officeDocument/2006/relationships/image" Target="../media/image1249.png"/><Relationship Id="rId127" Type="http://schemas.openxmlformats.org/officeDocument/2006/relationships/customXml" Target="../ink/ink1076.xml"/><Relationship Id="rId31" Type="http://schemas.openxmlformats.org/officeDocument/2006/relationships/customXml" Target="../ink/ink1028.xml"/><Relationship Id="rId73" Type="http://schemas.openxmlformats.org/officeDocument/2006/relationships/customXml" Target="../ink/ink1049.xml"/><Relationship Id="rId169" Type="http://schemas.openxmlformats.org/officeDocument/2006/relationships/customXml" Target="../ink/ink1097.xml"/><Relationship Id="rId334" Type="http://schemas.openxmlformats.org/officeDocument/2006/relationships/image" Target="../media/image1179.png"/><Relationship Id="rId376" Type="http://schemas.openxmlformats.org/officeDocument/2006/relationships/image" Target="../media/image1200.png"/><Relationship Id="rId4" Type="http://schemas.openxmlformats.org/officeDocument/2006/relationships/image" Target="../media/image1015.png"/><Relationship Id="rId180" Type="http://schemas.openxmlformats.org/officeDocument/2006/relationships/image" Target="../media/image1102.png"/><Relationship Id="rId236" Type="http://schemas.openxmlformats.org/officeDocument/2006/relationships/image" Target="../media/image1130.png"/><Relationship Id="rId278" Type="http://schemas.openxmlformats.org/officeDocument/2006/relationships/image" Target="../media/image1151.png"/><Relationship Id="rId401" Type="http://schemas.openxmlformats.org/officeDocument/2006/relationships/customXml" Target="../ink/ink1213.xml"/><Relationship Id="rId443" Type="http://schemas.openxmlformats.org/officeDocument/2006/relationships/customXml" Target="../ink/ink1234.xml"/><Relationship Id="rId303" Type="http://schemas.openxmlformats.org/officeDocument/2006/relationships/customXml" Target="../ink/ink1164.xml"/><Relationship Id="rId485" Type="http://schemas.openxmlformats.org/officeDocument/2006/relationships/customXml" Target="../ink/ink1255.xml"/><Relationship Id="rId42" Type="http://schemas.openxmlformats.org/officeDocument/2006/relationships/image" Target="../media/image1034.png"/><Relationship Id="rId84" Type="http://schemas.openxmlformats.org/officeDocument/2006/relationships/image" Target="../media/image1055.png"/><Relationship Id="rId138" Type="http://schemas.openxmlformats.org/officeDocument/2006/relationships/image" Target="../media/image1081.png"/><Relationship Id="rId345" Type="http://schemas.openxmlformats.org/officeDocument/2006/relationships/customXml" Target="../ink/ink1185.xml"/><Relationship Id="rId387" Type="http://schemas.openxmlformats.org/officeDocument/2006/relationships/customXml" Target="../ink/ink1206.xml"/><Relationship Id="rId510" Type="http://schemas.openxmlformats.org/officeDocument/2006/relationships/image" Target="../media/image1267.png"/><Relationship Id="rId191" Type="http://schemas.openxmlformats.org/officeDocument/2006/relationships/customXml" Target="../ink/ink1108.xml"/><Relationship Id="rId205" Type="http://schemas.openxmlformats.org/officeDocument/2006/relationships/customXml" Target="../ink/ink1115.xml"/><Relationship Id="rId247" Type="http://schemas.openxmlformats.org/officeDocument/2006/relationships/customXml" Target="../ink/ink1136.xml"/><Relationship Id="rId412" Type="http://schemas.openxmlformats.org/officeDocument/2006/relationships/image" Target="../media/image1218.png"/><Relationship Id="rId107" Type="http://schemas.openxmlformats.org/officeDocument/2006/relationships/customXml" Target="../ink/ink1066.xml"/><Relationship Id="rId289" Type="http://schemas.openxmlformats.org/officeDocument/2006/relationships/customXml" Target="../ink/ink1157.xml"/><Relationship Id="rId454" Type="http://schemas.openxmlformats.org/officeDocument/2006/relationships/image" Target="../media/image1239.png"/><Relationship Id="rId496" Type="http://schemas.openxmlformats.org/officeDocument/2006/relationships/image" Target="../media/image1260.png"/><Relationship Id="rId11" Type="http://schemas.openxmlformats.org/officeDocument/2006/relationships/customXml" Target="../ink/ink1018.xml"/><Relationship Id="rId53" Type="http://schemas.openxmlformats.org/officeDocument/2006/relationships/customXml" Target="../ink/ink1039.xml"/><Relationship Id="rId149" Type="http://schemas.openxmlformats.org/officeDocument/2006/relationships/customXml" Target="../ink/ink1087.xml"/><Relationship Id="rId314" Type="http://schemas.openxmlformats.org/officeDocument/2006/relationships/image" Target="../media/image1169.png"/><Relationship Id="rId356" Type="http://schemas.openxmlformats.org/officeDocument/2006/relationships/image" Target="../media/image1190.png"/><Relationship Id="rId398" Type="http://schemas.openxmlformats.org/officeDocument/2006/relationships/image" Target="../media/image1211.png"/><Relationship Id="rId95" Type="http://schemas.openxmlformats.org/officeDocument/2006/relationships/customXml" Target="../ink/ink1060.xml"/><Relationship Id="rId160" Type="http://schemas.openxmlformats.org/officeDocument/2006/relationships/image" Target="../media/image1092.png"/><Relationship Id="rId216" Type="http://schemas.openxmlformats.org/officeDocument/2006/relationships/image" Target="../media/image1120.png"/><Relationship Id="rId423" Type="http://schemas.openxmlformats.org/officeDocument/2006/relationships/customXml" Target="../ink/ink1224.xml"/><Relationship Id="rId258" Type="http://schemas.openxmlformats.org/officeDocument/2006/relationships/image" Target="../media/image1141.png"/><Relationship Id="rId465" Type="http://schemas.openxmlformats.org/officeDocument/2006/relationships/customXml" Target="../ink/ink1245.xml"/><Relationship Id="rId22" Type="http://schemas.openxmlformats.org/officeDocument/2006/relationships/image" Target="../media/image1024.png"/><Relationship Id="rId64" Type="http://schemas.openxmlformats.org/officeDocument/2006/relationships/image" Target="../media/image1045.png"/><Relationship Id="rId118" Type="http://schemas.openxmlformats.org/officeDocument/2006/relationships/image" Target="../media/image29.png"/><Relationship Id="rId325" Type="http://schemas.openxmlformats.org/officeDocument/2006/relationships/customXml" Target="../ink/ink1175.xml"/><Relationship Id="rId367" Type="http://schemas.openxmlformats.org/officeDocument/2006/relationships/customXml" Target="../ink/ink1196.xml"/><Relationship Id="rId171" Type="http://schemas.openxmlformats.org/officeDocument/2006/relationships/customXml" Target="../ink/ink1098.xml"/><Relationship Id="rId227" Type="http://schemas.openxmlformats.org/officeDocument/2006/relationships/customXml" Target="../ink/ink1126.xml"/><Relationship Id="rId269" Type="http://schemas.openxmlformats.org/officeDocument/2006/relationships/customXml" Target="../ink/ink1147.xml"/><Relationship Id="rId434" Type="http://schemas.openxmlformats.org/officeDocument/2006/relationships/image" Target="../media/image1229.png"/><Relationship Id="rId476" Type="http://schemas.openxmlformats.org/officeDocument/2006/relationships/image" Target="../media/image1250.png"/><Relationship Id="rId33" Type="http://schemas.openxmlformats.org/officeDocument/2006/relationships/customXml" Target="../ink/ink1029.xml"/><Relationship Id="rId129" Type="http://schemas.openxmlformats.org/officeDocument/2006/relationships/customXml" Target="../ink/ink1077.xml"/><Relationship Id="rId280" Type="http://schemas.openxmlformats.org/officeDocument/2006/relationships/image" Target="../media/image1152.png"/><Relationship Id="rId336" Type="http://schemas.openxmlformats.org/officeDocument/2006/relationships/image" Target="../media/image1180.png"/><Relationship Id="rId501" Type="http://schemas.openxmlformats.org/officeDocument/2006/relationships/customXml" Target="../ink/ink1263.xml"/><Relationship Id="rId75" Type="http://schemas.openxmlformats.org/officeDocument/2006/relationships/customXml" Target="../ink/ink1050.xml"/><Relationship Id="rId140" Type="http://schemas.openxmlformats.org/officeDocument/2006/relationships/image" Target="../media/image1082.png"/><Relationship Id="rId182" Type="http://schemas.openxmlformats.org/officeDocument/2006/relationships/image" Target="../media/image1103.png"/><Relationship Id="rId378" Type="http://schemas.openxmlformats.org/officeDocument/2006/relationships/image" Target="../media/image1201.png"/><Relationship Id="rId403" Type="http://schemas.openxmlformats.org/officeDocument/2006/relationships/customXml" Target="../ink/ink1214.xml"/><Relationship Id="rId6" Type="http://schemas.openxmlformats.org/officeDocument/2006/relationships/image" Target="../media/image1016.png"/><Relationship Id="rId238" Type="http://schemas.openxmlformats.org/officeDocument/2006/relationships/image" Target="../media/image1131.png"/><Relationship Id="rId445" Type="http://schemas.openxmlformats.org/officeDocument/2006/relationships/customXml" Target="../ink/ink1235.xml"/><Relationship Id="rId487" Type="http://schemas.openxmlformats.org/officeDocument/2006/relationships/customXml" Target="../ink/ink1256.xml"/><Relationship Id="rId291" Type="http://schemas.openxmlformats.org/officeDocument/2006/relationships/customXml" Target="../ink/ink1158.xml"/><Relationship Id="rId305" Type="http://schemas.openxmlformats.org/officeDocument/2006/relationships/customXml" Target="../ink/ink1165.xml"/><Relationship Id="rId347" Type="http://schemas.openxmlformats.org/officeDocument/2006/relationships/customXml" Target="../ink/ink1186.xml"/><Relationship Id="rId512" Type="http://schemas.openxmlformats.org/officeDocument/2006/relationships/image" Target="../media/image1268.png"/><Relationship Id="rId44" Type="http://schemas.openxmlformats.org/officeDocument/2006/relationships/image" Target="../media/image1035.png"/><Relationship Id="rId86" Type="http://schemas.openxmlformats.org/officeDocument/2006/relationships/image" Target="../media/image1056.png"/><Relationship Id="rId151" Type="http://schemas.openxmlformats.org/officeDocument/2006/relationships/customXml" Target="../ink/ink1088.xml"/><Relationship Id="rId389" Type="http://schemas.openxmlformats.org/officeDocument/2006/relationships/customXml" Target="../ink/ink1207.xml"/><Relationship Id="rId193" Type="http://schemas.openxmlformats.org/officeDocument/2006/relationships/customXml" Target="../ink/ink1109.xml"/><Relationship Id="rId207" Type="http://schemas.openxmlformats.org/officeDocument/2006/relationships/customXml" Target="../ink/ink1116.xml"/><Relationship Id="rId249" Type="http://schemas.openxmlformats.org/officeDocument/2006/relationships/customXml" Target="../ink/ink1137.xml"/><Relationship Id="rId414" Type="http://schemas.openxmlformats.org/officeDocument/2006/relationships/image" Target="../media/image1219.png"/><Relationship Id="rId456" Type="http://schemas.openxmlformats.org/officeDocument/2006/relationships/image" Target="../media/image1240.png"/><Relationship Id="rId498" Type="http://schemas.openxmlformats.org/officeDocument/2006/relationships/image" Target="../media/image1261.png"/><Relationship Id="rId13" Type="http://schemas.openxmlformats.org/officeDocument/2006/relationships/customXml" Target="../ink/ink1019.xml"/><Relationship Id="rId109" Type="http://schemas.openxmlformats.org/officeDocument/2006/relationships/customXml" Target="../ink/ink1067.xml"/><Relationship Id="rId260" Type="http://schemas.openxmlformats.org/officeDocument/2006/relationships/image" Target="../media/image1142.png"/><Relationship Id="rId316" Type="http://schemas.openxmlformats.org/officeDocument/2006/relationships/image" Target="../media/image1170.png"/><Relationship Id="rId55" Type="http://schemas.openxmlformats.org/officeDocument/2006/relationships/customXml" Target="../ink/ink1040.xml"/><Relationship Id="rId97" Type="http://schemas.openxmlformats.org/officeDocument/2006/relationships/customXml" Target="../ink/ink1061.xml"/><Relationship Id="rId120" Type="http://schemas.openxmlformats.org/officeDocument/2006/relationships/image" Target="../media/image1072.png"/><Relationship Id="rId358" Type="http://schemas.openxmlformats.org/officeDocument/2006/relationships/image" Target="../media/image1191.png"/><Relationship Id="rId162" Type="http://schemas.openxmlformats.org/officeDocument/2006/relationships/image" Target="../media/image1093.png"/><Relationship Id="rId218" Type="http://schemas.openxmlformats.org/officeDocument/2006/relationships/image" Target="../media/image1121.png"/><Relationship Id="rId425" Type="http://schemas.openxmlformats.org/officeDocument/2006/relationships/customXml" Target="../ink/ink1225.xml"/><Relationship Id="rId467" Type="http://schemas.openxmlformats.org/officeDocument/2006/relationships/customXml" Target="../ink/ink1246.xml"/><Relationship Id="rId271" Type="http://schemas.openxmlformats.org/officeDocument/2006/relationships/customXml" Target="../ink/ink1148.xml"/><Relationship Id="rId24" Type="http://schemas.openxmlformats.org/officeDocument/2006/relationships/image" Target="../media/image1025.png"/><Relationship Id="rId66" Type="http://schemas.openxmlformats.org/officeDocument/2006/relationships/image" Target="../media/image1046.png"/><Relationship Id="rId131" Type="http://schemas.openxmlformats.org/officeDocument/2006/relationships/customXml" Target="../ink/ink1078.xml"/><Relationship Id="rId327" Type="http://schemas.openxmlformats.org/officeDocument/2006/relationships/customXml" Target="../ink/ink1176.xml"/><Relationship Id="rId369" Type="http://schemas.openxmlformats.org/officeDocument/2006/relationships/customXml" Target="../ink/ink1197.xml"/><Relationship Id="rId173" Type="http://schemas.openxmlformats.org/officeDocument/2006/relationships/customXml" Target="../ink/ink1099.xml"/><Relationship Id="rId229" Type="http://schemas.openxmlformats.org/officeDocument/2006/relationships/customXml" Target="../ink/ink1127.xml"/><Relationship Id="rId380" Type="http://schemas.openxmlformats.org/officeDocument/2006/relationships/image" Target="../media/image1202.png"/><Relationship Id="rId436" Type="http://schemas.openxmlformats.org/officeDocument/2006/relationships/image" Target="../media/image1230.png"/><Relationship Id="rId240" Type="http://schemas.openxmlformats.org/officeDocument/2006/relationships/image" Target="../media/image1132.png"/><Relationship Id="rId478" Type="http://schemas.openxmlformats.org/officeDocument/2006/relationships/image" Target="../media/image1251.png"/><Relationship Id="rId35" Type="http://schemas.openxmlformats.org/officeDocument/2006/relationships/customXml" Target="../ink/ink1030.xml"/><Relationship Id="rId77" Type="http://schemas.openxmlformats.org/officeDocument/2006/relationships/customXml" Target="../ink/ink1051.xml"/><Relationship Id="rId100" Type="http://schemas.openxmlformats.org/officeDocument/2006/relationships/image" Target="../media/image1063.png"/><Relationship Id="rId282" Type="http://schemas.openxmlformats.org/officeDocument/2006/relationships/image" Target="../media/image1153.png"/><Relationship Id="rId338" Type="http://schemas.openxmlformats.org/officeDocument/2006/relationships/image" Target="../media/image1181.png"/><Relationship Id="rId503" Type="http://schemas.openxmlformats.org/officeDocument/2006/relationships/customXml" Target="../ink/ink1264.xml"/><Relationship Id="rId8" Type="http://schemas.openxmlformats.org/officeDocument/2006/relationships/image" Target="../media/image1017.png"/><Relationship Id="rId142" Type="http://schemas.openxmlformats.org/officeDocument/2006/relationships/image" Target="../media/image1083.png"/><Relationship Id="rId184" Type="http://schemas.openxmlformats.org/officeDocument/2006/relationships/image" Target="../media/image1104.png"/><Relationship Id="rId391" Type="http://schemas.openxmlformats.org/officeDocument/2006/relationships/customXml" Target="../ink/ink1208.xml"/><Relationship Id="rId405" Type="http://schemas.openxmlformats.org/officeDocument/2006/relationships/customXml" Target="../ink/ink1215.xml"/><Relationship Id="rId447" Type="http://schemas.openxmlformats.org/officeDocument/2006/relationships/customXml" Target="../ink/ink1236.xml"/><Relationship Id="rId251" Type="http://schemas.openxmlformats.org/officeDocument/2006/relationships/customXml" Target="../ink/ink1138.xml"/><Relationship Id="rId489" Type="http://schemas.openxmlformats.org/officeDocument/2006/relationships/customXml" Target="../ink/ink1257.xml"/><Relationship Id="rId46" Type="http://schemas.openxmlformats.org/officeDocument/2006/relationships/image" Target="../media/image1036.png"/><Relationship Id="rId293" Type="http://schemas.openxmlformats.org/officeDocument/2006/relationships/customXml" Target="../ink/ink1159.xml"/><Relationship Id="rId307" Type="http://schemas.openxmlformats.org/officeDocument/2006/relationships/customXml" Target="../ink/ink1166.xml"/><Relationship Id="rId349" Type="http://schemas.openxmlformats.org/officeDocument/2006/relationships/customXml" Target="../ink/ink1187.xml"/><Relationship Id="rId514" Type="http://schemas.openxmlformats.org/officeDocument/2006/relationships/image" Target="../media/image1269.png"/><Relationship Id="rId88" Type="http://schemas.openxmlformats.org/officeDocument/2006/relationships/image" Target="../media/image1057.png"/><Relationship Id="rId111" Type="http://schemas.openxmlformats.org/officeDocument/2006/relationships/customXml" Target="../ink/ink1068.xml"/><Relationship Id="rId153" Type="http://schemas.openxmlformats.org/officeDocument/2006/relationships/customXml" Target="../ink/ink1089.xml"/><Relationship Id="rId195" Type="http://schemas.openxmlformats.org/officeDocument/2006/relationships/customXml" Target="../ink/ink1110.xml"/><Relationship Id="rId209" Type="http://schemas.openxmlformats.org/officeDocument/2006/relationships/customXml" Target="../ink/ink1117.xml"/><Relationship Id="rId360" Type="http://schemas.openxmlformats.org/officeDocument/2006/relationships/image" Target="../media/image1192.png"/><Relationship Id="rId416" Type="http://schemas.openxmlformats.org/officeDocument/2006/relationships/image" Target="../media/image1220.png"/><Relationship Id="rId220" Type="http://schemas.openxmlformats.org/officeDocument/2006/relationships/image" Target="../media/image1122.png"/><Relationship Id="rId458" Type="http://schemas.openxmlformats.org/officeDocument/2006/relationships/image" Target="../media/image1241.png"/><Relationship Id="rId15" Type="http://schemas.openxmlformats.org/officeDocument/2006/relationships/customXml" Target="../ink/ink1020.xml"/><Relationship Id="rId57" Type="http://schemas.openxmlformats.org/officeDocument/2006/relationships/customXml" Target="../ink/ink1041.xml"/><Relationship Id="rId262" Type="http://schemas.openxmlformats.org/officeDocument/2006/relationships/image" Target="../media/image1143.png"/><Relationship Id="rId318" Type="http://schemas.openxmlformats.org/officeDocument/2006/relationships/image" Target="../media/image1171.png"/><Relationship Id="rId99" Type="http://schemas.openxmlformats.org/officeDocument/2006/relationships/customXml" Target="../ink/ink1062.xml"/><Relationship Id="rId122" Type="http://schemas.openxmlformats.org/officeDocument/2006/relationships/image" Target="../media/image1073.png"/><Relationship Id="rId164" Type="http://schemas.openxmlformats.org/officeDocument/2006/relationships/image" Target="../media/image1094.png"/><Relationship Id="rId371" Type="http://schemas.openxmlformats.org/officeDocument/2006/relationships/customXml" Target="../ink/ink1198.xml"/><Relationship Id="rId427" Type="http://schemas.openxmlformats.org/officeDocument/2006/relationships/customXml" Target="../ink/ink1226.xml"/><Relationship Id="rId469" Type="http://schemas.openxmlformats.org/officeDocument/2006/relationships/customXml" Target="../ink/ink1247.xml"/><Relationship Id="rId26" Type="http://schemas.openxmlformats.org/officeDocument/2006/relationships/image" Target="../media/image1026.png"/><Relationship Id="rId231" Type="http://schemas.openxmlformats.org/officeDocument/2006/relationships/customXml" Target="../ink/ink1128.xml"/><Relationship Id="rId273" Type="http://schemas.openxmlformats.org/officeDocument/2006/relationships/customXml" Target="../ink/ink1149.xml"/><Relationship Id="rId329" Type="http://schemas.openxmlformats.org/officeDocument/2006/relationships/customXml" Target="../ink/ink1177.xml"/><Relationship Id="rId480" Type="http://schemas.openxmlformats.org/officeDocument/2006/relationships/image" Target="../media/image1252.png"/><Relationship Id="rId68" Type="http://schemas.openxmlformats.org/officeDocument/2006/relationships/image" Target="../media/image1047.png"/><Relationship Id="rId133" Type="http://schemas.openxmlformats.org/officeDocument/2006/relationships/customXml" Target="../ink/ink1079.xml"/><Relationship Id="rId175" Type="http://schemas.openxmlformats.org/officeDocument/2006/relationships/customXml" Target="../ink/ink1100.xml"/><Relationship Id="rId340" Type="http://schemas.openxmlformats.org/officeDocument/2006/relationships/image" Target="../media/image1182.png"/><Relationship Id="rId200" Type="http://schemas.openxmlformats.org/officeDocument/2006/relationships/image" Target="../media/image1112.png"/><Relationship Id="rId382" Type="http://schemas.openxmlformats.org/officeDocument/2006/relationships/image" Target="../media/image1203.png"/><Relationship Id="rId438" Type="http://schemas.openxmlformats.org/officeDocument/2006/relationships/image" Target="../media/image1231.png"/><Relationship Id="rId242" Type="http://schemas.openxmlformats.org/officeDocument/2006/relationships/image" Target="../media/image1133.png"/><Relationship Id="rId284" Type="http://schemas.openxmlformats.org/officeDocument/2006/relationships/image" Target="../media/image1154.png"/><Relationship Id="rId491" Type="http://schemas.openxmlformats.org/officeDocument/2006/relationships/customXml" Target="../ink/ink1258.xml"/><Relationship Id="rId505" Type="http://schemas.openxmlformats.org/officeDocument/2006/relationships/customXml" Target="../ink/ink1265.xml"/><Relationship Id="rId37" Type="http://schemas.openxmlformats.org/officeDocument/2006/relationships/customXml" Target="../ink/ink1031.xml"/><Relationship Id="rId79" Type="http://schemas.openxmlformats.org/officeDocument/2006/relationships/customXml" Target="../ink/ink1052.xml"/><Relationship Id="rId102" Type="http://schemas.openxmlformats.org/officeDocument/2006/relationships/image" Target="../media/image1064.png"/><Relationship Id="rId144" Type="http://schemas.openxmlformats.org/officeDocument/2006/relationships/image" Target="../media/image1084.png"/><Relationship Id="rId90" Type="http://schemas.openxmlformats.org/officeDocument/2006/relationships/image" Target="../media/image1058.png"/><Relationship Id="rId186" Type="http://schemas.openxmlformats.org/officeDocument/2006/relationships/image" Target="../media/image1105.png"/><Relationship Id="rId351" Type="http://schemas.openxmlformats.org/officeDocument/2006/relationships/customXml" Target="../ink/ink1188.xml"/><Relationship Id="rId393" Type="http://schemas.openxmlformats.org/officeDocument/2006/relationships/customXml" Target="../ink/ink1209.xml"/><Relationship Id="rId407" Type="http://schemas.openxmlformats.org/officeDocument/2006/relationships/customXml" Target="../ink/ink1216.xml"/><Relationship Id="rId449" Type="http://schemas.openxmlformats.org/officeDocument/2006/relationships/customXml" Target="../ink/ink1237.xml"/><Relationship Id="rId211" Type="http://schemas.openxmlformats.org/officeDocument/2006/relationships/customXml" Target="../ink/ink1118.xml"/><Relationship Id="rId253" Type="http://schemas.openxmlformats.org/officeDocument/2006/relationships/customXml" Target="../ink/ink1139.xml"/><Relationship Id="rId295" Type="http://schemas.openxmlformats.org/officeDocument/2006/relationships/customXml" Target="../ink/ink1160.xml"/><Relationship Id="rId309" Type="http://schemas.openxmlformats.org/officeDocument/2006/relationships/customXml" Target="../ink/ink1167.xml"/><Relationship Id="rId460" Type="http://schemas.openxmlformats.org/officeDocument/2006/relationships/image" Target="../media/image1242.png"/><Relationship Id="rId516" Type="http://schemas.openxmlformats.org/officeDocument/2006/relationships/image" Target="../media/image1270.png"/><Relationship Id="rId48" Type="http://schemas.openxmlformats.org/officeDocument/2006/relationships/image" Target="../media/image1037.png"/><Relationship Id="rId113" Type="http://schemas.openxmlformats.org/officeDocument/2006/relationships/customXml" Target="../ink/ink1069.xml"/><Relationship Id="rId320" Type="http://schemas.openxmlformats.org/officeDocument/2006/relationships/image" Target="../media/image1172.png"/><Relationship Id="rId155" Type="http://schemas.openxmlformats.org/officeDocument/2006/relationships/customXml" Target="../ink/ink1090.xml"/><Relationship Id="rId197" Type="http://schemas.openxmlformats.org/officeDocument/2006/relationships/customXml" Target="../ink/ink1111.xml"/><Relationship Id="rId362" Type="http://schemas.openxmlformats.org/officeDocument/2006/relationships/image" Target="../media/image1193.png"/><Relationship Id="rId418" Type="http://schemas.openxmlformats.org/officeDocument/2006/relationships/image" Target="../media/image1221.png"/><Relationship Id="rId222" Type="http://schemas.openxmlformats.org/officeDocument/2006/relationships/image" Target="../media/image1123.png"/><Relationship Id="rId264" Type="http://schemas.openxmlformats.org/officeDocument/2006/relationships/image" Target="../media/image1144.png"/><Relationship Id="rId471" Type="http://schemas.openxmlformats.org/officeDocument/2006/relationships/customXml" Target="../ink/ink1248.xml"/><Relationship Id="rId17" Type="http://schemas.openxmlformats.org/officeDocument/2006/relationships/customXml" Target="../ink/ink1021.xml"/><Relationship Id="rId59" Type="http://schemas.openxmlformats.org/officeDocument/2006/relationships/customXml" Target="../ink/ink1042.xml"/><Relationship Id="rId124" Type="http://schemas.openxmlformats.org/officeDocument/2006/relationships/image" Target="../media/image1074.png"/><Relationship Id="rId70" Type="http://schemas.openxmlformats.org/officeDocument/2006/relationships/image" Target="../media/image1048.png"/><Relationship Id="rId166" Type="http://schemas.openxmlformats.org/officeDocument/2006/relationships/image" Target="../media/image1095.png"/><Relationship Id="rId331" Type="http://schemas.openxmlformats.org/officeDocument/2006/relationships/customXml" Target="../ink/ink1178.xml"/><Relationship Id="rId373" Type="http://schemas.openxmlformats.org/officeDocument/2006/relationships/customXml" Target="../ink/ink1199.xml"/><Relationship Id="rId429" Type="http://schemas.openxmlformats.org/officeDocument/2006/relationships/customXml" Target="../ink/ink1227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129.xml"/><Relationship Id="rId440" Type="http://schemas.openxmlformats.org/officeDocument/2006/relationships/image" Target="../media/image1232.png"/><Relationship Id="rId28" Type="http://schemas.openxmlformats.org/officeDocument/2006/relationships/image" Target="../media/image1027.png"/><Relationship Id="rId275" Type="http://schemas.openxmlformats.org/officeDocument/2006/relationships/customXml" Target="../ink/ink1150.xml"/><Relationship Id="rId300" Type="http://schemas.openxmlformats.org/officeDocument/2006/relationships/image" Target="../media/image1162.png"/><Relationship Id="rId482" Type="http://schemas.openxmlformats.org/officeDocument/2006/relationships/image" Target="../media/image1253.png"/><Relationship Id="rId81" Type="http://schemas.openxmlformats.org/officeDocument/2006/relationships/customXml" Target="../ink/ink1053.xml"/><Relationship Id="rId135" Type="http://schemas.openxmlformats.org/officeDocument/2006/relationships/customXml" Target="../ink/ink1080.xml"/><Relationship Id="rId177" Type="http://schemas.openxmlformats.org/officeDocument/2006/relationships/customXml" Target="../ink/ink1101.xml"/><Relationship Id="rId342" Type="http://schemas.openxmlformats.org/officeDocument/2006/relationships/image" Target="../media/image1183.png"/><Relationship Id="rId384" Type="http://schemas.openxmlformats.org/officeDocument/2006/relationships/image" Target="../media/image1204.png"/><Relationship Id="rId202" Type="http://schemas.openxmlformats.org/officeDocument/2006/relationships/image" Target="../media/image1113.png"/><Relationship Id="rId244" Type="http://schemas.openxmlformats.org/officeDocument/2006/relationships/image" Target="../media/image1134.png"/><Relationship Id="rId39" Type="http://schemas.openxmlformats.org/officeDocument/2006/relationships/customXml" Target="../ink/ink1032.xml"/><Relationship Id="rId286" Type="http://schemas.openxmlformats.org/officeDocument/2006/relationships/image" Target="../media/image1155.png"/><Relationship Id="rId451" Type="http://schemas.openxmlformats.org/officeDocument/2006/relationships/customXml" Target="../ink/ink1238.xml"/><Relationship Id="rId493" Type="http://schemas.openxmlformats.org/officeDocument/2006/relationships/customXml" Target="../ink/ink1259.xml"/><Relationship Id="rId507" Type="http://schemas.openxmlformats.org/officeDocument/2006/relationships/customXml" Target="../ink/ink1266.xml"/><Relationship Id="rId50" Type="http://schemas.openxmlformats.org/officeDocument/2006/relationships/image" Target="../media/image1038.png"/><Relationship Id="rId104" Type="http://schemas.openxmlformats.org/officeDocument/2006/relationships/image" Target="../media/image1065.png"/><Relationship Id="rId146" Type="http://schemas.openxmlformats.org/officeDocument/2006/relationships/image" Target="../media/image1085.png"/><Relationship Id="rId188" Type="http://schemas.openxmlformats.org/officeDocument/2006/relationships/image" Target="../media/image1106.png"/><Relationship Id="rId311" Type="http://schemas.openxmlformats.org/officeDocument/2006/relationships/customXml" Target="../ink/ink1168.xml"/><Relationship Id="rId353" Type="http://schemas.openxmlformats.org/officeDocument/2006/relationships/customXml" Target="../ink/ink1189.xml"/><Relationship Id="rId395" Type="http://schemas.openxmlformats.org/officeDocument/2006/relationships/customXml" Target="../ink/ink1210.xml"/><Relationship Id="rId409" Type="http://schemas.openxmlformats.org/officeDocument/2006/relationships/customXml" Target="../ink/ink1217.xml"/><Relationship Id="rId92" Type="http://schemas.openxmlformats.org/officeDocument/2006/relationships/image" Target="../media/image1059.png"/><Relationship Id="rId213" Type="http://schemas.openxmlformats.org/officeDocument/2006/relationships/customXml" Target="../ink/ink1119.xml"/><Relationship Id="rId420" Type="http://schemas.openxmlformats.org/officeDocument/2006/relationships/image" Target="../media/image1222.png"/><Relationship Id="rId255" Type="http://schemas.openxmlformats.org/officeDocument/2006/relationships/customXml" Target="../ink/ink1140.xml"/><Relationship Id="rId297" Type="http://schemas.openxmlformats.org/officeDocument/2006/relationships/customXml" Target="../ink/ink1161.xml"/><Relationship Id="rId462" Type="http://schemas.openxmlformats.org/officeDocument/2006/relationships/image" Target="../media/image1243.png"/><Relationship Id="rId115" Type="http://schemas.openxmlformats.org/officeDocument/2006/relationships/customXml" Target="../ink/ink1070.xml"/><Relationship Id="rId157" Type="http://schemas.openxmlformats.org/officeDocument/2006/relationships/customXml" Target="../ink/ink1091.xml"/><Relationship Id="rId322" Type="http://schemas.openxmlformats.org/officeDocument/2006/relationships/image" Target="../media/image1173.png"/><Relationship Id="rId364" Type="http://schemas.openxmlformats.org/officeDocument/2006/relationships/image" Target="../media/image1194.png"/><Relationship Id="rId61" Type="http://schemas.openxmlformats.org/officeDocument/2006/relationships/customXml" Target="../ink/ink1043.xml"/><Relationship Id="rId199" Type="http://schemas.openxmlformats.org/officeDocument/2006/relationships/customXml" Target="../ink/ink1112.xml"/><Relationship Id="rId19" Type="http://schemas.openxmlformats.org/officeDocument/2006/relationships/customXml" Target="../ink/ink1022.xml"/><Relationship Id="rId224" Type="http://schemas.openxmlformats.org/officeDocument/2006/relationships/image" Target="../media/image1124.png"/><Relationship Id="rId266" Type="http://schemas.openxmlformats.org/officeDocument/2006/relationships/image" Target="../media/image1145.png"/><Relationship Id="rId431" Type="http://schemas.openxmlformats.org/officeDocument/2006/relationships/customXml" Target="../ink/ink1228.xml"/><Relationship Id="rId473" Type="http://schemas.openxmlformats.org/officeDocument/2006/relationships/customXml" Target="../ink/ink1249.xml"/><Relationship Id="rId30" Type="http://schemas.openxmlformats.org/officeDocument/2006/relationships/image" Target="../media/image1028.png"/><Relationship Id="rId126" Type="http://schemas.openxmlformats.org/officeDocument/2006/relationships/image" Target="../media/image1075.png"/><Relationship Id="rId168" Type="http://schemas.openxmlformats.org/officeDocument/2006/relationships/image" Target="../media/image1096.png"/><Relationship Id="rId333" Type="http://schemas.openxmlformats.org/officeDocument/2006/relationships/customXml" Target="../ink/ink1179.xml"/><Relationship Id="rId72" Type="http://schemas.openxmlformats.org/officeDocument/2006/relationships/image" Target="../media/image1049.png"/><Relationship Id="rId375" Type="http://schemas.openxmlformats.org/officeDocument/2006/relationships/customXml" Target="../ink/ink1200.xml"/><Relationship Id="rId3" Type="http://schemas.openxmlformats.org/officeDocument/2006/relationships/customXml" Target="../ink/ink1014.xml"/><Relationship Id="rId235" Type="http://schemas.openxmlformats.org/officeDocument/2006/relationships/customXml" Target="../ink/ink1130.xml"/><Relationship Id="rId277" Type="http://schemas.openxmlformats.org/officeDocument/2006/relationships/customXml" Target="../ink/ink1151.xml"/><Relationship Id="rId400" Type="http://schemas.openxmlformats.org/officeDocument/2006/relationships/image" Target="../media/image1212.png"/><Relationship Id="rId442" Type="http://schemas.openxmlformats.org/officeDocument/2006/relationships/image" Target="../media/image1233.png"/><Relationship Id="rId484" Type="http://schemas.openxmlformats.org/officeDocument/2006/relationships/image" Target="../media/image1254.png"/><Relationship Id="rId137" Type="http://schemas.openxmlformats.org/officeDocument/2006/relationships/customXml" Target="../ink/ink1081.xml"/><Relationship Id="rId302" Type="http://schemas.openxmlformats.org/officeDocument/2006/relationships/image" Target="../media/image1163.png"/><Relationship Id="rId344" Type="http://schemas.openxmlformats.org/officeDocument/2006/relationships/image" Target="../media/image1184.png"/><Relationship Id="rId41" Type="http://schemas.openxmlformats.org/officeDocument/2006/relationships/customXml" Target="../ink/ink1033.xml"/><Relationship Id="rId83" Type="http://schemas.openxmlformats.org/officeDocument/2006/relationships/customXml" Target="../ink/ink1054.xml"/><Relationship Id="rId179" Type="http://schemas.openxmlformats.org/officeDocument/2006/relationships/customXml" Target="../ink/ink1102.xml"/><Relationship Id="rId386" Type="http://schemas.openxmlformats.org/officeDocument/2006/relationships/image" Target="../media/image1205.png"/><Relationship Id="rId190" Type="http://schemas.openxmlformats.org/officeDocument/2006/relationships/image" Target="../media/image1107.png"/><Relationship Id="rId204" Type="http://schemas.openxmlformats.org/officeDocument/2006/relationships/image" Target="../media/image1114.png"/><Relationship Id="rId246" Type="http://schemas.openxmlformats.org/officeDocument/2006/relationships/image" Target="../media/image1135.png"/><Relationship Id="rId288" Type="http://schemas.openxmlformats.org/officeDocument/2006/relationships/image" Target="../media/image1156.png"/><Relationship Id="rId411" Type="http://schemas.openxmlformats.org/officeDocument/2006/relationships/customXml" Target="../ink/ink1218.xml"/><Relationship Id="rId453" Type="http://schemas.openxmlformats.org/officeDocument/2006/relationships/customXml" Target="../ink/ink1239.xml"/><Relationship Id="rId509" Type="http://schemas.openxmlformats.org/officeDocument/2006/relationships/customXml" Target="../ink/ink1267.xml"/><Relationship Id="rId106" Type="http://schemas.openxmlformats.org/officeDocument/2006/relationships/image" Target="../media/image1066.png"/><Relationship Id="rId313" Type="http://schemas.openxmlformats.org/officeDocument/2006/relationships/customXml" Target="../ink/ink1169.xml"/><Relationship Id="rId495" Type="http://schemas.openxmlformats.org/officeDocument/2006/relationships/customXml" Target="../ink/ink1260.xml"/><Relationship Id="rId10" Type="http://schemas.openxmlformats.org/officeDocument/2006/relationships/image" Target="../media/image1018.png"/><Relationship Id="rId52" Type="http://schemas.openxmlformats.org/officeDocument/2006/relationships/image" Target="../media/image1039.png"/><Relationship Id="rId94" Type="http://schemas.openxmlformats.org/officeDocument/2006/relationships/image" Target="../media/image1060.png"/><Relationship Id="rId148" Type="http://schemas.openxmlformats.org/officeDocument/2006/relationships/image" Target="../media/image1086.png"/><Relationship Id="rId355" Type="http://schemas.openxmlformats.org/officeDocument/2006/relationships/customXml" Target="../ink/ink1190.xml"/><Relationship Id="rId397" Type="http://schemas.openxmlformats.org/officeDocument/2006/relationships/customXml" Target="../ink/ink1211.xml"/><Relationship Id="rId215" Type="http://schemas.openxmlformats.org/officeDocument/2006/relationships/customXml" Target="../ink/ink1120.xml"/><Relationship Id="rId257" Type="http://schemas.openxmlformats.org/officeDocument/2006/relationships/customXml" Target="../ink/ink1141.xml"/><Relationship Id="rId422" Type="http://schemas.openxmlformats.org/officeDocument/2006/relationships/image" Target="../media/image1223.png"/><Relationship Id="rId464" Type="http://schemas.openxmlformats.org/officeDocument/2006/relationships/image" Target="../media/image1244.png"/><Relationship Id="rId299" Type="http://schemas.openxmlformats.org/officeDocument/2006/relationships/customXml" Target="../ink/ink1162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82.png"/><Relationship Id="rId117" Type="http://schemas.openxmlformats.org/officeDocument/2006/relationships/customXml" Target="../ink/ink1328.xml"/><Relationship Id="rId21" Type="http://schemas.openxmlformats.org/officeDocument/2006/relationships/customXml" Target="../ink/ink1280.xml"/><Relationship Id="rId42" Type="http://schemas.openxmlformats.org/officeDocument/2006/relationships/image" Target="../media/image1290.png"/><Relationship Id="rId47" Type="http://schemas.openxmlformats.org/officeDocument/2006/relationships/customXml" Target="../ink/ink1293.xml"/><Relationship Id="rId63" Type="http://schemas.openxmlformats.org/officeDocument/2006/relationships/customXml" Target="../ink/ink1301.xml"/><Relationship Id="rId68" Type="http://schemas.openxmlformats.org/officeDocument/2006/relationships/image" Target="../media/image1303.png"/><Relationship Id="rId84" Type="http://schemas.openxmlformats.org/officeDocument/2006/relationships/image" Target="../media/image1311.png"/><Relationship Id="rId89" Type="http://schemas.openxmlformats.org/officeDocument/2006/relationships/customXml" Target="../ink/ink1314.xml"/><Relationship Id="rId112" Type="http://schemas.openxmlformats.org/officeDocument/2006/relationships/image" Target="../media/image1325.png"/><Relationship Id="rId16" Type="http://schemas.openxmlformats.org/officeDocument/2006/relationships/image" Target="../media/image1277.png"/><Relationship Id="rId107" Type="http://schemas.openxmlformats.org/officeDocument/2006/relationships/customXml" Target="../ink/ink1323.xml"/><Relationship Id="rId11" Type="http://schemas.openxmlformats.org/officeDocument/2006/relationships/customXml" Target="../ink/ink1275.xml"/><Relationship Id="rId32" Type="http://schemas.openxmlformats.org/officeDocument/2006/relationships/image" Target="../media/image1285.png"/><Relationship Id="rId37" Type="http://schemas.openxmlformats.org/officeDocument/2006/relationships/customXml" Target="../ink/ink1288.xml"/><Relationship Id="rId53" Type="http://schemas.openxmlformats.org/officeDocument/2006/relationships/customXml" Target="../ink/ink1296.xml"/><Relationship Id="rId58" Type="http://schemas.openxmlformats.org/officeDocument/2006/relationships/image" Target="../media/image1298.png"/><Relationship Id="rId74" Type="http://schemas.openxmlformats.org/officeDocument/2006/relationships/image" Target="../media/image1306.png"/><Relationship Id="rId79" Type="http://schemas.openxmlformats.org/officeDocument/2006/relationships/customXml" Target="../ink/ink1309.xml"/><Relationship Id="rId102" Type="http://schemas.openxmlformats.org/officeDocument/2006/relationships/image" Target="../media/image1320.png"/><Relationship Id="rId123" Type="http://schemas.openxmlformats.org/officeDocument/2006/relationships/customXml" Target="../ink/ink1331.xml"/><Relationship Id="rId128" Type="http://schemas.openxmlformats.org/officeDocument/2006/relationships/image" Target="../media/image1333.png"/><Relationship Id="rId5" Type="http://schemas.openxmlformats.org/officeDocument/2006/relationships/customXml" Target="../ink/ink1272.xml"/><Relationship Id="rId90" Type="http://schemas.openxmlformats.org/officeDocument/2006/relationships/image" Target="../media/image1314.png"/><Relationship Id="rId95" Type="http://schemas.openxmlformats.org/officeDocument/2006/relationships/customXml" Target="../ink/ink1317.xml"/><Relationship Id="rId22" Type="http://schemas.openxmlformats.org/officeDocument/2006/relationships/image" Target="../media/image1280.png"/><Relationship Id="rId27" Type="http://schemas.openxmlformats.org/officeDocument/2006/relationships/customXml" Target="../ink/ink1283.xml"/><Relationship Id="rId43" Type="http://schemas.openxmlformats.org/officeDocument/2006/relationships/customXml" Target="../ink/ink1291.xml"/><Relationship Id="rId48" Type="http://schemas.openxmlformats.org/officeDocument/2006/relationships/image" Target="../media/image1293.png"/><Relationship Id="rId64" Type="http://schemas.openxmlformats.org/officeDocument/2006/relationships/image" Target="../media/image1301.png"/><Relationship Id="rId69" Type="http://schemas.openxmlformats.org/officeDocument/2006/relationships/customXml" Target="../ink/ink1304.xml"/><Relationship Id="rId113" Type="http://schemas.openxmlformats.org/officeDocument/2006/relationships/customXml" Target="../ink/ink1326.xml"/><Relationship Id="rId118" Type="http://schemas.openxmlformats.org/officeDocument/2006/relationships/image" Target="../media/image1328.png"/><Relationship Id="rId80" Type="http://schemas.openxmlformats.org/officeDocument/2006/relationships/image" Target="../media/image1309.png"/><Relationship Id="rId85" Type="http://schemas.openxmlformats.org/officeDocument/2006/relationships/customXml" Target="../ink/ink1312.xml"/><Relationship Id="rId12" Type="http://schemas.openxmlformats.org/officeDocument/2006/relationships/image" Target="../media/image1275.png"/><Relationship Id="rId17" Type="http://schemas.openxmlformats.org/officeDocument/2006/relationships/customXml" Target="../ink/ink1278.xml"/><Relationship Id="rId33" Type="http://schemas.openxmlformats.org/officeDocument/2006/relationships/customXml" Target="../ink/ink1286.xml"/><Relationship Id="rId38" Type="http://schemas.openxmlformats.org/officeDocument/2006/relationships/image" Target="../media/image1288.png"/><Relationship Id="rId59" Type="http://schemas.openxmlformats.org/officeDocument/2006/relationships/customXml" Target="../ink/ink1299.xml"/><Relationship Id="rId103" Type="http://schemas.openxmlformats.org/officeDocument/2006/relationships/customXml" Target="../ink/ink1321.xml"/><Relationship Id="rId108" Type="http://schemas.openxmlformats.org/officeDocument/2006/relationships/image" Target="../media/image1323.png"/><Relationship Id="rId124" Type="http://schemas.openxmlformats.org/officeDocument/2006/relationships/image" Target="../media/image1331.png"/><Relationship Id="rId54" Type="http://schemas.openxmlformats.org/officeDocument/2006/relationships/image" Target="../media/image1296.png"/><Relationship Id="rId70" Type="http://schemas.openxmlformats.org/officeDocument/2006/relationships/image" Target="../media/image1304.png"/><Relationship Id="rId75" Type="http://schemas.openxmlformats.org/officeDocument/2006/relationships/customXml" Target="../ink/ink1307.xml"/><Relationship Id="rId91" Type="http://schemas.openxmlformats.org/officeDocument/2006/relationships/customXml" Target="../ink/ink1315.xml"/><Relationship Id="rId96" Type="http://schemas.openxmlformats.org/officeDocument/2006/relationships/image" Target="../media/image13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2.png"/><Relationship Id="rId23" Type="http://schemas.openxmlformats.org/officeDocument/2006/relationships/customXml" Target="../ink/ink1281.xml"/><Relationship Id="rId28" Type="http://schemas.openxmlformats.org/officeDocument/2006/relationships/image" Target="../media/image1283.png"/><Relationship Id="rId49" Type="http://schemas.openxmlformats.org/officeDocument/2006/relationships/customXml" Target="../ink/ink1294.xml"/><Relationship Id="rId114" Type="http://schemas.openxmlformats.org/officeDocument/2006/relationships/image" Target="../media/image1326.png"/><Relationship Id="rId119" Type="http://schemas.openxmlformats.org/officeDocument/2006/relationships/customXml" Target="../ink/ink1329.xml"/><Relationship Id="rId44" Type="http://schemas.openxmlformats.org/officeDocument/2006/relationships/image" Target="../media/image1291.png"/><Relationship Id="rId60" Type="http://schemas.openxmlformats.org/officeDocument/2006/relationships/image" Target="../media/image1299.png"/><Relationship Id="rId65" Type="http://schemas.openxmlformats.org/officeDocument/2006/relationships/customXml" Target="../ink/ink1302.xml"/><Relationship Id="rId81" Type="http://schemas.openxmlformats.org/officeDocument/2006/relationships/customXml" Target="../ink/ink1310.xml"/><Relationship Id="rId86" Type="http://schemas.openxmlformats.org/officeDocument/2006/relationships/image" Target="../media/image1312.png"/><Relationship Id="rId13" Type="http://schemas.openxmlformats.org/officeDocument/2006/relationships/customXml" Target="../ink/ink1276.xml"/><Relationship Id="rId18" Type="http://schemas.openxmlformats.org/officeDocument/2006/relationships/image" Target="../media/image1278.png"/><Relationship Id="rId39" Type="http://schemas.openxmlformats.org/officeDocument/2006/relationships/customXml" Target="../ink/ink1289.xml"/><Relationship Id="rId109" Type="http://schemas.openxmlformats.org/officeDocument/2006/relationships/customXml" Target="../ink/ink1324.xml"/><Relationship Id="rId34" Type="http://schemas.openxmlformats.org/officeDocument/2006/relationships/image" Target="../media/image1286.png"/><Relationship Id="rId50" Type="http://schemas.openxmlformats.org/officeDocument/2006/relationships/image" Target="../media/image1294.png"/><Relationship Id="rId55" Type="http://schemas.openxmlformats.org/officeDocument/2006/relationships/customXml" Target="../ink/ink1297.xml"/><Relationship Id="rId76" Type="http://schemas.openxmlformats.org/officeDocument/2006/relationships/image" Target="../media/image1307.png"/><Relationship Id="rId97" Type="http://schemas.openxmlformats.org/officeDocument/2006/relationships/customXml" Target="../ink/ink1318.xml"/><Relationship Id="rId104" Type="http://schemas.openxmlformats.org/officeDocument/2006/relationships/image" Target="../media/image1321.png"/><Relationship Id="rId120" Type="http://schemas.openxmlformats.org/officeDocument/2006/relationships/image" Target="../media/image1329.png"/><Relationship Id="rId125" Type="http://schemas.openxmlformats.org/officeDocument/2006/relationships/customXml" Target="../ink/ink1332.xml"/><Relationship Id="rId7" Type="http://schemas.openxmlformats.org/officeDocument/2006/relationships/customXml" Target="../ink/ink1273.xml"/><Relationship Id="rId71" Type="http://schemas.openxmlformats.org/officeDocument/2006/relationships/customXml" Target="../ink/ink1305.xml"/><Relationship Id="rId92" Type="http://schemas.openxmlformats.org/officeDocument/2006/relationships/image" Target="../media/image1315.png"/><Relationship Id="rId2" Type="http://schemas.openxmlformats.org/officeDocument/2006/relationships/image" Target="../media/image1014.png"/><Relationship Id="rId29" Type="http://schemas.openxmlformats.org/officeDocument/2006/relationships/customXml" Target="../ink/ink1284.xml"/><Relationship Id="rId24" Type="http://schemas.openxmlformats.org/officeDocument/2006/relationships/image" Target="../media/image1281.png"/><Relationship Id="rId40" Type="http://schemas.openxmlformats.org/officeDocument/2006/relationships/image" Target="../media/image1289.png"/><Relationship Id="rId45" Type="http://schemas.openxmlformats.org/officeDocument/2006/relationships/customXml" Target="../ink/ink1292.xml"/><Relationship Id="rId66" Type="http://schemas.openxmlformats.org/officeDocument/2006/relationships/image" Target="../media/image1302.png"/><Relationship Id="rId87" Type="http://schemas.openxmlformats.org/officeDocument/2006/relationships/customXml" Target="../ink/ink1313.xml"/><Relationship Id="rId110" Type="http://schemas.openxmlformats.org/officeDocument/2006/relationships/image" Target="../media/image1324.png"/><Relationship Id="rId115" Type="http://schemas.openxmlformats.org/officeDocument/2006/relationships/customXml" Target="../ink/ink1327.xml"/><Relationship Id="rId61" Type="http://schemas.openxmlformats.org/officeDocument/2006/relationships/customXml" Target="../ink/ink1300.xml"/><Relationship Id="rId82" Type="http://schemas.openxmlformats.org/officeDocument/2006/relationships/image" Target="../media/image1310.png"/><Relationship Id="rId19" Type="http://schemas.openxmlformats.org/officeDocument/2006/relationships/customXml" Target="../ink/ink1279.xml"/><Relationship Id="rId14" Type="http://schemas.openxmlformats.org/officeDocument/2006/relationships/image" Target="../media/image1276.png"/><Relationship Id="rId30" Type="http://schemas.openxmlformats.org/officeDocument/2006/relationships/image" Target="../media/image1284.png"/><Relationship Id="rId35" Type="http://schemas.openxmlformats.org/officeDocument/2006/relationships/customXml" Target="../ink/ink1287.xml"/><Relationship Id="rId56" Type="http://schemas.openxmlformats.org/officeDocument/2006/relationships/image" Target="../media/image1297.png"/><Relationship Id="rId77" Type="http://schemas.openxmlformats.org/officeDocument/2006/relationships/customXml" Target="../ink/ink1308.xml"/><Relationship Id="rId100" Type="http://schemas.openxmlformats.org/officeDocument/2006/relationships/image" Target="../media/image1319.png"/><Relationship Id="rId105" Type="http://schemas.openxmlformats.org/officeDocument/2006/relationships/customXml" Target="../ink/ink1322.xml"/><Relationship Id="rId126" Type="http://schemas.openxmlformats.org/officeDocument/2006/relationships/image" Target="../media/image1332.png"/><Relationship Id="rId8" Type="http://schemas.openxmlformats.org/officeDocument/2006/relationships/image" Target="../media/image1273.png"/><Relationship Id="rId51" Type="http://schemas.openxmlformats.org/officeDocument/2006/relationships/customXml" Target="../ink/ink1295.xml"/><Relationship Id="rId72" Type="http://schemas.openxmlformats.org/officeDocument/2006/relationships/image" Target="../media/image1305.png"/><Relationship Id="rId93" Type="http://schemas.openxmlformats.org/officeDocument/2006/relationships/customXml" Target="../ink/ink1316.xml"/><Relationship Id="rId98" Type="http://schemas.openxmlformats.org/officeDocument/2006/relationships/image" Target="../media/image1318.png"/><Relationship Id="rId121" Type="http://schemas.openxmlformats.org/officeDocument/2006/relationships/customXml" Target="../ink/ink1330.xml"/><Relationship Id="rId3" Type="http://schemas.openxmlformats.org/officeDocument/2006/relationships/customXml" Target="../ink/ink1271.xml"/><Relationship Id="rId25" Type="http://schemas.openxmlformats.org/officeDocument/2006/relationships/customXml" Target="../ink/ink1282.xml"/><Relationship Id="rId46" Type="http://schemas.openxmlformats.org/officeDocument/2006/relationships/image" Target="../media/image1292.png"/><Relationship Id="rId67" Type="http://schemas.openxmlformats.org/officeDocument/2006/relationships/customXml" Target="../ink/ink1303.xml"/><Relationship Id="rId116" Type="http://schemas.openxmlformats.org/officeDocument/2006/relationships/image" Target="../media/image1327.png"/><Relationship Id="rId20" Type="http://schemas.openxmlformats.org/officeDocument/2006/relationships/image" Target="../media/image1279.png"/><Relationship Id="rId41" Type="http://schemas.openxmlformats.org/officeDocument/2006/relationships/customXml" Target="../ink/ink1290.xml"/><Relationship Id="rId62" Type="http://schemas.openxmlformats.org/officeDocument/2006/relationships/image" Target="../media/image1300.png"/><Relationship Id="rId83" Type="http://schemas.openxmlformats.org/officeDocument/2006/relationships/customXml" Target="../ink/ink1311.xml"/><Relationship Id="rId88" Type="http://schemas.openxmlformats.org/officeDocument/2006/relationships/image" Target="../media/image1313.png"/><Relationship Id="rId111" Type="http://schemas.openxmlformats.org/officeDocument/2006/relationships/customXml" Target="../ink/ink1325.xml"/><Relationship Id="rId15" Type="http://schemas.openxmlformats.org/officeDocument/2006/relationships/customXml" Target="../ink/ink1277.xml"/><Relationship Id="rId36" Type="http://schemas.openxmlformats.org/officeDocument/2006/relationships/image" Target="../media/image1287.png"/><Relationship Id="rId57" Type="http://schemas.openxmlformats.org/officeDocument/2006/relationships/customXml" Target="../ink/ink1298.xml"/><Relationship Id="rId106" Type="http://schemas.openxmlformats.org/officeDocument/2006/relationships/image" Target="../media/image1322.png"/><Relationship Id="rId127" Type="http://schemas.openxmlformats.org/officeDocument/2006/relationships/customXml" Target="../ink/ink1333.xml"/><Relationship Id="rId10" Type="http://schemas.openxmlformats.org/officeDocument/2006/relationships/image" Target="../media/image1274.png"/><Relationship Id="rId31" Type="http://schemas.openxmlformats.org/officeDocument/2006/relationships/customXml" Target="../ink/ink1285.xml"/><Relationship Id="rId52" Type="http://schemas.openxmlformats.org/officeDocument/2006/relationships/image" Target="../media/image1295.png"/><Relationship Id="rId73" Type="http://schemas.openxmlformats.org/officeDocument/2006/relationships/customXml" Target="../ink/ink1306.xml"/><Relationship Id="rId78" Type="http://schemas.openxmlformats.org/officeDocument/2006/relationships/image" Target="../media/image1308.png"/><Relationship Id="rId94" Type="http://schemas.openxmlformats.org/officeDocument/2006/relationships/image" Target="../media/image1316.png"/><Relationship Id="rId99" Type="http://schemas.openxmlformats.org/officeDocument/2006/relationships/customXml" Target="../ink/ink1319.xml"/><Relationship Id="rId101" Type="http://schemas.openxmlformats.org/officeDocument/2006/relationships/customXml" Target="../ink/ink1320.xml"/><Relationship Id="rId122" Type="http://schemas.openxmlformats.org/officeDocument/2006/relationships/image" Target="../media/image1330.png"/><Relationship Id="rId4" Type="http://schemas.openxmlformats.org/officeDocument/2006/relationships/image" Target="../media/image1271.png"/><Relationship Id="rId9" Type="http://schemas.openxmlformats.org/officeDocument/2006/relationships/customXml" Target="../ink/ink127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6.png"/><Relationship Id="rId2" Type="http://schemas.openxmlformats.org/officeDocument/2006/relationships/image" Target="../media/image133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AAE28-2446-660C-03A8-91E3CE7117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EF6139-CF98-A7E1-80D4-1F8A2BF88C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692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3E186-EB41-CD07-BD25-4A3EBC74C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777280B-01B8-2E80-7F11-555220E7DD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189" y="286286"/>
            <a:ext cx="10782759" cy="3142714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8F695180-4E1C-5C68-FDC7-C39A413B5F36}"/>
                  </a:ext>
                </a:extLst>
              </p14:cNvPr>
              <p14:cNvContentPartPr/>
              <p14:nvPr/>
            </p14:nvContentPartPr>
            <p14:xfrm>
              <a:off x="7937905" y="4055257"/>
              <a:ext cx="98280" cy="3024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8F695180-4E1C-5C68-FDC7-C39A413B5F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31785" y="4049137"/>
                <a:ext cx="11052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A5CDE38B-806F-677F-301D-77DC4F7B521D}"/>
                  </a:ext>
                </a:extLst>
              </p14:cNvPr>
              <p14:cNvContentPartPr/>
              <p14:nvPr/>
            </p14:nvContentPartPr>
            <p14:xfrm>
              <a:off x="6159865" y="1130977"/>
              <a:ext cx="333000" cy="20124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A5CDE38B-806F-677F-301D-77DC4F7B52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53745" y="1124857"/>
                <a:ext cx="345240" cy="21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Agrupar 18">
            <a:extLst>
              <a:ext uri="{FF2B5EF4-FFF2-40B4-BE49-F238E27FC236}">
                <a16:creationId xmlns:a16="http://schemas.microsoft.com/office/drawing/2014/main" id="{D381FE77-018E-E297-5B1D-8DAA61057BDA}"/>
              </a:ext>
            </a:extLst>
          </p:cNvPr>
          <p:cNvGrpSpPr/>
          <p:nvPr/>
        </p:nvGrpSpPr>
        <p:grpSpPr>
          <a:xfrm>
            <a:off x="4605745" y="353017"/>
            <a:ext cx="863280" cy="179640"/>
            <a:chOff x="4605745" y="353017"/>
            <a:chExt cx="863280" cy="17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311186B8-8215-3937-EAC5-FF76E9C359C4}"/>
                    </a:ext>
                  </a:extLst>
                </p14:cNvPr>
                <p14:cNvContentPartPr/>
                <p14:nvPr/>
              </p14:nvContentPartPr>
              <p14:xfrm>
                <a:off x="4605745" y="389737"/>
                <a:ext cx="174960" cy="14292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311186B8-8215-3937-EAC5-FF76E9C359C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599625" y="383617"/>
                  <a:ext cx="1872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4324A442-E0DE-0195-2391-883558847733}"/>
                    </a:ext>
                  </a:extLst>
                </p14:cNvPr>
                <p14:cNvContentPartPr/>
                <p14:nvPr/>
              </p14:nvContentPartPr>
              <p14:xfrm>
                <a:off x="4768825" y="395857"/>
                <a:ext cx="182880" cy="8028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4324A442-E0DE-0195-2391-88355884773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762705" y="389737"/>
                  <a:ext cx="1951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BA89A6B4-CD68-24BF-0CE8-0497B69862E8}"/>
                    </a:ext>
                  </a:extLst>
                </p14:cNvPr>
                <p14:cNvContentPartPr/>
                <p14:nvPr/>
              </p14:nvContentPartPr>
              <p14:xfrm>
                <a:off x="5286145" y="353017"/>
                <a:ext cx="182880" cy="2124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BA89A6B4-CD68-24BF-0CE8-0497B69862E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280025" y="346897"/>
                  <a:ext cx="1951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6B701DB6-AD63-675A-6DD4-100443CE5A5B}"/>
                    </a:ext>
                  </a:extLst>
                </p14:cNvPr>
                <p14:cNvContentPartPr/>
                <p14:nvPr/>
              </p14:nvContentPartPr>
              <p14:xfrm>
                <a:off x="5155825" y="401617"/>
                <a:ext cx="248040" cy="6696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6B701DB6-AD63-675A-6DD4-100443CE5A5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149705" y="395497"/>
                  <a:ext cx="26028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30972941-7688-8469-4A73-8E578BC796E5}"/>
              </a:ext>
            </a:extLst>
          </p:cNvPr>
          <p:cNvGrpSpPr/>
          <p:nvPr/>
        </p:nvGrpSpPr>
        <p:grpSpPr>
          <a:xfrm>
            <a:off x="6018385" y="66097"/>
            <a:ext cx="1067760" cy="417960"/>
            <a:chOff x="6018385" y="66097"/>
            <a:chExt cx="1067760" cy="41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2F23AB99-B88D-62AF-DB5C-7A2742707E42}"/>
                    </a:ext>
                  </a:extLst>
                </p14:cNvPr>
                <p14:cNvContentPartPr/>
                <p14:nvPr/>
              </p14:nvContentPartPr>
              <p14:xfrm>
                <a:off x="6018385" y="286057"/>
                <a:ext cx="95760" cy="19800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2F23AB99-B88D-62AF-DB5C-7A2742707E4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012265" y="279937"/>
                  <a:ext cx="1080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C3BE8CB2-4315-2161-89DC-37CEB71A1101}"/>
                    </a:ext>
                  </a:extLst>
                </p14:cNvPr>
                <p14:cNvContentPartPr/>
                <p14:nvPr/>
              </p14:nvContentPartPr>
              <p14:xfrm>
                <a:off x="6246265" y="291817"/>
                <a:ext cx="277560" cy="18756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C3BE8CB2-4315-2161-89DC-37CEB71A110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240145" y="285697"/>
                  <a:ext cx="2898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5FC72843-DCD7-D495-BE71-03CB7178630A}"/>
                    </a:ext>
                  </a:extLst>
                </p14:cNvPr>
                <p14:cNvContentPartPr/>
                <p14:nvPr/>
              </p14:nvContentPartPr>
              <p14:xfrm>
                <a:off x="6568465" y="199657"/>
                <a:ext cx="172080" cy="2376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5FC72843-DCD7-D495-BE71-03CB7178630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62345" y="193537"/>
                  <a:ext cx="184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C0821205-7C91-B8B0-49CD-B27E2C994A53}"/>
                    </a:ext>
                  </a:extLst>
                </p14:cNvPr>
                <p14:cNvContentPartPr/>
                <p14:nvPr/>
              </p14:nvContentPartPr>
              <p14:xfrm>
                <a:off x="6870505" y="66097"/>
                <a:ext cx="215640" cy="18684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C0821205-7C91-B8B0-49CD-B27E2C994A5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864385" y="59977"/>
                  <a:ext cx="227880" cy="19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Tinta 19">
                <a:extLst>
                  <a:ext uri="{FF2B5EF4-FFF2-40B4-BE49-F238E27FC236}">
                    <a16:creationId xmlns:a16="http://schemas.microsoft.com/office/drawing/2014/main" id="{907FF8E3-1877-566C-6B50-D41C01045FE4}"/>
                  </a:ext>
                </a:extLst>
              </p14:cNvPr>
              <p14:cNvContentPartPr/>
              <p14:nvPr/>
            </p14:nvContentPartPr>
            <p14:xfrm>
              <a:off x="5468305" y="1067977"/>
              <a:ext cx="1078920" cy="339480"/>
            </p14:xfrm>
          </p:contentPart>
        </mc:Choice>
        <mc:Fallback xmlns="">
          <p:pic>
            <p:nvPicPr>
              <p:cNvPr id="20" name="Tinta 19">
                <a:extLst>
                  <a:ext uri="{FF2B5EF4-FFF2-40B4-BE49-F238E27FC236}">
                    <a16:creationId xmlns:a16="http://schemas.microsoft.com/office/drawing/2014/main" id="{907FF8E3-1877-566C-6B50-D41C01045FE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462185" y="1061857"/>
                <a:ext cx="109116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028C2FDE-FE68-D618-477A-B386C4164034}"/>
                  </a:ext>
                </a:extLst>
              </p14:cNvPr>
              <p14:cNvContentPartPr/>
              <p14:nvPr/>
            </p14:nvContentPartPr>
            <p14:xfrm>
              <a:off x="7442185" y="1661617"/>
              <a:ext cx="959040" cy="81000"/>
            </p14:xfrm>
          </p:contentPart>
        </mc:Choice>
        <mc:Fallback xmlns=""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028C2FDE-FE68-D618-477A-B386C416403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436065" y="1655497"/>
                <a:ext cx="97128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4B57FA41-ED4F-3DD1-606A-B3B9B831FA4F}"/>
                  </a:ext>
                </a:extLst>
              </p14:cNvPr>
              <p14:cNvContentPartPr/>
              <p14:nvPr/>
            </p14:nvContentPartPr>
            <p14:xfrm>
              <a:off x="1803865" y="1924417"/>
              <a:ext cx="1326240" cy="127440"/>
            </p14:xfrm>
          </p:contentPart>
        </mc:Choice>
        <mc:Fallback xmlns=""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4B57FA41-ED4F-3DD1-606A-B3B9B831FA4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797745" y="1918297"/>
                <a:ext cx="133848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8" name="Tinta 37">
                <a:extLst>
                  <a:ext uri="{FF2B5EF4-FFF2-40B4-BE49-F238E27FC236}">
                    <a16:creationId xmlns:a16="http://schemas.microsoft.com/office/drawing/2014/main" id="{FCF022C4-B5E8-C4ED-CA2D-52F2B4560497}"/>
                  </a:ext>
                </a:extLst>
              </p14:cNvPr>
              <p14:cNvContentPartPr/>
              <p14:nvPr/>
            </p14:nvContentPartPr>
            <p14:xfrm>
              <a:off x="1673185" y="3361177"/>
              <a:ext cx="713880" cy="463680"/>
            </p14:xfrm>
          </p:contentPart>
        </mc:Choice>
        <mc:Fallback xmlns="">
          <p:pic>
            <p:nvPicPr>
              <p:cNvPr id="38" name="Tinta 37">
                <a:extLst>
                  <a:ext uri="{FF2B5EF4-FFF2-40B4-BE49-F238E27FC236}">
                    <a16:creationId xmlns:a16="http://schemas.microsoft.com/office/drawing/2014/main" id="{FCF022C4-B5E8-C4ED-CA2D-52F2B456049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667065" y="3355057"/>
                <a:ext cx="726120" cy="47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Agrupar 60">
            <a:extLst>
              <a:ext uri="{FF2B5EF4-FFF2-40B4-BE49-F238E27FC236}">
                <a16:creationId xmlns:a16="http://schemas.microsoft.com/office/drawing/2014/main" id="{8EDCCCB3-2608-E1C5-DCC4-4AADF7D9649C}"/>
              </a:ext>
            </a:extLst>
          </p:cNvPr>
          <p:cNvGrpSpPr/>
          <p:nvPr/>
        </p:nvGrpSpPr>
        <p:grpSpPr>
          <a:xfrm>
            <a:off x="8466025" y="360217"/>
            <a:ext cx="582840" cy="204120"/>
            <a:chOff x="8466025" y="360217"/>
            <a:chExt cx="582840" cy="2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577FAD17-8505-AF07-198D-24461087CD8A}"/>
                    </a:ext>
                  </a:extLst>
                </p14:cNvPr>
                <p14:cNvContentPartPr/>
                <p14:nvPr/>
              </p14:nvContentPartPr>
              <p14:xfrm>
                <a:off x="8466025" y="360217"/>
                <a:ext cx="130680" cy="19764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577FAD17-8505-AF07-198D-24461087CD8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459905" y="354097"/>
                  <a:ext cx="1429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E165782E-3A4D-AB69-90D8-C00D07DDD84B}"/>
                    </a:ext>
                  </a:extLst>
                </p14:cNvPr>
                <p14:cNvContentPartPr/>
                <p14:nvPr/>
              </p14:nvContentPartPr>
              <p14:xfrm>
                <a:off x="8574385" y="468217"/>
                <a:ext cx="107280" cy="4104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E165782E-3A4D-AB69-90D8-C00D07DDD84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568265" y="462097"/>
                  <a:ext cx="1195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8C311F39-E105-92F8-8702-26B62407AF19}"/>
                    </a:ext>
                  </a:extLst>
                </p14:cNvPr>
                <p14:cNvContentPartPr/>
                <p14:nvPr/>
              </p14:nvContentPartPr>
              <p14:xfrm>
                <a:off x="8562145" y="474697"/>
                <a:ext cx="162720" cy="89640"/>
              </p14:xfrm>
            </p:contentPart>
          </mc:Choice>
          <mc:Fallback xmlns=""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8C311F39-E105-92F8-8702-26B62407AF1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56025" y="468577"/>
                  <a:ext cx="1749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359F31EC-0B0A-1BC3-E86D-21751FEA7D06}"/>
                    </a:ext>
                  </a:extLst>
                </p14:cNvPr>
                <p14:cNvContentPartPr/>
                <p14:nvPr/>
              </p14:nvContentPartPr>
              <p14:xfrm>
                <a:off x="8928265" y="479017"/>
                <a:ext cx="120600" cy="1368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359F31EC-0B0A-1BC3-E86D-21751FEA7D0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922145" y="472897"/>
                  <a:ext cx="1328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DF846E5B-7D8C-45C1-59D3-1E2072F956B2}"/>
                    </a:ext>
                  </a:extLst>
                </p14:cNvPr>
                <p14:cNvContentPartPr/>
                <p14:nvPr/>
              </p14:nvContentPartPr>
              <p14:xfrm>
                <a:off x="8874625" y="520417"/>
                <a:ext cx="137880" cy="7560"/>
              </p14:xfrm>
            </p:contentPart>
          </mc:Choice>
          <mc:Fallback xmlns=""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DF846E5B-7D8C-45C1-59D3-1E2072F956B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868505" y="514297"/>
                  <a:ext cx="15012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E6295096-00E8-1512-DEF7-0FAF055E2C91}"/>
              </a:ext>
            </a:extLst>
          </p:cNvPr>
          <p:cNvGrpSpPr/>
          <p:nvPr/>
        </p:nvGrpSpPr>
        <p:grpSpPr>
          <a:xfrm>
            <a:off x="9543505" y="240697"/>
            <a:ext cx="1392480" cy="360720"/>
            <a:chOff x="9543505" y="240697"/>
            <a:chExt cx="1392480" cy="36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F56ABACF-3099-D426-0F9B-CDCF03863F93}"/>
                    </a:ext>
                  </a:extLst>
                </p14:cNvPr>
                <p14:cNvContentPartPr/>
                <p14:nvPr/>
              </p14:nvContentPartPr>
              <p14:xfrm>
                <a:off x="9543505" y="401977"/>
                <a:ext cx="172440" cy="19944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F56ABACF-3099-D426-0F9B-CDCF03863F9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537385" y="395857"/>
                  <a:ext cx="1846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6E43EEF9-516E-01AF-FC9C-ACE0EE3113E4}"/>
                    </a:ext>
                  </a:extLst>
                </p14:cNvPr>
                <p14:cNvContentPartPr/>
                <p14:nvPr/>
              </p14:nvContentPartPr>
              <p14:xfrm>
                <a:off x="9985945" y="442297"/>
                <a:ext cx="108360" cy="11124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6E43EEF9-516E-01AF-FC9C-ACE0EE3113E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979825" y="436177"/>
                  <a:ext cx="1206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FC0519C3-AE5A-FE91-E683-A9575F76C1EC}"/>
                    </a:ext>
                  </a:extLst>
                </p14:cNvPr>
                <p14:cNvContentPartPr/>
                <p14:nvPr/>
              </p14:nvContentPartPr>
              <p14:xfrm>
                <a:off x="9963265" y="484057"/>
                <a:ext cx="163440" cy="7596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FC0519C3-AE5A-FE91-E683-A9575F76C1E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957145" y="477937"/>
                  <a:ext cx="1756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34F4382F-702E-D07D-BC5A-908B50161A24}"/>
                    </a:ext>
                  </a:extLst>
                </p14:cNvPr>
                <p14:cNvContentPartPr/>
                <p14:nvPr/>
              </p14:nvContentPartPr>
              <p14:xfrm>
                <a:off x="10363225" y="354457"/>
                <a:ext cx="77040" cy="17892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34F4382F-702E-D07D-BC5A-908B50161A2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357105" y="348337"/>
                  <a:ext cx="892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28601540-FB98-4B10-3E12-5D241CDC3EB4}"/>
                    </a:ext>
                  </a:extLst>
                </p14:cNvPr>
                <p14:cNvContentPartPr/>
                <p14:nvPr/>
              </p14:nvContentPartPr>
              <p14:xfrm>
                <a:off x="10518745" y="395857"/>
                <a:ext cx="179640" cy="15372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28601540-FB98-4B10-3E12-5D241CDC3EB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512625" y="389737"/>
                  <a:ext cx="191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2097D3AA-3664-9151-7FAC-26540A96DBF8}"/>
                    </a:ext>
                  </a:extLst>
                </p14:cNvPr>
                <p14:cNvContentPartPr/>
                <p14:nvPr/>
              </p14:nvContentPartPr>
              <p14:xfrm>
                <a:off x="10793785" y="240697"/>
                <a:ext cx="142200" cy="18900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2097D3AA-3664-9151-7FAC-26540A96DBF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787665" y="234577"/>
                  <a:ext cx="15444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Agrupar 81">
            <a:extLst>
              <a:ext uri="{FF2B5EF4-FFF2-40B4-BE49-F238E27FC236}">
                <a16:creationId xmlns:a16="http://schemas.microsoft.com/office/drawing/2014/main" id="{B16AC62D-E2B5-B66F-55C2-09981CE5DB24}"/>
              </a:ext>
            </a:extLst>
          </p:cNvPr>
          <p:cNvGrpSpPr/>
          <p:nvPr/>
        </p:nvGrpSpPr>
        <p:grpSpPr>
          <a:xfrm>
            <a:off x="11236945" y="304777"/>
            <a:ext cx="922680" cy="530640"/>
            <a:chOff x="11236945" y="304777"/>
            <a:chExt cx="922680" cy="53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6F7FE17E-44DF-9F16-1101-509DAA9A91F9}"/>
                    </a:ext>
                  </a:extLst>
                </p14:cNvPr>
                <p14:cNvContentPartPr/>
                <p14:nvPr/>
              </p14:nvContentPartPr>
              <p14:xfrm>
                <a:off x="11236945" y="449497"/>
                <a:ext cx="302400" cy="24012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6F7FE17E-44DF-9F16-1101-509DAA9A91F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230825" y="443377"/>
                  <a:ext cx="3146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D82FEC6D-82BD-D649-AC27-E53C91CA393A}"/>
                    </a:ext>
                  </a:extLst>
                </p14:cNvPr>
                <p14:cNvContentPartPr/>
                <p14:nvPr/>
              </p14:nvContentPartPr>
              <p14:xfrm>
                <a:off x="11765065" y="408457"/>
                <a:ext cx="23400" cy="1152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D82FEC6D-82BD-D649-AC27-E53C91CA393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758945" y="402337"/>
                  <a:ext cx="356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1330F840-4098-42F9-21DE-45F5721E0511}"/>
                    </a:ext>
                  </a:extLst>
                </p14:cNvPr>
                <p14:cNvContentPartPr/>
                <p14:nvPr/>
              </p14:nvContentPartPr>
              <p14:xfrm>
                <a:off x="11754265" y="408457"/>
                <a:ext cx="21960" cy="360"/>
              </p14:xfrm>
            </p:contentPart>
          </mc:Choice>
          <mc:Fallback xmlns=""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1330F840-4098-42F9-21DE-45F5721E051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748145" y="402337"/>
                  <a:ext cx="342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C9129D6A-AA18-2B32-A134-03251B093CDA}"/>
                    </a:ext>
                  </a:extLst>
                </p14:cNvPr>
                <p14:cNvContentPartPr/>
                <p14:nvPr/>
              </p14:nvContentPartPr>
              <p14:xfrm>
                <a:off x="11634745" y="529777"/>
                <a:ext cx="98280" cy="5076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C9129D6A-AA18-2B32-A134-03251B093CD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628625" y="523657"/>
                  <a:ext cx="1105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051D45B1-6AB6-6486-A84A-1C019E641237}"/>
                    </a:ext>
                  </a:extLst>
                </p14:cNvPr>
                <p14:cNvContentPartPr/>
                <p14:nvPr/>
              </p14:nvContentPartPr>
              <p14:xfrm>
                <a:off x="11623945" y="571177"/>
                <a:ext cx="141480" cy="3024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051D45B1-6AB6-6486-A84A-1C019E64123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617825" y="565057"/>
                  <a:ext cx="1537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88E12C4B-1F2B-0431-94C0-64827186EAB2}"/>
                    </a:ext>
                  </a:extLst>
                </p14:cNvPr>
                <p14:cNvContentPartPr/>
                <p14:nvPr/>
              </p14:nvContentPartPr>
              <p14:xfrm>
                <a:off x="11860825" y="542737"/>
                <a:ext cx="85680" cy="4752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88E12C4B-1F2B-0431-94C0-64827186EAB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854705" y="536617"/>
                  <a:ext cx="97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11D42EFB-6677-7F38-734C-09A240712DC8}"/>
                    </a:ext>
                  </a:extLst>
                </p14:cNvPr>
                <p14:cNvContentPartPr/>
                <p14:nvPr/>
              </p14:nvContentPartPr>
              <p14:xfrm>
                <a:off x="11969545" y="304777"/>
                <a:ext cx="190080" cy="11268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11D42EFB-6677-7F38-734C-09A240712DC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963425" y="298657"/>
                  <a:ext cx="2023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2704EC27-6E51-88A0-E03A-36A67973521B}"/>
                    </a:ext>
                  </a:extLst>
                </p14:cNvPr>
                <p14:cNvContentPartPr/>
                <p14:nvPr/>
              </p14:nvContentPartPr>
              <p14:xfrm>
                <a:off x="11357545" y="660457"/>
                <a:ext cx="634680" cy="50760"/>
              </p14:xfrm>
            </p:contentPart>
          </mc:Choice>
          <mc:Fallback xmlns=""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2704EC27-6E51-88A0-E03A-36A67973521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351425" y="654337"/>
                  <a:ext cx="6469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4B58C918-214E-47D6-2D99-4739EBB73CCC}"/>
                    </a:ext>
                  </a:extLst>
                </p14:cNvPr>
                <p14:cNvContentPartPr/>
                <p14:nvPr/>
              </p14:nvContentPartPr>
              <p14:xfrm>
                <a:off x="11590105" y="752257"/>
                <a:ext cx="176040" cy="8316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4B58C918-214E-47D6-2D99-4739EBB73CC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583985" y="746137"/>
                  <a:ext cx="1882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7FD7C379-384C-878C-2E38-A42C9FD6617E}"/>
                    </a:ext>
                  </a:extLst>
                </p14:cNvPr>
                <p14:cNvContentPartPr/>
                <p14:nvPr/>
              </p14:nvContentPartPr>
              <p14:xfrm>
                <a:off x="11796025" y="678457"/>
                <a:ext cx="239040" cy="12852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7FD7C379-384C-878C-2E38-A42C9FD6617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789905" y="672337"/>
                  <a:ext cx="251280" cy="14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85" name="Tinta 84">
                <a:extLst>
                  <a:ext uri="{FF2B5EF4-FFF2-40B4-BE49-F238E27FC236}">
                    <a16:creationId xmlns:a16="http://schemas.microsoft.com/office/drawing/2014/main" id="{89ED6347-C539-D49C-D9AA-75782E365204}"/>
                  </a:ext>
                </a:extLst>
              </p14:cNvPr>
              <p14:cNvContentPartPr/>
              <p14:nvPr/>
            </p14:nvContentPartPr>
            <p14:xfrm>
              <a:off x="2492905" y="3539377"/>
              <a:ext cx="141840" cy="78840"/>
            </p14:xfrm>
          </p:contentPart>
        </mc:Choice>
        <mc:Fallback xmlns="">
          <p:pic>
            <p:nvPicPr>
              <p:cNvPr id="85" name="Tinta 84">
                <a:extLst>
                  <a:ext uri="{FF2B5EF4-FFF2-40B4-BE49-F238E27FC236}">
                    <a16:creationId xmlns:a16="http://schemas.microsoft.com/office/drawing/2014/main" id="{89ED6347-C539-D49C-D9AA-75782E365204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486785" y="3533257"/>
                <a:ext cx="15408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90" name="Tinta 89">
                <a:extLst>
                  <a:ext uri="{FF2B5EF4-FFF2-40B4-BE49-F238E27FC236}">
                    <a16:creationId xmlns:a16="http://schemas.microsoft.com/office/drawing/2014/main" id="{8FE681D7-23A4-7F80-FA2F-A9A8745C0C09}"/>
                  </a:ext>
                </a:extLst>
              </p14:cNvPr>
              <p14:cNvContentPartPr/>
              <p14:nvPr/>
            </p14:nvContentPartPr>
            <p14:xfrm>
              <a:off x="7721185" y="3303577"/>
              <a:ext cx="466200" cy="303840"/>
            </p14:xfrm>
          </p:contentPart>
        </mc:Choice>
        <mc:Fallback xmlns="">
          <p:pic>
            <p:nvPicPr>
              <p:cNvPr id="90" name="Tinta 89">
                <a:extLst>
                  <a:ext uri="{FF2B5EF4-FFF2-40B4-BE49-F238E27FC236}">
                    <a16:creationId xmlns:a16="http://schemas.microsoft.com/office/drawing/2014/main" id="{8FE681D7-23A4-7F80-FA2F-A9A8745C0C09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715065" y="3297457"/>
                <a:ext cx="478440" cy="31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Agrupar 93">
            <a:extLst>
              <a:ext uri="{FF2B5EF4-FFF2-40B4-BE49-F238E27FC236}">
                <a16:creationId xmlns:a16="http://schemas.microsoft.com/office/drawing/2014/main" id="{B956239D-E705-6E89-B683-8B1EF0277FB0}"/>
              </a:ext>
            </a:extLst>
          </p:cNvPr>
          <p:cNvGrpSpPr/>
          <p:nvPr/>
        </p:nvGrpSpPr>
        <p:grpSpPr>
          <a:xfrm>
            <a:off x="4044505" y="3221857"/>
            <a:ext cx="681840" cy="380160"/>
            <a:chOff x="4044505" y="3221857"/>
            <a:chExt cx="681840" cy="3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BBEC00B8-6C37-CF9C-5212-49D71F082E6D}"/>
                    </a:ext>
                  </a:extLst>
                </p14:cNvPr>
                <p14:cNvContentPartPr/>
                <p14:nvPr/>
              </p14:nvContentPartPr>
              <p14:xfrm>
                <a:off x="4044505" y="3366577"/>
                <a:ext cx="444240" cy="189000"/>
              </p14:xfrm>
            </p:contentPart>
          </mc:Choice>
          <mc:Fallback xmlns=""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BBEC00B8-6C37-CF9C-5212-49D71F082E6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038385" y="3360457"/>
                  <a:ext cx="4564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1991E708-D077-0956-E566-A189507EE532}"/>
                    </a:ext>
                  </a:extLst>
                </p14:cNvPr>
                <p14:cNvContentPartPr/>
                <p14:nvPr/>
              </p14:nvContentPartPr>
              <p14:xfrm>
                <a:off x="4412425" y="3221857"/>
                <a:ext cx="313920" cy="380160"/>
              </p14:xfrm>
            </p:contentPart>
          </mc:Choice>
          <mc:Fallback xmlns=""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1991E708-D077-0956-E566-A189507EE53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406305" y="3215737"/>
                  <a:ext cx="326160" cy="39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66E40911-7D4C-231F-442E-A149DEB1DF2C}"/>
              </a:ext>
            </a:extLst>
          </p:cNvPr>
          <p:cNvGrpSpPr/>
          <p:nvPr/>
        </p:nvGrpSpPr>
        <p:grpSpPr>
          <a:xfrm>
            <a:off x="4896985" y="3365857"/>
            <a:ext cx="852480" cy="330840"/>
            <a:chOff x="4896985" y="3365857"/>
            <a:chExt cx="852480" cy="33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D3ABE7BC-1BD5-14E6-34C1-47F9C4DA5408}"/>
                    </a:ext>
                  </a:extLst>
                </p14:cNvPr>
                <p14:cNvContentPartPr/>
                <p14:nvPr/>
              </p14:nvContentPartPr>
              <p14:xfrm>
                <a:off x="4896985" y="3365857"/>
                <a:ext cx="345960" cy="22284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D3ABE7BC-1BD5-14E6-34C1-47F9C4DA540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890865" y="3359737"/>
                  <a:ext cx="3582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6E253DCA-9BA9-F1BA-309F-B59D75FA3FB7}"/>
                    </a:ext>
                  </a:extLst>
                </p14:cNvPr>
                <p14:cNvContentPartPr/>
                <p14:nvPr/>
              </p14:nvContentPartPr>
              <p14:xfrm>
                <a:off x="5210185" y="3539377"/>
                <a:ext cx="172080" cy="15732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6E253DCA-9BA9-F1BA-309F-B59D75FA3FB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204065" y="3533257"/>
                  <a:ext cx="1843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AD552E8E-99F6-81C7-9CD2-CC7EDB68C44C}"/>
                    </a:ext>
                  </a:extLst>
                </p14:cNvPr>
                <p14:cNvContentPartPr/>
                <p14:nvPr/>
              </p14:nvContentPartPr>
              <p14:xfrm>
                <a:off x="5231785" y="3574297"/>
                <a:ext cx="215640" cy="2592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AD552E8E-99F6-81C7-9CD2-CC7EDB68C44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225665" y="3568177"/>
                  <a:ext cx="2278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FEA6A4FD-8AD8-D2AB-6671-25AB367C02BC}"/>
                    </a:ext>
                  </a:extLst>
                </p14:cNvPr>
                <p14:cNvContentPartPr/>
                <p14:nvPr/>
              </p14:nvContentPartPr>
              <p14:xfrm>
                <a:off x="5602225" y="3587977"/>
                <a:ext cx="147240" cy="15480"/>
              </p14:xfrm>
            </p:contentPart>
          </mc:Choice>
          <mc:Fallback xmlns=""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FEA6A4FD-8AD8-D2AB-6671-25AB367C02B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596105" y="3581857"/>
                  <a:ext cx="1594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CC514438-D063-4112-AAE0-3F7881C62A3F}"/>
                    </a:ext>
                  </a:extLst>
                </p14:cNvPr>
                <p14:cNvContentPartPr/>
                <p14:nvPr/>
              </p14:nvContentPartPr>
              <p14:xfrm>
                <a:off x="5577385" y="3633697"/>
                <a:ext cx="84960" cy="9360"/>
              </p14:xfrm>
            </p:contentPart>
          </mc:Choice>
          <mc:Fallback xmlns=""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CC514438-D063-4112-AAE0-3F7881C62A3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571265" y="3627577"/>
                  <a:ext cx="972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Agrupar 146">
            <a:extLst>
              <a:ext uri="{FF2B5EF4-FFF2-40B4-BE49-F238E27FC236}">
                <a16:creationId xmlns:a16="http://schemas.microsoft.com/office/drawing/2014/main" id="{6907FF98-B38C-CE57-3090-0B8A3B57BC93}"/>
              </a:ext>
            </a:extLst>
          </p:cNvPr>
          <p:cNvGrpSpPr/>
          <p:nvPr/>
        </p:nvGrpSpPr>
        <p:grpSpPr>
          <a:xfrm>
            <a:off x="6120985" y="2816497"/>
            <a:ext cx="2465640" cy="1305000"/>
            <a:chOff x="6120985" y="2816497"/>
            <a:chExt cx="2465640" cy="130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2982CB44-59F1-22C0-7796-73FB5E6CD936}"/>
                    </a:ext>
                  </a:extLst>
                </p14:cNvPr>
                <p14:cNvContentPartPr/>
                <p14:nvPr/>
              </p14:nvContentPartPr>
              <p14:xfrm>
                <a:off x="6200905" y="2983177"/>
                <a:ext cx="528840" cy="24084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2982CB44-59F1-22C0-7796-73FB5E6CD93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194785" y="2977057"/>
                  <a:ext cx="5410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D367541A-F1C7-31D7-9C06-FA59C3BC739F}"/>
                    </a:ext>
                  </a:extLst>
                </p14:cNvPr>
                <p14:cNvContentPartPr/>
                <p14:nvPr/>
              </p14:nvContentPartPr>
              <p14:xfrm>
                <a:off x="6783385" y="3071017"/>
                <a:ext cx="120240" cy="2052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D367541A-F1C7-31D7-9C06-FA59C3BC739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777265" y="3064897"/>
                  <a:ext cx="132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B580C00D-D351-476D-E821-DEA6F2C3A293}"/>
                    </a:ext>
                  </a:extLst>
                </p14:cNvPr>
                <p14:cNvContentPartPr/>
                <p14:nvPr/>
              </p14:nvContentPartPr>
              <p14:xfrm>
                <a:off x="6794545" y="3130057"/>
                <a:ext cx="109080" cy="1404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B580C00D-D351-476D-E821-DEA6F2C3A29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788425" y="3123937"/>
                  <a:ext cx="1213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ECEA8181-DB00-9D66-D1CA-4A1AC002BBF4}"/>
                    </a:ext>
                  </a:extLst>
                </p14:cNvPr>
                <p14:cNvContentPartPr/>
                <p14:nvPr/>
              </p14:nvContentPartPr>
              <p14:xfrm>
                <a:off x="7452985" y="2994697"/>
                <a:ext cx="65520" cy="24300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ECEA8181-DB00-9D66-D1CA-4A1AC002BBF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446865" y="2988577"/>
                  <a:ext cx="777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0F12C300-009F-5D55-0121-E07C2AAFE2B1}"/>
                    </a:ext>
                  </a:extLst>
                </p14:cNvPr>
                <p14:cNvContentPartPr/>
                <p14:nvPr/>
              </p14:nvContentPartPr>
              <p14:xfrm>
                <a:off x="7507345" y="3017737"/>
                <a:ext cx="280800" cy="9180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0F12C300-009F-5D55-0121-E07C2AAFE2B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501225" y="3011617"/>
                  <a:ext cx="293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CA35C311-4B85-263F-C64C-24AC4EE22798}"/>
                    </a:ext>
                  </a:extLst>
                </p14:cNvPr>
                <p14:cNvContentPartPr/>
                <p14:nvPr/>
              </p14:nvContentPartPr>
              <p14:xfrm>
                <a:off x="7526785" y="3131857"/>
                <a:ext cx="119880" cy="112320"/>
              </p14:xfrm>
            </p:contentPart>
          </mc:Choice>
          <mc:Fallback xmlns=""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CA35C311-4B85-263F-C64C-24AC4EE2279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520665" y="3125737"/>
                  <a:ext cx="1321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7FD74D03-D585-3B8C-D7EE-29A9D8C5EDAC}"/>
                    </a:ext>
                  </a:extLst>
                </p14:cNvPr>
                <p14:cNvContentPartPr/>
                <p14:nvPr/>
              </p14:nvContentPartPr>
              <p14:xfrm>
                <a:off x="7974625" y="3096217"/>
                <a:ext cx="234000" cy="21924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7FD74D03-D585-3B8C-D7EE-29A9D8C5EDA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968505" y="3090097"/>
                  <a:ext cx="2462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C887E464-742D-5DCD-13BF-1C11571A6F5C}"/>
                    </a:ext>
                  </a:extLst>
                </p14:cNvPr>
                <p14:cNvContentPartPr/>
                <p14:nvPr/>
              </p14:nvContentPartPr>
              <p14:xfrm>
                <a:off x="7431025" y="3310417"/>
                <a:ext cx="1019160" cy="2268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C887E464-742D-5DCD-13BF-1C11571A6F5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424905" y="3304297"/>
                  <a:ext cx="10314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64CD3DF9-8060-8036-D3B3-04953CA613C9}"/>
                    </a:ext>
                  </a:extLst>
                </p14:cNvPr>
                <p14:cNvContentPartPr/>
                <p14:nvPr/>
              </p14:nvContentPartPr>
              <p14:xfrm>
                <a:off x="7829185" y="3344617"/>
                <a:ext cx="276480" cy="9684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64CD3DF9-8060-8036-D3B3-04953CA613C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823065" y="3338497"/>
                  <a:ext cx="2887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98B67876-E998-B54E-BFF8-A4264D9703D8}"/>
                    </a:ext>
                  </a:extLst>
                </p14:cNvPr>
                <p14:cNvContentPartPr/>
                <p14:nvPr/>
              </p14:nvContentPartPr>
              <p14:xfrm>
                <a:off x="7850785" y="3351457"/>
                <a:ext cx="65880" cy="23688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98B67876-E998-B54E-BFF8-A4264D9703D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844665" y="3345337"/>
                  <a:ext cx="781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60F4C69A-802D-DA30-5369-343870D76FEC}"/>
                    </a:ext>
                  </a:extLst>
                </p14:cNvPr>
                <p14:cNvContentPartPr/>
                <p14:nvPr/>
              </p14:nvContentPartPr>
              <p14:xfrm>
                <a:off x="7226185" y="2907937"/>
                <a:ext cx="756720" cy="36936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60F4C69A-802D-DA30-5369-343870D76FE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220065" y="2901817"/>
                  <a:ext cx="76896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37052230-A0BC-D701-C364-D2A4BB48C567}"/>
                    </a:ext>
                  </a:extLst>
                </p14:cNvPr>
                <p14:cNvContentPartPr/>
                <p14:nvPr/>
              </p14:nvContentPartPr>
              <p14:xfrm>
                <a:off x="6481345" y="3496537"/>
                <a:ext cx="33120" cy="203760"/>
              </p14:xfrm>
            </p:contentPart>
          </mc:Choice>
          <mc:Fallback xmlns=""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37052230-A0BC-D701-C364-D2A4BB48C56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475225" y="3490417"/>
                  <a:ext cx="453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B280F693-0AFE-CC57-4B70-99FBB23707F3}"/>
                    </a:ext>
                  </a:extLst>
                </p14:cNvPr>
                <p14:cNvContentPartPr/>
                <p14:nvPr/>
              </p14:nvContentPartPr>
              <p14:xfrm>
                <a:off x="6546865" y="3587977"/>
                <a:ext cx="119880" cy="52920"/>
              </p14:xfrm>
            </p:contentPart>
          </mc:Choice>
          <mc:Fallback xmlns=""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B280F693-0AFE-CC57-4B70-99FBB23707F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540745" y="3581857"/>
                  <a:ext cx="1321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D9FE9EA4-B1E0-F8C8-694F-6FBC60EB231C}"/>
                    </a:ext>
                  </a:extLst>
                </p14:cNvPr>
                <p14:cNvContentPartPr/>
                <p14:nvPr/>
              </p14:nvContentPartPr>
              <p14:xfrm>
                <a:off x="6524905" y="3629377"/>
                <a:ext cx="174240" cy="11448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D9FE9EA4-B1E0-F8C8-694F-6FBC60EB231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518785" y="3623257"/>
                  <a:ext cx="1864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341E9E53-6B4F-FC31-80BE-B4E86315300D}"/>
                    </a:ext>
                  </a:extLst>
                </p14:cNvPr>
                <p14:cNvContentPartPr/>
                <p14:nvPr/>
              </p14:nvContentPartPr>
              <p14:xfrm>
                <a:off x="7129345" y="3587977"/>
                <a:ext cx="33120" cy="9360"/>
              </p14:xfrm>
            </p:contentPart>
          </mc:Choice>
          <mc:Fallback xmlns=""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341E9E53-6B4F-FC31-80BE-B4E86315300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123225" y="3581857"/>
                  <a:ext cx="453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9235CC6A-C765-B3FF-56DD-696CB1F0D523}"/>
                    </a:ext>
                  </a:extLst>
                </p14:cNvPr>
                <p14:cNvContentPartPr/>
                <p14:nvPr/>
              </p14:nvContentPartPr>
              <p14:xfrm>
                <a:off x="7140145" y="3631537"/>
                <a:ext cx="65520" cy="1152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9235CC6A-C765-B3FF-56DD-696CB1F0D52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134025" y="3625417"/>
                  <a:ext cx="777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BAF726AE-2823-DE65-700F-D15DC14834D4}"/>
                    </a:ext>
                  </a:extLst>
                </p14:cNvPr>
                <p14:cNvContentPartPr/>
                <p14:nvPr/>
              </p14:nvContentPartPr>
              <p14:xfrm>
                <a:off x="6936385" y="3603457"/>
                <a:ext cx="280080" cy="21564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BAF726AE-2823-DE65-700F-D15DC14834D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930265" y="3597337"/>
                  <a:ext cx="2923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62F40793-9B72-C3C2-521D-C040ED714C87}"/>
                    </a:ext>
                  </a:extLst>
                </p14:cNvPr>
                <p14:cNvContentPartPr/>
                <p14:nvPr/>
              </p14:nvContentPartPr>
              <p14:xfrm>
                <a:off x="6524905" y="3757537"/>
                <a:ext cx="851400" cy="3924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62F40793-9B72-C3C2-521D-C040ED714C8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518785" y="3751417"/>
                  <a:ext cx="8636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9CD854B8-4FF9-F98E-E38C-AD37C8C55C21}"/>
                    </a:ext>
                  </a:extLst>
                </p14:cNvPr>
                <p14:cNvContentPartPr/>
                <p14:nvPr/>
              </p14:nvContentPartPr>
              <p14:xfrm>
                <a:off x="6913705" y="3918817"/>
                <a:ext cx="248400" cy="132480"/>
              </p14:xfrm>
            </p:contentPart>
          </mc:Choice>
          <mc:Fallback xmlns=""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9CD854B8-4FF9-F98E-E38C-AD37C8C55C2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907585" y="3912697"/>
                  <a:ext cx="2606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FB206ADC-69E2-C550-EA0A-2F8BF86BA1D1}"/>
                    </a:ext>
                  </a:extLst>
                </p14:cNvPr>
                <p14:cNvContentPartPr/>
                <p14:nvPr/>
              </p14:nvContentPartPr>
              <p14:xfrm>
                <a:off x="7085785" y="3964177"/>
                <a:ext cx="141840" cy="105120"/>
              </p14:xfrm>
            </p:contentPart>
          </mc:Choice>
          <mc:Fallback xmlns=""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FB206ADC-69E2-C550-EA0A-2F8BF86BA1D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079665" y="3958057"/>
                  <a:ext cx="1540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F5F28ED2-DFCE-7FBD-BB61-56A8D69C91C6}"/>
                    </a:ext>
                  </a:extLst>
                </p14:cNvPr>
                <p14:cNvContentPartPr/>
                <p14:nvPr/>
              </p14:nvContentPartPr>
              <p14:xfrm>
                <a:off x="7085785" y="4023217"/>
                <a:ext cx="152640" cy="12240"/>
              </p14:xfrm>
            </p:contentPart>
          </mc:Choice>
          <mc:Fallback xmlns=""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F5F28ED2-DFCE-7FBD-BB61-56A8D69C91C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079665" y="4017097"/>
                  <a:ext cx="164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4ED05F91-B2FB-E8C2-EAB1-9B024526015B}"/>
                    </a:ext>
                  </a:extLst>
                </p14:cNvPr>
                <p14:cNvContentPartPr/>
                <p14:nvPr/>
              </p14:nvContentPartPr>
              <p14:xfrm>
                <a:off x="6395665" y="3469897"/>
                <a:ext cx="475560" cy="322200"/>
              </p14:xfrm>
            </p:contentPart>
          </mc:Choice>
          <mc:Fallback xmlns=""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4ED05F91-B2FB-E8C2-EAB1-9B024526015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389545" y="3463777"/>
                  <a:ext cx="4878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D6F7C07B-8C82-4F86-2032-C78F2ADDD030}"/>
                    </a:ext>
                  </a:extLst>
                </p14:cNvPr>
                <p14:cNvContentPartPr/>
                <p14:nvPr/>
              </p14:nvContentPartPr>
              <p14:xfrm>
                <a:off x="6804985" y="3539377"/>
                <a:ext cx="540000" cy="233280"/>
              </p14:xfrm>
            </p:contentPart>
          </mc:Choice>
          <mc:Fallback xmlns=""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D6F7C07B-8C82-4F86-2032-C78F2ADDD03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798865" y="3533257"/>
                  <a:ext cx="5522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1098B75E-BAF5-5CED-78A9-6CE7C38F7A14}"/>
                    </a:ext>
                  </a:extLst>
                </p14:cNvPr>
                <p14:cNvContentPartPr/>
                <p14:nvPr/>
              </p14:nvContentPartPr>
              <p14:xfrm>
                <a:off x="6752065" y="3817297"/>
                <a:ext cx="702720" cy="30420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1098B75E-BAF5-5CED-78A9-6CE7C38F7A1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745945" y="3811177"/>
                  <a:ext cx="7149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A4A2972F-9D44-07D4-8836-7B38CBFFAB8F}"/>
                    </a:ext>
                  </a:extLst>
                </p14:cNvPr>
                <p14:cNvContentPartPr/>
                <p14:nvPr/>
              </p14:nvContentPartPr>
              <p14:xfrm>
                <a:off x="7755025" y="3743857"/>
                <a:ext cx="246600" cy="9360"/>
              </p14:xfrm>
            </p:contentPart>
          </mc:Choice>
          <mc:Fallback xmlns=""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A4A2972F-9D44-07D4-8836-7B38CBFFAB8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748905" y="3737737"/>
                  <a:ext cx="2588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4FB002B5-2400-F23F-8E80-5C3116307274}"/>
                    </a:ext>
                  </a:extLst>
                </p14:cNvPr>
                <p14:cNvContentPartPr/>
                <p14:nvPr/>
              </p14:nvContentPartPr>
              <p14:xfrm>
                <a:off x="7766185" y="3837817"/>
                <a:ext cx="333000" cy="18360"/>
              </p14:xfrm>
            </p:contentPart>
          </mc:Choice>
          <mc:Fallback xmlns=""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4FB002B5-2400-F23F-8E80-5C311630727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760065" y="3831697"/>
                  <a:ext cx="3452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027C5704-37A1-1748-600E-BF0091CCEBBC}"/>
                    </a:ext>
                  </a:extLst>
                </p14:cNvPr>
                <p14:cNvContentPartPr/>
                <p14:nvPr/>
              </p14:nvContentPartPr>
              <p14:xfrm>
                <a:off x="6120985" y="2816497"/>
                <a:ext cx="2465640" cy="744120"/>
              </p14:xfrm>
            </p:contentPart>
          </mc:Choice>
          <mc:Fallback xmlns=""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027C5704-37A1-1748-600E-BF0091CCEBB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114865" y="2810377"/>
                  <a:ext cx="2477880" cy="75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Agrupar 153">
            <a:extLst>
              <a:ext uri="{FF2B5EF4-FFF2-40B4-BE49-F238E27FC236}">
                <a16:creationId xmlns:a16="http://schemas.microsoft.com/office/drawing/2014/main" id="{C34BFEA8-37D4-4DB1-EDC1-40388CBE631A}"/>
              </a:ext>
            </a:extLst>
          </p:cNvPr>
          <p:cNvGrpSpPr/>
          <p:nvPr/>
        </p:nvGrpSpPr>
        <p:grpSpPr>
          <a:xfrm>
            <a:off x="8604265" y="3482497"/>
            <a:ext cx="3515040" cy="608040"/>
            <a:chOff x="8604265" y="3482497"/>
            <a:chExt cx="3515040" cy="60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F158BE9C-BAC3-6E66-C334-12D39F6A72F2}"/>
                    </a:ext>
                  </a:extLst>
                </p14:cNvPr>
                <p14:cNvContentPartPr/>
                <p14:nvPr/>
              </p14:nvContentPartPr>
              <p14:xfrm>
                <a:off x="8604265" y="3584017"/>
                <a:ext cx="207360" cy="25596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F158BE9C-BAC3-6E66-C334-12D39F6A72F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598145" y="3577897"/>
                  <a:ext cx="2196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7F66985E-8C5B-4B6D-16FB-2D0F847B51DD}"/>
                    </a:ext>
                  </a:extLst>
                </p14:cNvPr>
                <p14:cNvContentPartPr/>
                <p14:nvPr/>
              </p14:nvContentPartPr>
              <p14:xfrm>
                <a:off x="9015745" y="3741697"/>
                <a:ext cx="109080" cy="9432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7F66985E-8C5B-4B6D-16FB-2D0F847B51D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009625" y="3735577"/>
                  <a:ext cx="1213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EEFDDC7E-A8C2-8569-F0D6-5FC28114B797}"/>
                    </a:ext>
                  </a:extLst>
                </p14:cNvPr>
                <p14:cNvContentPartPr/>
                <p14:nvPr/>
              </p14:nvContentPartPr>
              <p14:xfrm>
                <a:off x="8972185" y="3720817"/>
                <a:ext cx="193680" cy="117360"/>
              </p14:xfrm>
            </p:contentPart>
          </mc:Choice>
          <mc:Fallback xmlns=""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EEFDDC7E-A8C2-8569-F0D6-5FC28114B79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966065" y="3714697"/>
                  <a:ext cx="2059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35C747B1-7823-35B6-0B93-04BD6A2E1A0B}"/>
                    </a:ext>
                  </a:extLst>
                </p14:cNvPr>
                <p14:cNvContentPartPr/>
                <p14:nvPr/>
              </p14:nvContentPartPr>
              <p14:xfrm>
                <a:off x="9620905" y="3616777"/>
                <a:ext cx="43200" cy="221400"/>
              </p14:xfrm>
            </p:contentPart>
          </mc:Choice>
          <mc:Fallback xmlns=""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35C747B1-7823-35B6-0B93-04BD6A2E1A0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614785" y="3610657"/>
                  <a:ext cx="55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D14BCB69-19B0-5D7B-60DF-00B1A3574DAB}"/>
                    </a:ext>
                  </a:extLst>
                </p14:cNvPr>
                <p14:cNvContentPartPr/>
                <p14:nvPr/>
              </p14:nvContentPartPr>
              <p14:xfrm>
                <a:off x="9715225" y="3657817"/>
                <a:ext cx="149040" cy="128520"/>
              </p14:xfrm>
            </p:contentPart>
          </mc:Choice>
          <mc:Fallback xmlns=""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D14BCB69-19B0-5D7B-60DF-00B1A3574DA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709105" y="3651697"/>
                  <a:ext cx="1612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B3F8F90B-D012-B71F-818A-1FC7DE30A9DD}"/>
                    </a:ext>
                  </a:extLst>
                </p14:cNvPr>
                <p14:cNvContentPartPr/>
                <p14:nvPr/>
              </p14:nvContentPartPr>
              <p14:xfrm>
                <a:off x="9942385" y="3488617"/>
                <a:ext cx="280080" cy="229320"/>
              </p14:xfrm>
            </p:contentPart>
          </mc:Choice>
          <mc:Fallback xmlns=""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B3F8F90B-D012-B71F-818A-1FC7DE30A9D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936265" y="3482497"/>
                  <a:ext cx="2923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6648F118-E16F-8DB4-7DF1-0E46C4158ADF}"/>
                    </a:ext>
                  </a:extLst>
                </p14:cNvPr>
                <p14:cNvContentPartPr/>
                <p14:nvPr/>
              </p14:nvContentPartPr>
              <p14:xfrm>
                <a:off x="10340185" y="3780577"/>
                <a:ext cx="148680" cy="141840"/>
              </p14:xfrm>
            </p:contentPart>
          </mc:Choice>
          <mc:Fallback xmlns=""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6648F118-E16F-8DB4-7DF1-0E46C4158AD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334065" y="3774457"/>
                  <a:ext cx="1609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4A947CCB-4BF2-39E5-174B-FE269BC5171C}"/>
                    </a:ext>
                  </a:extLst>
                </p14:cNvPr>
                <p14:cNvContentPartPr/>
                <p14:nvPr/>
              </p14:nvContentPartPr>
              <p14:xfrm>
                <a:off x="10341625" y="3803257"/>
                <a:ext cx="182880" cy="103320"/>
              </p14:xfrm>
            </p:contentPart>
          </mc:Choice>
          <mc:Fallback xmlns=""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4A947CCB-4BF2-39E5-174B-FE269BC5171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335505" y="3797137"/>
                  <a:ext cx="1951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54B2A486-D121-0649-EC6A-6E76A6A57FE7}"/>
                    </a:ext>
                  </a:extLst>
                </p14:cNvPr>
                <p14:cNvContentPartPr/>
                <p14:nvPr/>
              </p14:nvContentPartPr>
              <p14:xfrm>
                <a:off x="10670665" y="3705697"/>
                <a:ext cx="183600" cy="171000"/>
              </p14:xfrm>
            </p:contentPart>
          </mc:Choice>
          <mc:Fallback xmlns=""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54B2A486-D121-0649-EC6A-6E76A6A57FE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664545" y="3699577"/>
                  <a:ext cx="1958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9DE39744-97F2-799B-4D1C-B04F1DC821EE}"/>
                    </a:ext>
                  </a:extLst>
                </p14:cNvPr>
                <p14:cNvContentPartPr/>
                <p14:nvPr/>
              </p14:nvContentPartPr>
              <p14:xfrm>
                <a:off x="10923385" y="3806137"/>
                <a:ext cx="118800" cy="95760"/>
              </p14:xfrm>
            </p:contentPart>
          </mc:Choice>
          <mc:Fallback xmlns=""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9DE39744-97F2-799B-4D1C-B04F1DC821E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917265" y="3800017"/>
                  <a:ext cx="1310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941F0BA6-3A0F-956D-119C-0C32A245099D}"/>
                    </a:ext>
                  </a:extLst>
                </p14:cNvPr>
                <p14:cNvContentPartPr/>
                <p14:nvPr/>
              </p14:nvContentPartPr>
              <p14:xfrm>
                <a:off x="10858945" y="3700297"/>
                <a:ext cx="291600" cy="209160"/>
              </p14:xfrm>
            </p:contentPart>
          </mc:Choice>
          <mc:Fallback xmlns=""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941F0BA6-3A0F-956D-119C-0C32A245099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852825" y="3694177"/>
                  <a:ext cx="3038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6817977E-57EB-990D-DB73-617FFE5186A3}"/>
                    </a:ext>
                  </a:extLst>
                </p14:cNvPr>
                <p14:cNvContentPartPr/>
                <p14:nvPr/>
              </p14:nvContentPartPr>
              <p14:xfrm>
                <a:off x="11300305" y="3625417"/>
                <a:ext cx="137160" cy="294120"/>
              </p14:xfrm>
            </p:contentPart>
          </mc:Choice>
          <mc:Fallback xmlns=""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6817977E-57EB-990D-DB73-617FFE5186A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294185" y="3619297"/>
                  <a:ext cx="1494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2FFB5389-691E-6B96-CE12-DC912A3F2827}"/>
                    </a:ext>
                  </a:extLst>
                </p14:cNvPr>
                <p14:cNvContentPartPr/>
                <p14:nvPr/>
              </p14:nvContentPartPr>
              <p14:xfrm>
                <a:off x="11549785" y="3720817"/>
                <a:ext cx="214200" cy="174240"/>
              </p14:xfrm>
            </p:contentPart>
          </mc:Choice>
          <mc:Fallback xmlns=""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2FFB5389-691E-6B96-CE12-DC912A3F282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1543665" y="3714697"/>
                  <a:ext cx="2264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4D0C7EE1-E5BE-F467-87C3-1780722E27DE}"/>
                    </a:ext>
                  </a:extLst>
                </p14:cNvPr>
                <p14:cNvContentPartPr/>
                <p14:nvPr/>
              </p14:nvContentPartPr>
              <p14:xfrm>
                <a:off x="11721865" y="3494017"/>
                <a:ext cx="215640" cy="46800"/>
              </p14:xfrm>
            </p:contentPart>
          </mc:Choice>
          <mc:Fallback xmlns=""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4D0C7EE1-E5BE-F467-87C3-1780722E27D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1715745" y="3487897"/>
                  <a:ext cx="227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C4A1EC3F-54F4-4E0D-05F4-A05D8A0A8C72}"/>
                    </a:ext>
                  </a:extLst>
                </p14:cNvPr>
                <p14:cNvContentPartPr/>
                <p14:nvPr/>
              </p14:nvContentPartPr>
              <p14:xfrm>
                <a:off x="11938945" y="3482497"/>
                <a:ext cx="180360" cy="185760"/>
              </p14:xfrm>
            </p:contentPart>
          </mc:Choice>
          <mc:Fallback xmlns=""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C4A1EC3F-54F4-4E0D-05F4-A05D8A0A8C7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1932825" y="3476377"/>
                  <a:ext cx="1926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3F0D1F6B-5569-63D4-1375-9DE9C3AD4A42}"/>
                    </a:ext>
                  </a:extLst>
                </p14:cNvPr>
                <p14:cNvContentPartPr/>
                <p14:nvPr/>
              </p14:nvContentPartPr>
              <p14:xfrm>
                <a:off x="8778505" y="3997657"/>
                <a:ext cx="3091680" cy="92880"/>
              </p14:xfrm>
            </p:contentPart>
          </mc:Choice>
          <mc:Fallback xmlns=""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3F0D1F6B-5569-63D4-1375-9DE9C3AD4A4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772385" y="3991537"/>
                  <a:ext cx="31039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A89D0C4C-EB16-F47A-682B-9452639D9F1A}"/>
                    </a:ext>
                  </a:extLst>
                </p14:cNvPr>
                <p14:cNvContentPartPr/>
                <p14:nvPr/>
              </p14:nvContentPartPr>
              <p14:xfrm>
                <a:off x="10664545" y="3558457"/>
                <a:ext cx="259200" cy="317520"/>
              </p14:xfrm>
            </p:contentPart>
          </mc:Choice>
          <mc:Fallback xmlns=""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A89D0C4C-EB16-F47A-682B-9452639D9F1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658425" y="3552337"/>
                  <a:ext cx="271440" cy="32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52" name="Tinta 151">
                <a:extLst>
                  <a:ext uri="{FF2B5EF4-FFF2-40B4-BE49-F238E27FC236}">
                    <a16:creationId xmlns:a16="http://schemas.microsoft.com/office/drawing/2014/main" id="{8A130438-C1A1-1CB5-9037-7A4C37CADB3B}"/>
                  </a:ext>
                </a:extLst>
              </p14:cNvPr>
              <p14:cNvContentPartPr/>
              <p14:nvPr/>
            </p14:nvContentPartPr>
            <p14:xfrm>
              <a:off x="10729705" y="4241377"/>
              <a:ext cx="354600" cy="469080"/>
            </p14:xfrm>
          </p:contentPart>
        </mc:Choice>
        <mc:Fallback xmlns="">
          <p:pic>
            <p:nvPicPr>
              <p:cNvPr id="152" name="Tinta 151">
                <a:extLst>
                  <a:ext uri="{FF2B5EF4-FFF2-40B4-BE49-F238E27FC236}">
                    <a16:creationId xmlns:a16="http://schemas.microsoft.com/office/drawing/2014/main" id="{8A130438-C1A1-1CB5-9037-7A4C37CADB3B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10723585" y="4235257"/>
                <a:ext cx="366840" cy="4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72" name="Tinta 171">
                <a:extLst>
                  <a:ext uri="{FF2B5EF4-FFF2-40B4-BE49-F238E27FC236}">
                    <a16:creationId xmlns:a16="http://schemas.microsoft.com/office/drawing/2014/main" id="{65284524-2AF1-9331-E215-C627BA18A1E2}"/>
                  </a:ext>
                </a:extLst>
              </p14:cNvPr>
              <p14:cNvContentPartPr/>
              <p14:nvPr/>
            </p14:nvContentPartPr>
            <p14:xfrm>
              <a:off x="9456025" y="4437577"/>
              <a:ext cx="2718360" cy="645480"/>
            </p14:xfrm>
          </p:contentPart>
        </mc:Choice>
        <mc:Fallback xmlns="">
          <p:pic>
            <p:nvPicPr>
              <p:cNvPr id="172" name="Tinta 171">
                <a:extLst>
                  <a:ext uri="{FF2B5EF4-FFF2-40B4-BE49-F238E27FC236}">
                    <a16:creationId xmlns:a16="http://schemas.microsoft.com/office/drawing/2014/main" id="{65284524-2AF1-9331-E215-C627BA18A1E2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9449905" y="4431457"/>
                <a:ext cx="2730600" cy="65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74" name="Tinta 173">
                <a:extLst>
                  <a:ext uri="{FF2B5EF4-FFF2-40B4-BE49-F238E27FC236}">
                    <a16:creationId xmlns:a16="http://schemas.microsoft.com/office/drawing/2014/main" id="{BB9BBD3E-122C-A4C9-3F09-DF2E5515F097}"/>
                  </a:ext>
                </a:extLst>
              </p14:cNvPr>
              <p14:cNvContentPartPr/>
              <p14:nvPr/>
            </p14:nvContentPartPr>
            <p14:xfrm>
              <a:off x="9522265" y="4535497"/>
              <a:ext cx="745560" cy="357480"/>
            </p14:xfrm>
          </p:contentPart>
        </mc:Choice>
        <mc:Fallback xmlns="">
          <p:pic>
            <p:nvPicPr>
              <p:cNvPr id="174" name="Tinta 173">
                <a:extLst>
                  <a:ext uri="{FF2B5EF4-FFF2-40B4-BE49-F238E27FC236}">
                    <a16:creationId xmlns:a16="http://schemas.microsoft.com/office/drawing/2014/main" id="{BB9BBD3E-122C-A4C9-3F09-DF2E5515F097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9516145" y="4529377"/>
                <a:ext cx="75780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92" name="Tinta 191">
                <a:extLst>
                  <a:ext uri="{FF2B5EF4-FFF2-40B4-BE49-F238E27FC236}">
                    <a16:creationId xmlns:a16="http://schemas.microsoft.com/office/drawing/2014/main" id="{17218413-2345-7086-F4A6-C67D21FF180D}"/>
                  </a:ext>
                </a:extLst>
              </p14:cNvPr>
              <p14:cNvContentPartPr/>
              <p14:nvPr/>
            </p14:nvContentPartPr>
            <p14:xfrm>
              <a:off x="8691385" y="4901977"/>
              <a:ext cx="3301560" cy="682920"/>
            </p14:xfrm>
          </p:contentPart>
        </mc:Choice>
        <mc:Fallback xmlns="">
          <p:pic>
            <p:nvPicPr>
              <p:cNvPr id="192" name="Tinta 191">
                <a:extLst>
                  <a:ext uri="{FF2B5EF4-FFF2-40B4-BE49-F238E27FC236}">
                    <a16:creationId xmlns:a16="http://schemas.microsoft.com/office/drawing/2014/main" id="{17218413-2345-7086-F4A6-C67D21FF180D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8685265" y="4895857"/>
                <a:ext cx="3313800" cy="69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9" name="Agrupar 208">
            <a:extLst>
              <a:ext uri="{FF2B5EF4-FFF2-40B4-BE49-F238E27FC236}">
                <a16:creationId xmlns:a16="http://schemas.microsoft.com/office/drawing/2014/main" id="{09C15F25-BFC1-CEB1-C21A-0A3455A5BE35}"/>
              </a:ext>
            </a:extLst>
          </p:cNvPr>
          <p:cNvGrpSpPr/>
          <p:nvPr/>
        </p:nvGrpSpPr>
        <p:grpSpPr>
          <a:xfrm>
            <a:off x="628465" y="-73555"/>
            <a:ext cx="1563480" cy="805680"/>
            <a:chOff x="628465" y="-73555"/>
            <a:chExt cx="1563480" cy="80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5147129E-3F39-D9E0-99AE-2BA23C551A65}"/>
                    </a:ext>
                  </a:extLst>
                </p14:cNvPr>
                <p14:cNvContentPartPr/>
                <p14:nvPr/>
              </p14:nvContentPartPr>
              <p14:xfrm>
                <a:off x="769585" y="-36503"/>
                <a:ext cx="21960" cy="23760"/>
              </p14:xfrm>
            </p:contentPart>
          </mc:Choice>
          <mc:Fallback xmlns=""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5147129E-3F39-D9E0-99AE-2BA23C551A6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63465" y="-42623"/>
                  <a:ext cx="34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9B9EC9B5-A365-1B32-E216-780A4BA9053D}"/>
                    </a:ext>
                  </a:extLst>
                </p14:cNvPr>
                <p14:cNvContentPartPr/>
                <p14:nvPr/>
              </p14:nvContentPartPr>
              <p14:xfrm>
                <a:off x="628465" y="248285"/>
                <a:ext cx="1098360" cy="483840"/>
              </p14:xfrm>
            </p:contentPart>
          </mc:Choice>
          <mc:Fallback xmlns=""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9B9EC9B5-A365-1B32-E216-780A4BA9053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22345" y="242165"/>
                  <a:ext cx="111060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E7442B67-9D3B-F6F4-1A54-6CD6E7058E75}"/>
                    </a:ext>
                  </a:extLst>
                </p14:cNvPr>
                <p14:cNvContentPartPr/>
                <p14:nvPr/>
              </p14:nvContentPartPr>
              <p14:xfrm>
                <a:off x="1102225" y="1325"/>
                <a:ext cx="174240" cy="97560"/>
              </p14:xfrm>
            </p:contentPart>
          </mc:Choice>
          <mc:Fallback xmlns=""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E7442B67-9D3B-F6F4-1A54-6CD6E7058E75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96105" y="-4795"/>
                  <a:ext cx="1864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43F4C538-5CF2-6E15-5B86-621488B62457}"/>
                    </a:ext>
                  </a:extLst>
                </p14:cNvPr>
                <p14:cNvContentPartPr/>
                <p14:nvPr/>
              </p14:nvContentPartPr>
              <p14:xfrm>
                <a:off x="1167385" y="106805"/>
                <a:ext cx="33120" cy="87480"/>
              </p14:xfrm>
            </p:contentPart>
          </mc:Choice>
          <mc:Fallback xmlns=""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43F4C538-5CF2-6E15-5B86-621488B6245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61265" y="100685"/>
                  <a:ext cx="453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29035219-F5D3-BF2F-9CE9-0D583BA6A7C9}"/>
                    </a:ext>
                  </a:extLst>
                </p14:cNvPr>
                <p14:cNvContentPartPr/>
                <p14:nvPr/>
              </p14:nvContentPartPr>
              <p14:xfrm>
                <a:off x="997105" y="139925"/>
                <a:ext cx="192240" cy="48240"/>
              </p14:xfrm>
            </p:contentPart>
          </mc:Choice>
          <mc:Fallback xmlns=""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29035219-F5D3-BF2F-9CE9-0D583BA6A7C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90985" y="133805"/>
                  <a:ext cx="2044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1B164D28-881F-E691-247A-EFAC7C1900C0}"/>
                    </a:ext>
                  </a:extLst>
                </p14:cNvPr>
                <p14:cNvContentPartPr/>
                <p14:nvPr/>
              </p14:nvContentPartPr>
              <p14:xfrm>
                <a:off x="1221745" y="148565"/>
                <a:ext cx="109080" cy="16200"/>
              </p14:xfrm>
            </p:contentPart>
          </mc:Choice>
          <mc:Fallback xmlns=""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1B164D28-881F-E691-247A-EFAC7C1900C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215625" y="142445"/>
                  <a:ext cx="121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2D4CC60C-96E2-8AE8-96EE-F303A899B5BC}"/>
                    </a:ext>
                  </a:extLst>
                </p14:cNvPr>
                <p14:cNvContentPartPr/>
                <p14:nvPr/>
              </p14:nvContentPartPr>
              <p14:xfrm>
                <a:off x="1006465" y="196445"/>
                <a:ext cx="148680" cy="71280"/>
              </p14:xfrm>
            </p:contentPart>
          </mc:Choice>
          <mc:Fallback xmlns=""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2D4CC60C-96E2-8AE8-96EE-F303A899B5B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00345" y="190325"/>
                  <a:ext cx="1609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DDA4FDE8-AD16-79D8-918F-030EA93C48DD}"/>
                    </a:ext>
                  </a:extLst>
                </p14:cNvPr>
                <p14:cNvContentPartPr/>
                <p14:nvPr/>
              </p14:nvContentPartPr>
              <p14:xfrm>
                <a:off x="1221745" y="196085"/>
                <a:ext cx="65520" cy="64800"/>
              </p14:xfrm>
            </p:contentPart>
          </mc:Choice>
          <mc:Fallback xmlns=""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DDA4FDE8-AD16-79D8-918F-030EA93C48D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215625" y="189965"/>
                  <a:ext cx="77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02B4A465-D643-19F4-9252-249066C1A16B}"/>
                    </a:ext>
                  </a:extLst>
                </p14:cNvPr>
                <p14:cNvContentPartPr/>
                <p14:nvPr/>
              </p14:nvContentPartPr>
              <p14:xfrm>
                <a:off x="940585" y="-73555"/>
                <a:ext cx="567720" cy="384840"/>
              </p14:xfrm>
            </p:contentPart>
          </mc:Choice>
          <mc:Fallback xmlns=""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02B4A465-D643-19F4-9252-249066C1A16B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34465" y="-79675"/>
                  <a:ext cx="57996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0FBB92B1-149C-C65E-2DD4-4DA22C08598F}"/>
                    </a:ext>
                  </a:extLst>
                </p14:cNvPr>
                <p14:cNvContentPartPr/>
                <p14:nvPr/>
              </p14:nvContentPartPr>
              <p14:xfrm>
                <a:off x="1437025" y="265565"/>
                <a:ext cx="346320" cy="432000"/>
              </p14:xfrm>
            </p:contentPart>
          </mc:Choice>
          <mc:Fallback xmlns=""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0FBB92B1-149C-C65E-2DD4-4DA22C08598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430905" y="259445"/>
                  <a:ext cx="35856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397DCDFC-B91A-4CDE-40BD-E070E266D001}"/>
                    </a:ext>
                  </a:extLst>
                </p14:cNvPr>
                <p14:cNvContentPartPr/>
                <p14:nvPr/>
              </p14:nvContentPartPr>
              <p14:xfrm>
                <a:off x="1964425" y="369965"/>
                <a:ext cx="227520" cy="312120"/>
              </p14:xfrm>
            </p:contentPart>
          </mc:Choice>
          <mc:Fallback xmlns=""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397DCDFC-B91A-4CDE-40BD-E070E266D00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958305" y="363845"/>
                  <a:ext cx="2397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673B3FF1-7CD5-C9A7-B949-06207C1AE06F}"/>
                    </a:ext>
                  </a:extLst>
                </p14:cNvPr>
                <p14:cNvContentPartPr/>
                <p14:nvPr/>
              </p14:nvContentPartPr>
              <p14:xfrm>
                <a:off x="1558345" y="159365"/>
                <a:ext cx="374400" cy="14040"/>
              </p14:xfrm>
            </p:contentPart>
          </mc:Choice>
          <mc:Fallback xmlns=""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673B3FF1-7CD5-C9A7-B949-06207C1AE06F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552225" y="153245"/>
                  <a:ext cx="38664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Agrupar 210">
            <a:extLst>
              <a:ext uri="{FF2B5EF4-FFF2-40B4-BE49-F238E27FC236}">
                <a16:creationId xmlns:a16="http://schemas.microsoft.com/office/drawing/2014/main" id="{DCD35247-FBDA-49F9-4DD3-2C06695988F9}"/>
              </a:ext>
            </a:extLst>
          </p:cNvPr>
          <p:cNvGrpSpPr/>
          <p:nvPr/>
        </p:nvGrpSpPr>
        <p:grpSpPr>
          <a:xfrm>
            <a:off x="917905" y="3449765"/>
            <a:ext cx="2297880" cy="1057292"/>
            <a:chOff x="917905" y="3449765"/>
            <a:chExt cx="2297880" cy="105729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7F443825-F204-2CC7-82FC-9DD7D07B538F}"/>
                    </a:ext>
                  </a:extLst>
                </p14:cNvPr>
                <p14:cNvContentPartPr/>
                <p14:nvPr/>
              </p14:nvContentPartPr>
              <p14:xfrm>
                <a:off x="917905" y="4096297"/>
                <a:ext cx="259920" cy="8424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7F443825-F204-2CC7-82FC-9DD7D07B538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11785" y="4090177"/>
                  <a:ext cx="2721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3F90A408-5677-BF83-028D-2625D53C1265}"/>
                    </a:ext>
                  </a:extLst>
                </p14:cNvPr>
                <p14:cNvContentPartPr/>
                <p14:nvPr/>
              </p14:nvContentPartPr>
              <p14:xfrm>
                <a:off x="962905" y="4304377"/>
                <a:ext cx="302400" cy="20268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3F90A408-5677-BF83-028D-2625D53C126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56785" y="4298257"/>
                  <a:ext cx="3146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005943DC-B0AB-76AB-86A6-8243A540FA78}"/>
                    </a:ext>
                  </a:extLst>
                </p14:cNvPr>
                <p14:cNvContentPartPr/>
                <p14:nvPr/>
              </p14:nvContentPartPr>
              <p14:xfrm>
                <a:off x="1393465" y="4080817"/>
                <a:ext cx="360" cy="252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005943DC-B0AB-76AB-86A6-8243A540FA7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387345" y="4074697"/>
                  <a:ext cx="126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096FE38C-7250-54DB-6E97-45FB57B9E9CF}"/>
                    </a:ext>
                  </a:extLst>
                </p14:cNvPr>
                <p14:cNvContentPartPr/>
                <p14:nvPr/>
              </p14:nvContentPartPr>
              <p14:xfrm>
                <a:off x="1145425" y="3600937"/>
                <a:ext cx="1334160" cy="56556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096FE38C-7250-54DB-6E97-45FB57B9E9C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39305" y="3594817"/>
                  <a:ext cx="134640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E391570C-9AE6-D8FE-685E-C5413D6DC9E5}"/>
                    </a:ext>
                  </a:extLst>
                </p14:cNvPr>
                <p14:cNvContentPartPr/>
                <p14:nvPr/>
              </p14:nvContentPartPr>
              <p14:xfrm>
                <a:off x="1588585" y="3544777"/>
                <a:ext cx="344160" cy="22572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E391570C-9AE6-D8FE-685E-C5413D6DC9E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582465" y="3538657"/>
                  <a:ext cx="3564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83296027-5B93-281D-88C7-B67BBD3A1FE1}"/>
                    </a:ext>
                  </a:extLst>
                </p14:cNvPr>
                <p14:cNvContentPartPr/>
                <p14:nvPr/>
              </p14:nvContentPartPr>
              <p14:xfrm>
                <a:off x="2062345" y="3525337"/>
                <a:ext cx="129240" cy="15948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83296027-5B93-281D-88C7-B67BBD3A1FE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056225" y="3519217"/>
                  <a:ext cx="1414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BA29BA81-7FD6-7135-BC7D-1F505737905A}"/>
                    </a:ext>
                  </a:extLst>
                </p14:cNvPr>
                <p14:cNvContentPartPr/>
                <p14:nvPr/>
              </p14:nvContentPartPr>
              <p14:xfrm>
                <a:off x="2106265" y="3633697"/>
                <a:ext cx="193680" cy="3276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BA29BA81-7FD6-7135-BC7D-1F505737905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100145" y="3627577"/>
                  <a:ext cx="205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A863B11B-F0CD-E093-2C28-54977E5BC14A}"/>
                    </a:ext>
                  </a:extLst>
                </p14:cNvPr>
                <p14:cNvContentPartPr/>
                <p14:nvPr/>
              </p14:nvContentPartPr>
              <p14:xfrm>
                <a:off x="1276105" y="3868417"/>
                <a:ext cx="1820520" cy="35280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A863B11B-F0CD-E093-2C28-54977E5BC14A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269985" y="3862297"/>
                  <a:ext cx="183276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387DA46B-6841-2CF1-F743-0641214B1924}"/>
                    </a:ext>
                  </a:extLst>
                </p14:cNvPr>
                <p14:cNvContentPartPr/>
                <p14:nvPr/>
              </p14:nvContentPartPr>
              <p14:xfrm>
                <a:off x="2377345" y="4058497"/>
                <a:ext cx="290160" cy="24336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387DA46B-6841-2CF1-F743-0641214B1924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371225" y="4052377"/>
                  <a:ext cx="3024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5640B333-595A-0524-B40C-F88BB095776C}"/>
                    </a:ext>
                  </a:extLst>
                </p14:cNvPr>
                <p14:cNvContentPartPr/>
                <p14:nvPr/>
              </p14:nvContentPartPr>
              <p14:xfrm>
                <a:off x="2743825" y="4178737"/>
                <a:ext cx="212400" cy="15588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5640B333-595A-0524-B40C-F88BB095776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737705" y="4172617"/>
                  <a:ext cx="2246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4098361D-D962-EF58-4BB8-AECBF20E24C4}"/>
                    </a:ext>
                  </a:extLst>
                </p14:cNvPr>
                <p14:cNvContentPartPr/>
                <p14:nvPr/>
              </p14:nvContentPartPr>
              <p14:xfrm>
                <a:off x="2558425" y="3505537"/>
                <a:ext cx="33120" cy="2304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4098361D-D962-EF58-4BB8-AECBF20E24C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552305" y="3499417"/>
                  <a:ext cx="453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B4CBD979-C1A5-0AAC-038E-B85351C93FE9}"/>
                    </a:ext>
                  </a:extLst>
                </p14:cNvPr>
                <p14:cNvContentPartPr/>
                <p14:nvPr/>
              </p14:nvContentPartPr>
              <p14:xfrm>
                <a:off x="2481745" y="3565657"/>
                <a:ext cx="120600" cy="5724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B4CBD979-C1A5-0AAC-038E-B85351C93FE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475625" y="3559537"/>
                  <a:ext cx="1328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A5E7DAE6-50A9-3FAD-655E-4BA3CA4210AF}"/>
                    </a:ext>
                  </a:extLst>
                </p14:cNvPr>
                <p14:cNvContentPartPr/>
                <p14:nvPr/>
              </p14:nvContentPartPr>
              <p14:xfrm>
                <a:off x="3052705" y="3813337"/>
                <a:ext cx="163080" cy="6552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A5E7DAE6-50A9-3FAD-655E-4BA3CA4210AF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046585" y="3807217"/>
                  <a:ext cx="1753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2534805B-D4C0-0879-5EDE-9180B07EDE4F}"/>
                    </a:ext>
                  </a:extLst>
                </p14:cNvPr>
                <p14:cNvContentPartPr/>
                <p14:nvPr/>
              </p14:nvContentPartPr>
              <p14:xfrm>
                <a:off x="2435305" y="3538657"/>
                <a:ext cx="286560" cy="5976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2534805B-D4C0-0879-5EDE-9180B07EDE4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429185" y="3532537"/>
                  <a:ext cx="2988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0C61B7B2-2929-9852-AA1B-8383040051A3}"/>
                    </a:ext>
                  </a:extLst>
                </p14:cNvPr>
                <p14:cNvContentPartPr/>
                <p14:nvPr/>
              </p14:nvContentPartPr>
              <p14:xfrm>
                <a:off x="3042985" y="3778777"/>
                <a:ext cx="138240" cy="8244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0C61B7B2-2929-9852-AA1B-8383040051A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036865" y="3772657"/>
                  <a:ext cx="1504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4FE605DD-822A-1BEF-E396-42A0F7DB25E8}"/>
                    </a:ext>
                  </a:extLst>
                </p14:cNvPr>
                <p14:cNvContentPartPr/>
                <p14:nvPr/>
              </p14:nvContentPartPr>
              <p14:xfrm>
                <a:off x="2397505" y="3449765"/>
                <a:ext cx="486360" cy="254160"/>
              </p14:xfrm>
            </p:contentPart>
          </mc:Choice>
          <mc:Fallback xmlns=""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4FE605DD-822A-1BEF-E396-42A0F7DB25E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391385" y="3443645"/>
                  <a:ext cx="498600" cy="26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212" name="Tinta 211">
                <a:extLst>
                  <a:ext uri="{FF2B5EF4-FFF2-40B4-BE49-F238E27FC236}">
                    <a16:creationId xmlns:a16="http://schemas.microsoft.com/office/drawing/2014/main" id="{58F83426-6B2A-8AA8-B5D2-E193F7CB3687}"/>
                  </a:ext>
                </a:extLst>
              </p14:cNvPr>
              <p14:cNvContentPartPr/>
              <p14:nvPr/>
            </p14:nvContentPartPr>
            <p14:xfrm>
              <a:off x="2536105" y="2337365"/>
              <a:ext cx="1952640" cy="39960"/>
            </p14:xfrm>
          </p:contentPart>
        </mc:Choice>
        <mc:Fallback xmlns="">
          <p:pic>
            <p:nvPicPr>
              <p:cNvPr id="212" name="Tinta 211">
                <a:extLst>
                  <a:ext uri="{FF2B5EF4-FFF2-40B4-BE49-F238E27FC236}">
                    <a16:creationId xmlns:a16="http://schemas.microsoft.com/office/drawing/2014/main" id="{58F83426-6B2A-8AA8-B5D2-E193F7CB3687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2529985" y="2331245"/>
                <a:ext cx="1964880" cy="5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7" name="Agrupar 216">
            <a:extLst>
              <a:ext uri="{FF2B5EF4-FFF2-40B4-BE49-F238E27FC236}">
                <a16:creationId xmlns:a16="http://schemas.microsoft.com/office/drawing/2014/main" id="{B4B90D83-6C0E-A7AA-A7F8-A321201E4D2A}"/>
              </a:ext>
            </a:extLst>
          </p:cNvPr>
          <p:cNvGrpSpPr/>
          <p:nvPr/>
        </p:nvGrpSpPr>
        <p:grpSpPr>
          <a:xfrm>
            <a:off x="5264185" y="5254445"/>
            <a:ext cx="830880" cy="380880"/>
            <a:chOff x="5264185" y="5254445"/>
            <a:chExt cx="830880" cy="38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343C2BCB-BEBA-FEFE-3FFB-8234DF93327F}"/>
                    </a:ext>
                  </a:extLst>
                </p14:cNvPr>
                <p14:cNvContentPartPr/>
                <p14:nvPr/>
              </p14:nvContentPartPr>
              <p14:xfrm>
                <a:off x="5264185" y="5254445"/>
                <a:ext cx="342360" cy="216360"/>
              </p14:xfrm>
            </p:contentPart>
          </mc:Choice>
          <mc:Fallback xmlns=""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343C2BCB-BEBA-FEFE-3FFB-8234DF93327F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258065" y="5248325"/>
                  <a:ext cx="3546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1F9AF13E-BF9E-EE56-F666-2DDCD10176EB}"/>
                    </a:ext>
                  </a:extLst>
                </p14:cNvPr>
                <p14:cNvContentPartPr/>
                <p14:nvPr/>
              </p14:nvContentPartPr>
              <p14:xfrm>
                <a:off x="5599705" y="5465765"/>
                <a:ext cx="193320" cy="150480"/>
              </p14:xfrm>
            </p:contentPart>
          </mc:Choice>
          <mc:Fallback xmlns=""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1F9AF13E-BF9E-EE56-F666-2DDCD10176EB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593585" y="5459645"/>
                  <a:ext cx="2055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09F5CF9E-3C21-C90B-E6B6-2E8BB2940461}"/>
                    </a:ext>
                  </a:extLst>
                </p14:cNvPr>
                <p14:cNvContentPartPr/>
                <p14:nvPr/>
              </p14:nvContentPartPr>
              <p14:xfrm>
                <a:off x="5912185" y="5513645"/>
                <a:ext cx="128520" cy="18360"/>
              </p14:xfrm>
            </p:contentPart>
          </mc:Choice>
          <mc:Fallback xmlns=""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09F5CF9E-3C21-C90B-E6B6-2E8BB294046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906065" y="5507525"/>
                  <a:ext cx="1407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ABE57BFC-82A0-C6A6-C11F-5B7E08003CE6}"/>
                    </a:ext>
                  </a:extLst>
                </p14:cNvPr>
                <p14:cNvContentPartPr/>
                <p14:nvPr/>
              </p14:nvContentPartPr>
              <p14:xfrm>
                <a:off x="5910025" y="5605085"/>
                <a:ext cx="185040" cy="30240"/>
              </p14:xfrm>
            </p:contentPart>
          </mc:Choice>
          <mc:Fallback xmlns=""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ABE57BFC-82A0-C6A6-C11F-5B7E08003CE6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903905" y="5598965"/>
                  <a:ext cx="197280" cy="4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225" name="Tinta 224">
                <a:extLst>
                  <a:ext uri="{FF2B5EF4-FFF2-40B4-BE49-F238E27FC236}">
                    <a16:creationId xmlns:a16="http://schemas.microsoft.com/office/drawing/2014/main" id="{E970D6A7-C6AE-299C-C5A2-5BCEBB80CB72}"/>
                  </a:ext>
                </a:extLst>
              </p14:cNvPr>
              <p14:cNvContentPartPr/>
              <p14:nvPr/>
            </p14:nvContentPartPr>
            <p14:xfrm>
              <a:off x="1405705" y="1631045"/>
              <a:ext cx="1584000" cy="397080"/>
            </p14:xfrm>
          </p:contentPart>
        </mc:Choice>
        <mc:Fallback xmlns="">
          <p:pic>
            <p:nvPicPr>
              <p:cNvPr id="225" name="Tinta 224">
                <a:extLst>
                  <a:ext uri="{FF2B5EF4-FFF2-40B4-BE49-F238E27FC236}">
                    <a16:creationId xmlns:a16="http://schemas.microsoft.com/office/drawing/2014/main" id="{E970D6A7-C6AE-299C-C5A2-5BCEBB80CB72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1399585" y="1624925"/>
                <a:ext cx="159624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249" name="Tinta 248">
                <a:extLst>
                  <a:ext uri="{FF2B5EF4-FFF2-40B4-BE49-F238E27FC236}">
                    <a16:creationId xmlns:a16="http://schemas.microsoft.com/office/drawing/2014/main" id="{1CF69C3B-2BD0-3661-1A25-B3BF9188CDDE}"/>
                  </a:ext>
                </a:extLst>
              </p14:cNvPr>
              <p14:cNvContentPartPr/>
              <p14:nvPr/>
            </p14:nvContentPartPr>
            <p14:xfrm>
              <a:off x="8432545" y="5680325"/>
              <a:ext cx="314280" cy="364320"/>
            </p14:xfrm>
          </p:contentPart>
        </mc:Choice>
        <mc:Fallback xmlns="">
          <p:pic>
            <p:nvPicPr>
              <p:cNvPr id="249" name="Tinta 248">
                <a:extLst>
                  <a:ext uri="{FF2B5EF4-FFF2-40B4-BE49-F238E27FC236}">
                    <a16:creationId xmlns:a16="http://schemas.microsoft.com/office/drawing/2014/main" id="{1CF69C3B-2BD0-3661-1A25-B3BF9188CDDE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8426425" y="5674205"/>
                <a:ext cx="326520" cy="37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4" name="Agrupar 293">
            <a:extLst>
              <a:ext uri="{FF2B5EF4-FFF2-40B4-BE49-F238E27FC236}">
                <a16:creationId xmlns:a16="http://schemas.microsoft.com/office/drawing/2014/main" id="{A47E0283-AC36-B046-77FC-DCCD9CDED287}"/>
              </a:ext>
            </a:extLst>
          </p:cNvPr>
          <p:cNvGrpSpPr/>
          <p:nvPr/>
        </p:nvGrpSpPr>
        <p:grpSpPr>
          <a:xfrm>
            <a:off x="2656345" y="5840885"/>
            <a:ext cx="3429000" cy="719280"/>
            <a:chOff x="2656345" y="5840885"/>
            <a:chExt cx="3429000" cy="71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B81295CE-022C-756F-F2A9-C2C7E6B64F03}"/>
                    </a:ext>
                  </a:extLst>
                </p14:cNvPr>
                <p14:cNvContentPartPr/>
                <p14:nvPr/>
              </p14:nvContentPartPr>
              <p14:xfrm>
                <a:off x="2697385" y="6114125"/>
                <a:ext cx="250200" cy="293040"/>
              </p14:xfrm>
            </p:contentPart>
          </mc:Choice>
          <mc:Fallback xmlns=""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B81295CE-022C-756F-F2A9-C2C7E6B64F03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691265" y="6108005"/>
                  <a:ext cx="2624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71F875E5-7F16-AF86-52F5-DFCE72945606}"/>
                    </a:ext>
                  </a:extLst>
                </p14:cNvPr>
                <p14:cNvContentPartPr/>
                <p14:nvPr/>
              </p14:nvContentPartPr>
              <p14:xfrm>
                <a:off x="3042985" y="6193325"/>
                <a:ext cx="22680" cy="11880"/>
              </p14:xfrm>
            </p:contentPart>
          </mc:Choice>
          <mc:Fallback xmlns=""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71F875E5-7F16-AF86-52F5-DFCE72945606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036865" y="6187205"/>
                  <a:ext cx="349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5A45A46A-6695-6527-6B9E-C66C383F5552}"/>
                    </a:ext>
                  </a:extLst>
                </p14:cNvPr>
                <p14:cNvContentPartPr/>
                <p14:nvPr/>
              </p14:nvContentPartPr>
              <p14:xfrm>
                <a:off x="2915545" y="6145445"/>
                <a:ext cx="279360" cy="218520"/>
              </p14:xfrm>
            </p:contentPart>
          </mc:Choice>
          <mc:Fallback xmlns=""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5A45A46A-6695-6527-6B9E-C66C383F555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909425" y="6139325"/>
                  <a:ext cx="2916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FDE06270-1C7B-FA50-F97E-F8325DE1DB3F}"/>
                    </a:ext>
                  </a:extLst>
                </p14:cNvPr>
                <p14:cNvContentPartPr/>
                <p14:nvPr/>
              </p14:nvContentPartPr>
              <p14:xfrm>
                <a:off x="3206065" y="5906765"/>
                <a:ext cx="204840" cy="163440"/>
              </p14:xfrm>
            </p:contentPart>
          </mc:Choice>
          <mc:Fallback xmlns=""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FDE06270-1C7B-FA50-F97E-F8325DE1DB3F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199945" y="5900645"/>
                  <a:ext cx="2170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9EE9B6AF-735F-6080-D6C2-0C7B447689E5}"/>
                    </a:ext>
                  </a:extLst>
                </p14:cNvPr>
                <p14:cNvContentPartPr/>
                <p14:nvPr/>
              </p14:nvContentPartPr>
              <p14:xfrm>
                <a:off x="3431785" y="5840885"/>
                <a:ext cx="183240" cy="219240"/>
              </p14:xfrm>
            </p:contentPart>
          </mc:Choice>
          <mc:Fallback xmlns=""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9EE9B6AF-735F-6080-D6C2-0C7B447689E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425665" y="5834765"/>
                  <a:ext cx="1954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77" name="Tinta 276">
                  <a:extLst>
                    <a:ext uri="{FF2B5EF4-FFF2-40B4-BE49-F238E27FC236}">
                      <a16:creationId xmlns:a16="http://schemas.microsoft.com/office/drawing/2014/main" id="{A7A4D52A-9F82-249C-B18B-A0FDBBF141B2}"/>
                    </a:ext>
                  </a:extLst>
                </p14:cNvPr>
                <p14:cNvContentPartPr/>
                <p14:nvPr/>
              </p14:nvContentPartPr>
              <p14:xfrm>
                <a:off x="3464545" y="6275765"/>
                <a:ext cx="318600" cy="95040"/>
              </p14:xfrm>
            </p:contentPart>
          </mc:Choice>
          <mc:Fallback xmlns="">
            <p:pic>
              <p:nvPicPr>
                <p:cNvPr id="277" name="Tinta 276">
                  <a:extLst>
                    <a:ext uri="{FF2B5EF4-FFF2-40B4-BE49-F238E27FC236}">
                      <a16:creationId xmlns:a16="http://schemas.microsoft.com/office/drawing/2014/main" id="{A7A4D52A-9F82-249C-B18B-A0FDBBF141B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458425" y="6269645"/>
                  <a:ext cx="3308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78" name="Tinta 277">
                  <a:extLst>
                    <a:ext uri="{FF2B5EF4-FFF2-40B4-BE49-F238E27FC236}">
                      <a16:creationId xmlns:a16="http://schemas.microsoft.com/office/drawing/2014/main" id="{3A70FDA8-B479-E188-B670-714BCC002374}"/>
                    </a:ext>
                  </a:extLst>
                </p14:cNvPr>
                <p14:cNvContentPartPr/>
                <p14:nvPr/>
              </p14:nvContentPartPr>
              <p14:xfrm>
                <a:off x="3495145" y="6333725"/>
                <a:ext cx="174240" cy="103320"/>
              </p14:xfrm>
            </p:contentPart>
          </mc:Choice>
          <mc:Fallback xmlns="">
            <p:pic>
              <p:nvPicPr>
                <p:cNvPr id="278" name="Tinta 277">
                  <a:extLst>
                    <a:ext uri="{FF2B5EF4-FFF2-40B4-BE49-F238E27FC236}">
                      <a16:creationId xmlns:a16="http://schemas.microsoft.com/office/drawing/2014/main" id="{3A70FDA8-B479-E188-B670-714BCC002374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489025" y="6327605"/>
                  <a:ext cx="1864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3FC20D2D-AC74-92DA-521B-8740E65B80C5}"/>
                    </a:ext>
                  </a:extLst>
                </p14:cNvPr>
                <p14:cNvContentPartPr/>
                <p14:nvPr/>
              </p14:nvContentPartPr>
              <p14:xfrm>
                <a:off x="4077625" y="5984165"/>
                <a:ext cx="561600" cy="440280"/>
              </p14:xfrm>
            </p:contentPart>
          </mc:Choice>
          <mc:Fallback xmlns=""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3FC20D2D-AC74-92DA-521B-8740E65B80C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071505" y="5978045"/>
                  <a:ext cx="57384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6A1F6F86-84F5-5742-9427-A37DE004CDA7}"/>
                    </a:ext>
                  </a:extLst>
                </p14:cNvPr>
                <p14:cNvContentPartPr/>
                <p14:nvPr/>
              </p14:nvContentPartPr>
              <p14:xfrm>
                <a:off x="2656345" y="6057245"/>
                <a:ext cx="817920" cy="384480"/>
              </p14:xfrm>
            </p:contentPart>
          </mc:Choice>
          <mc:Fallback xmlns=""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6A1F6F86-84F5-5742-9427-A37DE004CDA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650225" y="6051125"/>
                  <a:ext cx="83016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79" name="Tinta 278">
                  <a:extLst>
                    <a:ext uri="{FF2B5EF4-FFF2-40B4-BE49-F238E27FC236}">
                      <a16:creationId xmlns:a16="http://schemas.microsoft.com/office/drawing/2014/main" id="{6564E2C9-B254-4552-229A-D37B5A03938D}"/>
                    </a:ext>
                  </a:extLst>
                </p14:cNvPr>
                <p14:cNvContentPartPr/>
                <p14:nvPr/>
              </p14:nvContentPartPr>
              <p14:xfrm>
                <a:off x="4110385" y="6181805"/>
                <a:ext cx="323280" cy="131040"/>
              </p14:xfrm>
            </p:contentPart>
          </mc:Choice>
          <mc:Fallback xmlns="">
            <p:pic>
              <p:nvPicPr>
                <p:cNvPr id="279" name="Tinta 278">
                  <a:extLst>
                    <a:ext uri="{FF2B5EF4-FFF2-40B4-BE49-F238E27FC236}">
                      <a16:creationId xmlns:a16="http://schemas.microsoft.com/office/drawing/2014/main" id="{6564E2C9-B254-4552-229A-D37B5A03938D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104265" y="6175685"/>
                  <a:ext cx="3355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969841E5-8FBE-7FB0-5440-3C5605DC809A}"/>
                    </a:ext>
                  </a:extLst>
                </p14:cNvPr>
                <p14:cNvContentPartPr/>
                <p14:nvPr/>
              </p14:nvContentPartPr>
              <p14:xfrm>
                <a:off x="4638505" y="6237605"/>
                <a:ext cx="237240" cy="178920"/>
              </p14:xfrm>
            </p:contentPart>
          </mc:Choice>
          <mc:Fallback xmlns=""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969841E5-8FBE-7FB0-5440-3C5605DC809A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632385" y="6231485"/>
                  <a:ext cx="249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82" name="Tinta 281">
                  <a:extLst>
                    <a:ext uri="{FF2B5EF4-FFF2-40B4-BE49-F238E27FC236}">
                      <a16:creationId xmlns:a16="http://schemas.microsoft.com/office/drawing/2014/main" id="{13185FE7-7354-AF16-BBE0-E810C280A07A}"/>
                    </a:ext>
                  </a:extLst>
                </p14:cNvPr>
                <p14:cNvContentPartPr/>
                <p14:nvPr/>
              </p14:nvContentPartPr>
              <p14:xfrm>
                <a:off x="4649305" y="6253445"/>
                <a:ext cx="182880" cy="151200"/>
              </p14:xfrm>
            </p:contentPart>
          </mc:Choice>
          <mc:Fallback xmlns="">
            <p:pic>
              <p:nvPicPr>
                <p:cNvPr id="282" name="Tinta 281">
                  <a:extLst>
                    <a:ext uri="{FF2B5EF4-FFF2-40B4-BE49-F238E27FC236}">
                      <a16:creationId xmlns:a16="http://schemas.microsoft.com/office/drawing/2014/main" id="{13185FE7-7354-AF16-BBE0-E810C280A07A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643185" y="6247325"/>
                  <a:ext cx="1951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84" name="Tinta 283">
                  <a:extLst>
                    <a:ext uri="{FF2B5EF4-FFF2-40B4-BE49-F238E27FC236}">
                      <a16:creationId xmlns:a16="http://schemas.microsoft.com/office/drawing/2014/main" id="{AD240CA1-C071-A9A5-6DF7-AB6C2C2B26AA}"/>
                    </a:ext>
                  </a:extLst>
                </p14:cNvPr>
                <p14:cNvContentPartPr/>
                <p14:nvPr/>
              </p14:nvContentPartPr>
              <p14:xfrm>
                <a:off x="5166985" y="6254165"/>
                <a:ext cx="184680" cy="236880"/>
              </p14:xfrm>
            </p:contentPart>
          </mc:Choice>
          <mc:Fallback xmlns="">
            <p:pic>
              <p:nvPicPr>
                <p:cNvPr id="284" name="Tinta 283">
                  <a:extLst>
                    <a:ext uri="{FF2B5EF4-FFF2-40B4-BE49-F238E27FC236}">
                      <a16:creationId xmlns:a16="http://schemas.microsoft.com/office/drawing/2014/main" id="{AD240CA1-C071-A9A5-6DF7-AB6C2C2B26A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160865" y="6248045"/>
                  <a:ext cx="1969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85" name="Tinta 284">
                  <a:extLst>
                    <a:ext uri="{FF2B5EF4-FFF2-40B4-BE49-F238E27FC236}">
                      <a16:creationId xmlns:a16="http://schemas.microsoft.com/office/drawing/2014/main" id="{D13B0328-AD47-09C2-9B8B-DDBDD424BC83}"/>
                    </a:ext>
                  </a:extLst>
                </p14:cNvPr>
                <p14:cNvContentPartPr/>
                <p14:nvPr/>
              </p14:nvContentPartPr>
              <p14:xfrm>
                <a:off x="5458225" y="6329045"/>
                <a:ext cx="146160" cy="149400"/>
              </p14:xfrm>
            </p:contentPart>
          </mc:Choice>
          <mc:Fallback xmlns="">
            <p:pic>
              <p:nvPicPr>
                <p:cNvPr id="285" name="Tinta 284">
                  <a:extLst>
                    <a:ext uri="{FF2B5EF4-FFF2-40B4-BE49-F238E27FC236}">
                      <a16:creationId xmlns:a16="http://schemas.microsoft.com/office/drawing/2014/main" id="{D13B0328-AD47-09C2-9B8B-DDBDD424BC8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5452105" y="6322925"/>
                  <a:ext cx="1584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86" name="Tinta 285">
                  <a:extLst>
                    <a:ext uri="{FF2B5EF4-FFF2-40B4-BE49-F238E27FC236}">
                      <a16:creationId xmlns:a16="http://schemas.microsoft.com/office/drawing/2014/main" id="{1950EFB1-59FF-078E-5C57-543D4F55BB45}"/>
                    </a:ext>
                  </a:extLst>
                </p14:cNvPr>
                <p14:cNvContentPartPr/>
                <p14:nvPr/>
              </p14:nvContentPartPr>
              <p14:xfrm>
                <a:off x="5609785" y="6155165"/>
                <a:ext cx="248040" cy="73080"/>
              </p14:xfrm>
            </p:contentPart>
          </mc:Choice>
          <mc:Fallback xmlns="">
            <p:pic>
              <p:nvPicPr>
                <p:cNvPr id="286" name="Tinta 285">
                  <a:extLst>
                    <a:ext uri="{FF2B5EF4-FFF2-40B4-BE49-F238E27FC236}">
                      <a16:creationId xmlns:a16="http://schemas.microsoft.com/office/drawing/2014/main" id="{1950EFB1-59FF-078E-5C57-543D4F55BB4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603665" y="6149045"/>
                  <a:ext cx="2602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87" name="Tinta 286">
                  <a:extLst>
                    <a:ext uri="{FF2B5EF4-FFF2-40B4-BE49-F238E27FC236}">
                      <a16:creationId xmlns:a16="http://schemas.microsoft.com/office/drawing/2014/main" id="{A7F57D6D-0594-8123-67D2-E647D2320760}"/>
                    </a:ext>
                  </a:extLst>
                </p14:cNvPr>
                <p14:cNvContentPartPr/>
                <p14:nvPr/>
              </p14:nvContentPartPr>
              <p14:xfrm>
                <a:off x="5879425" y="6099725"/>
                <a:ext cx="205920" cy="168840"/>
              </p14:xfrm>
            </p:contentPart>
          </mc:Choice>
          <mc:Fallback xmlns="">
            <p:pic>
              <p:nvPicPr>
                <p:cNvPr id="287" name="Tinta 286">
                  <a:extLst>
                    <a:ext uri="{FF2B5EF4-FFF2-40B4-BE49-F238E27FC236}">
                      <a16:creationId xmlns:a16="http://schemas.microsoft.com/office/drawing/2014/main" id="{A7F57D6D-0594-8123-67D2-E647D2320760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873305" y="6093605"/>
                  <a:ext cx="2181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92" name="Tinta 291">
                  <a:extLst>
                    <a:ext uri="{FF2B5EF4-FFF2-40B4-BE49-F238E27FC236}">
                      <a16:creationId xmlns:a16="http://schemas.microsoft.com/office/drawing/2014/main" id="{0511C41D-1FDC-41A1-AC8B-FA2D64D43325}"/>
                    </a:ext>
                  </a:extLst>
                </p14:cNvPr>
                <p14:cNvContentPartPr/>
                <p14:nvPr/>
              </p14:nvContentPartPr>
              <p14:xfrm>
                <a:off x="5092825" y="6229685"/>
                <a:ext cx="861840" cy="330480"/>
              </p14:xfrm>
            </p:contentPart>
          </mc:Choice>
          <mc:Fallback xmlns="">
            <p:pic>
              <p:nvPicPr>
                <p:cNvPr id="292" name="Tinta 291">
                  <a:extLst>
                    <a:ext uri="{FF2B5EF4-FFF2-40B4-BE49-F238E27FC236}">
                      <a16:creationId xmlns:a16="http://schemas.microsoft.com/office/drawing/2014/main" id="{0511C41D-1FDC-41A1-AC8B-FA2D64D43325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086705" y="6223565"/>
                  <a:ext cx="874080" cy="34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148" name="Tinta 147">
                <a:extLst>
                  <a:ext uri="{FF2B5EF4-FFF2-40B4-BE49-F238E27FC236}">
                    <a16:creationId xmlns:a16="http://schemas.microsoft.com/office/drawing/2014/main" id="{CD43270A-6E21-DDC5-0A72-A0FC410F7330}"/>
                  </a:ext>
                </a:extLst>
              </p14:cNvPr>
              <p14:cNvContentPartPr/>
              <p14:nvPr/>
            </p14:nvContentPartPr>
            <p14:xfrm>
              <a:off x="7769065" y="4554577"/>
              <a:ext cx="212400" cy="12240"/>
            </p14:xfrm>
          </p:contentPart>
        </mc:Choice>
        <mc:Fallback xmlns="">
          <p:pic>
            <p:nvPicPr>
              <p:cNvPr id="148" name="Tinta 147">
                <a:extLst>
                  <a:ext uri="{FF2B5EF4-FFF2-40B4-BE49-F238E27FC236}">
                    <a16:creationId xmlns:a16="http://schemas.microsoft.com/office/drawing/2014/main" id="{CD43270A-6E21-DDC5-0A72-A0FC410F7330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7762945" y="4548457"/>
                <a:ext cx="22464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149" name="Tinta 148">
                <a:extLst>
                  <a:ext uri="{FF2B5EF4-FFF2-40B4-BE49-F238E27FC236}">
                    <a16:creationId xmlns:a16="http://schemas.microsoft.com/office/drawing/2014/main" id="{7F96E5D2-AC5E-0507-794A-2252A9316F60}"/>
                  </a:ext>
                </a:extLst>
              </p14:cNvPr>
              <p14:cNvContentPartPr/>
              <p14:nvPr/>
            </p14:nvContentPartPr>
            <p14:xfrm>
              <a:off x="7818025" y="4648897"/>
              <a:ext cx="228600" cy="14040"/>
            </p14:xfrm>
          </p:contentPart>
        </mc:Choice>
        <mc:Fallback xmlns="">
          <p:pic>
            <p:nvPicPr>
              <p:cNvPr id="149" name="Tinta 148">
                <a:extLst>
                  <a:ext uri="{FF2B5EF4-FFF2-40B4-BE49-F238E27FC236}">
                    <a16:creationId xmlns:a16="http://schemas.microsoft.com/office/drawing/2014/main" id="{7F96E5D2-AC5E-0507-794A-2252A9316F60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7811905" y="4642777"/>
                <a:ext cx="24084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155" name="Tinta 154">
                <a:extLst>
                  <a:ext uri="{FF2B5EF4-FFF2-40B4-BE49-F238E27FC236}">
                    <a16:creationId xmlns:a16="http://schemas.microsoft.com/office/drawing/2014/main" id="{5FCE096E-D802-D78C-E716-1024ECB87616}"/>
                  </a:ext>
                </a:extLst>
              </p14:cNvPr>
              <p14:cNvContentPartPr/>
              <p14:nvPr/>
            </p14:nvContentPartPr>
            <p14:xfrm>
              <a:off x="8658625" y="4451617"/>
              <a:ext cx="174960" cy="261000"/>
            </p14:xfrm>
          </p:contentPart>
        </mc:Choice>
        <mc:Fallback xmlns="">
          <p:pic>
            <p:nvPicPr>
              <p:cNvPr id="155" name="Tinta 154">
                <a:extLst>
                  <a:ext uri="{FF2B5EF4-FFF2-40B4-BE49-F238E27FC236}">
                    <a16:creationId xmlns:a16="http://schemas.microsoft.com/office/drawing/2014/main" id="{5FCE096E-D802-D78C-E716-1024ECB87616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8652505" y="4445497"/>
                <a:ext cx="18720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156" name="Tinta 155">
                <a:extLst>
                  <a:ext uri="{FF2B5EF4-FFF2-40B4-BE49-F238E27FC236}">
                    <a16:creationId xmlns:a16="http://schemas.microsoft.com/office/drawing/2014/main" id="{BEA8DA98-9B4E-285B-80ED-6BBFCEA2A214}"/>
                  </a:ext>
                </a:extLst>
              </p14:cNvPr>
              <p14:cNvContentPartPr/>
              <p14:nvPr/>
            </p14:nvContentPartPr>
            <p14:xfrm>
              <a:off x="9102865" y="4629457"/>
              <a:ext cx="161640" cy="163440"/>
            </p14:xfrm>
          </p:contentPart>
        </mc:Choice>
        <mc:Fallback xmlns="">
          <p:pic>
            <p:nvPicPr>
              <p:cNvPr id="156" name="Tinta 155">
                <a:extLst>
                  <a:ext uri="{FF2B5EF4-FFF2-40B4-BE49-F238E27FC236}">
                    <a16:creationId xmlns:a16="http://schemas.microsoft.com/office/drawing/2014/main" id="{BEA8DA98-9B4E-285B-80ED-6BBFCEA2A214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9096745" y="4623337"/>
                <a:ext cx="17388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157" name="Tinta 156">
                <a:extLst>
                  <a:ext uri="{FF2B5EF4-FFF2-40B4-BE49-F238E27FC236}">
                    <a16:creationId xmlns:a16="http://schemas.microsoft.com/office/drawing/2014/main" id="{9219C4DC-84CB-2375-25B1-B0AB511A80CB}"/>
                  </a:ext>
                </a:extLst>
              </p14:cNvPr>
              <p14:cNvContentPartPr/>
              <p14:nvPr/>
            </p14:nvContentPartPr>
            <p14:xfrm>
              <a:off x="9135265" y="4616857"/>
              <a:ext cx="182880" cy="126360"/>
            </p14:xfrm>
          </p:contentPart>
        </mc:Choice>
        <mc:Fallback xmlns="">
          <p:pic>
            <p:nvPicPr>
              <p:cNvPr id="157" name="Tinta 156">
                <a:extLst>
                  <a:ext uri="{FF2B5EF4-FFF2-40B4-BE49-F238E27FC236}">
                    <a16:creationId xmlns:a16="http://schemas.microsoft.com/office/drawing/2014/main" id="{9219C4DC-84CB-2375-25B1-B0AB511A80CB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9129145" y="4610737"/>
                <a:ext cx="19512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140" name="Tinta 139">
                <a:extLst>
                  <a:ext uri="{FF2B5EF4-FFF2-40B4-BE49-F238E27FC236}">
                    <a16:creationId xmlns:a16="http://schemas.microsoft.com/office/drawing/2014/main" id="{584A472A-CF65-74F7-F89E-851826DC415E}"/>
                  </a:ext>
                </a:extLst>
              </p14:cNvPr>
              <p14:cNvContentPartPr/>
              <p14:nvPr/>
            </p14:nvContentPartPr>
            <p14:xfrm>
              <a:off x="10018705" y="4369537"/>
              <a:ext cx="398160" cy="189000"/>
            </p14:xfrm>
          </p:contentPart>
        </mc:Choice>
        <mc:Fallback xmlns="">
          <p:pic>
            <p:nvPicPr>
              <p:cNvPr id="140" name="Tinta 139">
                <a:extLst>
                  <a:ext uri="{FF2B5EF4-FFF2-40B4-BE49-F238E27FC236}">
                    <a16:creationId xmlns:a16="http://schemas.microsoft.com/office/drawing/2014/main" id="{584A472A-CF65-74F7-F89E-851826DC415E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10012585" y="4363417"/>
                <a:ext cx="41040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141" name="Tinta 140">
                <a:extLst>
                  <a:ext uri="{FF2B5EF4-FFF2-40B4-BE49-F238E27FC236}">
                    <a16:creationId xmlns:a16="http://schemas.microsoft.com/office/drawing/2014/main" id="{7250F61E-6E68-B802-EA99-878687A5392C}"/>
                  </a:ext>
                </a:extLst>
              </p14:cNvPr>
              <p14:cNvContentPartPr/>
              <p14:nvPr/>
            </p14:nvContentPartPr>
            <p14:xfrm>
              <a:off x="10567705" y="4538737"/>
              <a:ext cx="54720" cy="137880"/>
            </p14:xfrm>
          </p:contentPart>
        </mc:Choice>
        <mc:Fallback xmlns="">
          <p:pic>
            <p:nvPicPr>
              <p:cNvPr id="141" name="Tinta 140">
                <a:extLst>
                  <a:ext uri="{FF2B5EF4-FFF2-40B4-BE49-F238E27FC236}">
                    <a16:creationId xmlns:a16="http://schemas.microsoft.com/office/drawing/2014/main" id="{7250F61E-6E68-B802-EA99-878687A5392C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10561585" y="4532617"/>
                <a:ext cx="6696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142" name="Tinta 141">
                <a:extLst>
                  <a:ext uri="{FF2B5EF4-FFF2-40B4-BE49-F238E27FC236}">
                    <a16:creationId xmlns:a16="http://schemas.microsoft.com/office/drawing/2014/main" id="{94791BC2-9F5D-AD1D-D243-6180C09B85D3}"/>
                  </a:ext>
                </a:extLst>
              </p14:cNvPr>
              <p14:cNvContentPartPr/>
              <p14:nvPr/>
            </p14:nvContentPartPr>
            <p14:xfrm>
              <a:off x="10690105" y="4449817"/>
              <a:ext cx="189720" cy="137520"/>
            </p14:xfrm>
          </p:contentPart>
        </mc:Choice>
        <mc:Fallback xmlns="">
          <p:pic>
            <p:nvPicPr>
              <p:cNvPr id="142" name="Tinta 141">
                <a:extLst>
                  <a:ext uri="{FF2B5EF4-FFF2-40B4-BE49-F238E27FC236}">
                    <a16:creationId xmlns:a16="http://schemas.microsoft.com/office/drawing/2014/main" id="{94791BC2-9F5D-AD1D-D243-6180C09B85D3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10683985" y="4443697"/>
                <a:ext cx="20196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144" name="Tinta 143">
                <a:extLst>
                  <a:ext uri="{FF2B5EF4-FFF2-40B4-BE49-F238E27FC236}">
                    <a16:creationId xmlns:a16="http://schemas.microsoft.com/office/drawing/2014/main" id="{2DC7119D-21D7-A5F4-013D-F5C17C0E433D}"/>
                  </a:ext>
                </a:extLst>
              </p14:cNvPr>
              <p14:cNvContentPartPr/>
              <p14:nvPr/>
            </p14:nvContentPartPr>
            <p14:xfrm>
              <a:off x="10674625" y="4399057"/>
              <a:ext cx="152280" cy="116280"/>
            </p14:xfrm>
          </p:contentPart>
        </mc:Choice>
        <mc:Fallback xmlns="">
          <p:pic>
            <p:nvPicPr>
              <p:cNvPr id="144" name="Tinta 143">
                <a:extLst>
                  <a:ext uri="{FF2B5EF4-FFF2-40B4-BE49-F238E27FC236}">
                    <a16:creationId xmlns:a16="http://schemas.microsoft.com/office/drawing/2014/main" id="{2DC7119D-21D7-A5F4-013D-F5C17C0E433D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10668505" y="4392937"/>
                <a:ext cx="1645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159" name="Tinta 158">
                <a:extLst>
                  <a:ext uri="{FF2B5EF4-FFF2-40B4-BE49-F238E27FC236}">
                    <a16:creationId xmlns:a16="http://schemas.microsoft.com/office/drawing/2014/main" id="{4D3F78EB-B544-44E4-F991-E687E52C1545}"/>
                  </a:ext>
                </a:extLst>
              </p14:cNvPr>
              <p14:cNvContentPartPr/>
              <p14:nvPr/>
            </p14:nvContentPartPr>
            <p14:xfrm>
              <a:off x="9652945" y="4582297"/>
              <a:ext cx="150120" cy="282240"/>
            </p14:xfrm>
          </p:contentPart>
        </mc:Choice>
        <mc:Fallback xmlns="">
          <p:pic>
            <p:nvPicPr>
              <p:cNvPr id="159" name="Tinta 158">
                <a:extLst>
                  <a:ext uri="{FF2B5EF4-FFF2-40B4-BE49-F238E27FC236}">
                    <a16:creationId xmlns:a16="http://schemas.microsoft.com/office/drawing/2014/main" id="{4D3F78EB-B544-44E4-F991-E687E52C1545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9646825" y="4576177"/>
                <a:ext cx="16236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160" name="Tinta 159">
                <a:extLst>
                  <a:ext uri="{FF2B5EF4-FFF2-40B4-BE49-F238E27FC236}">
                    <a16:creationId xmlns:a16="http://schemas.microsoft.com/office/drawing/2014/main" id="{CC302401-1505-4245-1D28-E8EE0BD730E3}"/>
                  </a:ext>
                </a:extLst>
              </p14:cNvPr>
              <p14:cNvContentPartPr/>
              <p14:nvPr/>
            </p14:nvContentPartPr>
            <p14:xfrm>
              <a:off x="9883345" y="4687417"/>
              <a:ext cx="163800" cy="145440"/>
            </p14:xfrm>
          </p:contentPart>
        </mc:Choice>
        <mc:Fallback xmlns="">
          <p:pic>
            <p:nvPicPr>
              <p:cNvPr id="160" name="Tinta 159">
                <a:extLst>
                  <a:ext uri="{FF2B5EF4-FFF2-40B4-BE49-F238E27FC236}">
                    <a16:creationId xmlns:a16="http://schemas.microsoft.com/office/drawing/2014/main" id="{CC302401-1505-4245-1D28-E8EE0BD730E3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9877225" y="4681297"/>
                <a:ext cx="17604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3">
            <p14:nvContentPartPr>
              <p14:cNvPr id="161" name="Tinta 160">
                <a:extLst>
                  <a:ext uri="{FF2B5EF4-FFF2-40B4-BE49-F238E27FC236}">
                    <a16:creationId xmlns:a16="http://schemas.microsoft.com/office/drawing/2014/main" id="{8AB41CFB-050E-B520-3F20-5B9C4B607719}"/>
                  </a:ext>
                </a:extLst>
              </p14:cNvPr>
              <p14:cNvContentPartPr/>
              <p14:nvPr/>
            </p14:nvContentPartPr>
            <p14:xfrm>
              <a:off x="10264945" y="4620457"/>
              <a:ext cx="77040" cy="108000"/>
            </p14:xfrm>
          </p:contentPart>
        </mc:Choice>
        <mc:Fallback xmlns="">
          <p:pic>
            <p:nvPicPr>
              <p:cNvPr id="161" name="Tinta 160">
                <a:extLst>
                  <a:ext uri="{FF2B5EF4-FFF2-40B4-BE49-F238E27FC236}">
                    <a16:creationId xmlns:a16="http://schemas.microsoft.com/office/drawing/2014/main" id="{8AB41CFB-050E-B520-3F20-5B9C4B607719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10258825" y="4614337"/>
                <a:ext cx="8928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5">
            <p14:nvContentPartPr>
              <p14:cNvPr id="162" name="Tinta 161">
                <a:extLst>
                  <a:ext uri="{FF2B5EF4-FFF2-40B4-BE49-F238E27FC236}">
                    <a16:creationId xmlns:a16="http://schemas.microsoft.com/office/drawing/2014/main" id="{3B59FD2B-197C-5CD7-6FE7-55D59CEC47C0}"/>
                  </a:ext>
                </a:extLst>
              </p14:cNvPr>
              <p14:cNvContentPartPr/>
              <p14:nvPr/>
            </p14:nvContentPartPr>
            <p14:xfrm>
              <a:off x="10395625" y="4593457"/>
              <a:ext cx="123840" cy="121680"/>
            </p14:xfrm>
          </p:contentPart>
        </mc:Choice>
        <mc:Fallback xmlns="">
          <p:pic>
            <p:nvPicPr>
              <p:cNvPr id="162" name="Tinta 161">
                <a:extLst>
                  <a:ext uri="{FF2B5EF4-FFF2-40B4-BE49-F238E27FC236}">
                    <a16:creationId xmlns:a16="http://schemas.microsoft.com/office/drawing/2014/main" id="{3B59FD2B-197C-5CD7-6FE7-55D59CEC47C0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10389505" y="4587337"/>
                <a:ext cx="13608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164" name="Tinta 163">
                <a:extLst>
                  <a:ext uri="{FF2B5EF4-FFF2-40B4-BE49-F238E27FC236}">
                    <a16:creationId xmlns:a16="http://schemas.microsoft.com/office/drawing/2014/main" id="{63AA5FD9-9DE3-45CE-AAE5-E4B05B8A4861}"/>
                  </a:ext>
                </a:extLst>
              </p14:cNvPr>
              <p14:cNvContentPartPr/>
              <p14:nvPr/>
            </p14:nvContentPartPr>
            <p14:xfrm>
              <a:off x="10665625" y="4811257"/>
              <a:ext cx="150480" cy="133200"/>
            </p14:xfrm>
          </p:contentPart>
        </mc:Choice>
        <mc:Fallback xmlns="">
          <p:pic>
            <p:nvPicPr>
              <p:cNvPr id="164" name="Tinta 163">
                <a:extLst>
                  <a:ext uri="{FF2B5EF4-FFF2-40B4-BE49-F238E27FC236}">
                    <a16:creationId xmlns:a16="http://schemas.microsoft.com/office/drawing/2014/main" id="{63AA5FD9-9DE3-45CE-AAE5-E4B05B8A4861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10659505" y="4805137"/>
                <a:ext cx="1627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165" name="Tinta 164">
                <a:extLst>
                  <a:ext uri="{FF2B5EF4-FFF2-40B4-BE49-F238E27FC236}">
                    <a16:creationId xmlns:a16="http://schemas.microsoft.com/office/drawing/2014/main" id="{A217C809-6CF5-B77D-4C23-8FF1D0AD0DEE}"/>
                  </a:ext>
                </a:extLst>
              </p14:cNvPr>
              <p14:cNvContentPartPr/>
              <p14:nvPr/>
            </p14:nvContentPartPr>
            <p14:xfrm>
              <a:off x="10632865" y="4827457"/>
              <a:ext cx="248040" cy="140040"/>
            </p14:xfrm>
          </p:contentPart>
        </mc:Choice>
        <mc:Fallback xmlns="">
          <p:pic>
            <p:nvPicPr>
              <p:cNvPr id="165" name="Tinta 164">
                <a:extLst>
                  <a:ext uri="{FF2B5EF4-FFF2-40B4-BE49-F238E27FC236}">
                    <a16:creationId xmlns:a16="http://schemas.microsoft.com/office/drawing/2014/main" id="{A217C809-6CF5-B77D-4C23-8FF1D0AD0DEE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10626745" y="4821337"/>
                <a:ext cx="26028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166" name="Tinta 165">
                <a:extLst>
                  <a:ext uri="{FF2B5EF4-FFF2-40B4-BE49-F238E27FC236}">
                    <a16:creationId xmlns:a16="http://schemas.microsoft.com/office/drawing/2014/main" id="{3C27C04A-1AD7-54E9-A175-F3BAA0B1888D}"/>
                  </a:ext>
                </a:extLst>
              </p14:cNvPr>
              <p14:cNvContentPartPr/>
              <p14:nvPr/>
            </p14:nvContentPartPr>
            <p14:xfrm>
              <a:off x="11183305" y="4745737"/>
              <a:ext cx="75960" cy="220320"/>
            </p14:xfrm>
          </p:contentPart>
        </mc:Choice>
        <mc:Fallback xmlns="">
          <p:pic>
            <p:nvPicPr>
              <p:cNvPr id="166" name="Tinta 165">
                <a:extLst>
                  <a:ext uri="{FF2B5EF4-FFF2-40B4-BE49-F238E27FC236}">
                    <a16:creationId xmlns:a16="http://schemas.microsoft.com/office/drawing/2014/main" id="{3C27C04A-1AD7-54E9-A175-F3BAA0B1888D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11177185" y="4739617"/>
                <a:ext cx="8820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3">
            <p14:nvContentPartPr>
              <p14:cNvPr id="167" name="Tinta 166">
                <a:extLst>
                  <a:ext uri="{FF2B5EF4-FFF2-40B4-BE49-F238E27FC236}">
                    <a16:creationId xmlns:a16="http://schemas.microsoft.com/office/drawing/2014/main" id="{D6B44389-5C77-FB76-F3DB-037DE02161C8}"/>
                  </a:ext>
                </a:extLst>
              </p14:cNvPr>
              <p14:cNvContentPartPr/>
              <p14:nvPr/>
            </p14:nvContentPartPr>
            <p14:xfrm>
              <a:off x="11259625" y="4758697"/>
              <a:ext cx="213840" cy="173880"/>
            </p14:xfrm>
          </p:contentPart>
        </mc:Choice>
        <mc:Fallback xmlns="">
          <p:pic>
            <p:nvPicPr>
              <p:cNvPr id="167" name="Tinta 166">
                <a:extLst>
                  <a:ext uri="{FF2B5EF4-FFF2-40B4-BE49-F238E27FC236}">
                    <a16:creationId xmlns:a16="http://schemas.microsoft.com/office/drawing/2014/main" id="{D6B44389-5C77-FB76-F3DB-037DE02161C8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11253505" y="4752577"/>
                <a:ext cx="22608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5">
            <p14:nvContentPartPr>
              <p14:cNvPr id="168" name="Tinta 167">
                <a:extLst>
                  <a:ext uri="{FF2B5EF4-FFF2-40B4-BE49-F238E27FC236}">
                    <a16:creationId xmlns:a16="http://schemas.microsoft.com/office/drawing/2014/main" id="{5DA13008-65DA-4732-ADDE-F3A332A80689}"/>
                  </a:ext>
                </a:extLst>
              </p14:cNvPr>
              <p14:cNvContentPartPr/>
              <p14:nvPr/>
            </p14:nvContentPartPr>
            <p14:xfrm>
              <a:off x="11473825" y="4603177"/>
              <a:ext cx="258840" cy="64080"/>
            </p14:xfrm>
          </p:contentPart>
        </mc:Choice>
        <mc:Fallback xmlns="">
          <p:pic>
            <p:nvPicPr>
              <p:cNvPr id="168" name="Tinta 167">
                <a:extLst>
                  <a:ext uri="{FF2B5EF4-FFF2-40B4-BE49-F238E27FC236}">
                    <a16:creationId xmlns:a16="http://schemas.microsoft.com/office/drawing/2014/main" id="{5DA13008-65DA-4732-ADDE-F3A332A80689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11467705" y="4597057"/>
                <a:ext cx="27108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7">
            <p14:nvContentPartPr>
              <p14:cNvPr id="169" name="Tinta 168">
                <a:extLst>
                  <a:ext uri="{FF2B5EF4-FFF2-40B4-BE49-F238E27FC236}">
                    <a16:creationId xmlns:a16="http://schemas.microsoft.com/office/drawing/2014/main" id="{C8FCD317-9FE8-C1AA-FC9D-94A4FCD5EEA1}"/>
                  </a:ext>
                </a:extLst>
              </p14:cNvPr>
              <p14:cNvContentPartPr/>
              <p14:nvPr/>
            </p14:nvContentPartPr>
            <p14:xfrm>
              <a:off x="11689105" y="4500577"/>
              <a:ext cx="287640" cy="242280"/>
            </p14:xfrm>
          </p:contentPart>
        </mc:Choice>
        <mc:Fallback xmlns="">
          <p:pic>
            <p:nvPicPr>
              <p:cNvPr id="169" name="Tinta 168">
                <a:extLst>
                  <a:ext uri="{FF2B5EF4-FFF2-40B4-BE49-F238E27FC236}">
                    <a16:creationId xmlns:a16="http://schemas.microsoft.com/office/drawing/2014/main" id="{C8FCD317-9FE8-C1AA-FC9D-94A4FCD5EEA1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11682985" y="4494457"/>
                <a:ext cx="29988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175" name="Tinta 174">
                <a:extLst>
                  <a:ext uri="{FF2B5EF4-FFF2-40B4-BE49-F238E27FC236}">
                    <a16:creationId xmlns:a16="http://schemas.microsoft.com/office/drawing/2014/main" id="{D7557D4E-1205-19BB-2F24-C89695638345}"/>
                  </a:ext>
                </a:extLst>
              </p14:cNvPr>
              <p14:cNvContentPartPr/>
              <p14:nvPr/>
            </p14:nvContentPartPr>
            <p14:xfrm>
              <a:off x="10169185" y="4367377"/>
              <a:ext cx="2059200" cy="375840"/>
            </p14:xfrm>
          </p:contentPart>
        </mc:Choice>
        <mc:Fallback xmlns="">
          <p:pic>
            <p:nvPicPr>
              <p:cNvPr id="175" name="Tinta 174">
                <a:extLst>
                  <a:ext uri="{FF2B5EF4-FFF2-40B4-BE49-F238E27FC236}">
                    <a16:creationId xmlns:a16="http://schemas.microsoft.com/office/drawing/2014/main" id="{D7557D4E-1205-19BB-2F24-C89695638345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10163065" y="4361257"/>
                <a:ext cx="207144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307" name="Tinta 306">
                <a:extLst>
                  <a:ext uri="{FF2B5EF4-FFF2-40B4-BE49-F238E27FC236}">
                    <a16:creationId xmlns:a16="http://schemas.microsoft.com/office/drawing/2014/main" id="{BD862692-D68B-1383-47F8-852BE05D62B6}"/>
                  </a:ext>
                </a:extLst>
              </p14:cNvPr>
              <p14:cNvContentPartPr/>
              <p14:nvPr/>
            </p14:nvContentPartPr>
            <p14:xfrm>
              <a:off x="7289905" y="6118445"/>
              <a:ext cx="1996200" cy="638280"/>
            </p14:xfrm>
          </p:contentPart>
        </mc:Choice>
        <mc:Fallback xmlns="">
          <p:pic>
            <p:nvPicPr>
              <p:cNvPr id="307" name="Tinta 306">
                <a:extLst>
                  <a:ext uri="{FF2B5EF4-FFF2-40B4-BE49-F238E27FC236}">
                    <a16:creationId xmlns:a16="http://schemas.microsoft.com/office/drawing/2014/main" id="{BD862692-D68B-1383-47F8-852BE05D62B6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7283785" y="6112325"/>
                <a:ext cx="2008440" cy="65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3">
            <p14:nvContentPartPr>
              <p14:cNvPr id="308" name="Tinta 307">
                <a:extLst>
                  <a:ext uri="{FF2B5EF4-FFF2-40B4-BE49-F238E27FC236}">
                    <a16:creationId xmlns:a16="http://schemas.microsoft.com/office/drawing/2014/main" id="{EAD26956-FDE8-1A42-E8A3-CF3344CB52C3}"/>
                  </a:ext>
                </a:extLst>
              </p14:cNvPr>
              <p14:cNvContentPartPr/>
              <p14:nvPr/>
            </p14:nvContentPartPr>
            <p14:xfrm>
              <a:off x="8712625" y="5009285"/>
              <a:ext cx="3460680" cy="529560"/>
            </p14:xfrm>
          </p:contentPart>
        </mc:Choice>
        <mc:Fallback xmlns="">
          <p:pic>
            <p:nvPicPr>
              <p:cNvPr id="308" name="Tinta 307">
                <a:extLst>
                  <a:ext uri="{FF2B5EF4-FFF2-40B4-BE49-F238E27FC236}">
                    <a16:creationId xmlns:a16="http://schemas.microsoft.com/office/drawing/2014/main" id="{EAD26956-FDE8-1A42-E8A3-CF3344CB52C3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8706505" y="5003165"/>
                <a:ext cx="3472920" cy="54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2" name="Agrupar 311">
            <a:extLst>
              <a:ext uri="{FF2B5EF4-FFF2-40B4-BE49-F238E27FC236}">
                <a16:creationId xmlns:a16="http://schemas.microsoft.com/office/drawing/2014/main" id="{464438F0-83E4-5E17-1FF9-91F99D6B233E}"/>
              </a:ext>
            </a:extLst>
          </p:cNvPr>
          <p:cNvGrpSpPr/>
          <p:nvPr/>
        </p:nvGrpSpPr>
        <p:grpSpPr>
          <a:xfrm>
            <a:off x="6501865" y="5076937"/>
            <a:ext cx="5694840" cy="1677268"/>
            <a:chOff x="6501865" y="5076937"/>
            <a:chExt cx="5694840" cy="167726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7FB2401A-EC2E-3BD4-8B56-CCA791AA23C8}"/>
                    </a:ext>
                  </a:extLst>
                </p14:cNvPr>
                <p14:cNvContentPartPr/>
                <p14:nvPr/>
              </p14:nvContentPartPr>
              <p14:xfrm>
                <a:off x="7755025" y="5388337"/>
                <a:ext cx="11160" cy="12240"/>
              </p14:xfrm>
            </p:contentPart>
          </mc:Choice>
          <mc:Fallback xmlns=""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7FB2401A-EC2E-3BD4-8B56-CCA791AA23C8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748905" y="5382217"/>
                  <a:ext cx="23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FE6E84DD-A328-3FE9-E545-4B6125E6BDE2}"/>
                    </a:ext>
                  </a:extLst>
                </p14:cNvPr>
                <p14:cNvContentPartPr/>
                <p14:nvPr/>
              </p14:nvContentPartPr>
              <p14:xfrm>
                <a:off x="7787785" y="5372497"/>
                <a:ext cx="270000" cy="19080"/>
              </p14:xfrm>
            </p:contentPart>
          </mc:Choice>
          <mc:Fallback xmlns=""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FE6E84DD-A328-3FE9-E545-4B6125E6BDE2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781665" y="5366377"/>
                  <a:ext cx="2822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3B401D94-F6FB-BCCE-5B87-E959C6511FDD}"/>
                    </a:ext>
                  </a:extLst>
                </p14:cNvPr>
                <p14:cNvContentPartPr/>
                <p14:nvPr/>
              </p14:nvContentPartPr>
              <p14:xfrm>
                <a:off x="7850785" y="5484817"/>
                <a:ext cx="207000" cy="23040"/>
              </p14:xfrm>
            </p:contentPart>
          </mc:Choice>
          <mc:Fallback xmlns=""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3B401D94-F6FB-BCCE-5B87-E959C6511FDD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7844665" y="5478697"/>
                  <a:ext cx="219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D9D350B0-38B1-B34C-DDE8-8480A1029AAC}"/>
                    </a:ext>
                  </a:extLst>
                </p14:cNvPr>
                <p14:cNvContentPartPr/>
                <p14:nvPr/>
              </p14:nvContentPartPr>
              <p14:xfrm>
                <a:off x="8707585" y="5076937"/>
                <a:ext cx="363240" cy="275040"/>
              </p14:xfrm>
            </p:contentPart>
          </mc:Choice>
          <mc:Fallback xmlns=""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D9D350B0-38B1-B34C-DDE8-8480A1029AAC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701465" y="5070817"/>
                  <a:ext cx="3754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AC5941EF-B80C-ED33-52BD-BD2B413430A6}"/>
                    </a:ext>
                  </a:extLst>
                </p14:cNvPr>
                <p14:cNvContentPartPr/>
                <p14:nvPr/>
              </p14:nvContentPartPr>
              <p14:xfrm>
                <a:off x="9543865" y="5218777"/>
                <a:ext cx="139320" cy="202320"/>
              </p14:xfrm>
            </p:contentPart>
          </mc:Choice>
          <mc:Fallback xmlns=""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AC5941EF-B80C-ED33-52BD-BD2B413430A6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9537745" y="5212657"/>
                  <a:ext cx="1515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5D4F2098-D82B-F319-F54A-9CB52BD9E7AA}"/>
                    </a:ext>
                  </a:extLst>
                </p14:cNvPr>
                <p14:cNvContentPartPr/>
                <p14:nvPr/>
              </p14:nvContentPartPr>
              <p14:xfrm>
                <a:off x="9478705" y="5304097"/>
                <a:ext cx="291600" cy="133200"/>
              </p14:xfrm>
            </p:contentPart>
          </mc:Choice>
          <mc:Fallback xmlns=""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5D4F2098-D82B-F319-F54A-9CB52BD9E7AA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472585" y="5297977"/>
                  <a:ext cx="3038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EC8FEAFC-F6D0-BEE6-7D49-641689638B6C}"/>
                    </a:ext>
                  </a:extLst>
                </p14:cNvPr>
                <p14:cNvContentPartPr/>
                <p14:nvPr/>
              </p14:nvContentPartPr>
              <p14:xfrm>
                <a:off x="10439545" y="5263057"/>
                <a:ext cx="161280" cy="255960"/>
              </p14:xfrm>
            </p:contentPart>
          </mc:Choice>
          <mc:Fallback xmlns=""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EC8FEAFC-F6D0-BEE6-7D49-641689638B6C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433425" y="5256937"/>
                  <a:ext cx="1735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59E79777-CE29-BB37-547D-9C136697D45C}"/>
                    </a:ext>
                  </a:extLst>
                </p14:cNvPr>
                <p14:cNvContentPartPr/>
                <p14:nvPr/>
              </p14:nvContentPartPr>
              <p14:xfrm>
                <a:off x="10593985" y="5349817"/>
                <a:ext cx="211320" cy="141840"/>
              </p14:xfrm>
            </p:contentPart>
          </mc:Choice>
          <mc:Fallback xmlns=""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59E79777-CE29-BB37-547D-9C136697D45C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587865" y="5343697"/>
                  <a:ext cx="2235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43735E67-A016-A6C4-8A35-9A580592A722}"/>
                    </a:ext>
                  </a:extLst>
                </p14:cNvPr>
                <p14:cNvContentPartPr/>
                <p14:nvPr/>
              </p14:nvContentPartPr>
              <p14:xfrm>
                <a:off x="10956505" y="5137057"/>
                <a:ext cx="139680" cy="167400"/>
              </p14:xfrm>
            </p:contentPart>
          </mc:Choice>
          <mc:Fallback xmlns=""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43735E67-A016-A6C4-8A35-9A580592A722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950385" y="5130937"/>
                  <a:ext cx="1519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02047FD4-46A7-4268-EEAF-AAB759472FD7}"/>
                    </a:ext>
                  </a:extLst>
                </p14:cNvPr>
                <p14:cNvContentPartPr/>
                <p14:nvPr/>
              </p14:nvContentPartPr>
              <p14:xfrm>
                <a:off x="11343505" y="5168017"/>
                <a:ext cx="506520" cy="286920"/>
              </p14:xfrm>
            </p:contentPart>
          </mc:Choice>
          <mc:Fallback xmlns=""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02047FD4-46A7-4268-EEAF-AAB759472FD7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1337385" y="5161897"/>
                  <a:ext cx="51876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62C53F71-0CE1-8D76-4569-E5D1913872CE}"/>
                    </a:ext>
                  </a:extLst>
                </p14:cNvPr>
                <p14:cNvContentPartPr/>
                <p14:nvPr/>
              </p14:nvContentPartPr>
              <p14:xfrm>
                <a:off x="6501865" y="5504645"/>
                <a:ext cx="23760" cy="250560"/>
              </p14:xfrm>
            </p:contentPart>
          </mc:Choice>
          <mc:Fallback xmlns=""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62C53F71-0CE1-8D76-4569-E5D1913872CE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495745" y="5498525"/>
                  <a:ext cx="360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2267E22F-1A8B-959B-7457-F4BFD5CBB3C5}"/>
                    </a:ext>
                  </a:extLst>
                </p14:cNvPr>
                <p14:cNvContentPartPr/>
                <p14:nvPr/>
              </p14:nvContentPartPr>
              <p14:xfrm>
                <a:off x="6524905" y="5573045"/>
                <a:ext cx="185760" cy="91800"/>
              </p14:xfrm>
            </p:contentPart>
          </mc:Choice>
          <mc:Fallback xmlns=""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2267E22F-1A8B-959B-7457-F4BFD5CBB3C5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518785" y="5566925"/>
                  <a:ext cx="1980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2830B812-5576-AE6B-8955-2C158A8A40E0}"/>
                    </a:ext>
                  </a:extLst>
                </p14:cNvPr>
                <p14:cNvContentPartPr/>
                <p14:nvPr/>
              </p14:nvContentPartPr>
              <p14:xfrm>
                <a:off x="6570265" y="5676365"/>
                <a:ext cx="144720" cy="96480"/>
              </p14:xfrm>
            </p:contentPart>
          </mc:Choice>
          <mc:Fallback xmlns=""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2830B812-5576-AE6B-8955-2C158A8A40E0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6564145" y="5670245"/>
                  <a:ext cx="1569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89B67F42-24A1-B0F6-E891-63B193E39CC5}"/>
                    </a:ext>
                  </a:extLst>
                </p14:cNvPr>
                <p14:cNvContentPartPr/>
                <p14:nvPr/>
              </p14:nvContentPartPr>
              <p14:xfrm>
                <a:off x="7014865" y="5622365"/>
                <a:ext cx="234360" cy="326880"/>
              </p14:xfrm>
            </p:contentPart>
          </mc:Choice>
          <mc:Fallback xmlns=""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89B67F42-24A1-B0F6-E891-63B193E39CC5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008745" y="5616245"/>
                  <a:ext cx="24660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7B9FE197-37E6-F622-29E5-0B98E66E1663}"/>
                    </a:ext>
                  </a:extLst>
                </p14:cNvPr>
                <p14:cNvContentPartPr/>
                <p14:nvPr/>
              </p14:nvContentPartPr>
              <p14:xfrm>
                <a:off x="6538945" y="5805245"/>
                <a:ext cx="795240" cy="51840"/>
              </p14:xfrm>
            </p:contentPart>
          </mc:Choice>
          <mc:Fallback xmlns=""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7B9FE197-37E6-F622-29E5-0B98E66E1663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6532825" y="5799125"/>
                  <a:ext cx="8074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A19CCD17-6C18-E60D-4465-EF9AF1DDA622}"/>
                    </a:ext>
                  </a:extLst>
                </p14:cNvPr>
                <p14:cNvContentPartPr/>
                <p14:nvPr/>
              </p14:nvContentPartPr>
              <p14:xfrm>
                <a:off x="6808225" y="5960765"/>
                <a:ext cx="295920" cy="158040"/>
              </p14:xfrm>
            </p:contentPart>
          </mc:Choice>
          <mc:Fallback xmlns=""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A19CCD17-6C18-E60D-4465-EF9AF1DDA622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6802105" y="5954645"/>
                  <a:ext cx="3081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A2281EE8-8E07-3156-82FC-1DCDA7C57863}"/>
                    </a:ext>
                  </a:extLst>
                </p14:cNvPr>
                <p14:cNvContentPartPr/>
                <p14:nvPr/>
              </p14:nvContentPartPr>
              <p14:xfrm>
                <a:off x="7085065" y="6079205"/>
                <a:ext cx="180000" cy="179280"/>
              </p14:xfrm>
            </p:contentPart>
          </mc:Choice>
          <mc:Fallback xmlns=""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A2281EE8-8E07-3156-82FC-1DCDA7C57863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078945" y="6073085"/>
                  <a:ext cx="1922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79DABE51-41CA-87E3-468D-5E7F888CC2E2}"/>
                    </a:ext>
                  </a:extLst>
                </p14:cNvPr>
                <p14:cNvContentPartPr/>
                <p14:nvPr/>
              </p14:nvContentPartPr>
              <p14:xfrm>
                <a:off x="7594105" y="5855285"/>
                <a:ext cx="150840" cy="9000"/>
              </p14:xfrm>
            </p:contentPart>
          </mc:Choice>
          <mc:Fallback xmlns=""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79DABE51-41CA-87E3-468D-5E7F888CC2E2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587985" y="5849165"/>
                  <a:ext cx="1630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399E3ECA-DF5D-8351-B879-D37C43F5EAA6}"/>
                    </a:ext>
                  </a:extLst>
                </p14:cNvPr>
                <p14:cNvContentPartPr/>
                <p14:nvPr/>
              </p14:nvContentPartPr>
              <p14:xfrm>
                <a:off x="7581145" y="5939165"/>
                <a:ext cx="141480" cy="30240"/>
              </p14:xfrm>
            </p:contentPart>
          </mc:Choice>
          <mc:Fallback xmlns=""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399E3ECA-DF5D-8351-B879-D37C43F5EAA6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575025" y="5933045"/>
                  <a:ext cx="1537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CB8A1866-0D5B-FC83-C9FE-B0888D50E5FE}"/>
                    </a:ext>
                  </a:extLst>
                </p14:cNvPr>
                <p14:cNvContentPartPr/>
                <p14:nvPr/>
              </p14:nvContentPartPr>
              <p14:xfrm>
                <a:off x="10643665" y="5937005"/>
                <a:ext cx="200880" cy="183960"/>
              </p14:xfrm>
            </p:contentPart>
          </mc:Choice>
          <mc:Fallback xmlns=""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CB8A1866-0D5B-FC83-C9FE-B0888D50E5FE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637545" y="5930885"/>
                  <a:ext cx="2131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00F26272-8457-6EFB-55F0-1F67D47C6947}"/>
                    </a:ext>
                  </a:extLst>
                </p14:cNvPr>
                <p14:cNvContentPartPr/>
                <p14:nvPr/>
              </p14:nvContentPartPr>
              <p14:xfrm>
                <a:off x="11041465" y="6065165"/>
                <a:ext cx="141480" cy="94320"/>
              </p14:xfrm>
            </p:contentPart>
          </mc:Choice>
          <mc:Fallback xmlns=""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00F26272-8457-6EFB-55F0-1F67D47C6947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1035345" y="6059045"/>
                  <a:ext cx="1537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B6101DF5-2D2C-E3BD-F6E7-B76CE98AB8BC}"/>
                    </a:ext>
                  </a:extLst>
                </p14:cNvPr>
                <p14:cNvContentPartPr/>
                <p14:nvPr/>
              </p14:nvContentPartPr>
              <p14:xfrm>
                <a:off x="10989265" y="6024485"/>
                <a:ext cx="193680" cy="112320"/>
              </p14:xfrm>
            </p:contentPart>
          </mc:Choice>
          <mc:Fallback xmlns=""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B6101DF5-2D2C-E3BD-F6E7-B76CE98AB8B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983145" y="6018365"/>
                  <a:ext cx="2059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16A8CDF7-AE30-A4D4-BF41-7CB44146F4B2}"/>
                    </a:ext>
                  </a:extLst>
                </p14:cNvPr>
                <p14:cNvContentPartPr/>
                <p14:nvPr/>
              </p14:nvContentPartPr>
              <p14:xfrm>
                <a:off x="9373945" y="5731445"/>
                <a:ext cx="49320" cy="269280"/>
              </p14:xfrm>
            </p:contentPart>
          </mc:Choice>
          <mc:Fallback xmlns=""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16A8CDF7-AE30-A4D4-BF41-7CB44146F4B2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9367825" y="5725325"/>
                  <a:ext cx="615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D1CAC921-0DEB-2CBC-BD6B-2EA84CA23F65}"/>
                    </a:ext>
                  </a:extLst>
                </p14:cNvPr>
                <p14:cNvContentPartPr/>
                <p14:nvPr/>
              </p14:nvContentPartPr>
              <p14:xfrm>
                <a:off x="9553945" y="5811005"/>
                <a:ext cx="163080" cy="160920"/>
              </p14:xfrm>
            </p:contentPart>
          </mc:Choice>
          <mc:Fallback xmlns=""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D1CAC921-0DEB-2CBC-BD6B-2EA84CA23F65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9547825" y="5804885"/>
                  <a:ext cx="1753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F1D05D9F-24A4-7E5F-3F92-D18A3AA52195}"/>
                    </a:ext>
                  </a:extLst>
                </p14:cNvPr>
                <p14:cNvContentPartPr/>
                <p14:nvPr/>
              </p14:nvContentPartPr>
              <p14:xfrm>
                <a:off x="9706585" y="5728925"/>
                <a:ext cx="172440" cy="11160"/>
              </p14:xfrm>
            </p:contentPart>
          </mc:Choice>
          <mc:Fallback xmlns=""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F1D05D9F-24A4-7E5F-3F92-D18A3AA52195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9700465" y="5722805"/>
                  <a:ext cx="184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41" name="Tinta 240">
                  <a:extLst>
                    <a:ext uri="{FF2B5EF4-FFF2-40B4-BE49-F238E27FC236}">
                      <a16:creationId xmlns:a16="http://schemas.microsoft.com/office/drawing/2014/main" id="{F31CF2ED-107C-42BA-1A6F-D51110B82EDF}"/>
                    </a:ext>
                  </a:extLst>
                </p14:cNvPr>
                <p14:cNvContentPartPr/>
                <p14:nvPr/>
              </p14:nvContentPartPr>
              <p14:xfrm>
                <a:off x="9857785" y="5673485"/>
                <a:ext cx="160920" cy="108720"/>
              </p14:xfrm>
            </p:contentPart>
          </mc:Choice>
          <mc:Fallback xmlns="">
            <p:pic>
              <p:nvPicPr>
                <p:cNvPr id="241" name="Tinta 240">
                  <a:extLst>
                    <a:ext uri="{FF2B5EF4-FFF2-40B4-BE49-F238E27FC236}">
                      <a16:creationId xmlns:a16="http://schemas.microsoft.com/office/drawing/2014/main" id="{F31CF2ED-107C-42BA-1A6F-D51110B82EDF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851665" y="5667365"/>
                  <a:ext cx="173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42" name="Tinta 241">
                  <a:extLst>
                    <a:ext uri="{FF2B5EF4-FFF2-40B4-BE49-F238E27FC236}">
                      <a16:creationId xmlns:a16="http://schemas.microsoft.com/office/drawing/2014/main" id="{BBF85143-0D4A-16C0-BB89-55EE975361AF}"/>
                    </a:ext>
                  </a:extLst>
                </p14:cNvPr>
                <p14:cNvContentPartPr/>
                <p14:nvPr/>
              </p14:nvContentPartPr>
              <p14:xfrm>
                <a:off x="10071985" y="5921165"/>
                <a:ext cx="215640" cy="173880"/>
              </p14:xfrm>
            </p:contentPart>
          </mc:Choice>
          <mc:Fallback xmlns="">
            <p:pic>
              <p:nvPicPr>
                <p:cNvPr id="242" name="Tinta 241">
                  <a:extLst>
                    <a:ext uri="{FF2B5EF4-FFF2-40B4-BE49-F238E27FC236}">
                      <a16:creationId xmlns:a16="http://schemas.microsoft.com/office/drawing/2014/main" id="{BBF85143-0D4A-16C0-BB89-55EE975361AF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065865" y="5915045"/>
                  <a:ext cx="2278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402728DB-300B-9A66-12B2-608DDB9916B0}"/>
                    </a:ext>
                  </a:extLst>
                </p14:cNvPr>
                <p14:cNvContentPartPr/>
                <p14:nvPr/>
              </p14:nvContentPartPr>
              <p14:xfrm>
                <a:off x="10050385" y="5888765"/>
                <a:ext cx="237240" cy="227160"/>
              </p14:xfrm>
            </p:contentPart>
          </mc:Choice>
          <mc:Fallback xmlns=""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402728DB-300B-9A66-12B2-608DDB9916B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044265" y="5882645"/>
                  <a:ext cx="2494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C606AEB0-2677-17EB-4F88-48773C71A25B}"/>
                    </a:ext>
                  </a:extLst>
                </p14:cNvPr>
                <p14:cNvContentPartPr/>
                <p14:nvPr/>
              </p14:nvContentPartPr>
              <p14:xfrm>
                <a:off x="9824305" y="5620925"/>
                <a:ext cx="237960" cy="306720"/>
              </p14:xfrm>
            </p:contentPart>
          </mc:Choice>
          <mc:Fallback xmlns=""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C606AEB0-2677-17EB-4F88-48773C71A25B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818185" y="5614805"/>
                  <a:ext cx="2502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53" name="Tinta 252">
                  <a:extLst>
                    <a:ext uri="{FF2B5EF4-FFF2-40B4-BE49-F238E27FC236}">
                      <a16:creationId xmlns:a16="http://schemas.microsoft.com/office/drawing/2014/main" id="{F3FF62B0-3E89-185B-D778-A14B63611D73}"/>
                    </a:ext>
                  </a:extLst>
                </p14:cNvPr>
                <p14:cNvContentPartPr/>
                <p14:nvPr/>
              </p14:nvContentPartPr>
              <p14:xfrm>
                <a:off x="11509465" y="5952845"/>
                <a:ext cx="136800" cy="194040"/>
              </p14:xfrm>
            </p:contentPart>
          </mc:Choice>
          <mc:Fallback xmlns="">
            <p:pic>
              <p:nvPicPr>
                <p:cNvPr id="253" name="Tinta 252">
                  <a:extLst>
                    <a:ext uri="{FF2B5EF4-FFF2-40B4-BE49-F238E27FC236}">
                      <a16:creationId xmlns:a16="http://schemas.microsoft.com/office/drawing/2014/main" id="{F3FF62B0-3E89-185B-D778-A14B63611D73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1503345" y="5946725"/>
                  <a:ext cx="1490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9D24EA88-FA67-AAFE-ECBC-743A3C164498}"/>
                    </a:ext>
                  </a:extLst>
                </p14:cNvPr>
                <p14:cNvContentPartPr/>
                <p14:nvPr/>
              </p14:nvContentPartPr>
              <p14:xfrm>
                <a:off x="11678305" y="5960765"/>
                <a:ext cx="152640" cy="199080"/>
              </p14:xfrm>
            </p:contentPart>
          </mc:Choice>
          <mc:Fallback xmlns=""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9D24EA88-FA67-AAFE-ECBC-743A3C164498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672185" y="5954645"/>
                  <a:ext cx="1648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55" name="Tinta 254">
                  <a:extLst>
                    <a:ext uri="{FF2B5EF4-FFF2-40B4-BE49-F238E27FC236}">
                      <a16:creationId xmlns:a16="http://schemas.microsoft.com/office/drawing/2014/main" id="{0077473C-4CDD-F226-93DB-40E862196865}"/>
                    </a:ext>
                  </a:extLst>
                </p14:cNvPr>
                <p14:cNvContentPartPr/>
                <p14:nvPr/>
              </p14:nvContentPartPr>
              <p14:xfrm>
                <a:off x="11819425" y="5809205"/>
                <a:ext cx="237240" cy="13680"/>
              </p14:xfrm>
            </p:contentPart>
          </mc:Choice>
          <mc:Fallback xmlns="">
            <p:pic>
              <p:nvPicPr>
                <p:cNvPr id="255" name="Tinta 254">
                  <a:extLst>
                    <a:ext uri="{FF2B5EF4-FFF2-40B4-BE49-F238E27FC236}">
                      <a16:creationId xmlns:a16="http://schemas.microsoft.com/office/drawing/2014/main" id="{0077473C-4CDD-F226-93DB-40E862196865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1813305" y="5803085"/>
                  <a:ext cx="2494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56" name="Tinta 255">
                  <a:extLst>
                    <a:ext uri="{FF2B5EF4-FFF2-40B4-BE49-F238E27FC236}">
                      <a16:creationId xmlns:a16="http://schemas.microsoft.com/office/drawing/2014/main" id="{608B7067-9A69-894D-826C-B2C51EEFA1C9}"/>
                    </a:ext>
                  </a:extLst>
                </p14:cNvPr>
                <p14:cNvContentPartPr/>
                <p14:nvPr/>
              </p14:nvContentPartPr>
              <p14:xfrm>
                <a:off x="12000505" y="5729285"/>
                <a:ext cx="196200" cy="164160"/>
              </p14:xfrm>
            </p:contentPart>
          </mc:Choice>
          <mc:Fallback xmlns="">
            <p:pic>
              <p:nvPicPr>
                <p:cNvPr id="256" name="Tinta 255">
                  <a:extLst>
                    <a:ext uri="{FF2B5EF4-FFF2-40B4-BE49-F238E27FC236}">
                      <a16:creationId xmlns:a16="http://schemas.microsoft.com/office/drawing/2014/main" id="{608B7067-9A69-894D-826C-B2C51EEFA1C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1994385" y="5723165"/>
                  <a:ext cx="2084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3F862D43-B010-96FC-9E19-8C7E25933586}"/>
                    </a:ext>
                  </a:extLst>
                </p14:cNvPr>
                <p14:cNvContentPartPr/>
                <p14:nvPr/>
              </p14:nvContentPartPr>
              <p14:xfrm>
                <a:off x="8411665" y="6088925"/>
                <a:ext cx="3611160" cy="162720"/>
              </p14:xfrm>
            </p:contentPart>
          </mc:Choice>
          <mc:Fallback xmlns=""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3F862D43-B010-96FC-9E19-8C7E25933586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8405545" y="6082805"/>
                  <a:ext cx="36234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613155B2-8FAA-920C-334D-9DE27B5A92E9}"/>
                    </a:ext>
                  </a:extLst>
                </p14:cNvPr>
                <p14:cNvContentPartPr/>
                <p14:nvPr/>
              </p14:nvContentPartPr>
              <p14:xfrm>
                <a:off x="10200865" y="6402845"/>
                <a:ext cx="302400" cy="178200"/>
              </p14:xfrm>
            </p:contentPart>
          </mc:Choice>
          <mc:Fallback xmlns=""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613155B2-8FAA-920C-334D-9DE27B5A92E9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194745" y="6396725"/>
                  <a:ext cx="3146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3D51A929-66A8-11A6-FD9D-7AD23A095CEB}"/>
                    </a:ext>
                  </a:extLst>
                </p14:cNvPr>
                <p14:cNvContentPartPr/>
                <p14:nvPr/>
              </p14:nvContentPartPr>
              <p14:xfrm>
                <a:off x="10654465" y="6524165"/>
                <a:ext cx="33120" cy="153360"/>
              </p14:xfrm>
            </p:contentPart>
          </mc:Choice>
          <mc:Fallback xmlns=""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3D51A929-66A8-11A6-FD9D-7AD23A095CEB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0648345" y="6518045"/>
                  <a:ext cx="453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1AD5AAC9-D008-F6F1-E4BA-F8CD07622220}"/>
                    </a:ext>
                  </a:extLst>
                </p14:cNvPr>
                <p14:cNvContentPartPr/>
                <p14:nvPr/>
              </p14:nvContentPartPr>
              <p14:xfrm>
                <a:off x="10742305" y="6452885"/>
                <a:ext cx="192960" cy="279720"/>
              </p14:xfrm>
            </p:contentPart>
          </mc:Choice>
          <mc:Fallback xmlns=""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1AD5AAC9-D008-F6F1-E4BA-F8CD07622220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0736185" y="6446765"/>
                  <a:ext cx="2052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D1F8FE8E-2FB5-E825-5247-15AC3B56DBE8}"/>
                    </a:ext>
                  </a:extLst>
                </p14:cNvPr>
                <p14:cNvContentPartPr/>
                <p14:nvPr/>
              </p14:nvContentPartPr>
              <p14:xfrm>
                <a:off x="10687225" y="6253445"/>
                <a:ext cx="452520" cy="364320"/>
              </p14:xfrm>
            </p:contentPart>
          </mc:Choice>
          <mc:Fallback xmlns=""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D1F8FE8E-2FB5-E825-5247-15AC3B56DBE8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0681105" y="6247325"/>
                  <a:ext cx="46476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D6E47D5E-4E3E-8336-A445-44DA2596730D}"/>
                    </a:ext>
                  </a:extLst>
                </p14:cNvPr>
                <p14:cNvContentPartPr/>
                <p14:nvPr/>
              </p14:nvContentPartPr>
              <p14:xfrm>
                <a:off x="8521105" y="5724245"/>
                <a:ext cx="160200" cy="72720"/>
              </p14:xfrm>
            </p:contentPart>
          </mc:Choice>
          <mc:Fallback xmlns=""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D6E47D5E-4E3E-8336-A445-44DA2596730D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8514985" y="5718125"/>
                  <a:ext cx="1724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43E12D25-36F8-A3BE-57D1-2B14EC913D00}"/>
                    </a:ext>
                  </a:extLst>
                </p14:cNvPr>
                <p14:cNvContentPartPr/>
                <p14:nvPr/>
              </p14:nvContentPartPr>
              <p14:xfrm>
                <a:off x="8411665" y="5746925"/>
                <a:ext cx="312120" cy="178920"/>
              </p14:xfrm>
            </p:contentPart>
          </mc:Choice>
          <mc:Fallback xmlns=""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43E12D25-36F8-A3BE-57D1-2B14EC913D00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8405545" y="5740805"/>
                  <a:ext cx="3243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F7B78984-1B79-8DD5-B245-D327A277A6B4}"/>
                    </a:ext>
                  </a:extLst>
                </p14:cNvPr>
                <p14:cNvContentPartPr/>
                <p14:nvPr/>
              </p14:nvContentPartPr>
              <p14:xfrm>
                <a:off x="8874625" y="5847365"/>
                <a:ext cx="109080" cy="107640"/>
              </p14:xfrm>
            </p:contentPart>
          </mc:Choice>
          <mc:Fallback xmlns=""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F7B78984-1B79-8DD5-B245-D327A277A6B4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8868505" y="5841245"/>
                  <a:ext cx="1213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71C62F36-C268-6F27-3656-B5368286F06B}"/>
                    </a:ext>
                  </a:extLst>
                </p14:cNvPr>
                <p14:cNvContentPartPr/>
                <p14:nvPr/>
              </p14:nvContentPartPr>
              <p14:xfrm>
                <a:off x="8757265" y="5825045"/>
                <a:ext cx="204840" cy="110520"/>
              </p14:xfrm>
            </p:contentPart>
          </mc:Choice>
          <mc:Fallback xmlns=""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71C62F36-C268-6F27-3656-B5368286F06B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8751145" y="5818925"/>
                  <a:ext cx="2170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3E77CAE7-37B5-3F80-C7FD-844461EC3D41}"/>
                    </a:ext>
                  </a:extLst>
                </p14:cNvPr>
                <p14:cNvContentPartPr/>
                <p14:nvPr/>
              </p14:nvContentPartPr>
              <p14:xfrm>
                <a:off x="8315905" y="5577365"/>
                <a:ext cx="398160" cy="279720"/>
              </p14:xfrm>
            </p:contentPart>
          </mc:Choice>
          <mc:Fallback xmlns=""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3E77CAE7-37B5-3F80-C7FD-844461EC3D41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8309785" y="5571245"/>
                  <a:ext cx="4104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87D4D4F6-4B67-4410-6A09-6F3460EC0FE9}"/>
                    </a:ext>
                  </a:extLst>
                </p14:cNvPr>
                <p14:cNvContentPartPr/>
                <p14:nvPr/>
              </p14:nvContentPartPr>
              <p14:xfrm>
                <a:off x="10028785" y="5540645"/>
                <a:ext cx="33120" cy="16200"/>
              </p14:xfrm>
            </p:contentPart>
          </mc:Choice>
          <mc:Fallback xmlns=""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87D4D4F6-4B67-4410-6A09-6F3460EC0FE9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0022665" y="5534525"/>
                  <a:ext cx="45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75" name="Tinta 274">
                  <a:extLst>
                    <a:ext uri="{FF2B5EF4-FFF2-40B4-BE49-F238E27FC236}">
                      <a16:creationId xmlns:a16="http://schemas.microsoft.com/office/drawing/2014/main" id="{CEE6C71B-D16D-5CA3-B856-40DF13F4B988}"/>
                    </a:ext>
                  </a:extLst>
                </p14:cNvPr>
                <p14:cNvContentPartPr/>
                <p14:nvPr/>
              </p14:nvContentPartPr>
              <p14:xfrm>
                <a:off x="9715585" y="5533085"/>
                <a:ext cx="379800" cy="250560"/>
              </p14:xfrm>
            </p:contentPart>
          </mc:Choice>
          <mc:Fallback xmlns="">
            <p:pic>
              <p:nvPicPr>
                <p:cNvPr id="275" name="Tinta 274">
                  <a:extLst>
                    <a:ext uri="{FF2B5EF4-FFF2-40B4-BE49-F238E27FC236}">
                      <a16:creationId xmlns:a16="http://schemas.microsoft.com/office/drawing/2014/main" id="{CEE6C71B-D16D-5CA3-B856-40DF13F4B988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9709465" y="5526965"/>
                  <a:ext cx="3920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95" name="Tinta 294">
                  <a:extLst>
                    <a:ext uri="{FF2B5EF4-FFF2-40B4-BE49-F238E27FC236}">
                      <a16:creationId xmlns:a16="http://schemas.microsoft.com/office/drawing/2014/main" id="{5D6681F2-15D2-AA9A-EA4F-3EE307BB505E}"/>
                    </a:ext>
                  </a:extLst>
                </p14:cNvPr>
                <p14:cNvContentPartPr/>
                <p14:nvPr/>
              </p14:nvContentPartPr>
              <p14:xfrm>
                <a:off x="6573145" y="6524165"/>
                <a:ext cx="135000" cy="20160"/>
              </p14:xfrm>
            </p:contentPart>
          </mc:Choice>
          <mc:Fallback xmlns="">
            <p:pic>
              <p:nvPicPr>
                <p:cNvPr id="295" name="Tinta 294">
                  <a:extLst>
                    <a:ext uri="{FF2B5EF4-FFF2-40B4-BE49-F238E27FC236}">
                      <a16:creationId xmlns:a16="http://schemas.microsoft.com/office/drawing/2014/main" id="{5D6681F2-15D2-AA9A-EA4F-3EE307BB505E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567025" y="6518045"/>
                  <a:ext cx="1472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96" name="Tinta 295">
                  <a:extLst>
                    <a:ext uri="{FF2B5EF4-FFF2-40B4-BE49-F238E27FC236}">
                      <a16:creationId xmlns:a16="http://schemas.microsoft.com/office/drawing/2014/main" id="{E718004E-AD4F-8BB1-FAF1-D5548BCF8FCB}"/>
                    </a:ext>
                  </a:extLst>
                </p14:cNvPr>
                <p14:cNvContentPartPr/>
                <p14:nvPr/>
              </p14:nvContentPartPr>
              <p14:xfrm>
                <a:off x="6546865" y="6596525"/>
                <a:ext cx="291600" cy="37080"/>
              </p14:xfrm>
            </p:contentPart>
          </mc:Choice>
          <mc:Fallback xmlns="">
            <p:pic>
              <p:nvPicPr>
                <p:cNvPr id="296" name="Tinta 295">
                  <a:extLst>
                    <a:ext uri="{FF2B5EF4-FFF2-40B4-BE49-F238E27FC236}">
                      <a16:creationId xmlns:a16="http://schemas.microsoft.com/office/drawing/2014/main" id="{E718004E-AD4F-8BB1-FAF1-D5548BCF8FCB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6540745" y="6590405"/>
                  <a:ext cx="3038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98" name="Tinta 297">
                  <a:extLst>
                    <a:ext uri="{FF2B5EF4-FFF2-40B4-BE49-F238E27FC236}">
                      <a16:creationId xmlns:a16="http://schemas.microsoft.com/office/drawing/2014/main" id="{247B60B4-E7F3-4B1B-52B9-572FFD361927}"/>
                    </a:ext>
                  </a:extLst>
                </p14:cNvPr>
                <p14:cNvContentPartPr/>
                <p14:nvPr/>
              </p14:nvContentPartPr>
              <p14:xfrm>
                <a:off x="7452985" y="6507245"/>
                <a:ext cx="236520" cy="176400"/>
              </p14:xfrm>
            </p:contentPart>
          </mc:Choice>
          <mc:Fallback xmlns="">
            <p:pic>
              <p:nvPicPr>
                <p:cNvPr id="298" name="Tinta 297">
                  <a:extLst>
                    <a:ext uri="{FF2B5EF4-FFF2-40B4-BE49-F238E27FC236}">
                      <a16:creationId xmlns:a16="http://schemas.microsoft.com/office/drawing/2014/main" id="{247B60B4-E7F3-4B1B-52B9-572FFD361927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446865" y="6501125"/>
                  <a:ext cx="2487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99" name="Tinta 298">
                  <a:extLst>
                    <a:ext uri="{FF2B5EF4-FFF2-40B4-BE49-F238E27FC236}">
                      <a16:creationId xmlns:a16="http://schemas.microsoft.com/office/drawing/2014/main" id="{1AC9A211-9901-A35C-530D-F28CD64EB841}"/>
                    </a:ext>
                  </a:extLst>
                </p14:cNvPr>
                <p14:cNvContentPartPr/>
                <p14:nvPr/>
              </p14:nvContentPartPr>
              <p14:xfrm>
                <a:off x="7885345" y="6543965"/>
                <a:ext cx="161640" cy="126360"/>
              </p14:xfrm>
            </p:contentPart>
          </mc:Choice>
          <mc:Fallback xmlns="">
            <p:pic>
              <p:nvPicPr>
                <p:cNvPr id="299" name="Tinta 298">
                  <a:extLst>
                    <a:ext uri="{FF2B5EF4-FFF2-40B4-BE49-F238E27FC236}">
                      <a16:creationId xmlns:a16="http://schemas.microsoft.com/office/drawing/2014/main" id="{1AC9A211-9901-A35C-530D-F28CD64EB841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7879225" y="6537845"/>
                  <a:ext cx="1738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00" name="Tinta 299">
                  <a:extLst>
                    <a:ext uri="{FF2B5EF4-FFF2-40B4-BE49-F238E27FC236}">
                      <a16:creationId xmlns:a16="http://schemas.microsoft.com/office/drawing/2014/main" id="{9ECE95BF-5813-BDE6-396A-9BA17832F24C}"/>
                    </a:ext>
                  </a:extLst>
                </p14:cNvPr>
                <p14:cNvContentPartPr/>
                <p14:nvPr/>
              </p14:nvContentPartPr>
              <p14:xfrm>
                <a:off x="7818025" y="6585725"/>
                <a:ext cx="195840" cy="121320"/>
              </p14:xfrm>
            </p:contentPart>
          </mc:Choice>
          <mc:Fallback xmlns="">
            <p:pic>
              <p:nvPicPr>
                <p:cNvPr id="300" name="Tinta 299">
                  <a:extLst>
                    <a:ext uri="{FF2B5EF4-FFF2-40B4-BE49-F238E27FC236}">
                      <a16:creationId xmlns:a16="http://schemas.microsoft.com/office/drawing/2014/main" id="{9ECE95BF-5813-BDE6-396A-9BA17832F24C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7811905" y="6579605"/>
                  <a:ext cx="2080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A3B8B5D6-952A-F339-60A2-A0988D4A5361}"/>
                    </a:ext>
                  </a:extLst>
                </p14:cNvPr>
                <p14:cNvContentPartPr/>
                <p14:nvPr/>
              </p14:nvContentPartPr>
              <p14:xfrm>
                <a:off x="8604985" y="6446045"/>
                <a:ext cx="130680" cy="199800"/>
              </p14:xfrm>
            </p:contentPart>
          </mc:Choice>
          <mc:Fallback xmlns=""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A3B8B5D6-952A-F339-60A2-A0988D4A5361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598865" y="6439925"/>
                  <a:ext cx="1429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02" name="Tinta 301">
                  <a:extLst>
                    <a:ext uri="{FF2B5EF4-FFF2-40B4-BE49-F238E27FC236}">
                      <a16:creationId xmlns:a16="http://schemas.microsoft.com/office/drawing/2014/main" id="{1E31F931-E520-25D9-8987-98EB720CD58E}"/>
                    </a:ext>
                  </a:extLst>
                </p14:cNvPr>
                <p14:cNvContentPartPr/>
                <p14:nvPr/>
              </p14:nvContentPartPr>
              <p14:xfrm>
                <a:off x="8723425" y="6523085"/>
                <a:ext cx="270720" cy="158760"/>
              </p14:xfrm>
            </p:contentPart>
          </mc:Choice>
          <mc:Fallback xmlns="">
            <p:pic>
              <p:nvPicPr>
                <p:cNvPr id="302" name="Tinta 301">
                  <a:extLst>
                    <a:ext uri="{FF2B5EF4-FFF2-40B4-BE49-F238E27FC236}">
                      <a16:creationId xmlns:a16="http://schemas.microsoft.com/office/drawing/2014/main" id="{1E31F931-E520-25D9-8987-98EB720CD58E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717305" y="6516965"/>
                  <a:ext cx="2829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05" name="Tinta 304">
                  <a:extLst>
                    <a:ext uri="{FF2B5EF4-FFF2-40B4-BE49-F238E27FC236}">
                      <a16:creationId xmlns:a16="http://schemas.microsoft.com/office/drawing/2014/main" id="{25B1A159-5000-0DB1-6574-318A463FF4ED}"/>
                    </a:ext>
                  </a:extLst>
                </p14:cNvPr>
                <p14:cNvContentPartPr/>
                <p14:nvPr/>
              </p14:nvContentPartPr>
              <p14:xfrm>
                <a:off x="9037345" y="6201605"/>
                <a:ext cx="150480" cy="240120"/>
              </p14:xfrm>
            </p:contentPart>
          </mc:Choice>
          <mc:Fallback xmlns="">
            <p:pic>
              <p:nvPicPr>
                <p:cNvPr id="305" name="Tinta 304">
                  <a:extLst>
                    <a:ext uri="{FF2B5EF4-FFF2-40B4-BE49-F238E27FC236}">
                      <a16:creationId xmlns:a16="http://schemas.microsoft.com/office/drawing/2014/main" id="{25B1A159-5000-0DB1-6574-318A463FF4ED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9031225" y="6195485"/>
                  <a:ext cx="1627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11" name="Tinta 310">
                  <a:extLst>
                    <a:ext uri="{FF2B5EF4-FFF2-40B4-BE49-F238E27FC236}">
                      <a16:creationId xmlns:a16="http://schemas.microsoft.com/office/drawing/2014/main" id="{4D7857A4-7D26-C8EB-6D2F-24F0144DF07B}"/>
                    </a:ext>
                  </a:extLst>
                </p14:cNvPr>
                <p14:cNvContentPartPr/>
                <p14:nvPr/>
              </p14:nvContentPartPr>
              <p14:xfrm>
                <a:off x="7249225" y="6021965"/>
                <a:ext cx="1971000" cy="732240"/>
              </p14:xfrm>
            </p:contentPart>
          </mc:Choice>
          <mc:Fallback xmlns="">
            <p:pic>
              <p:nvPicPr>
                <p:cNvPr id="311" name="Tinta 310">
                  <a:extLst>
                    <a:ext uri="{FF2B5EF4-FFF2-40B4-BE49-F238E27FC236}">
                      <a16:creationId xmlns:a16="http://schemas.microsoft.com/office/drawing/2014/main" id="{4D7857A4-7D26-C8EB-6D2F-24F0144DF07B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7243105" y="6015845"/>
                  <a:ext cx="1983240" cy="744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10624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88D66-91D6-F049-F3AA-87236190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2F98F882-343E-9B6B-FA51-8892D4CE7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6107" y="-103644"/>
            <a:ext cx="10477959" cy="305387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ED45285-2D73-0811-55E9-31D5D05EBF55}"/>
                  </a:ext>
                </a:extLst>
              </p14:cNvPr>
              <p14:cNvContentPartPr/>
              <p14:nvPr/>
            </p14:nvContentPartPr>
            <p14:xfrm>
              <a:off x="1050025" y="2716085"/>
              <a:ext cx="11160" cy="1224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ED45285-2D73-0811-55E9-31D5D05EBF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3905" y="2709965"/>
                <a:ext cx="23400" cy="2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Agrupar 19">
            <a:extLst>
              <a:ext uri="{FF2B5EF4-FFF2-40B4-BE49-F238E27FC236}">
                <a16:creationId xmlns:a16="http://schemas.microsoft.com/office/drawing/2014/main" id="{8093FC36-378C-C282-A0A2-EFB2D844584B}"/>
              </a:ext>
            </a:extLst>
          </p:cNvPr>
          <p:cNvGrpSpPr/>
          <p:nvPr/>
        </p:nvGrpSpPr>
        <p:grpSpPr>
          <a:xfrm>
            <a:off x="8118985" y="88805"/>
            <a:ext cx="1220760" cy="368640"/>
            <a:chOff x="8118985" y="88805"/>
            <a:chExt cx="1220760" cy="36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E3F0EEF7-5277-C9E7-58E5-C456FA592E32}"/>
                    </a:ext>
                  </a:extLst>
                </p14:cNvPr>
                <p14:cNvContentPartPr/>
                <p14:nvPr/>
              </p14:nvContentPartPr>
              <p14:xfrm>
                <a:off x="8118985" y="88805"/>
                <a:ext cx="162720" cy="23256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E3F0EEF7-5277-C9E7-58E5-C456FA592E3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112865" y="82685"/>
                  <a:ext cx="1749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57F3CA78-C8F1-DBD7-F997-70C315492731}"/>
                    </a:ext>
                  </a:extLst>
                </p14:cNvPr>
                <p14:cNvContentPartPr/>
                <p14:nvPr/>
              </p14:nvContentPartPr>
              <p14:xfrm>
                <a:off x="8346505" y="152525"/>
                <a:ext cx="195840" cy="12168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57F3CA78-C8F1-DBD7-F997-70C31549273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40385" y="146405"/>
                  <a:ext cx="208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E5D0E392-8354-06A7-CF57-1A4E7F1C1FD3}"/>
                    </a:ext>
                  </a:extLst>
                </p14:cNvPr>
                <p14:cNvContentPartPr/>
                <p14:nvPr/>
              </p14:nvContentPartPr>
              <p14:xfrm>
                <a:off x="8573305" y="143525"/>
                <a:ext cx="173520" cy="10044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E5D0E392-8354-06A7-CF57-1A4E7F1C1FD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67185" y="137405"/>
                  <a:ext cx="1857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E13BAACA-E8A4-EEFB-CC8B-C3D621BD0C12}"/>
                    </a:ext>
                  </a:extLst>
                </p14:cNvPr>
                <p14:cNvContentPartPr/>
                <p14:nvPr/>
              </p14:nvContentPartPr>
              <p14:xfrm>
                <a:off x="8804065" y="121925"/>
                <a:ext cx="147240" cy="11700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E13BAACA-E8A4-EEFB-CC8B-C3D621BD0C1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797945" y="115805"/>
                  <a:ext cx="1594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6BA389EC-5AF7-845A-940E-DB63F78834A3}"/>
                    </a:ext>
                  </a:extLst>
                </p14:cNvPr>
                <p14:cNvContentPartPr/>
                <p14:nvPr/>
              </p14:nvContentPartPr>
              <p14:xfrm>
                <a:off x="8954185" y="168725"/>
                <a:ext cx="385560" cy="28872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6BA389EC-5AF7-845A-940E-DB63F78834A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948065" y="162605"/>
                  <a:ext cx="397800" cy="30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66E476E8-E3A7-B388-2AC9-482BCDC6A64E}"/>
              </a:ext>
            </a:extLst>
          </p:cNvPr>
          <p:cNvGrpSpPr/>
          <p:nvPr/>
        </p:nvGrpSpPr>
        <p:grpSpPr>
          <a:xfrm>
            <a:off x="6222865" y="1325"/>
            <a:ext cx="1208880" cy="464400"/>
            <a:chOff x="6222865" y="1325"/>
            <a:chExt cx="1208880" cy="46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4FBD87E9-F3BA-115E-843B-0373F487F099}"/>
                    </a:ext>
                  </a:extLst>
                </p14:cNvPr>
                <p14:cNvContentPartPr/>
                <p14:nvPr/>
              </p14:nvContentPartPr>
              <p14:xfrm>
                <a:off x="6396385" y="107525"/>
                <a:ext cx="136080" cy="21492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4FBD87E9-F3BA-115E-843B-0373F487F09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390265" y="101405"/>
                  <a:ext cx="1483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CDE8B4A3-5C05-C55D-4980-3D29888EF98B}"/>
                    </a:ext>
                  </a:extLst>
                </p14:cNvPr>
                <p14:cNvContentPartPr/>
                <p14:nvPr/>
              </p14:nvContentPartPr>
              <p14:xfrm>
                <a:off x="6514105" y="210125"/>
                <a:ext cx="141480" cy="3276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CDE8B4A3-5C05-C55D-4980-3D29888EF98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507985" y="204005"/>
                  <a:ext cx="1537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4E9A6742-E8DB-D00E-85D7-DF67D2683EC5}"/>
                    </a:ext>
                  </a:extLst>
                </p14:cNvPr>
                <p14:cNvContentPartPr/>
                <p14:nvPr/>
              </p14:nvContentPartPr>
              <p14:xfrm>
                <a:off x="6481345" y="239645"/>
                <a:ext cx="87120" cy="9648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4E9A6742-E8DB-D00E-85D7-DF67D2683EC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475225" y="233525"/>
                  <a:ext cx="993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43FE3164-D318-9184-8D05-F45DE67D148B}"/>
                    </a:ext>
                  </a:extLst>
                </p14:cNvPr>
                <p14:cNvContentPartPr/>
                <p14:nvPr/>
              </p14:nvContentPartPr>
              <p14:xfrm>
                <a:off x="6601945" y="239285"/>
                <a:ext cx="345240" cy="22644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43FE3164-D318-9184-8D05-F45DE67D148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595825" y="233165"/>
                  <a:ext cx="3574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EBC568E7-99DB-D5FE-3D36-9AF86B0528FA}"/>
                    </a:ext>
                  </a:extLst>
                </p14:cNvPr>
                <p14:cNvContentPartPr/>
                <p14:nvPr/>
              </p14:nvContentPartPr>
              <p14:xfrm>
                <a:off x="7118185" y="228485"/>
                <a:ext cx="313560" cy="5580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EBC568E7-99DB-D5FE-3D36-9AF86B0528F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12065" y="222365"/>
                  <a:ext cx="3258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9AC3B88C-A823-3D00-28AF-4E9D0D7FB5E3}"/>
                    </a:ext>
                  </a:extLst>
                </p14:cNvPr>
                <p14:cNvContentPartPr/>
                <p14:nvPr/>
              </p14:nvContentPartPr>
              <p14:xfrm>
                <a:off x="7031425" y="365645"/>
                <a:ext cx="270000" cy="4680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9AC3B88C-A823-3D00-28AF-4E9D0D7FB5E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025305" y="359525"/>
                  <a:ext cx="2822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28CE82DA-BE48-F02E-717D-6708AD548B7C}"/>
                    </a:ext>
                  </a:extLst>
                </p14:cNvPr>
                <p14:cNvContentPartPr/>
                <p14:nvPr/>
              </p14:nvContentPartPr>
              <p14:xfrm>
                <a:off x="6222865" y="1325"/>
                <a:ext cx="572400" cy="42084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28CE82DA-BE48-F02E-717D-6708AD548B7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216745" y="-4795"/>
                  <a:ext cx="584640" cy="43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ABCDC5DF-E8D7-DF0E-BD9E-162C8D98B77D}"/>
              </a:ext>
            </a:extLst>
          </p:cNvPr>
          <p:cNvGrpSpPr/>
          <p:nvPr/>
        </p:nvGrpSpPr>
        <p:grpSpPr>
          <a:xfrm>
            <a:off x="1502905" y="164405"/>
            <a:ext cx="819000" cy="155520"/>
            <a:chOff x="1502905" y="164405"/>
            <a:chExt cx="819000" cy="15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905466A1-CB17-B23B-52CA-D813CCA939ED}"/>
                    </a:ext>
                  </a:extLst>
                </p14:cNvPr>
                <p14:cNvContentPartPr/>
                <p14:nvPr/>
              </p14:nvContentPartPr>
              <p14:xfrm>
                <a:off x="1502905" y="191765"/>
                <a:ext cx="538560" cy="12816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905466A1-CB17-B23B-52CA-D813CCA939E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496785" y="185645"/>
                  <a:ext cx="550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A8DB1D86-01ED-9997-5F73-CF69C575EE19}"/>
                    </a:ext>
                  </a:extLst>
                </p14:cNvPr>
                <p14:cNvContentPartPr/>
                <p14:nvPr/>
              </p14:nvContentPartPr>
              <p14:xfrm>
                <a:off x="2191225" y="164405"/>
                <a:ext cx="130680" cy="3708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A8DB1D86-01ED-9997-5F73-CF69C575EE1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185105" y="158285"/>
                  <a:ext cx="1429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6811F87A-0DFA-F914-4F37-72E2A29C54D6}"/>
                    </a:ext>
                  </a:extLst>
                </p14:cNvPr>
                <p14:cNvContentPartPr/>
                <p14:nvPr/>
              </p14:nvContentPartPr>
              <p14:xfrm>
                <a:off x="2147665" y="272405"/>
                <a:ext cx="98280" cy="3024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6811F87A-0DFA-F914-4F37-72E2A29C54D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141545" y="266285"/>
                  <a:ext cx="1105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F470C44E-1C2B-A163-8E95-0B0DE17F47B7}"/>
              </a:ext>
            </a:extLst>
          </p:cNvPr>
          <p:cNvGrpSpPr/>
          <p:nvPr/>
        </p:nvGrpSpPr>
        <p:grpSpPr>
          <a:xfrm>
            <a:off x="2838505" y="-2995"/>
            <a:ext cx="1024560" cy="380880"/>
            <a:chOff x="2838505" y="-2995"/>
            <a:chExt cx="1024560" cy="38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F155B77E-3DD5-8F4E-BAE2-FB6806CFC2A9}"/>
                    </a:ext>
                  </a:extLst>
                </p14:cNvPr>
                <p14:cNvContentPartPr/>
                <p14:nvPr/>
              </p14:nvContentPartPr>
              <p14:xfrm>
                <a:off x="2838505" y="135965"/>
                <a:ext cx="148680" cy="24192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F155B77E-3DD5-8F4E-BAE2-FB6806CFC2A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832385" y="129845"/>
                  <a:ext cx="1609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B64A3125-74BB-3882-88FF-C84097FF9DF8}"/>
                    </a:ext>
                  </a:extLst>
                </p14:cNvPr>
                <p14:cNvContentPartPr/>
                <p14:nvPr/>
              </p14:nvContentPartPr>
              <p14:xfrm>
                <a:off x="2997985" y="216965"/>
                <a:ext cx="238320" cy="13464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B64A3125-74BB-3882-88FF-C84097FF9DF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991865" y="210845"/>
                  <a:ext cx="2505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D5AFC994-BAA0-AABD-46D3-158120B0EEA3}"/>
                    </a:ext>
                  </a:extLst>
                </p14:cNvPr>
                <p14:cNvContentPartPr/>
                <p14:nvPr/>
              </p14:nvContentPartPr>
              <p14:xfrm>
                <a:off x="3431785" y="52085"/>
                <a:ext cx="194040" cy="3060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D5AFC994-BAA0-AABD-46D3-158120B0EEA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425665" y="45965"/>
                  <a:ext cx="2062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4D3DCED9-162E-A8A3-C4BD-0EA2AAA568A3}"/>
                    </a:ext>
                  </a:extLst>
                </p14:cNvPr>
                <p14:cNvContentPartPr/>
                <p14:nvPr/>
              </p14:nvContentPartPr>
              <p14:xfrm>
                <a:off x="3603865" y="-2995"/>
                <a:ext cx="259200" cy="18180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4D3DCED9-162E-A8A3-C4BD-0EA2AAA568A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597745" y="-9115"/>
                  <a:ext cx="271440" cy="19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6" name="Tinta 35">
                <a:extLst>
                  <a:ext uri="{FF2B5EF4-FFF2-40B4-BE49-F238E27FC236}">
                    <a16:creationId xmlns:a16="http://schemas.microsoft.com/office/drawing/2014/main" id="{6017D725-D35E-17AD-A3A6-71A76FBC1CA8}"/>
                  </a:ext>
                </a:extLst>
              </p14:cNvPr>
              <p14:cNvContentPartPr/>
              <p14:nvPr/>
            </p14:nvContentPartPr>
            <p14:xfrm>
              <a:off x="1482025" y="161885"/>
              <a:ext cx="42120" cy="74160"/>
            </p14:xfrm>
          </p:contentPart>
        </mc:Choice>
        <mc:Fallback xmlns="">
          <p:pic>
            <p:nvPicPr>
              <p:cNvPr id="36" name="Tinta 35">
                <a:extLst>
                  <a:ext uri="{FF2B5EF4-FFF2-40B4-BE49-F238E27FC236}">
                    <a16:creationId xmlns:a16="http://schemas.microsoft.com/office/drawing/2014/main" id="{6017D725-D35E-17AD-A3A6-71A76FBC1CA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475905" y="155765"/>
                <a:ext cx="54360" cy="8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Agrupar 47">
            <a:extLst>
              <a:ext uri="{FF2B5EF4-FFF2-40B4-BE49-F238E27FC236}">
                <a16:creationId xmlns:a16="http://schemas.microsoft.com/office/drawing/2014/main" id="{58994B66-8AD4-9E0A-06DB-D467DBCD3D73}"/>
              </a:ext>
            </a:extLst>
          </p:cNvPr>
          <p:cNvGrpSpPr/>
          <p:nvPr/>
        </p:nvGrpSpPr>
        <p:grpSpPr>
          <a:xfrm>
            <a:off x="6298825" y="704765"/>
            <a:ext cx="281160" cy="265680"/>
            <a:chOff x="6298825" y="704765"/>
            <a:chExt cx="281160" cy="2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662A283D-721E-CF8B-C962-F90010D25D1B}"/>
                    </a:ext>
                  </a:extLst>
                </p14:cNvPr>
                <p14:cNvContentPartPr/>
                <p14:nvPr/>
              </p14:nvContentPartPr>
              <p14:xfrm>
                <a:off x="6535345" y="788645"/>
                <a:ext cx="11880" cy="2952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662A283D-721E-CF8B-C962-F90010D25D1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529225" y="782525"/>
                  <a:ext cx="241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42BB54C6-64D0-97C0-A2C9-EBC8AAC2244D}"/>
                    </a:ext>
                  </a:extLst>
                </p14:cNvPr>
                <p14:cNvContentPartPr/>
                <p14:nvPr/>
              </p14:nvContentPartPr>
              <p14:xfrm>
                <a:off x="6298825" y="727085"/>
                <a:ext cx="270360" cy="23184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42BB54C6-64D0-97C0-A2C9-EBC8AAC2244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292705" y="720965"/>
                  <a:ext cx="2826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7D7BCD5F-CB32-89E5-0617-BD275F8AF573}"/>
                    </a:ext>
                  </a:extLst>
                </p14:cNvPr>
                <p14:cNvContentPartPr/>
                <p14:nvPr/>
              </p14:nvContentPartPr>
              <p14:xfrm>
                <a:off x="6481345" y="707645"/>
                <a:ext cx="11160" cy="2304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7D7BCD5F-CB32-89E5-0617-BD275F8AF57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475225" y="701525"/>
                  <a:ext cx="234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E64F448D-D567-9C30-6D29-323C7B5E4C89}"/>
                    </a:ext>
                  </a:extLst>
                </p14:cNvPr>
                <p14:cNvContentPartPr/>
                <p14:nvPr/>
              </p14:nvContentPartPr>
              <p14:xfrm>
                <a:off x="6330865" y="704765"/>
                <a:ext cx="205560" cy="24624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E64F448D-D567-9C30-6D29-323C7B5E4C8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324745" y="698645"/>
                  <a:ext cx="2178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A8E3B383-80A1-BAF3-9A7A-18642267F0F8}"/>
                    </a:ext>
                  </a:extLst>
                </p14:cNvPr>
                <p14:cNvContentPartPr/>
                <p14:nvPr/>
              </p14:nvContentPartPr>
              <p14:xfrm>
                <a:off x="6308545" y="723125"/>
                <a:ext cx="271440" cy="24732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A8E3B383-80A1-BAF3-9A7A-18642267F0F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302425" y="717005"/>
                  <a:ext cx="283680" cy="25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86601FA0-25B4-8828-A662-0B054D87DA32}"/>
              </a:ext>
            </a:extLst>
          </p:cNvPr>
          <p:cNvGrpSpPr/>
          <p:nvPr/>
        </p:nvGrpSpPr>
        <p:grpSpPr>
          <a:xfrm>
            <a:off x="6222865" y="2434565"/>
            <a:ext cx="4249440" cy="580320"/>
            <a:chOff x="6222865" y="2434565"/>
            <a:chExt cx="4249440" cy="58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8BE430B5-F2EF-C65A-349B-D1CC5A67FAF5}"/>
                    </a:ext>
                  </a:extLst>
                </p14:cNvPr>
                <p14:cNvContentPartPr/>
                <p14:nvPr/>
              </p14:nvContentPartPr>
              <p14:xfrm>
                <a:off x="6308185" y="2581445"/>
                <a:ext cx="375120" cy="24120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8BE430B5-F2EF-C65A-349B-D1CC5A67FAF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302065" y="2575325"/>
                  <a:ext cx="3873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5F435EEB-3757-550A-295A-2FC51FF0EE02}"/>
                    </a:ext>
                  </a:extLst>
                </p14:cNvPr>
                <p14:cNvContentPartPr/>
                <p14:nvPr/>
              </p14:nvContentPartPr>
              <p14:xfrm>
                <a:off x="6557665" y="2702405"/>
                <a:ext cx="76320" cy="14004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5F435EEB-3757-550A-295A-2FC51FF0EE0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551545" y="2696285"/>
                  <a:ext cx="885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0C0E675E-82F5-C071-A9BB-447C743CBC2F}"/>
                    </a:ext>
                  </a:extLst>
                </p14:cNvPr>
                <p14:cNvContentPartPr/>
                <p14:nvPr/>
              </p14:nvContentPartPr>
              <p14:xfrm>
                <a:off x="6946465" y="2681525"/>
                <a:ext cx="237240" cy="2376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0C0E675E-82F5-C071-A9BB-447C743CBC2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940345" y="2675405"/>
                  <a:ext cx="249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C0434A1B-34CB-8E7F-BE95-AD5882AC7D28}"/>
                    </a:ext>
                  </a:extLst>
                </p14:cNvPr>
                <p14:cNvContentPartPr/>
                <p14:nvPr/>
              </p14:nvContentPartPr>
              <p14:xfrm>
                <a:off x="6924865" y="2761805"/>
                <a:ext cx="237240" cy="1908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C0434A1B-34CB-8E7F-BE95-AD5882AC7D2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918745" y="2755685"/>
                  <a:ext cx="2494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915257F4-A624-B3A4-A4FE-5E64AF1B274C}"/>
                    </a:ext>
                  </a:extLst>
                </p14:cNvPr>
                <p14:cNvContentPartPr/>
                <p14:nvPr/>
              </p14:nvContentPartPr>
              <p14:xfrm>
                <a:off x="7615705" y="2584325"/>
                <a:ext cx="268200" cy="19476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915257F4-A624-B3A4-A4FE-5E64AF1B274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609585" y="2578205"/>
                  <a:ext cx="2804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764F35B7-FEA2-2583-3EC2-18BB1A8B2AC1}"/>
                    </a:ext>
                  </a:extLst>
                </p14:cNvPr>
                <p14:cNvContentPartPr/>
                <p14:nvPr/>
              </p14:nvContentPartPr>
              <p14:xfrm>
                <a:off x="8077225" y="2686565"/>
                <a:ext cx="206640" cy="9396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764F35B7-FEA2-2583-3EC2-18BB1A8B2AC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071105" y="2680445"/>
                  <a:ext cx="2188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158AE240-B63A-E1A1-1454-01D5EC32E649}"/>
                    </a:ext>
                  </a:extLst>
                </p14:cNvPr>
                <p14:cNvContentPartPr/>
                <p14:nvPr/>
              </p14:nvContentPartPr>
              <p14:xfrm>
                <a:off x="8057425" y="2681525"/>
                <a:ext cx="289440" cy="10332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158AE240-B63A-E1A1-1454-01D5EC32E64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051305" y="2675405"/>
                  <a:ext cx="3016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B36BD7EF-831D-742E-36F9-D6182F89FA9B}"/>
                    </a:ext>
                  </a:extLst>
                </p14:cNvPr>
                <p14:cNvContentPartPr/>
                <p14:nvPr/>
              </p14:nvContentPartPr>
              <p14:xfrm>
                <a:off x="8615785" y="2636525"/>
                <a:ext cx="139680" cy="21240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B36BD7EF-831D-742E-36F9-D6182F89FA9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609665" y="2630405"/>
                  <a:ext cx="1519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B76DA86D-18FD-7CE7-0029-A705CA66791D}"/>
                    </a:ext>
                  </a:extLst>
                </p14:cNvPr>
                <p14:cNvContentPartPr/>
                <p14:nvPr/>
              </p14:nvContentPartPr>
              <p14:xfrm>
                <a:off x="8714065" y="2691965"/>
                <a:ext cx="243360" cy="16956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B76DA86D-18FD-7CE7-0029-A705CA66791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707945" y="2685845"/>
                  <a:ext cx="2556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103E5C03-565A-6438-05BE-A2D52EA00C2A}"/>
                    </a:ext>
                  </a:extLst>
                </p14:cNvPr>
                <p14:cNvContentPartPr/>
                <p14:nvPr/>
              </p14:nvContentPartPr>
              <p14:xfrm>
                <a:off x="9026545" y="2643005"/>
                <a:ext cx="172080" cy="3276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103E5C03-565A-6438-05BE-A2D52EA00C2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020425" y="2636885"/>
                  <a:ext cx="184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F5903925-F343-564C-2D35-ED3CC0345730}"/>
                    </a:ext>
                  </a:extLst>
                </p14:cNvPr>
                <p14:cNvContentPartPr/>
                <p14:nvPr/>
              </p14:nvContentPartPr>
              <p14:xfrm>
                <a:off x="9198265" y="2592965"/>
                <a:ext cx="224640" cy="12852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F5903925-F343-564C-2D35-ED3CC034573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192145" y="2586845"/>
                  <a:ext cx="2368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D2FDDE69-C29A-BD82-48D0-562E54AD34CC}"/>
                    </a:ext>
                  </a:extLst>
                </p14:cNvPr>
                <p14:cNvContentPartPr/>
                <p14:nvPr/>
              </p14:nvContentPartPr>
              <p14:xfrm>
                <a:off x="9620905" y="2640845"/>
                <a:ext cx="851400" cy="27828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D2FDDE69-C29A-BD82-48D0-562E54AD34C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614785" y="2634725"/>
                  <a:ext cx="8636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D72F8BFD-FAB3-464D-D3FD-6A0BF3B52FB1}"/>
                    </a:ext>
                  </a:extLst>
                </p14:cNvPr>
                <p14:cNvContentPartPr/>
                <p14:nvPr/>
              </p14:nvContentPartPr>
              <p14:xfrm>
                <a:off x="6222865" y="2434565"/>
                <a:ext cx="4193640" cy="58032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D72F8BFD-FAB3-464D-D3FD-6A0BF3B52FB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216745" y="2428445"/>
                  <a:ext cx="4205880" cy="59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Agrupar 65">
            <a:extLst>
              <a:ext uri="{FF2B5EF4-FFF2-40B4-BE49-F238E27FC236}">
                <a16:creationId xmlns:a16="http://schemas.microsoft.com/office/drawing/2014/main" id="{FC4F2D2E-A354-DBDC-8185-5DFC649E7C75}"/>
              </a:ext>
            </a:extLst>
          </p:cNvPr>
          <p:cNvGrpSpPr/>
          <p:nvPr/>
        </p:nvGrpSpPr>
        <p:grpSpPr>
          <a:xfrm>
            <a:off x="735745" y="2864765"/>
            <a:ext cx="690480" cy="285120"/>
            <a:chOff x="735745" y="2864765"/>
            <a:chExt cx="690480" cy="28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FF126621-17EA-CE09-0ACD-B04F0981F708}"/>
                    </a:ext>
                  </a:extLst>
                </p14:cNvPr>
                <p14:cNvContentPartPr/>
                <p14:nvPr/>
              </p14:nvContentPartPr>
              <p14:xfrm>
                <a:off x="735745" y="2864765"/>
                <a:ext cx="238320" cy="154080"/>
              </p14:xfrm>
            </p:contentPart>
          </mc:Choice>
          <mc:Fallback xmlns=""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FF126621-17EA-CE09-0ACD-B04F0981F70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29625" y="2858645"/>
                  <a:ext cx="2505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BBCAF6ED-BF30-CCC2-AA93-2F9CFDC52401}"/>
                    </a:ext>
                  </a:extLst>
                </p14:cNvPr>
                <p14:cNvContentPartPr/>
                <p14:nvPr/>
              </p14:nvContentPartPr>
              <p14:xfrm>
                <a:off x="940585" y="2977445"/>
                <a:ext cx="109800" cy="17244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BBCAF6ED-BF30-CCC2-AA93-2F9CFDC5240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34465" y="2971325"/>
                  <a:ext cx="1220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A534F1AB-72C9-4158-8D1B-08AE6CE63ED9}"/>
                    </a:ext>
                  </a:extLst>
                </p14:cNvPr>
                <p14:cNvContentPartPr/>
                <p14:nvPr/>
              </p14:nvContentPartPr>
              <p14:xfrm>
                <a:off x="897745" y="3039365"/>
                <a:ext cx="152640" cy="5076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A534F1AB-72C9-4158-8D1B-08AE6CE63ED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91625" y="3033245"/>
                  <a:ext cx="164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49B36B49-2049-955F-A7A8-A35700222ED3}"/>
                    </a:ext>
                  </a:extLst>
                </p14:cNvPr>
                <p14:cNvContentPartPr/>
                <p14:nvPr/>
              </p14:nvContentPartPr>
              <p14:xfrm>
                <a:off x="1299505" y="2993645"/>
                <a:ext cx="115920" cy="11520"/>
              </p14:xfrm>
            </p:contentPart>
          </mc:Choice>
          <mc:Fallback xmlns=""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49B36B49-2049-955F-A7A8-A35700222ED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293385" y="2987525"/>
                  <a:ext cx="128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C061CC3A-9368-9042-4A56-C2853802DAB9}"/>
                    </a:ext>
                  </a:extLst>
                </p14:cNvPr>
                <p14:cNvContentPartPr/>
                <p14:nvPr/>
              </p14:nvContentPartPr>
              <p14:xfrm>
                <a:off x="1232545" y="3020645"/>
                <a:ext cx="193680" cy="4176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C061CC3A-9368-9042-4A56-C2853802DAB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226425" y="3014525"/>
                  <a:ext cx="20592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Agrupar 81">
            <a:extLst>
              <a:ext uri="{FF2B5EF4-FFF2-40B4-BE49-F238E27FC236}">
                <a16:creationId xmlns:a16="http://schemas.microsoft.com/office/drawing/2014/main" id="{F73A7C0E-0A57-70BA-E2AD-705710CCC867}"/>
              </a:ext>
            </a:extLst>
          </p:cNvPr>
          <p:cNvGrpSpPr/>
          <p:nvPr/>
        </p:nvGrpSpPr>
        <p:grpSpPr>
          <a:xfrm>
            <a:off x="682825" y="3228725"/>
            <a:ext cx="765000" cy="286920"/>
            <a:chOff x="682825" y="3228725"/>
            <a:chExt cx="765000" cy="28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6196FE69-B8C9-C2FC-C45C-6393DDEE3785}"/>
                    </a:ext>
                  </a:extLst>
                </p14:cNvPr>
                <p14:cNvContentPartPr/>
                <p14:nvPr/>
              </p14:nvContentPartPr>
              <p14:xfrm>
                <a:off x="682825" y="3228725"/>
                <a:ext cx="214920" cy="18720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6196FE69-B8C9-C2FC-C45C-6393DDEE378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76705" y="3222605"/>
                  <a:ext cx="2271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D1CAA8C6-8AC6-5A16-0A51-BE32CE105B3B}"/>
                    </a:ext>
                  </a:extLst>
                </p14:cNvPr>
                <p14:cNvContentPartPr/>
                <p14:nvPr/>
              </p14:nvContentPartPr>
              <p14:xfrm>
                <a:off x="879745" y="3402245"/>
                <a:ext cx="181440" cy="113400"/>
              </p14:xfrm>
            </p:contentPart>
          </mc:Choice>
          <mc:Fallback xmlns=""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D1CAA8C6-8AC6-5A16-0A51-BE32CE105B3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73625" y="3396125"/>
                  <a:ext cx="1936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81FDBEA2-FA69-02A7-D55A-FD00592396CF}"/>
                    </a:ext>
                  </a:extLst>
                </p14:cNvPr>
                <p14:cNvContentPartPr/>
                <p14:nvPr/>
              </p14:nvContentPartPr>
              <p14:xfrm>
                <a:off x="1243345" y="3371645"/>
                <a:ext cx="139320" cy="14040"/>
              </p14:xfrm>
            </p:contentPart>
          </mc:Choice>
          <mc:Fallback xmlns=""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81FDBEA2-FA69-02A7-D55A-FD00592396C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237225" y="3365525"/>
                  <a:ext cx="1515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A95E9214-45D8-6573-DFF5-33E83EF9457E}"/>
                    </a:ext>
                  </a:extLst>
                </p14:cNvPr>
                <p14:cNvContentPartPr/>
                <p14:nvPr/>
              </p14:nvContentPartPr>
              <p14:xfrm>
                <a:off x="1254145" y="3387485"/>
                <a:ext cx="193680" cy="2808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A95E9214-45D8-6573-DFF5-33E83EF9457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248025" y="3381365"/>
                  <a:ext cx="20592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Agrupar 80">
            <a:extLst>
              <a:ext uri="{FF2B5EF4-FFF2-40B4-BE49-F238E27FC236}">
                <a16:creationId xmlns:a16="http://schemas.microsoft.com/office/drawing/2014/main" id="{3CFEAAEE-48A4-29B6-F06F-686CB5B2BBF2}"/>
              </a:ext>
            </a:extLst>
          </p:cNvPr>
          <p:cNvGrpSpPr/>
          <p:nvPr/>
        </p:nvGrpSpPr>
        <p:grpSpPr>
          <a:xfrm>
            <a:off x="2178625" y="2664965"/>
            <a:ext cx="1760760" cy="779760"/>
            <a:chOff x="2178625" y="2664965"/>
            <a:chExt cx="1760760" cy="77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9A161F94-27EF-8010-5A75-2E0311FBA537}"/>
                    </a:ext>
                  </a:extLst>
                </p14:cNvPr>
                <p14:cNvContentPartPr/>
                <p14:nvPr/>
              </p14:nvContentPartPr>
              <p14:xfrm>
                <a:off x="2178625" y="2827685"/>
                <a:ext cx="247680" cy="25704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9A161F94-27EF-8010-5A75-2E0311FBA53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172505" y="2821565"/>
                  <a:ext cx="2599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0AC6C80C-9005-A657-64DB-59C09BC0C6BA}"/>
                    </a:ext>
                  </a:extLst>
                </p14:cNvPr>
                <p14:cNvContentPartPr/>
                <p14:nvPr/>
              </p14:nvContentPartPr>
              <p14:xfrm>
                <a:off x="2612785" y="2965925"/>
                <a:ext cx="150480" cy="6696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0AC6C80C-9005-A657-64DB-59C09BC0C6B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606665" y="2959805"/>
                  <a:ext cx="1627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6FF383DE-391F-7C30-B253-7E434F4282E2}"/>
                    </a:ext>
                  </a:extLst>
                </p14:cNvPr>
                <p14:cNvContentPartPr/>
                <p14:nvPr/>
              </p14:nvContentPartPr>
              <p14:xfrm>
                <a:off x="2612785" y="2927405"/>
                <a:ext cx="182880" cy="11736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6FF383DE-391F-7C30-B253-7E434F4282E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606665" y="2921285"/>
                  <a:ext cx="1951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8EA25F26-5328-A561-D791-152351BF4940}"/>
                    </a:ext>
                  </a:extLst>
                </p14:cNvPr>
                <p14:cNvContentPartPr/>
                <p14:nvPr/>
              </p14:nvContentPartPr>
              <p14:xfrm>
                <a:off x="3257905" y="2803565"/>
                <a:ext cx="163800" cy="20340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8EA25F26-5328-A561-D791-152351BF494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251785" y="2797445"/>
                  <a:ext cx="1760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AD6C2D30-093A-8597-ED5A-0D2725CB6A62}"/>
                    </a:ext>
                  </a:extLst>
                </p14:cNvPr>
                <p14:cNvContentPartPr/>
                <p14:nvPr/>
              </p14:nvContentPartPr>
              <p14:xfrm>
                <a:off x="3494785" y="2849285"/>
                <a:ext cx="186480" cy="13356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AD6C2D30-093A-8597-ED5A-0D2725CB6A6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488665" y="2843165"/>
                  <a:ext cx="1987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BE4454A7-2EE9-EABE-B8A5-79EBDE7513E5}"/>
                    </a:ext>
                  </a:extLst>
                </p14:cNvPr>
                <p14:cNvContentPartPr/>
                <p14:nvPr/>
              </p14:nvContentPartPr>
              <p14:xfrm>
                <a:off x="3755785" y="2664965"/>
                <a:ext cx="150480" cy="18108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BE4454A7-2EE9-EABE-B8A5-79EBDE7513E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749665" y="2658845"/>
                  <a:ext cx="1627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C9AE2E84-585E-98BE-0344-6305F806F1DB}"/>
                    </a:ext>
                  </a:extLst>
                </p14:cNvPr>
                <p14:cNvContentPartPr/>
                <p14:nvPr/>
              </p14:nvContentPartPr>
              <p14:xfrm>
                <a:off x="2315065" y="3278765"/>
                <a:ext cx="271080" cy="16596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C9AE2E84-585E-98BE-0344-6305F806F1D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308945" y="3272645"/>
                  <a:ext cx="2833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35A5E183-B681-FD21-3AF8-B4759435B867}"/>
                    </a:ext>
                  </a:extLst>
                </p14:cNvPr>
                <p14:cNvContentPartPr/>
                <p14:nvPr/>
              </p14:nvContentPartPr>
              <p14:xfrm>
                <a:off x="2795305" y="3319085"/>
                <a:ext cx="119880" cy="8964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35A5E183-B681-FD21-3AF8-B4759435B86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789185" y="3312965"/>
                  <a:ext cx="1321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786E17F9-ECEB-71F6-922C-2303B86ECA62}"/>
                    </a:ext>
                  </a:extLst>
                </p14:cNvPr>
                <p14:cNvContentPartPr/>
                <p14:nvPr/>
              </p14:nvContentPartPr>
              <p14:xfrm>
                <a:off x="2762545" y="3282365"/>
                <a:ext cx="335160" cy="13788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786E17F9-ECEB-71F6-922C-2303B86ECA6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756425" y="3276245"/>
                  <a:ext cx="3474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CBDADAA0-CB79-7B3C-D6A4-0D237A419797}"/>
                    </a:ext>
                  </a:extLst>
                </p14:cNvPr>
                <p14:cNvContentPartPr/>
                <p14:nvPr/>
              </p14:nvContentPartPr>
              <p14:xfrm>
                <a:off x="3269065" y="3256085"/>
                <a:ext cx="87480" cy="171360"/>
              </p14:xfrm>
            </p:contentPart>
          </mc:Choice>
          <mc:Fallback xmlns=""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CBDADAA0-CB79-7B3C-D6A4-0D237A41979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262945" y="3249965"/>
                  <a:ext cx="99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C864BA36-15DA-B27D-4D19-B3BA5C1DAB65}"/>
                    </a:ext>
                  </a:extLst>
                </p14:cNvPr>
                <p14:cNvContentPartPr/>
                <p14:nvPr/>
              </p14:nvContentPartPr>
              <p14:xfrm>
                <a:off x="3422065" y="3273365"/>
                <a:ext cx="209160" cy="160200"/>
              </p14:xfrm>
            </p:contentPart>
          </mc:Choice>
          <mc:Fallback xmlns=""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C864BA36-15DA-B27D-4D19-B3BA5C1DAB6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415945" y="3267245"/>
                  <a:ext cx="2214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2AB44CA3-B1AF-75BC-33E0-7216B62C86E9}"/>
                    </a:ext>
                  </a:extLst>
                </p14:cNvPr>
                <p14:cNvContentPartPr/>
                <p14:nvPr/>
              </p14:nvContentPartPr>
              <p14:xfrm>
                <a:off x="3670825" y="3109925"/>
                <a:ext cx="268560" cy="24696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2AB44CA3-B1AF-75BC-33E0-7216B62C86E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664705" y="3103805"/>
                  <a:ext cx="280800" cy="25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96" name="Tinta 95">
                <a:extLst>
                  <a:ext uri="{FF2B5EF4-FFF2-40B4-BE49-F238E27FC236}">
                    <a16:creationId xmlns:a16="http://schemas.microsoft.com/office/drawing/2014/main" id="{BC6A681E-DC5A-288F-9FF9-4AB101633542}"/>
                  </a:ext>
                </a:extLst>
              </p14:cNvPr>
              <p14:cNvContentPartPr/>
              <p14:nvPr/>
            </p14:nvContentPartPr>
            <p14:xfrm>
              <a:off x="7268305" y="1827605"/>
              <a:ext cx="1037520" cy="349560"/>
            </p14:xfrm>
          </p:contentPart>
        </mc:Choice>
        <mc:Fallback xmlns="">
          <p:pic>
            <p:nvPicPr>
              <p:cNvPr id="96" name="Tinta 95">
                <a:extLst>
                  <a:ext uri="{FF2B5EF4-FFF2-40B4-BE49-F238E27FC236}">
                    <a16:creationId xmlns:a16="http://schemas.microsoft.com/office/drawing/2014/main" id="{BC6A681E-DC5A-288F-9FF9-4AB101633542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7262185" y="1821485"/>
                <a:ext cx="1049760" cy="36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Agrupar 101">
            <a:extLst>
              <a:ext uri="{FF2B5EF4-FFF2-40B4-BE49-F238E27FC236}">
                <a16:creationId xmlns:a16="http://schemas.microsoft.com/office/drawing/2014/main" id="{239C9101-EFC8-4558-EFBA-C31477C6D15C}"/>
              </a:ext>
            </a:extLst>
          </p:cNvPr>
          <p:cNvGrpSpPr/>
          <p:nvPr/>
        </p:nvGrpSpPr>
        <p:grpSpPr>
          <a:xfrm>
            <a:off x="994945" y="4086245"/>
            <a:ext cx="1904040" cy="767520"/>
            <a:chOff x="994945" y="4086245"/>
            <a:chExt cx="1904040" cy="76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2B1F2B1E-9156-2C3B-7730-D5546C17EE0D}"/>
                    </a:ext>
                  </a:extLst>
                </p14:cNvPr>
                <p14:cNvContentPartPr/>
                <p14:nvPr/>
              </p14:nvContentPartPr>
              <p14:xfrm>
                <a:off x="1017265" y="4482605"/>
                <a:ext cx="194400" cy="75600"/>
              </p14:xfrm>
            </p:contentPart>
          </mc:Choice>
          <mc:Fallback xmlns=""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2B1F2B1E-9156-2C3B-7730-D5546C17EE0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11145" y="4476485"/>
                  <a:ext cx="2066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3DE0F15D-3773-CB9D-8A95-7D11BD52BD5C}"/>
                    </a:ext>
                  </a:extLst>
                </p14:cNvPr>
                <p14:cNvContentPartPr/>
                <p14:nvPr/>
              </p14:nvContentPartPr>
              <p14:xfrm>
                <a:off x="994945" y="4469285"/>
                <a:ext cx="324000" cy="9540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3DE0F15D-3773-CB9D-8A95-7D11BD52BD5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88825" y="4463165"/>
                  <a:ext cx="3362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F1DB9029-B329-122D-C489-BF89C68E6980}"/>
                    </a:ext>
                  </a:extLst>
                </p14:cNvPr>
                <p14:cNvContentPartPr/>
                <p14:nvPr/>
              </p14:nvContentPartPr>
              <p14:xfrm>
                <a:off x="1286545" y="4243925"/>
                <a:ext cx="851040" cy="22932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F1DB9029-B329-122D-C489-BF89C68E698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280425" y="4237805"/>
                  <a:ext cx="8632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2428ECF1-CB03-35C8-86C5-5DA9407E3921}"/>
                    </a:ext>
                  </a:extLst>
                </p14:cNvPr>
                <p14:cNvContentPartPr/>
                <p14:nvPr/>
              </p14:nvContentPartPr>
              <p14:xfrm>
                <a:off x="1987465" y="4210085"/>
                <a:ext cx="236160" cy="7668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2428ECF1-CB03-35C8-86C5-5DA9407E392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981345" y="4203965"/>
                  <a:ext cx="2484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C48CD601-8010-8C39-7AB4-41D930A7DB12}"/>
                    </a:ext>
                  </a:extLst>
                </p14:cNvPr>
                <p14:cNvContentPartPr/>
                <p14:nvPr/>
              </p14:nvContentPartPr>
              <p14:xfrm>
                <a:off x="2106265" y="4086245"/>
                <a:ext cx="172800" cy="7812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C48CD601-8010-8C39-7AB4-41D930A7DB1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100145" y="4080125"/>
                  <a:ext cx="1850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9B94561B-7284-CF42-F107-F246A9FC7A32}"/>
                    </a:ext>
                  </a:extLst>
                </p14:cNvPr>
                <p14:cNvContentPartPr/>
                <p14:nvPr/>
              </p14:nvContentPartPr>
              <p14:xfrm>
                <a:off x="2147665" y="4095245"/>
                <a:ext cx="207000" cy="3708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9B94561B-7284-CF42-F107-F246A9FC7A3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141545" y="4089125"/>
                  <a:ext cx="2192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0803E2F8-AA5D-8E4E-3C76-0D57F9BA9610}"/>
                    </a:ext>
                  </a:extLst>
                </p14:cNvPr>
                <p14:cNvContentPartPr/>
                <p14:nvPr/>
              </p14:nvContentPartPr>
              <p14:xfrm>
                <a:off x="1134625" y="4537325"/>
                <a:ext cx="1478160" cy="156960"/>
              </p14:xfrm>
            </p:contentPart>
          </mc:Choice>
          <mc:Fallback xmlns=""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0803E2F8-AA5D-8E4E-3C76-0D57F9BA961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28505" y="4531205"/>
                  <a:ext cx="14904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86B341AD-90EF-43C8-1E37-CDCB27558804}"/>
                    </a:ext>
                  </a:extLst>
                </p14:cNvPr>
                <p14:cNvContentPartPr/>
                <p14:nvPr/>
              </p14:nvContentPartPr>
              <p14:xfrm>
                <a:off x="2449705" y="4644965"/>
                <a:ext cx="163800" cy="69480"/>
              </p14:xfrm>
            </p:contentPart>
          </mc:Choice>
          <mc:Fallback xmlns=""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86B341AD-90EF-43C8-1E37-CDCB2755880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443585" y="4638845"/>
                  <a:ext cx="1760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E5667A7F-E6A8-7172-6DCD-A9E0A3BEF2C7}"/>
                    </a:ext>
                  </a:extLst>
                </p14:cNvPr>
                <p14:cNvContentPartPr/>
                <p14:nvPr/>
              </p14:nvContentPartPr>
              <p14:xfrm>
                <a:off x="2514865" y="4723445"/>
                <a:ext cx="384120" cy="130320"/>
              </p14:xfrm>
            </p:contentPart>
          </mc:Choice>
          <mc:Fallback xmlns=""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E5667A7F-E6A8-7172-6DCD-A9E0A3BEF2C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508745" y="4717325"/>
                  <a:ext cx="3963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A443C964-6083-7972-7BDC-1F07E810EC82}"/>
                    </a:ext>
                  </a:extLst>
                </p14:cNvPr>
                <p14:cNvContentPartPr/>
                <p14:nvPr/>
              </p14:nvContentPartPr>
              <p14:xfrm>
                <a:off x="2245225" y="4263365"/>
                <a:ext cx="440280" cy="23364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A443C964-6083-7972-7BDC-1F07E810EC8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239105" y="4257245"/>
                  <a:ext cx="4525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A460C7A9-5B1F-AB1E-948C-ECF63443957A}"/>
                    </a:ext>
                  </a:extLst>
                </p14:cNvPr>
                <p14:cNvContentPartPr/>
                <p14:nvPr/>
              </p14:nvContentPartPr>
              <p14:xfrm>
                <a:off x="2644105" y="4425365"/>
                <a:ext cx="42840" cy="89640"/>
              </p14:xfrm>
            </p:contentPart>
          </mc:Choice>
          <mc:Fallback xmlns=""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A460C7A9-5B1F-AB1E-948C-ECF63443957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637985" y="4419245"/>
                  <a:ext cx="550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7B841804-0597-813C-A793-4F93FF2FAEE9}"/>
                    </a:ext>
                  </a:extLst>
                </p14:cNvPr>
                <p14:cNvContentPartPr/>
                <p14:nvPr/>
              </p14:nvContentPartPr>
              <p14:xfrm>
                <a:off x="2558425" y="4393685"/>
                <a:ext cx="161280" cy="18360"/>
              </p14:xfrm>
            </p:contentPart>
          </mc:Choice>
          <mc:Fallback xmlns=""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7B841804-0597-813C-A793-4F93FF2FAEE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552305" y="4387565"/>
                  <a:ext cx="17352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Agrupar 120">
            <a:extLst>
              <a:ext uri="{FF2B5EF4-FFF2-40B4-BE49-F238E27FC236}">
                <a16:creationId xmlns:a16="http://schemas.microsoft.com/office/drawing/2014/main" id="{E84CD204-296F-64C1-AA65-FAF6CA0BB312}"/>
              </a:ext>
            </a:extLst>
          </p:cNvPr>
          <p:cNvGrpSpPr/>
          <p:nvPr/>
        </p:nvGrpSpPr>
        <p:grpSpPr>
          <a:xfrm>
            <a:off x="3991585" y="3808685"/>
            <a:ext cx="3516120" cy="477360"/>
            <a:chOff x="3991585" y="3808685"/>
            <a:chExt cx="3516120" cy="47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BF6FF64D-E6D8-C717-8CCE-24370B00A15E}"/>
                    </a:ext>
                  </a:extLst>
                </p14:cNvPr>
                <p14:cNvContentPartPr/>
                <p14:nvPr/>
              </p14:nvContentPartPr>
              <p14:xfrm>
                <a:off x="3991585" y="3900485"/>
                <a:ext cx="395640" cy="26064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BF6FF64D-E6D8-C717-8CCE-24370B00A15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985465" y="3894365"/>
                  <a:ext cx="4078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87ADE3F1-1C71-0CEF-99F4-4FC3A3A5E16D}"/>
                    </a:ext>
                  </a:extLst>
                </p14:cNvPr>
                <p14:cNvContentPartPr/>
                <p14:nvPr/>
              </p14:nvContentPartPr>
              <p14:xfrm>
                <a:off x="4419265" y="4128365"/>
                <a:ext cx="69840" cy="136800"/>
              </p14:xfrm>
            </p:contentPart>
          </mc:Choice>
          <mc:Fallback xmlns=""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87ADE3F1-1C71-0CEF-99F4-4FC3A3A5E16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413145" y="4122245"/>
                  <a:ext cx="820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E7ECD002-2B29-6A39-5FF6-62C700BF0670}"/>
                    </a:ext>
                  </a:extLst>
                </p14:cNvPr>
                <p14:cNvContentPartPr/>
                <p14:nvPr/>
              </p14:nvContentPartPr>
              <p14:xfrm>
                <a:off x="4423225" y="4194245"/>
                <a:ext cx="109080" cy="936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E7ECD002-2B29-6A39-5FF6-62C700BF067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417105" y="4188125"/>
                  <a:ext cx="1213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BEE3732D-B71A-2B25-C44C-EFCFECB8F878}"/>
                    </a:ext>
                  </a:extLst>
                </p14:cNvPr>
                <p14:cNvContentPartPr/>
                <p14:nvPr/>
              </p14:nvContentPartPr>
              <p14:xfrm>
                <a:off x="4584505" y="4178045"/>
                <a:ext cx="153000" cy="10800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BEE3732D-B71A-2B25-C44C-EFCFECB8F87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578385" y="4171925"/>
                  <a:ext cx="1652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B208C213-E79D-8B16-9BD4-DB863DD78F83}"/>
                    </a:ext>
                  </a:extLst>
                </p14:cNvPr>
                <p14:cNvContentPartPr/>
                <p14:nvPr/>
              </p14:nvContentPartPr>
              <p14:xfrm>
                <a:off x="4918945" y="4029005"/>
                <a:ext cx="215640" cy="1404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B208C213-E79D-8B16-9BD4-DB863DD78F8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912825" y="4022885"/>
                  <a:ext cx="2278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4EC0D037-D0FA-59CE-9932-39291A359D99}"/>
                    </a:ext>
                  </a:extLst>
                </p14:cNvPr>
                <p14:cNvContentPartPr/>
                <p14:nvPr/>
              </p14:nvContentPartPr>
              <p14:xfrm>
                <a:off x="4918945" y="4086245"/>
                <a:ext cx="215640" cy="9360"/>
              </p14:xfrm>
            </p:contentPart>
          </mc:Choice>
          <mc:Fallback xmlns=""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4EC0D037-D0FA-59CE-9932-39291A359D9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912825" y="4080125"/>
                  <a:ext cx="2278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915C49F5-F6C3-95AD-2259-A4605C8531FE}"/>
                    </a:ext>
                  </a:extLst>
                </p14:cNvPr>
                <p14:cNvContentPartPr/>
                <p14:nvPr/>
              </p14:nvContentPartPr>
              <p14:xfrm>
                <a:off x="5245465" y="3974645"/>
                <a:ext cx="395280" cy="169560"/>
              </p14:xfrm>
            </p:contentPart>
          </mc:Choice>
          <mc:Fallback xmlns=""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915C49F5-F6C3-95AD-2259-A4605C8531F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239345" y="3968525"/>
                  <a:ext cx="4075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7CE90439-6BDC-EDD0-0CBA-EAB3932F34A4}"/>
                    </a:ext>
                  </a:extLst>
                </p14:cNvPr>
                <p14:cNvContentPartPr/>
                <p14:nvPr/>
              </p14:nvContentPartPr>
              <p14:xfrm>
                <a:off x="5716345" y="4084085"/>
                <a:ext cx="98280" cy="103680"/>
              </p14:xfrm>
            </p:contentPart>
          </mc:Choice>
          <mc:Fallback xmlns=""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7CE90439-6BDC-EDD0-0CBA-EAB3932F34A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710225" y="4077965"/>
                  <a:ext cx="1105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0D56A40F-AFC3-2E13-95ED-9D83AB39FD15}"/>
                    </a:ext>
                  </a:extLst>
                </p14:cNvPr>
                <p14:cNvContentPartPr/>
                <p14:nvPr/>
              </p14:nvContentPartPr>
              <p14:xfrm>
                <a:off x="5781505" y="4113965"/>
                <a:ext cx="161280" cy="27360"/>
              </p14:xfrm>
            </p:contentPart>
          </mc:Choice>
          <mc:Fallback xmlns=""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0D56A40F-AFC3-2E13-95ED-9D83AB39FD1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775385" y="4107845"/>
                  <a:ext cx="1735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84B8074D-8EE1-4152-F1A2-E457F7CA83C1}"/>
                    </a:ext>
                  </a:extLst>
                </p14:cNvPr>
                <p14:cNvContentPartPr/>
                <p14:nvPr/>
              </p14:nvContentPartPr>
              <p14:xfrm>
                <a:off x="6094705" y="4079405"/>
                <a:ext cx="237240" cy="32040"/>
              </p14:xfrm>
            </p:contentPart>
          </mc:Choice>
          <mc:Fallback xmlns=""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84B8074D-8EE1-4152-F1A2-E457F7CA83C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088585" y="4073285"/>
                  <a:ext cx="2494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5EAA10EB-D20F-13E2-D762-DC640C04696F}"/>
                    </a:ext>
                  </a:extLst>
                </p14:cNvPr>
                <p14:cNvContentPartPr/>
                <p14:nvPr/>
              </p14:nvContentPartPr>
              <p14:xfrm>
                <a:off x="6568465" y="3925325"/>
                <a:ext cx="367560" cy="17640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5EAA10EB-D20F-13E2-D762-DC640C04696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562345" y="3919205"/>
                  <a:ext cx="3798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D0D74C2D-0E6E-3860-C365-B00C01B931CC}"/>
                    </a:ext>
                  </a:extLst>
                </p14:cNvPr>
                <p14:cNvContentPartPr/>
                <p14:nvPr/>
              </p14:nvContentPartPr>
              <p14:xfrm>
                <a:off x="6783745" y="4120805"/>
                <a:ext cx="388800" cy="119520"/>
              </p14:xfrm>
            </p:contentPart>
          </mc:Choice>
          <mc:Fallback xmlns=""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D0D74C2D-0E6E-3860-C365-B00C01B931C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777625" y="4114685"/>
                  <a:ext cx="401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331DDFBB-5941-0250-16BF-3881682EA156}"/>
                    </a:ext>
                  </a:extLst>
                </p14:cNvPr>
                <p14:cNvContentPartPr/>
                <p14:nvPr/>
              </p14:nvContentPartPr>
              <p14:xfrm>
                <a:off x="7268305" y="4070405"/>
                <a:ext cx="239400" cy="30240"/>
              </p14:xfrm>
            </p:contentPart>
          </mc:Choice>
          <mc:Fallback xmlns=""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331DDFBB-5941-0250-16BF-3881682EA15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262185" y="4064285"/>
                  <a:ext cx="2516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D8D40D81-8EB6-2E04-51FE-3ACFB70B1273}"/>
                    </a:ext>
                  </a:extLst>
                </p14:cNvPr>
                <p14:cNvContentPartPr/>
                <p14:nvPr/>
              </p14:nvContentPartPr>
              <p14:xfrm>
                <a:off x="7205305" y="4164365"/>
                <a:ext cx="302400" cy="16200"/>
              </p14:xfrm>
            </p:contentPart>
          </mc:Choice>
          <mc:Fallback xmlns=""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D8D40D81-8EB6-2E04-51FE-3ACFB70B127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199185" y="4158245"/>
                  <a:ext cx="3146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0BA17644-0036-B9CD-2633-C3722F709103}"/>
                    </a:ext>
                  </a:extLst>
                </p14:cNvPr>
                <p14:cNvContentPartPr/>
                <p14:nvPr/>
              </p14:nvContentPartPr>
              <p14:xfrm>
                <a:off x="5307025" y="3808685"/>
                <a:ext cx="766080" cy="43596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0BA17644-0036-B9CD-2633-C3722F709103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300905" y="3802565"/>
                  <a:ext cx="778320" cy="44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Agrupar 149">
            <a:extLst>
              <a:ext uri="{FF2B5EF4-FFF2-40B4-BE49-F238E27FC236}">
                <a16:creationId xmlns:a16="http://schemas.microsoft.com/office/drawing/2014/main" id="{EE03C532-74FC-0AB0-42F8-EA3C23DF33A7}"/>
              </a:ext>
            </a:extLst>
          </p:cNvPr>
          <p:cNvGrpSpPr/>
          <p:nvPr/>
        </p:nvGrpSpPr>
        <p:grpSpPr>
          <a:xfrm>
            <a:off x="8086585" y="3628325"/>
            <a:ext cx="3548520" cy="589320"/>
            <a:chOff x="8086585" y="3628325"/>
            <a:chExt cx="3548520" cy="58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9FC16954-9B2D-7632-2096-34F2BAC24B0E}"/>
                    </a:ext>
                  </a:extLst>
                </p14:cNvPr>
                <p14:cNvContentPartPr/>
                <p14:nvPr/>
              </p14:nvContentPartPr>
              <p14:xfrm>
                <a:off x="8125465" y="3867725"/>
                <a:ext cx="330120" cy="309240"/>
              </p14:xfrm>
            </p:contentPart>
          </mc:Choice>
          <mc:Fallback xmlns=""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9FC16954-9B2D-7632-2096-34F2BAC24B0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119345" y="3861605"/>
                  <a:ext cx="3423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9B42D3D6-69FD-E444-C8EB-1BB893B0BA2C}"/>
                    </a:ext>
                  </a:extLst>
                </p14:cNvPr>
                <p14:cNvContentPartPr/>
                <p14:nvPr/>
              </p14:nvContentPartPr>
              <p14:xfrm>
                <a:off x="8615785" y="4008125"/>
                <a:ext cx="152640" cy="96480"/>
              </p14:xfrm>
            </p:contentPart>
          </mc:Choice>
          <mc:Fallback xmlns=""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9B42D3D6-69FD-E444-C8EB-1BB893B0BA2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609665" y="4002005"/>
                  <a:ext cx="1648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902F4015-4BBF-4157-E2D6-A7117F686467}"/>
                    </a:ext>
                  </a:extLst>
                </p14:cNvPr>
                <p14:cNvContentPartPr/>
                <p14:nvPr/>
              </p14:nvContentPartPr>
              <p14:xfrm>
                <a:off x="8680945" y="4038005"/>
                <a:ext cx="174240" cy="131040"/>
              </p14:xfrm>
            </p:contentPart>
          </mc:Choice>
          <mc:Fallback xmlns=""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902F4015-4BBF-4157-E2D6-A7117F68646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674825" y="4031885"/>
                  <a:ext cx="1864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5C5AC55A-1044-6ECD-7038-426CE7A2EDC2}"/>
                    </a:ext>
                  </a:extLst>
                </p14:cNvPr>
                <p14:cNvContentPartPr/>
                <p14:nvPr/>
              </p14:nvContentPartPr>
              <p14:xfrm>
                <a:off x="9027265" y="3977525"/>
                <a:ext cx="74520" cy="190080"/>
              </p14:xfrm>
            </p:contentPart>
          </mc:Choice>
          <mc:Fallback xmlns=""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5C5AC55A-1044-6ECD-7038-426CE7A2EDC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021145" y="3971405"/>
                  <a:ext cx="867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FCFB066B-B9B1-7343-A0C4-26289C43DC44}"/>
                    </a:ext>
                  </a:extLst>
                </p14:cNvPr>
                <p14:cNvContentPartPr/>
                <p14:nvPr/>
              </p14:nvContentPartPr>
              <p14:xfrm>
                <a:off x="9148585" y="3960245"/>
                <a:ext cx="252000" cy="187920"/>
              </p14:xfrm>
            </p:contentPart>
          </mc:Choice>
          <mc:Fallback xmlns=""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FCFB066B-B9B1-7343-A0C4-26289C43DC4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142465" y="3954125"/>
                  <a:ext cx="2642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51EDAB6F-D4D2-757F-5DB8-03A8583E448C}"/>
                    </a:ext>
                  </a:extLst>
                </p14:cNvPr>
                <p14:cNvContentPartPr/>
                <p14:nvPr/>
              </p14:nvContentPartPr>
              <p14:xfrm>
                <a:off x="9457105" y="3996965"/>
                <a:ext cx="130680" cy="84600"/>
              </p14:xfrm>
            </p:contentPart>
          </mc:Choice>
          <mc:Fallback xmlns=""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51EDAB6F-D4D2-757F-5DB8-03A8583E448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450985" y="3990845"/>
                  <a:ext cx="1429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BB22ABAD-D2CF-4EE9-A8CF-F35C3915EDF3}"/>
                    </a:ext>
                  </a:extLst>
                </p14:cNvPr>
                <p14:cNvContentPartPr/>
                <p14:nvPr/>
              </p14:nvContentPartPr>
              <p14:xfrm>
                <a:off x="9350185" y="3719405"/>
                <a:ext cx="324720" cy="244440"/>
              </p14:xfrm>
            </p:contentPart>
          </mc:Choice>
          <mc:Fallback xmlns=""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BB22ABAD-D2CF-4EE9-A8CF-F35C3915EDF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344065" y="3713285"/>
                  <a:ext cx="3369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92DD3B5A-3F5F-B81D-1CA2-091965A0C70E}"/>
                    </a:ext>
                  </a:extLst>
                </p14:cNvPr>
                <p14:cNvContentPartPr/>
                <p14:nvPr/>
              </p14:nvContentPartPr>
              <p14:xfrm>
                <a:off x="9815305" y="4070765"/>
                <a:ext cx="170280" cy="27000"/>
              </p14:xfrm>
            </p:contentPart>
          </mc:Choice>
          <mc:Fallback xmlns=""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92DD3B5A-3F5F-B81D-1CA2-091965A0C70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809185" y="4064645"/>
                  <a:ext cx="182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C762E7BD-9056-FD4A-4793-E61CC8449687}"/>
                    </a:ext>
                  </a:extLst>
                </p14:cNvPr>
                <p14:cNvContentPartPr/>
                <p14:nvPr/>
              </p14:nvContentPartPr>
              <p14:xfrm>
                <a:off x="10170985" y="3916685"/>
                <a:ext cx="255960" cy="187920"/>
              </p14:xfrm>
            </p:contentPart>
          </mc:Choice>
          <mc:Fallback xmlns=""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C762E7BD-9056-FD4A-4793-E61CC844968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164865" y="3910565"/>
                  <a:ext cx="2682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D3932CB9-2855-4741-15B8-8A6A88A355BB}"/>
                    </a:ext>
                  </a:extLst>
                </p14:cNvPr>
                <p14:cNvContentPartPr/>
                <p14:nvPr/>
              </p14:nvContentPartPr>
              <p14:xfrm>
                <a:off x="10643665" y="3981125"/>
                <a:ext cx="161280" cy="172080"/>
              </p14:xfrm>
            </p:contentPart>
          </mc:Choice>
          <mc:Fallback xmlns=""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D3932CB9-2855-4741-15B8-8A6A88A355B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637545" y="3975005"/>
                  <a:ext cx="1735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F37041F6-3CD1-2D04-90D4-5F72E4261923}"/>
                    </a:ext>
                  </a:extLst>
                </p14:cNvPr>
                <p14:cNvContentPartPr/>
                <p14:nvPr/>
              </p14:nvContentPartPr>
              <p14:xfrm>
                <a:off x="10665625" y="4067525"/>
                <a:ext cx="182880" cy="92520"/>
              </p14:xfrm>
            </p:contentPart>
          </mc:Choice>
          <mc:Fallback xmlns=""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F37041F6-3CD1-2D04-90D4-5F72E426192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659505" y="4061405"/>
                  <a:ext cx="1951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D67D31AD-0B72-0221-AC55-E0F18672479C}"/>
                    </a:ext>
                  </a:extLst>
                </p14:cNvPr>
                <p14:cNvContentPartPr/>
                <p14:nvPr/>
              </p14:nvContentPartPr>
              <p14:xfrm>
                <a:off x="11022025" y="3998405"/>
                <a:ext cx="30600" cy="126000"/>
              </p14:xfrm>
            </p:contentPart>
          </mc:Choice>
          <mc:Fallback xmlns=""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D67D31AD-0B72-0221-AC55-E0F18672479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015905" y="3992285"/>
                  <a:ext cx="428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989BB4A7-7C70-7B36-A53A-F03F8B9A3871}"/>
                    </a:ext>
                  </a:extLst>
                </p14:cNvPr>
                <p14:cNvContentPartPr/>
                <p14:nvPr/>
              </p14:nvContentPartPr>
              <p14:xfrm>
                <a:off x="11072065" y="3996965"/>
                <a:ext cx="122400" cy="114840"/>
              </p14:xfrm>
            </p:contentPart>
          </mc:Choice>
          <mc:Fallback xmlns=""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989BB4A7-7C70-7B36-A53A-F03F8B9A387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065945" y="3990845"/>
                  <a:ext cx="134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1A1ABA29-1A2A-B72F-DA84-D0EEDEAD96F5}"/>
                    </a:ext>
                  </a:extLst>
                </p14:cNvPr>
                <p14:cNvContentPartPr/>
                <p14:nvPr/>
              </p14:nvContentPartPr>
              <p14:xfrm>
                <a:off x="11235865" y="3719405"/>
                <a:ext cx="271800" cy="355320"/>
              </p14:xfrm>
            </p:contentPart>
          </mc:Choice>
          <mc:Fallback xmlns=""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1A1ABA29-1A2A-B72F-DA84-D0EEDEAD96F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1229745" y="3713285"/>
                  <a:ext cx="2840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E8621480-48EF-1AC4-09E9-CA094B7857F6}"/>
                    </a:ext>
                  </a:extLst>
                </p14:cNvPr>
                <p14:cNvContentPartPr/>
                <p14:nvPr/>
              </p14:nvContentPartPr>
              <p14:xfrm>
                <a:off x="8086585" y="3732365"/>
                <a:ext cx="552960" cy="440640"/>
              </p14:xfrm>
            </p:contentPart>
          </mc:Choice>
          <mc:Fallback xmlns=""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E8621480-48EF-1AC4-09E9-CA094B7857F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080465" y="3726245"/>
                  <a:ext cx="56520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5950EE00-3B45-1AAE-694E-76BBFBBBA687}"/>
                    </a:ext>
                  </a:extLst>
                </p14:cNvPr>
                <p14:cNvContentPartPr/>
                <p14:nvPr/>
              </p14:nvContentPartPr>
              <p14:xfrm>
                <a:off x="10006825" y="3772685"/>
                <a:ext cx="461880" cy="361440"/>
              </p14:xfrm>
            </p:contentPart>
          </mc:Choice>
          <mc:Fallback xmlns=""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5950EE00-3B45-1AAE-694E-76BBFBBBA68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000705" y="3766565"/>
                  <a:ext cx="4741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BBBDB922-044E-7544-4313-6A2A089314E7}"/>
                    </a:ext>
                  </a:extLst>
                </p14:cNvPr>
                <p14:cNvContentPartPr/>
                <p14:nvPr/>
              </p14:nvContentPartPr>
              <p14:xfrm>
                <a:off x="8928985" y="3628325"/>
                <a:ext cx="914040" cy="589320"/>
              </p14:xfrm>
            </p:contentPart>
          </mc:Choice>
          <mc:Fallback xmlns=""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BBBDB922-044E-7544-4313-6A2A089314E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922865" y="3622205"/>
                  <a:ext cx="926280" cy="60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CBFE7556-458B-F306-9074-1571DF913FBC}"/>
                    </a:ext>
                  </a:extLst>
                </p14:cNvPr>
                <p14:cNvContentPartPr/>
                <p14:nvPr/>
              </p14:nvContentPartPr>
              <p14:xfrm>
                <a:off x="11095825" y="3645605"/>
                <a:ext cx="539280" cy="445680"/>
              </p14:xfrm>
            </p:contentPart>
          </mc:Choice>
          <mc:Fallback xmlns=""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CBFE7556-458B-F306-9074-1571DF913FB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089705" y="3639485"/>
                  <a:ext cx="551520" cy="45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72" name="Tinta 171">
                <a:extLst>
                  <a:ext uri="{FF2B5EF4-FFF2-40B4-BE49-F238E27FC236}">
                    <a16:creationId xmlns:a16="http://schemas.microsoft.com/office/drawing/2014/main" id="{E633AD5A-3153-B64A-F906-0843D7D9B15E}"/>
                  </a:ext>
                </a:extLst>
              </p14:cNvPr>
              <p14:cNvContentPartPr/>
              <p14:nvPr/>
            </p14:nvContentPartPr>
            <p14:xfrm>
              <a:off x="5879425" y="4855565"/>
              <a:ext cx="2499480" cy="650160"/>
            </p14:xfrm>
          </p:contentPart>
        </mc:Choice>
        <mc:Fallback xmlns="">
          <p:pic>
            <p:nvPicPr>
              <p:cNvPr id="172" name="Tinta 171">
                <a:extLst>
                  <a:ext uri="{FF2B5EF4-FFF2-40B4-BE49-F238E27FC236}">
                    <a16:creationId xmlns:a16="http://schemas.microsoft.com/office/drawing/2014/main" id="{E633AD5A-3153-B64A-F906-0843D7D9B15E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5873305" y="4849445"/>
                <a:ext cx="2511720" cy="66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Agrupar 179">
            <a:extLst>
              <a:ext uri="{FF2B5EF4-FFF2-40B4-BE49-F238E27FC236}">
                <a16:creationId xmlns:a16="http://schemas.microsoft.com/office/drawing/2014/main" id="{9D198442-2CB5-8B15-38DC-C7A14AF480C3}"/>
              </a:ext>
            </a:extLst>
          </p:cNvPr>
          <p:cNvGrpSpPr/>
          <p:nvPr/>
        </p:nvGrpSpPr>
        <p:grpSpPr>
          <a:xfrm>
            <a:off x="412825" y="5041685"/>
            <a:ext cx="1051920" cy="372960"/>
            <a:chOff x="412825" y="5041685"/>
            <a:chExt cx="1051920" cy="37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BE12F04D-BC38-AB7F-B886-C6EED443F2C1}"/>
                    </a:ext>
                  </a:extLst>
                </p14:cNvPr>
                <p14:cNvContentPartPr/>
                <p14:nvPr/>
              </p14:nvContentPartPr>
              <p14:xfrm>
                <a:off x="412825" y="5041685"/>
                <a:ext cx="453600" cy="217440"/>
              </p14:xfrm>
            </p:contentPart>
          </mc:Choice>
          <mc:Fallback xmlns=""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BE12F04D-BC38-AB7F-B886-C6EED443F2C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06705" y="5035565"/>
                  <a:ext cx="4658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9B60BD37-86EC-9FDF-99B8-9001891923F7}"/>
                    </a:ext>
                  </a:extLst>
                </p14:cNvPr>
                <p14:cNvContentPartPr/>
                <p14:nvPr/>
              </p14:nvContentPartPr>
              <p14:xfrm>
                <a:off x="930505" y="5259125"/>
                <a:ext cx="87480" cy="135360"/>
              </p14:xfrm>
            </p:contentPart>
          </mc:Choice>
          <mc:Fallback xmlns=""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9B60BD37-86EC-9FDF-99B8-9001891923F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24385" y="5253005"/>
                  <a:ext cx="997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CE4D5473-A74C-B123-995E-BC19786A42A8}"/>
                    </a:ext>
                  </a:extLst>
                </p14:cNvPr>
                <p14:cNvContentPartPr/>
                <p14:nvPr/>
              </p14:nvContentPartPr>
              <p14:xfrm>
                <a:off x="941305" y="5302685"/>
                <a:ext cx="139320" cy="28080"/>
              </p14:xfrm>
            </p:contentPart>
          </mc:Choice>
          <mc:Fallback xmlns=""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CE4D5473-A74C-B123-995E-BC19786A42A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35185" y="5296565"/>
                  <a:ext cx="151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FC5C8867-985A-9D61-338F-1CD0551B0EAD}"/>
                    </a:ext>
                  </a:extLst>
                </p14:cNvPr>
                <p14:cNvContentPartPr/>
                <p14:nvPr/>
              </p14:nvContentPartPr>
              <p14:xfrm>
                <a:off x="1069465" y="5327525"/>
                <a:ext cx="153720" cy="87120"/>
              </p14:xfrm>
            </p:contentPart>
          </mc:Choice>
          <mc:Fallback xmlns=""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FC5C8867-985A-9D61-338F-1CD0551B0EA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63345" y="5321405"/>
                  <a:ext cx="1659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558DFFE8-B218-58CF-329F-4943690FE038}"/>
                    </a:ext>
                  </a:extLst>
                </p14:cNvPr>
                <p14:cNvContentPartPr/>
                <p14:nvPr/>
              </p14:nvContentPartPr>
              <p14:xfrm>
                <a:off x="1299505" y="5217725"/>
                <a:ext cx="165240" cy="23760"/>
              </p14:xfrm>
            </p:contentPart>
          </mc:Choice>
          <mc:Fallback xmlns=""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558DFFE8-B218-58CF-329F-4943690FE03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293385" y="5211605"/>
                  <a:ext cx="177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F3779C69-DC2E-1AC3-D067-7338D2379C1F}"/>
                    </a:ext>
                  </a:extLst>
                </p14:cNvPr>
                <p14:cNvContentPartPr/>
                <p14:nvPr/>
              </p14:nvContentPartPr>
              <p14:xfrm>
                <a:off x="1301305" y="5299805"/>
                <a:ext cx="124920" cy="10080"/>
              </p14:xfrm>
            </p:contentPart>
          </mc:Choice>
          <mc:Fallback xmlns=""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F3779C69-DC2E-1AC3-D067-7338D2379C1F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295185" y="5293685"/>
                  <a:ext cx="13716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Agrupar 188">
            <a:extLst>
              <a:ext uri="{FF2B5EF4-FFF2-40B4-BE49-F238E27FC236}">
                <a16:creationId xmlns:a16="http://schemas.microsoft.com/office/drawing/2014/main" id="{803FD688-C63E-57B0-8C9D-077C93328242}"/>
              </a:ext>
            </a:extLst>
          </p:cNvPr>
          <p:cNvGrpSpPr/>
          <p:nvPr/>
        </p:nvGrpSpPr>
        <p:grpSpPr>
          <a:xfrm>
            <a:off x="1910065" y="5102885"/>
            <a:ext cx="1511640" cy="563040"/>
            <a:chOff x="1910065" y="5102885"/>
            <a:chExt cx="1511640" cy="56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A145C57E-D59B-33E5-2438-E3632D357EE5}"/>
                    </a:ext>
                  </a:extLst>
                </p14:cNvPr>
                <p14:cNvContentPartPr/>
                <p14:nvPr/>
              </p14:nvContentPartPr>
              <p14:xfrm>
                <a:off x="1943905" y="5255525"/>
                <a:ext cx="247680" cy="270360"/>
              </p14:xfrm>
            </p:contentPart>
          </mc:Choice>
          <mc:Fallback xmlns=""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A145C57E-D59B-33E5-2438-E3632D357EE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937785" y="5249405"/>
                  <a:ext cx="2599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072CCD2B-FC93-E216-EF03-A6D837F973B4}"/>
                    </a:ext>
                  </a:extLst>
                </p14:cNvPr>
                <p14:cNvContentPartPr/>
                <p14:nvPr/>
              </p14:nvContentPartPr>
              <p14:xfrm>
                <a:off x="2460145" y="5193965"/>
                <a:ext cx="186840" cy="196200"/>
              </p14:xfrm>
            </p:contentPart>
          </mc:Choice>
          <mc:Fallback xmlns=""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072CCD2B-FC93-E216-EF03-A6D837F973B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454025" y="5187845"/>
                  <a:ext cx="1990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0546B32F-91D8-5187-78F9-603BA447BAB3}"/>
                    </a:ext>
                  </a:extLst>
                </p14:cNvPr>
                <p14:cNvContentPartPr/>
                <p14:nvPr/>
              </p14:nvContentPartPr>
              <p14:xfrm>
                <a:off x="2667145" y="5385125"/>
                <a:ext cx="128520" cy="113040"/>
              </p14:xfrm>
            </p:contentPart>
          </mc:Choice>
          <mc:Fallback xmlns=""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0546B32F-91D8-5187-78F9-603BA447BAB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661025" y="5379005"/>
                  <a:ext cx="1407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6B9E548B-C01C-1C26-76BB-E386240D1A87}"/>
                    </a:ext>
                  </a:extLst>
                </p14:cNvPr>
                <p14:cNvContentPartPr/>
                <p14:nvPr/>
              </p14:nvContentPartPr>
              <p14:xfrm>
                <a:off x="2740945" y="5458565"/>
                <a:ext cx="130680" cy="30240"/>
              </p14:xfrm>
            </p:contentPart>
          </mc:Choice>
          <mc:Fallback xmlns=""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6B9E548B-C01C-1C26-76BB-E386240D1A8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734825" y="5452445"/>
                  <a:ext cx="1429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1E68918A-CE19-FC72-5B91-3C5B1A81ACC1}"/>
                    </a:ext>
                  </a:extLst>
                </p14:cNvPr>
                <p14:cNvContentPartPr/>
                <p14:nvPr/>
              </p14:nvContentPartPr>
              <p14:xfrm>
                <a:off x="2708185" y="5452445"/>
                <a:ext cx="431280" cy="134640"/>
              </p14:xfrm>
            </p:contentPart>
          </mc:Choice>
          <mc:Fallback xmlns=""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1E68918A-CE19-FC72-5B91-3C5B1A81ACC1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702065" y="5446325"/>
                  <a:ext cx="4435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0883E0C6-F107-1871-6733-1ED05645395F}"/>
                    </a:ext>
                  </a:extLst>
                </p14:cNvPr>
                <p14:cNvContentPartPr/>
                <p14:nvPr/>
              </p14:nvContentPartPr>
              <p14:xfrm>
                <a:off x="2426665" y="5102885"/>
                <a:ext cx="995040" cy="563040"/>
              </p14:xfrm>
            </p:contentPart>
          </mc:Choice>
          <mc:Fallback xmlns=""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0883E0C6-F107-1871-6733-1ED05645395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420545" y="5096765"/>
                  <a:ext cx="1007280" cy="5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D663146F-C7EF-C8F6-0297-6821CBAE3A85}"/>
                    </a:ext>
                  </a:extLst>
                </p14:cNvPr>
                <p14:cNvContentPartPr/>
                <p14:nvPr/>
              </p14:nvContentPartPr>
              <p14:xfrm>
                <a:off x="1910065" y="5116925"/>
                <a:ext cx="487080" cy="429120"/>
              </p14:xfrm>
            </p:contentPart>
          </mc:Choice>
          <mc:Fallback xmlns=""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D663146F-C7EF-C8F6-0297-6821CBAE3A85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903945" y="5110805"/>
                  <a:ext cx="499320" cy="44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Agrupar 191">
            <a:extLst>
              <a:ext uri="{FF2B5EF4-FFF2-40B4-BE49-F238E27FC236}">
                <a16:creationId xmlns:a16="http://schemas.microsoft.com/office/drawing/2014/main" id="{B5002C42-DFCB-82E8-30FB-D1C1E4F45477}"/>
              </a:ext>
            </a:extLst>
          </p:cNvPr>
          <p:cNvGrpSpPr/>
          <p:nvPr/>
        </p:nvGrpSpPr>
        <p:grpSpPr>
          <a:xfrm>
            <a:off x="3840745" y="5547485"/>
            <a:ext cx="270000" cy="140400"/>
            <a:chOff x="3840745" y="5547485"/>
            <a:chExt cx="270000" cy="14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8A69BAB6-CF6B-9D82-0EAE-327AAFCACCF5}"/>
                    </a:ext>
                  </a:extLst>
                </p14:cNvPr>
                <p14:cNvContentPartPr/>
                <p14:nvPr/>
              </p14:nvContentPartPr>
              <p14:xfrm>
                <a:off x="3851545" y="5547485"/>
                <a:ext cx="193680" cy="20880"/>
              </p14:xfrm>
            </p:contentPart>
          </mc:Choice>
          <mc:Fallback xmlns=""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8A69BAB6-CF6B-9D82-0EAE-327AAFCACCF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845425" y="5541365"/>
                  <a:ext cx="2059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C094D092-06F6-CA55-020B-4AC423F06B1C}"/>
                    </a:ext>
                  </a:extLst>
                </p14:cNvPr>
                <p14:cNvContentPartPr/>
                <p14:nvPr/>
              </p14:nvContentPartPr>
              <p14:xfrm>
                <a:off x="3840745" y="5643965"/>
                <a:ext cx="270000" cy="43920"/>
              </p14:xfrm>
            </p:contentPart>
          </mc:Choice>
          <mc:Fallback xmlns=""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C094D092-06F6-CA55-020B-4AC423F06B1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834625" y="5637845"/>
                  <a:ext cx="282240" cy="5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193" name="Tinta 192">
                <a:extLst>
                  <a:ext uri="{FF2B5EF4-FFF2-40B4-BE49-F238E27FC236}">
                    <a16:creationId xmlns:a16="http://schemas.microsoft.com/office/drawing/2014/main" id="{5F058C11-5ABE-F090-8ECC-6800038E4C35}"/>
                  </a:ext>
                </a:extLst>
              </p14:cNvPr>
              <p14:cNvContentPartPr/>
              <p14:nvPr/>
            </p14:nvContentPartPr>
            <p14:xfrm>
              <a:off x="7236265" y="1825085"/>
              <a:ext cx="1186560" cy="322200"/>
            </p14:xfrm>
          </p:contentPart>
        </mc:Choice>
        <mc:Fallback xmlns="">
          <p:pic>
            <p:nvPicPr>
              <p:cNvPr id="193" name="Tinta 192">
                <a:extLst>
                  <a:ext uri="{FF2B5EF4-FFF2-40B4-BE49-F238E27FC236}">
                    <a16:creationId xmlns:a16="http://schemas.microsoft.com/office/drawing/2014/main" id="{5F058C11-5ABE-F090-8ECC-6800038E4C35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7230145" y="1818965"/>
                <a:ext cx="119880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194" name="Tinta 193">
                <a:extLst>
                  <a:ext uri="{FF2B5EF4-FFF2-40B4-BE49-F238E27FC236}">
                    <a16:creationId xmlns:a16="http://schemas.microsoft.com/office/drawing/2014/main" id="{FF9EBD90-4932-FAC8-97CD-B2F543CC0168}"/>
                  </a:ext>
                </a:extLst>
              </p14:cNvPr>
              <p14:cNvContentPartPr/>
              <p14:nvPr/>
            </p14:nvContentPartPr>
            <p14:xfrm>
              <a:off x="5834425" y="4883285"/>
              <a:ext cx="2439360" cy="659880"/>
            </p14:xfrm>
          </p:contentPart>
        </mc:Choice>
        <mc:Fallback xmlns="">
          <p:pic>
            <p:nvPicPr>
              <p:cNvPr id="194" name="Tinta 193">
                <a:extLst>
                  <a:ext uri="{FF2B5EF4-FFF2-40B4-BE49-F238E27FC236}">
                    <a16:creationId xmlns:a16="http://schemas.microsoft.com/office/drawing/2014/main" id="{FF9EBD90-4932-FAC8-97CD-B2F543CC0168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5828305" y="4877165"/>
                <a:ext cx="2451600" cy="67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96" name="Tinta 195">
                <a:extLst>
                  <a:ext uri="{FF2B5EF4-FFF2-40B4-BE49-F238E27FC236}">
                    <a16:creationId xmlns:a16="http://schemas.microsoft.com/office/drawing/2014/main" id="{9E89FC72-2026-5FD9-6AAC-5126ED0730A2}"/>
                  </a:ext>
                </a:extLst>
              </p14:cNvPr>
              <p14:cNvContentPartPr/>
              <p14:nvPr/>
            </p14:nvContentPartPr>
            <p14:xfrm>
              <a:off x="4400905" y="5499245"/>
              <a:ext cx="258840" cy="222480"/>
            </p14:xfrm>
          </p:contentPart>
        </mc:Choice>
        <mc:Fallback xmlns="">
          <p:pic>
            <p:nvPicPr>
              <p:cNvPr id="196" name="Tinta 195">
                <a:extLst>
                  <a:ext uri="{FF2B5EF4-FFF2-40B4-BE49-F238E27FC236}">
                    <a16:creationId xmlns:a16="http://schemas.microsoft.com/office/drawing/2014/main" id="{9E89FC72-2026-5FD9-6AAC-5126ED0730A2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4394785" y="5493125"/>
                <a:ext cx="27108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197" name="Tinta 196">
                <a:extLst>
                  <a:ext uri="{FF2B5EF4-FFF2-40B4-BE49-F238E27FC236}">
                    <a16:creationId xmlns:a16="http://schemas.microsoft.com/office/drawing/2014/main" id="{34DE2BCD-0F58-1D92-1405-7CAADCF43918}"/>
                  </a:ext>
                </a:extLst>
              </p14:cNvPr>
              <p14:cNvContentPartPr/>
              <p14:nvPr/>
            </p14:nvContentPartPr>
            <p14:xfrm>
              <a:off x="7861225" y="1901045"/>
              <a:ext cx="250200" cy="181080"/>
            </p14:xfrm>
          </p:contentPart>
        </mc:Choice>
        <mc:Fallback xmlns="">
          <p:pic>
            <p:nvPicPr>
              <p:cNvPr id="197" name="Tinta 196">
                <a:extLst>
                  <a:ext uri="{FF2B5EF4-FFF2-40B4-BE49-F238E27FC236}">
                    <a16:creationId xmlns:a16="http://schemas.microsoft.com/office/drawing/2014/main" id="{34DE2BCD-0F58-1D92-1405-7CAADCF43918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7855105" y="1894925"/>
                <a:ext cx="26244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228" name="Tinta 227">
                <a:extLst>
                  <a:ext uri="{FF2B5EF4-FFF2-40B4-BE49-F238E27FC236}">
                    <a16:creationId xmlns:a16="http://schemas.microsoft.com/office/drawing/2014/main" id="{F76A87B8-C63C-0150-89CB-20A4C43F2261}"/>
                  </a:ext>
                </a:extLst>
              </p14:cNvPr>
              <p14:cNvContentPartPr/>
              <p14:nvPr/>
            </p14:nvContentPartPr>
            <p14:xfrm>
              <a:off x="5694745" y="5925485"/>
              <a:ext cx="21960" cy="16920"/>
            </p14:xfrm>
          </p:contentPart>
        </mc:Choice>
        <mc:Fallback xmlns="">
          <p:pic>
            <p:nvPicPr>
              <p:cNvPr id="228" name="Tinta 227">
                <a:extLst>
                  <a:ext uri="{FF2B5EF4-FFF2-40B4-BE49-F238E27FC236}">
                    <a16:creationId xmlns:a16="http://schemas.microsoft.com/office/drawing/2014/main" id="{F76A87B8-C63C-0150-89CB-20A4C43F2261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5688625" y="5919365"/>
                <a:ext cx="3420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141" name="Tinta 140">
                <a:extLst>
                  <a:ext uri="{FF2B5EF4-FFF2-40B4-BE49-F238E27FC236}">
                    <a16:creationId xmlns:a16="http://schemas.microsoft.com/office/drawing/2014/main" id="{DD383073-F3A6-59C3-A4CA-DE3255E496C7}"/>
                  </a:ext>
                </a:extLst>
              </p14:cNvPr>
              <p14:cNvContentPartPr/>
              <p14:nvPr/>
            </p14:nvContentPartPr>
            <p14:xfrm>
              <a:off x="5042065" y="4588445"/>
              <a:ext cx="212040" cy="34200"/>
            </p14:xfrm>
          </p:contentPart>
        </mc:Choice>
        <mc:Fallback xmlns="">
          <p:pic>
            <p:nvPicPr>
              <p:cNvPr id="141" name="Tinta 140">
                <a:extLst>
                  <a:ext uri="{FF2B5EF4-FFF2-40B4-BE49-F238E27FC236}">
                    <a16:creationId xmlns:a16="http://schemas.microsoft.com/office/drawing/2014/main" id="{DD383073-F3A6-59C3-A4CA-DE3255E496C7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5035945" y="4582325"/>
                <a:ext cx="2242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142" name="Tinta 141">
                <a:extLst>
                  <a:ext uri="{FF2B5EF4-FFF2-40B4-BE49-F238E27FC236}">
                    <a16:creationId xmlns:a16="http://schemas.microsoft.com/office/drawing/2014/main" id="{B266A21D-F7DC-946A-E9AB-4C0A2FDDDE4C}"/>
                  </a:ext>
                </a:extLst>
              </p14:cNvPr>
              <p14:cNvContentPartPr/>
              <p14:nvPr/>
            </p14:nvContentPartPr>
            <p14:xfrm>
              <a:off x="5092825" y="4666205"/>
              <a:ext cx="193680" cy="59760"/>
            </p14:xfrm>
          </p:contentPart>
        </mc:Choice>
        <mc:Fallback xmlns="">
          <p:pic>
            <p:nvPicPr>
              <p:cNvPr id="142" name="Tinta 141">
                <a:extLst>
                  <a:ext uri="{FF2B5EF4-FFF2-40B4-BE49-F238E27FC236}">
                    <a16:creationId xmlns:a16="http://schemas.microsoft.com/office/drawing/2014/main" id="{B266A21D-F7DC-946A-E9AB-4C0A2FDDDE4C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5086705" y="4660085"/>
                <a:ext cx="2059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160" name="Tinta 159">
                <a:extLst>
                  <a:ext uri="{FF2B5EF4-FFF2-40B4-BE49-F238E27FC236}">
                    <a16:creationId xmlns:a16="http://schemas.microsoft.com/office/drawing/2014/main" id="{51FB7D67-94F2-DA33-ADA5-513CD2CEC05B}"/>
                  </a:ext>
                </a:extLst>
              </p14:cNvPr>
              <p14:cNvContentPartPr/>
              <p14:nvPr/>
            </p14:nvContentPartPr>
            <p14:xfrm>
              <a:off x="5144665" y="5030165"/>
              <a:ext cx="217800" cy="15840"/>
            </p14:xfrm>
          </p:contentPart>
        </mc:Choice>
        <mc:Fallback xmlns="">
          <p:pic>
            <p:nvPicPr>
              <p:cNvPr id="160" name="Tinta 159">
                <a:extLst>
                  <a:ext uri="{FF2B5EF4-FFF2-40B4-BE49-F238E27FC236}">
                    <a16:creationId xmlns:a16="http://schemas.microsoft.com/office/drawing/2014/main" id="{51FB7D67-94F2-DA33-ADA5-513CD2CEC05B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5138545" y="5024045"/>
                <a:ext cx="2300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161" name="Tinta 160">
                <a:extLst>
                  <a:ext uri="{FF2B5EF4-FFF2-40B4-BE49-F238E27FC236}">
                    <a16:creationId xmlns:a16="http://schemas.microsoft.com/office/drawing/2014/main" id="{ED86AF67-0E48-1CDD-72FB-6EDD99AF9E3F}"/>
                  </a:ext>
                </a:extLst>
              </p14:cNvPr>
              <p14:cNvContentPartPr/>
              <p14:nvPr/>
            </p14:nvContentPartPr>
            <p14:xfrm>
              <a:off x="5081665" y="5156165"/>
              <a:ext cx="150480" cy="46080"/>
            </p14:xfrm>
          </p:contentPart>
        </mc:Choice>
        <mc:Fallback xmlns="">
          <p:pic>
            <p:nvPicPr>
              <p:cNvPr id="161" name="Tinta 160">
                <a:extLst>
                  <a:ext uri="{FF2B5EF4-FFF2-40B4-BE49-F238E27FC236}">
                    <a16:creationId xmlns:a16="http://schemas.microsoft.com/office/drawing/2014/main" id="{ED86AF67-0E48-1CDD-72FB-6EDD99AF9E3F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5075545" y="5150045"/>
                <a:ext cx="1627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151" name="Tinta 150">
                <a:extLst>
                  <a:ext uri="{FF2B5EF4-FFF2-40B4-BE49-F238E27FC236}">
                    <a16:creationId xmlns:a16="http://schemas.microsoft.com/office/drawing/2014/main" id="{193606CC-44A0-F7A5-D9E8-3266C20E96C1}"/>
                  </a:ext>
                </a:extLst>
              </p14:cNvPr>
              <p14:cNvContentPartPr/>
              <p14:nvPr/>
            </p14:nvContentPartPr>
            <p14:xfrm>
              <a:off x="5805265" y="4599965"/>
              <a:ext cx="170280" cy="166320"/>
            </p14:xfrm>
          </p:contentPart>
        </mc:Choice>
        <mc:Fallback xmlns="">
          <p:pic>
            <p:nvPicPr>
              <p:cNvPr id="151" name="Tinta 150">
                <a:extLst>
                  <a:ext uri="{FF2B5EF4-FFF2-40B4-BE49-F238E27FC236}">
                    <a16:creationId xmlns:a16="http://schemas.microsoft.com/office/drawing/2014/main" id="{193606CC-44A0-F7A5-D9E8-3266C20E96C1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5799145" y="4593845"/>
                <a:ext cx="18252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52" name="Tinta 151">
                <a:extLst>
                  <a:ext uri="{FF2B5EF4-FFF2-40B4-BE49-F238E27FC236}">
                    <a16:creationId xmlns:a16="http://schemas.microsoft.com/office/drawing/2014/main" id="{9EFD3A83-FEB3-34E3-CDF1-F1820993C2B2}"/>
                  </a:ext>
                </a:extLst>
              </p14:cNvPr>
              <p14:cNvContentPartPr/>
              <p14:nvPr/>
            </p14:nvContentPartPr>
            <p14:xfrm>
              <a:off x="6061945" y="4645325"/>
              <a:ext cx="110520" cy="121320"/>
            </p14:xfrm>
          </p:contentPart>
        </mc:Choice>
        <mc:Fallback xmlns="">
          <p:pic>
            <p:nvPicPr>
              <p:cNvPr id="152" name="Tinta 151">
                <a:extLst>
                  <a:ext uri="{FF2B5EF4-FFF2-40B4-BE49-F238E27FC236}">
                    <a16:creationId xmlns:a16="http://schemas.microsoft.com/office/drawing/2014/main" id="{9EFD3A83-FEB3-34E3-CDF1-F1820993C2B2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6055825" y="4639205"/>
                <a:ext cx="1227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153" name="Tinta 152">
                <a:extLst>
                  <a:ext uri="{FF2B5EF4-FFF2-40B4-BE49-F238E27FC236}">
                    <a16:creationId xmlns:a16="http://schemas.microsoft.com/office/drawing/2014/main" id="{59073BC1-403F-EA28-1A81-C9A9C648DA7E}"/>
                  </a:ext>
                </a:extLst>
              </p14:cNvPr>
              <p14:cNvContentPartPr/>
              <p14:nvPr/>
            </p14:nvContentPartPr>
            <p14:xfrm>
              <a:off x="6298465" y="4398725"/>
              <a:ext cx="142200" cy="196560"/>
            </p14:xfrm>
          </p:contentPart>
        </mc:Choice>
        <mc:Fallback xmlns="">
          <p:pic>
            <p:nvPicPr>
              <p:cNvPr id="153" name="Tinta 152">
                <a:extLst>
                  <a:ext uri="{FF2B5EF4-FFF2-40B4-BE49-F238E27FC236}">
                    <a16:creationId xmlns:a16="http://schemas.microsoft.com/office/drawing/2014/main" id="{59073BC1-403F-EA28-1A81-C9A9C648DA7E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6292345" y="4392605"/>
                <a:ext cx="15444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154" name="Tinta 153">
                <a:extLst>
                  <a:ext uri="{FF2B5EF4-FFF2-40B4-BE49-F238E27FC236}">
                    <a16:creationId xmlns:a16="http://schemas.microsoft.com/office/drawing/2014/main" id="{81FEC329-7CAD-4D62-C80F-A3D32C948DBD}"/>
                  </a:ext>
                </a:extLst>
              </p14:cNvPr>
              <p14:cNvContentPartPr/>
              <p14:nvPr/>
            </p14:nvContentPartPr>
            <p14:xfrm>
              <a:off x="6556585" y="4458485"/>
              <a:ext cx="281880" cy="358200"/>
            </p14:xfrm>
          </p:contentPart>
        </mc:Choice>
        <mc:Fallback xmlns="">
          <p:pic>
            <p:nvPicPr>
              <p:cNvPr id="154" name="Tinta 153">
                <a:extLst>
                  <a:ext uri="{FF2B5EF4-FFF2-40B4-BE49-F238E27FC236}">
                    <a16:creationId xmlns:a16="http://schemas.microsoft.com/office/drawing/2014/main" id="{81FEC329-7CAD-4D62-C80F-A3D32C948DBD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6550465" y="4452365"/>
                <a:ext cx="29412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155" name="Tinta 154">
                <a:extLst>
                  <a:ext uri="{FF2B5EF4-FFF2-40B4-BE49-F238E27FC236}">
                    <a16:creationId xmlns:a16="http://schemas.microsoft.com/office/drawing/2014/main" id="{85DE7906-3300-E3D8-65CC-3376B4643896}"/>
                  </a:ext>
                </a:extLst>
              </p14:cNvPr>
              <p14:cNvContentPartPr/>
              <p14:nvPr/>
            </p14:nvContentPartPr>
            <p14:xfrm>
              <a:off x="6961585" y="4480445"/>
              <a:ext cx="200520" cy="266040"/>
            </p14:xfrm>
          </p:contentPart>
        </mc:Choice>
        <mc:Fallback xmlns="">
          <p:pic>
            <p:nvPicPr>
              <p:cNvPr id="155" name="Tinta 154">
                <a:extLst>
                  <a:ext uri="{FF2B5EF4-FFF2-40B4-BE49-F238E27FC236}">
                    <a16:creationId xmlns:a16="http://schemas.microsoft.com/office/drawing/2014/main" id="{85DE7906-3300-E3D8-65CC-3376B4643896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6955465" y="4474325"/>
                <a:ext cx="21276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157" name="Tinta 156">
                <a:extLst>
                  <a:ext uri="{FF2B5EF4-FFF2-40B4-BE49-F238E27FC236}">
                    <a16:creationId xmlns:a16="http://schemas.microsoft.com/office/drawing/2014/main" id="{82EA77E4-DCDC-EE12-A7E7-F14F6E90598A}"/>
                  </a:ext>
                </a:extLst>
              </p14:cNvPr>
              <p14:cNvContentPartPr/>
              <p14:nvPr/>
            </p14:nvContentPartPr>
            <p14:xfrm>
              <a:off x="7454785" y="4715165"/>
              <a:ext cx="213840" cy="26640"/>
            </p14:xfrm>
          </p:contentPart>
        </mc:Choice>
        <mc:Fallback xmlns="">
          <p:pic>
            <p:nvPicPr>
              <p:cNvPr id="157" name="Tinta 156">
                <a:extLst>
                  <a:ext uri="{FF2B5EF4-FFF2-40B4-BE49-F238E27FC236}">
                    <a16:creationId xmlns:a16="http://schemas.microsoft.com/office/drawing/2014/main" id="{82EA77E4-DCDC-EE12-A7E7-F14F6E90598A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7448665" y="4709045"/>
                <a:ext cx="2260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158" name="Tinta 157">
                <a:extLst>
                  <a:ext uri="{FF2B5EF4-FFF2-40B4-BE49-F238E27FC236}">
                    <a16:creationId xmlns:a16="http://schemas.microsoft.com/office/drawing/2014/main" id="{9D7DBA8E-907F-4536-2E72-83CBCC4FC364}"/>
                  </a:ext>
                </a:extLst>
              </p14:cNvPr>
              <p14:cNvContentPartPr/>
              <p14:nvPr/>
            </p14:nvContentPartPr>
            <p14:xfrm>
              <a:off x="8057065" y="4648925"/>
              <a:ext cx="236520" cy="225000"/>
            </p14:xfrm>
          </p:contentPart>
        </mc:Choice>
        <mc:Fallback xmlns="">
          <p:pic>
            <p:nvPicPr>
              <p:cNvPr id="158" name="Tinta 157">
                <a:extLst>
                  <a:ext uri="{FF2B5EF4-FFF2-40B4-BE49-F238E27FC236}">
                    <a16:creationId xmlns:a16="http://schemas.microsoft.com/office/drawing/2014/main" id="{9D7DBA8E-907F-4536-2E72-83CBCC4FC364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8050945" y="4642805"/>
                <a:ext cx="24876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9">
            <p14:nvContentPartPr>
              <p14:cNvPr id="159" name="Tinta 158">
                <a:extLst>
                  <a:ext uri="{FF2B5EF4-FFF2-40B4-BE49-F238E27FC236}">
                    <a16:creationId xmlns:a16="http://schemas.microsoft.com/office/drawing/2014/main" id="{16264A5F-1AD8-43DE-FB65-880363DD13CA}"/>
                  </a:ext>
                </a:extLst>
              </p14:cNvPr>
              <p14:cNvContentPartPr/>
              <p14:nvPr/>
            </p14:nvContentPartPr>
            <p14:xfrm>
              <a:off x="8520385" y="4521485"/>
              <a:ext cx="129240" cy="394200"/>
            </p14:xfrm>
          </p:contentPart>
        </mc:Choice>
        <mc:Fallback xmlns="">
          <p:pic>
            <p:nvPicPr>
              <p:cNvPr id="159" name="Tinta 158">
                <a:extLst>
                  <a:ext uri="{FF2B5EF4-FFF2-40B4-BE49-F238E27FC236}">
                    <a16:creationId xmlns:a16="http://schemas.microsoft.com/office/drawing/2014/main" id="{16264A5F-1AD8-43DE-FB65-880363DD13CA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8514265" y="4515365"/>
                <a:ext cx="14148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1">
            <p14:nvContentPartPr>
              <p14:cNvPr id="163" name="Tinta 162">
                <a:extLst>
                  <a:ext uri="{FF2B5EF4-FFF2-40B4-BE49-F238E27FC236}">
                    <a16:creationId xmlns:a16="http://schemas.microsoft.com/office/drawing/2014/main" id="{A7CF4B84-BC9A-C29B-50E6-01C72D55FCC0}"/>
                  </a:ext>
                </a:extLst>
              </p14:cNvPr>
              <p14:cNvContentPartPr/>
              <p14:nvPr/>
            </p14:nvContentPartPr>
            <p14:xfrm>
              <a:off x="5969065" y="5076965"/>
              <a:ext cx="254520" cy="276840"/>
            </p14:xfrm>
          </p:contentPart>
        </mc:Choice>
        <mc:Fallback xmlns="">
          <p:pic>
            <p:nvPicPr>
              <p:cNvPr id="163" name="Tinta 162">
                <a:extLst>
                  <a:ext uri="{FF2B5EF4-FFF2-40B4-BE49-F238E27FC236}">
                    <a16:creationId xmlns:a16="http://schemas.microsoft.com/office/drawing/2014/main" id="{A7CF4B84-BC9A-C29B-50E6-01C72D55FCC0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5962945" y="5070845"/>
                <a:ext cx="26676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164" name="Tinta 163">
                <a:extLst>
                  <a:ext uri="{FF2B5EF4-FFF2-40B4-BE49-F238E27FC236}">
                    <a16:creationId xmlns:a16="http://schemas.microsoft.com/office/drawing/2014/main" id="{BCF7EEBD-CD0A-4956-9620-B2E621CC57F4}"/>
                  </a:ext>
                </a:extLst>
              </p14:cNvPr>
              <p14:cNvContentPartPr/>
              <p14:nvPr/>
            </p14:nvContentPartPr>
            <p14:xfrm>
              <a:off x="6484585" y="5247245"/>
              <a:ext cx="105840" cy="113040"/>
            </p14:xfrm>
          </p:contentPart>
        </mc:Choice>
        <mc:Fallback xmlns="">
          <p:pic>
            <p:nvPicPr>
              <p:cNvPr id="164" name="Tinta 163">
                <a:extLst>
                  <a:ext uri="{FF2B5EF4-FFF2-40B4-BE49-F238E27FC236}">
                    <a16:creationId xmlns:a16="http://schemas.microsoft.com/office/drawing/2014/main" id="{BCF7EEBD-CD0A-4956-9620-B2E621CC57F4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6478465" y="5241125"/>
                <a:ext cx="11808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165" name="Tinta 164">
                <a:extLst>
                  <a:ext uri="{FF2B5EF4-FFF2-40B4-BE49-F238E27FC236}">
                    <a16:creationId xmlns:a16="http://schemas.microsoft.com/office/drawing/2014/main" id="{96F65B4B-7D2A-6374-CCD3-9EC8E1D03F0E}"/>
                  </a:ext>
                </a:extLst>
              </p14:cNvPr>
              <p14:cNvContentPartPr/>
              <p14:nvPr/>
            </p14:nvContentPartPr>
            <p14:xfrm>
              <a:off x="6481345" y="5265965"/>
              <a:ext cx="228600" cy="94320"/>
            </p14:xfrm>
          </p:contentPart>
        </mc:Choice>
        <mc:Fallback xmlns="">
          <p:pic>
            <p:nvPicPr>
              <p:cNvPr id="165" name="Tinta 164">
                <a:extLst>
                  <a:ext uri="{FF2B5EF4-FFF2-40B4-BE49-F238E27FC236}">
                    <a16:creationId xmlns:a16="http://schemas.microsoft.com/office/drawing/2014/main" id="{96F65B4B-7D2A-6374-CCD3-9EC8E1D03F0E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6475225" y="5259845"/>
                <a:ext cx="24084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166" name="Tinta 165">
                <a:extLst>
                  <a:ext uri="{FF2B5EF4-FFF2-40B4-BE49-F238E27FC236}">
                    <a16:creationId xmlns:a16="http://schemas.microsoft.com/office/drawing/2014/main" id="{773053C9-67A8-3DE2-88A2-03372DB01A17}"/>
                  </a:ext>
                </a:extLst>
              </p14:cNvPr>
              <p14:cNvContentPartPr/>
              <p14:nvPr/>
            </p14:nvContentPartPr>
            <p14:xfrm>
              <a:off x="7020625" y="5192165"/>
              <a:ext cx="65520" cy="228240"/>
            </p14:xfrm>
          </p:contentPart>
        </mc:Choice>
        <mc:Fallback xmlns="">
          <p:pic>
            <p:nvPicPr>
              <p:cNvPr id="166" name="Tinta 165">
                <a:extLst>
                  <a:ext uri="{FF2B5EF4-FFF2-40B4-BE49-F238E27FC236}">
                    <a16:creationId xmlns:a16="http://schemas.microsoft.com/office/drawing/2014/main" id="{773053C9-67A8-3DE2-88A2-03372DB01A17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7014505" y="5186045"/>
                <a:ext cx="7776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167" name="Tinta 166">
                <a:extLst>
                  <a:ext uri="{FF2B5EF4-FFF2-40B4-BE49-F238E27FC236}">
                    <a16:creationId xmlns:a16="http://schemas.microsoft.com/office/drawing/2014/main" id="{BD740652-FA05-22A6-66A1-39B2C73BD445}"/>
                  </a:ext>
                </a:extLst>
              </p14:cNvPr>
              <p14:cNvContentPartPr/>
              <p14:nvPr/>
            </p14:nvContentPartPr>
            <p14:xfrm>
              <a:off x="7128265" y="5247245"/>
              <a:ext cx="151200" cy="160200"/>
            </p14:xfrm>
          </p:contentPart>
        </mc:Choice>
        <mc:Fallback xmlns="">
          <p:pic>
            <p:nvPicPr>
              <p:cNvPr id="167" name="Tinta 166">
                <a:extLst>
                  <a:ext uri="{FF2B5EF4-FFF2-40B4-BE49-F238E27FC236}">
                    <a16:creationId xmlns:a16="http://schemas.microsoft.com/office/drawing/2014/main" id="{BD740652-FA05-22A6-66A1-39B2C73BD445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7122145" y="5241125"/>
                <a:ext cx="16344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168" name="Tinta 167">
                <a:extLst>
                  <a:ext uri="{FF2B5EF4-FFF2-40B4-BE49-F238E27FC236}">
                    <a16:creationId xmlns:a16="http://schemas.microsoft.com/office/drawing/2014/main" id="{C30F4E26-05E1-DC07-C589-8E0B671ACE0D}"/>
                  </a:ext>
                </a:extLst>
              </p14:cNvPr>
              <p14:cNvContentPartPr/>
              <p14:nvPr/>
            </p14:nvContentPartPr>
            <p14:xfrm>
              <a:off x="7387465" y="4990565"/>
              <a:ext cx="216720" cy="239400"/>
            </p14:xfrm>
          </p:contentPart>
        </mc:Choice>
        <mc:Fallback xmlns="">
          <p:pic>
            <p:nvPicPr>
              <p:cNvPr id="168" name="Tinta 167">
                <a:extLst>
                  <a:ext uri="{FF2B5EF4-FFF2-40B4-BE49-F238E27FC236}">
                    <a16:creationId xmlns:a16="http://schemas.microsoft.com/office/drawing/2014/main" id="{C30F4E26-05E1-DC07-C589-8E0B671ACE0D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7381345" y="4984445"/>
                <a:ext cx="22896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170" name="Tinta 169">
                <a:extLst>
                  <a:ext uri="{FF2B5EF4-FFF2-40B4-BE49-F238E27FC236}">
                    <a16:creationId xmlns:a16="http://schemas.microsoft.com/office/drawing/2014/main" id="{97AFDDB8-2E25-7A31-C2FE-D62F793ABE6D}"/>
                  </a:ext>
                </a:extLst>
              </p14:cNvPr>
              <p14:cNvContentPartPr/>
              <p14:nvPr/>
            </p14:nvContentPartPr>
            <p14:xfrm>
              <a:off x="7893985" y="5197565"/>
              <a:ext cx="194040" cy="249840"/>
            </p14:xfrm>
          </p:contentPart>
        </mc:Choice>
        <mc:Fallback xmlns="">
          <p:pic>
            <p:nvPicPr>
              <p:cNvPr id="170" name="Tinta 169">
                <a:extLst>
                  <a:ext uri="{FF2B5EF4-FFF2-40B4-BE49-F238E27FC236}">
                    <a16:creationId xmlns:a16="http://schemas.microsoft.com/office/drawing/2014/main" id="{97AFDDB8-2E25-7A31-C2FE-D62F793ABE6D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7887865" y="5191445"/>
                <a:ext cx="20628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198" name="Tinta 197">
                <a:extLst>
                  <a:ext uri="{FF2B5EF4-FFF2-40B4-BE49-F238E27FC236}">
                    <a16:creationId xmlns:a16="http://schemas.microsoft.com/office/drawing/2014/main" id="{58EB836C-0979-BA6F-345C-CF516B9455D5}"/>
                  </a:ext>
                </a:extLst>
              </p14:cNvPr>
              <p14:cNvContentPartPr/>
              <p14:nvPr/>
            </p14:nvContentPartPr>
            <p14:xfrm>
              <a:off x="4831825" y="5635325"/>
              <a:ext cx="162720" cy="118440"/>
            </p14:xfrm>
          </p:contentPart>
        </mc:Choice>
        <mc:Fallback xmlns="">
          <p:pic>
            <p:nvPicPr>
              <p:cNvPr id="198" name="Tinta 197">
                <a:extLst>
                  <a:ext uri="{FF2B5EF4-FFF2-40B4-BE49-F238E27FC236}">
                    <a16:creationId xmlns:a16="http://schemas.microsoft.com/office/drawing/2014/main" id="{58EB836C-0979-BA6F-345C-CF516B9455D5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4825705" y="5629205"/>
                <a:ext cx="17496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199" name="Tinta 198">
                <a:extLst>
                  <a:ext uri="{FF2B5EF4-FFF2-40B4-BE49-F238E27FC236}">
                    <a16:creationId xmlns:a16="http://schemas.microsoft.com/office/drawing/2014/main" id="{D1F9F2D7-29F8-D0E0-A4AA-E838DA347C0F}"/>
                  </a:ext>
                </a:extLst>
              </p14:cNvPr>
              <p14:cNvContentPartPr/>
              <p14:nvPr/>
            </p14:nvContentPartPr>
            <p14:xfrm>
              <a:off x="4790425" y="5676365"/>
              <a:ext cx="248040" cy="149040"/>
            </p14:xfrm>
          </p:contentPart>
        </mc:Choice>
        <mc:Fallback xmlns="">
          <p:pic>
            <p:nvPicPr>
              <p:cNvPr id="199" name="Tinta 198">
                <a:extLst>
                  <a:ext uri="{FF2B5EF4-FFF2-40B4-BE49-F238E27FC236}">
                    <a16:creationId xmlns:a16="http://schemas.microsoft.com/office/drawing/2014/main" id="{D1F9F2D7-29F8-D0E0-A4AA-E838DA347C0F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4784305" y="5670245"/>
                <a:ext cx="26028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200" name="Tinta 199">
                <a:extLst>
                  <a:ext uri="{FF2B5EF4-FFF2-40B4-BE49-F238E27FC236}">
                    <a16:creationId xmlns:a16="http://schemas.microsoft.com/office/drawing/2014/main" id="{F5A39D07-8416-5E72-2475-02A5F45FD4C7}"/>
                  </a:ext>
                </a:extLst>
              </p14:cNvPr>
              <p14:cNvContentPartPr/>
              <p14:nvPr/>
            </p14:nvContentPartPr>
            <p14:xfrm>
              <a:off x="5116945" y="5669525"/>
              <a:ext cx="93240" cy="120600"/>
            </p14:xfrm>
          </p:contentPart>
        </mc:Choice>
        <mc:Fallback xmlns="">
          <p:pic>
            <p:nvPicPr>
              <p:cNvPr id="200" name="Tinta 199">
                <a:extLst>
                  <a:ext uri="{FF2B5EF4-FFF2-40B4-BE49-F238E27FC236}">
                    <a16:creationId xmlns:a16="http://schemas.microsoft.com/office/drawing/2014/main" id="{F5A39D07-8416-5E72-2475-02A5F45FD4C7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5110825" y="5663405"/>
                <a:ext cx="1054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201" name="Tinta 200">
                <a:extLst>
                  <a:ext uri="{FF2B5EF4-FFF2-40B4-BE49-F238E27FC236}">
                    <a16:creationId xmlns:a16="http://schemas.microsoft.com/office/drawing/2014/main" id="{A6A49E2E-2FC7-D41D-252B-387F77B69D39}"/>
                  </a:ext>
                </a:extLst>
              </p14:cNvPr>
              <p14:cNvContentPartPr/>
              <p14:nvPr/>
            </p14:nvContentPartPr>
            <p14:xfrm>
              <a:off x="5273905" y="5681765"/>
              <a:ext cx="162000" cy="131040"/>
            </p14:xfrm>
          </p:contentPart>
        </mc:Choice>
        <mc:Fallback xmlns="">
          <p:pic>
            <p:nvPicPr>
              <p:cNvPr id="201" name="Tinta 200">
                <a:extLst>
                  <a:ext uri="{FF2B5EF4-FFF2-40B4-BE49-F238E27FC236}">
                    <a16:creationId xmlns:a16="http://schemas.microsoft.com/office/drawing/2014/main" id="{A6A49E2E-2FC7-D41D-252B-387F77B69D39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5267785" y="5675645"/>
                <a:ext cx="17424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202" name="Tinta 201">
                <a:extLst>
                  <a:ext uri="{FF2B5EF4-FFF2-40B4-BE49-F238E27FC236}">
                    <a16:creationId xmlns:a16="http://schemas.microsoft.com/office/drawing/2014/main" id="{FFD9FDCD-AE47-CA0C-46C6-43F59DD39994}"/>
                  </a:ext>
                </a:extLst>
              </p14:cNvPr>
              <p14:cNvContentPartPr/>
              <p14:nvPr/>
            </p14:nvContentPartPr>
            <p14:xfrm>
              <a:off x="5544625" y="5593205"/>
              <a:ext cx="128520" cy="7200"/>
            </p14:xfrm>
          </p:contentPart>
        </mc:Choice>
        <mc:Fallback xmlns="">
          <p:pic>
            <p:nvPicPr>
              <p:cNvPr id="202" name="Tinta 201">
                <a:extLst>
                  <a:ext uri="{FF2B5EF4-FFF2-40B4-BE49-F238E27FC236}">
                    <a16:creationId xmlns:a16="http://schemas.microsoft.com/office/drawing/2014/main" id="{FFD9FDCD-AE47-CA0C-46C6-43F59DD39994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5538505" y="5587085"/>
                <a:ext cx="14076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203" name="Tinta 202">
                <a:extLst>
                  <a:ext uri="{FF2B5EF4-FFF2-40B4-BE49-F238E27FC236}">
                    <a16:creationId xmlns:a16="http://schemas.microsoft.com/office/drawing/2014/main" id="{94736048-1FC8-99FB-FD78-6FFB383852AF}"/>
                  </a:ext>
                </a:extLst>
              </p14:cNvPr>
              <p14:cNvContentPartPr/>
              <p14:nvPr/>
            </p14:nvContentPartPr>
            <p14:xfrm>
              <a:off x="5705545" y="5546405"/>
              <a:ext cx="185040" cy="97920"/>
            </p14:xfrm>
          </p:contentPart>
        </mc:Choice>
        <mc:Fallback xmlns="">
          <p:pic>
            <p:nvPicPr>
              <p:cNvPr id="203" name="Tinta 202">
                <a:extLst>
                  <a:ext uri="{FF2B5EF4-FFF2-40B4-BE49-F238E27FC236}">
                    <a16:creationId xmlns:a16="http://schemas.microsoft.com/office/drawing/2014/main" id="{94736048-1FC8-99FB-FD78-6FFB383852AF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5699425" y="5540285"/>
                <a:ext cx="1972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205" name="Tinta 204">
                <a:extLst>
                  <a:ext uri="{FF2B5EF4-FFF2-40B4-BE49-F238E27FC236}">
                    <a16:creationId xmlns:a16="http://schemas.microsoft.com/office/drawing/2014/main" id="{5E3B7547-963C-48A3-154F-A0582376274E}"/>
                  </a:ext>
                </a:extLst>
              </p14:cNvPr>
              <p14:cNvContentPartPr/>
              <p14:nvPr/>
            </p14:nvContentPartPr>
            <p14:xfrm>
              <a:off x="6061945" y="5863205"/>
              <a:ext cx="105120" cy="99360"/>
            </p14:xfrm>
          </p:contentPart>
        </mc:Choice>
        <mc:Fallback xmlns="">
          <p:pic>
            <p:nvPicPr>
              <p:cNvPr id="205" name="Tinta 204">
                <a:extLst>
                  <a:ext uri="{FF2B5EF4-FFF2-40B4-BE49-F238E27FC236}">
                    <a16:creationId xmlns:a16="http://schemas.microsoft.com/office/drawing/2014/main" id="{5E3B7547-963C-48A3-154F-A0582376274E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6055825" y="5857085"/>
                <a:ext cx="11736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206" name="Tinta 205">
                <a:extLst>
                  <a:ext uri="{FF2B5EF4-FFF2-40B4-BE49-F238E27FC236}">
                    <a16:creationId xmlns:a16="http://schemas.microsoft.com/office/drawing/2014/main" id="{B98D9B7D-119B-99FF-9D6E-3A535B8A3B93}"/>
                  </a:ext>
                </a:extLst>
              </p14:cNvPr>
              <p14:cNvContentPartPr/>
              <p14:nvPr/>
            </p14:nvContentPartPr>
            <p14:xfrm>
              <a:off x="5964385" y="5895605"/>
              <a:ext cx="280800" cy="94320"/>
            </p14:xfrm>
          </p:contentPart>
        </mc:Choice>
        <mc:Fallback xmlns="">
          <p:pic>
            <p:nvPicPr>
              <p:cNvPr id="206" name="Tinta 205">
                <a:extLst>
                  <a:ext uri="{FF2B5EF4-FFF2-40B4-BE49-F238E27FC236}">
                    <a16:creationId xmlns:a16="http://schemas.microsoft.com/office/drawing/2014/main" id="{B98D9B7D-119B-99FF-9D6E-3A535B8A3B93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5958265" y="5889485"/>
                <a:ext cx="29304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207" name="Tinta 206">
                <a:extLst>
                  <a:ext uri="{FF2B5EF4-FFF2-40B4-BE49-F238E27FC236}">
                    <a16:creationId xmlns:a16="http://schemas.microsoft.com/office/drawing/2014/main" id="{7A5CE34E-2AC7-6F06-7CB7-924A3F533164}"/>
                  </a:ext>
                </a:extLst>
              </p14:cNvPr>
              <p14:cNvContentPartPr/>
              <p14:nvPr/>
            </p14:nvContentPartPr>
            <p14:xfrm>
              <a:off x="6428785" y="5781845"/>
              <a:ext cx="183600" cy="189000"/>
            </p14:xfrm>
          </p:contentPart>
        </mc:Choice>
        <mc:Fallback xmlns="">
          <p:pic>
            <p:nvPicPr>
              <p:cNvPr id="207" name="Tinta 206">
                <a:extLst>
                  <a:ext uri="{FF2B5EF4-FFF2-40B4-BE49-F238E27FC236}">
                    <a16:creationId xmlns:a16="http://schemas.microsoft.com/office/drawing/2014/main" id="{7A5CE34E-2AC7-6F06-7CB7-924A3F533164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6422665" y="5775725"/>
                <a:ext cx="19584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3">
            <p14:nvContentPartPr>
              <p14:cNvPr id="208" name="Tinta 207">
                <a:extLst>
                  <a:ext uri="{FF2B5EF4-FFF2-40B4-BE49-F238E27FC236}">
                    <a16:creationId xmlns:a16="http://schemas.microsoft.com/office/drawing/2014/main" id="{A2746CD9-06B2-E9B8-BDC6-6133D87D7409}"/>
                  </a:ext>
                </a:extLst>
              </p14:cNvPr>
              <p14:cNvContentPartPr/>
              <p14:nvPr/>
            </p14:nvContentPartPr>
            <p14:xfrm>
              <a:off x="6805345" y="5829365"/>
              <a:ext cx="182880" cy="158760"/>
            </p14:xfrm>
          </p:contentPart>
        </mc:Choice>
        <mc:Fallback xmlns="">
          <p:pic>
            <p:nvPicPr>
              <p:cNvPr id="208" name="Tinta 207">
                <a:extLst>
                  <a:ext uri="{FF2B5EF4-FFF2-40B4-BE49-F238E27FC236}">
                    <a16:creationId xmlns:a16="http://schemas.microsoft.com/office/drawing/2014/main" id="{A2746CD9-06B2-E9B8-BDC6-6133D87D7409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6799225" y="5823245"/>
                <a:ext cx="19512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5">
            <p14:nvContentPartPr>
              <p14:cNvPr id="209" name="Tinta 208">
                <a:extLst>
                  <a:ext uri="{FF2B5EF4-FFF2-40B4-BE49-F238E27FC236}">
                    <a16:creationId xmlns:a16="http://schemas.microsoft.com/office/drawing/2014/main" id="{5E325272-FC7C-C061-5B59-B9579D79BAF3}"/>
                  </a:ext>
                </a:extLst>
              </p14:cNvPr>
              <p14:cNvContentPartPr/>
              <p14:nvPr/>
            </p14:nvContentPartPr>
            <p14:xfrm>
              <a:off x="6816145" y="5866085"/>
              <a:ext cx="248040" cy="99360"/>
            </p14:xfrm>
          </p:contentPart>
        </mc:Choice>
        <mc:Fallback xmlns="">
          <p:pic>
            <p:nvPicPr>
              <p:cNvPr id="209" name="Tinta 208">
                <a:extLst>
                  <a:ext uri="{FF2B5EF4-FFF2-40B4-BE49-F238E27FC236}">
                    <a16:creationId xmlns:a16="http://schemas.microsoft.com/office/drawing/2014/main" id="{5E325272-FC7C-C061-5B59-B9579D79BAF3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6810025" y="5859965"/>
                <a:ext cx="26028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210" name="Tinta 209">
                <a:extLst>
                  <a:ext uri="{FF2B5EF4-FFF2-40B4-BE49-F238E27FC236}">
                    <a16:creationId xmlns:a16="http://schemas.microsoft.com/office/drawing/2014/main" id="{7A12C54E-5803-48F2-26C7-593794FE9425}"/>
                  </a:ext>
                </a:extLst>
              </p14:cNvPr>
              <p14:cNvContentPartPr/>
              <p14:nvPr/>
            </p14:nvContentPartPr>
            <p14:xfrm>
              <a:off x="7237705" y="5840885"/>
              <a:ext cx="117720" cy="197640"/>
            </p14:xfrm>
          </p:contentPart>
        </mc:Choice>
        <mc:Fallback xmlns="">
          <p:pic>
            <p:nvPicPr>
              <p:cNvPr id="210" name="Tinta 209">
                <a:extLst>
                  <a:ext uri="{FF2B5EF4-FFF2-40B4-BE49-F238E27FC236}">
                    <a16:creationId xmlns:a16="http://schemas.microsoft.com/office/drawing/2014/main" id="{7A12C54E-5803-48F2-26C7-593794FE9425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7231585" y="5834765"/>
                <a:ext cx="12996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11" name="Tinta 210">
                <a:extLst>
                  <a:ext uri="{FF2B5EF4-FFF2-40B4-BE49-F238E27FC236}">
                    <a16:creationId xmlns:a16="http://schemas.microsoft.com/office/drawing/2014/main" id="{B6E5476F-A5A5-694B-ADB5-E3B84F314A49}"/>
                  </a:ext>
                </a:extLst>
              </p14:cNvPr>
              <p14:cNvContentPartPr/>
              <p14:nvPr/>
            </p14:nvContentPartPr>
            <p14:xfrm>
              <a:off x="7355785" y="5850965"/>
              <a:ext cx="215640" cy="147240"/>
            </p14:xfrm>
          </p:contentPart>
        </mc:Choice>
        <mc:Fallback xmlns="">
          <p:pic>
            <p:nvPicPr>
              <p:cNvPr id="211" name="Tinta 210">
                <a:extLst>
                  <a:ext uri="{FF2B5EF4-FFF2-40B4-BE49-F238E27FC236}">
                    <a16:creationId xmlns:a16="http://schemas.microsoft.com/office/drawing/2014/main" id="{B6E5476F-A5A5-694B-ADB5-E3B84F314A49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7349665" y="5844845"/>
                <a:ext cx="22788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212" name="Tinta 211">
                <a:extLst>
                  <a:ext uri="{FF2B5EF4-FFF2-40B4-BE49-F238E27FC236}">
                    <a16:creationId xmlns:a16="http://schemas.microsoft.com/office/drawing/2014/main" id="{5813495C-0935-A785-CA5C-787E5E7891DB}"/>
                  </a:ext>
                </a:extLst>
              </p14:cNvPr>
              <p14:cNvContentPartPr/>
              <p14:nvPr/>
            </p14:nvContentPartPr>
            <p14:xfrm>
              <a:off x="7744585" y="5658005"/>
              <a:ext cx="182880" cy="250560"/>
            </p14:xfrm>
          </p:contentPart>
        </mc:Choice>
        <mc:Fallback xmlns="">
          <p:pic>
            <p:nvPicPr>
              <p:cNvPr id="212" name="Tinta 211">
                <a:extLst>
                  <a:ext uri="{FF2B5EF4-FFF2-40B4-BE49-F238E27FC236}">
                    <a16:creationId xmlns:a16="http://schemas.microsoft.com/office/drawing/2014/main" id="{5813495C-0935-A785-CA5C-787E5E7891DB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7738465" y="5651885"/>
                <a:ext cx="19512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3">
            <p14:nvContentPartPr>
              <p14:cNvPr id="214" name="Tinta 213">
                <a:extLst>
                  <a:ext uri="{FF2B5EF4-FFF2-40B4-BE49-F238E27FC236}">
                    <a16:creationId xmlns:a16="http://schemas.microsoft.com/office/drawing/2014/main" id="{2A3965F7-32DE-702A-91EA-F9196301F0DB}"/>
                  </a:ext>
                </a:extLst>
              </p14:cNvPr>
              <p14:cNvContentPartPr/>
              <p14:nvPr/>
            </p14:nvContentPartPr>
            <p14:xfrm>
              <a:off x="4993465" y="5589245"/>
              <a:ext cx="768240" cy="334080"/>
            </p14:xfrm>
          </p:contentPart>
        </mc:Choice>
        <mc:Fallback xmlns="">
          <p:pic>
            <p:nvPicPr>
              <p:cNvPr id="214" name="Tinta 213">
                <a:extLst>
                  <a:ext uri="{FF2B5EF4-FFF2-40B4-BE49-F238E27FC236}">
                    <a16:creationId xmlns:a16="http://schemas.microsoft.com/office/drawing/2014/main" id="{2A3965F7-32DE-702A-91EA-F9196301F0DB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4987345" y="5583125"/>
                <a:ext cx="78048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5">
            <p14:nvContentPartPr>
              <p14:cNvPr id="215" name="Tinta 214">
                <a:extLst>
                  <a:ext uri="{FF2B5EF4-FFF2-40B4-BE49-F238E27FC236}">
                    <a16:creationId xmlns:a16="http://schemas.microsoft.com/office/drawing/2014/main" id="{E933BD2B-53B6-64C5-4719-66EA415406BF}"/>
                  </a:ext>
                </a:extLst>
              </p14:cNvPr>
              <p14:cNvContentPartPr/>
              <p14:nvPr/>
            </p14:nvContentPartPr>
            <p14:xfrm>
              <a:off x="7181545" y="5721005"/>
              <a:ext cx="606960" cy="382680"/>
            </p14:xfrm>
          </p:contentPart>
        </mc:Choice>
        <mc:Fallback xmlns="">
          <p:pic>
            <p:nvPicPr>
              <p:cNvPr id="215" name="Tinta 214">
                <a:extLst>
                  <a:ext uri="{FF2B5EF4-FFF2-40B4-BE49-F238E27FC236}">
                    <a16:creationId xmlns:a16="http://schemas.microsoft.com/office/drawing/2014/main" id="{E933BD2B-53B6-64C5-4719-66EA415406BF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7175425" y="5714885"/>
                <a:ext cx="61920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7">
            <p14:nvContentPartPr>
              <p14:cNvPr id="230" name="Tinta 229">
                <a:extLst>
                  <a:ext uri="{FF2B5EF4-FFF2-40B4-BE49-F238E27FC236}">
                    <a16:creationId xmlns:a16="http://schemas.microsoft.com/office/drawing/2014/main" id="{4AD7DD43-878B-44B6-3F5C-022109FF613E}"/>
                  </a:ext>
                </a:extLst>
              </p14:cNvPr>
              <p14:cNvContentPartPr/>
              <p14:nvPr/>
            </p14:nvContentPartPr>
            <p14:xfrm>
              <a:off x="4378945" y="5295845"/>
              <a:ext cx="433440" cy="520200"/>
            </p14:xfrm>
          </p:contentPart>
        </mc:Choice>
        <mc:Fallback xmlns="">
          <p:pic>
            <p:nvPicPr>
              <p:cNvPr id="230" name="Tinta 229">
                <a:extLst>
                  <a:ext uri="{FF2B5EF4-FFF2-40B4-BE49-F238E27FC236}">
                    <a16:creationId xmlns:a16="http://schemas.microsoft.com/office/drawing/2014/main" id="{4AD7DD43-878B-44B6-3F5C-022109FF613E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4372825" y="5289725"/>
                <a:ext cx="445680" cy="53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231" name="Tinta 230">
                <a:extLst>
                  <a:ext uri="{FF2B5EF4-FFF2-40B4-BE49-F238E27FC236}">
                    <a16:creationId xmlns:a16="http://schemas.microsoft.com/office/drawing/2014/main" id="{AF127B42-D22C-0225-02DC-C7C07569F7A2}"/>
                  </a:ext>
                </a:extLst>
              </p14:cNvPr>
              <p14:cNvContentPartPr/>
              <p14:nvPr/>
            </p14:nvContentPartPr>
            <p14:xfrm>
              <a:off x="6297385" y="5707325"/>
              <a:ext cx="453600" cy="277920"/>
            </p14:xfrm>
          </p:contentPart>
        </mc:Choice>
        <mc:Fallback xmlns="">
          <p:pic>
            <p:nvPicPr>
              <p:cNvPr id="231" name="Tinta 230">
                <a:extLst>
                  <a:ext uri="{FF2B5EF4-FFF2-40B4-BE49-F238E27FC236}">
                    <a16:creationId xmlns:a16="http://schemas.microsoft.com/office/drawing/2014/main" id="{AF127B42-D22C-0225-02DC-C7C07569F7A2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6291265" y="5701205"/>
                <a:ext cx="46584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217" name="Tinta 216">
                <a:extLst>
                  <a:ext uri="{FF2B5EF4-FFF2-40B4-BE49-F238E27FC236}">
                    <a16:creationId xmlns:a16="http://schemas.microsoft.com/office/drawing/2014/main" id="{480E391D-D6F8-B5A5-178C-1088681F525A}"/>
                  </a:ext>
                </a:extLst>
              </p14:cNvPr>
              <p14:cNvContentPartPr/>
              <p14:nvPr/>
            </p14:nvContentPartPr>
            <p14:xfrm>
              <a:off x="8076505" y="5975885"/>
              <a:ext cx="259560" cy="46080"/>
            </p14:xfrm>
          </p:contentPart>
        </mc:Choice>
        <mc:Fallback xmlns="">
          <p:pic>
            <p:nvPicPr>
              <p:cNvPr id="217" name="Tinta 216">
                <a:extLst>
                  <a:ext uri="{FF2B5EF4-FFF2-40B4-BE49-F238E27FC236}">
                    <a16:creationId xmlns:a16="http://schemas.microsoft.com/office/drawing/2014/main" id="{480E391D-D6F8-B5A5-178C-1088681F525A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8070385" y="5969765"/>
                <a:ext cx="27180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3">
            <p14:nvContentPartPr>
              <p14:cNvPr id="218" name="Tinta 217">
                <a:extLst>
                  <a:ext uri="{FF2B5EF4-FFF2-40B4-BE49-F238E27FC236}">
                    <a16:creationId xmlns:a16="http://schemas.microsoft.com/office/drawing/2014/main" id="{9C3C5EFD-9062-264A-31FD-FB33FC33ACBD}"/>
                  </a:ext>
                </a:extLst>
              </p14:cNvPr>
              <p14:cNvContentPartPr/>
              <p14:nvPr/>
            </p14:nvContentPartPr>
            <p14:xfrm>
              <a:off x="8024665" y="6052205"/>
              <a:ext cx="354600" cy="37080"/>
            </p14:xfrm>
          </p:contentPart>
        </mc:Choice>
        <mc:Fallback xmlns="">
          <p:pic>
            <p:nvPicPr>
              <p:cNvPr id="218" name="Tinta 217">
                <a:extLst>
                  <a:ext uri="{FF2B5EF4-FFF2-40B4-BE49-F238E27FC236}">
                    <a16:creationId xmlns:a16="http://schemas.microsoft.com/office/drawing/2014/main" id="{9C3C5EFD-9062-264A-31FD-FB33FC33ACBD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8018545" y="6046085"/>
                <a:ext cx="36684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5">
            <p14:nvContentPartPr>
              <p14:cNvPr id="233" name="Tinta 232">
                <a:extLst>
                  <a:ext uri="{FF2B5EF4-FFF2-40B4-BE49-F238E27FC236}">
                    <a16:creationId xmlns:a16="http://schemas.microsoft.com/office/drawing/2014/main" id="{AC364610-BCFC-6DCD-A179-9E20A80AC7D2}"/>
                  </a:ext>
                </a:extLst>
              </p14:cNvPr>
              <p14:cNvContentPartPr/>
              <p14:nvPr/>
            </p14:nvContentPartPr>
            <p14:xfrm>
              <a:off x="8595985" y="5985605"/>
              <a:ext cx="205200" cy="136440"/>
            </p14:xfrm>
          </p:contentPart>
        </mc:Choice>
        <mc:Fallback xmlns="">
          <p:pic>
            <p:nvPicPr>
              <p:cNvPr id="233" name="Tinta 232">
                <a:extLst>
                  <a:ext uri="{FF2B5EF4-FFF2-40B4-BE49-F238E27FC236}">
                    <a16:creationId xmlns:a16="http://schemas.microsoft.com/office/drawing/2014/main" id="{AC364610-BCFC-6DCD-A179-9E20A80AC7D2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8589865" y="5979485"/>
                <a:ext cx="21744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7">
            <p14:nvContentPartPr>
              <p14:cNvPr id="234" name="Tinta 233">
                <a:extLst>
                  <a:ext uri="{FF2B5EF4-FFF2-40B4-BE49-F238E27FC236}">
                    <a16:creationId xmlns:a16="http://schemas.microsoft.com/office/drawing/2014/main" id="{B602F4D6-9FCA-FBD7-22D9-5B77F7D2B802}"/>
                  </a:ext>
                </a:extLst>
              </p14:cNvPr>
              <p14:cNvContentPartPr/>
              <p14:nvPr/>
            </p14:nvContentPartPr>
            <p14:xfrm>
              <a:off x="9038065" y="6002885"/>
              <a:ext cx="127800" cy="151920"/>
            </p14:xfrm>
          </p:contentPart>
        </mc:Choice>
        <mc:Fallback xmlns="">
          <p:pic>
            <p:nvPicPr>
              <p:cNvPr id="234" name="Tinta 233">
                <a:extLst>
                  <a:ext uri="{FF2B5EF4-FFF2-40B4-BE49-F238E27FC236}">
                    <a16:creationId xmlns:a16="http://schemas.microsoft.com/office/drawing/2014/main" id="{B602F4D6-9FCA-FBD7-22D9-5B77F7D2B802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9031945" y="5996765"/>
                <a:ext cx="14004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9">
            <p14:nvContentPartPr>
              <p14:cNvPr id="235" name="Tinta 234">
                <a:extLst>
                  <a:ext uri="{FF2B5EF4-FFF2-40B4-BE49-F238E27FC236}">
                    <a16:creationId xmlns:a16="http://schemas.microsoft.com/office/drawing/2014/main" id="{3D294B8C-A0CD-54AD-4356-C26ECB0AE712}"/>
                  </a:ext>
                </a:extLst>
              </p14:cNvPr>
              <p14:cNvContentPartPr/>
              <p14:nvPr/>
            </p14:nvContentPartPr>
            <p14:xfrm>
              <a:off x="8896225" y="6061205"/>
              <a:ext cx="378720" cy="96480"/>
            </p14:xfrm>
          </p:contentPart>
        </mc:Choice>
        <mc:Fallback xmlns="">
          <p:pic>
            <p:nvPicPr>
              <p:cNvPr id="235" name="Tinta 234">
                <a:extLst>
                  <a:ext uri="{FF2B5EF4-FFF2-40B4-BE49-F238E27FC236}">
                    <a16:creationId xmlns:a16="http://schemas.microsoft.com/office/drawing/2014/main" id="{3D294B8C-A0CD-54AD-4356-C26ECB0AE712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8890105" y="6055085"/>
                <a:ext cx="39096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1">
            <p14:nvContentPartPr>
              <p14:cNvPr id="236" name="Tinta 235">
                <a:extLst>
                  <a:ext uri="{FF2B5EF4-FFF2-40B4-BE49-F238E27FC236}">
                    <a16:creationId xmlns:a16="http://schemas.microsoft.com/office/drawing/2014/main" id="{08B1E4C1-459E-BE6D-AE07-35DCA0F9ADF0}"/>
                  </a:ext>
                </a:extLst>
              </p14:cNvPr>
              <p14:cNvContentPartPr/>
              <p14:nvPr/>
            </p14:nvContentPartPr>
            <p14:xfrm>
              <a:off x="9213025" y="5877605"/>
              <a:ext cx="321120" cy="282600"/>
            </p14:xfrm>
          </p:contentPart>
        </mc:Choice>
        <mc:Fallback xmlns="">
          <p:pic>
            <p:nvPicPr>
              <p:cNvPr id="236" name="Tinta 235">
                <a:extLst>
                  <a:ext uri="{FF2B5EF4-FFF2-40B4-BE49-F238E27FC236}">
                    <a16:creationId xmlns:a16="http://schemas.microsoft.com/office/drawing/2014/main" id="{08B1E4C1-459E-BE6D-AE07-35DCA0F9ADF0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9206905" y="5871485"/>
                <a:ext cx="333360" cy="29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2" name="Agrupar 241">
            <a:extLst>
              <a:ext uri="{FF2B5EF4-FFF2-40B4-BE49-F238E27FC236}">
                <a16:creationId xmlns:a16="http://schemas.microsoft.com/office/drawing/2014/main" id="{584F95A6-1039-1994-BA4A-7B8B047DC0BA}"/>
              </a:ext>
            </a:extLst>
          </p:cNvPr>
          <p:cNvGrpSpPr/>
          <p:nvPr/>
        </p:nvGrpSpPr>
        <p:grpSpPr>
          <a:xfrm>
            <a:off x="7822345" y="6399965"/>
            <a:ext cx="1287720" cy="199800"/>
            <a:chOff x="7822345" y="6399965"/>
            <a:chExt cx="1287720" cy="19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524F287C-A25F-8BF9-414B-D1BCD796DE42}"/>
                    </a:ext>
                  </a:extLst>
                </p14:cNvPr>
                <p14:cNvContentPartPr/>
                <p14:nvPr/>
              </p14:nvContentPartPr>
              <p14:xfrm>
                <a:off x="7822345" y="6399965"/>
                <a:ext cx="374040" cy="38880"/>
              </p14:xfrm>
            </p:contentPart>
          </mc:Choice>
          <mc:Fallback xmlns=""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524F287C-A25F-8BF9-414B-D1BCD796DE42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7816225" y="6393845"/>
                  <a:ext cx="386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F5E1B49C-8382-38D7-7A2A-E7658C0D1B3F}"/>
                    </a:ext>
                  </a:extLst>
                </p14:cNvPr>
                <p14:cNvContentPartPr/>
                <p14:nvPr/>
              </p14:nvContentPartPr>
              <p14:xfrm>
                <a:off x="7926745" y="6567005"/>
                <a:ext cx="378720" cy="32760"/>
              </p14:xfrm>
            </p:contentPart>
          </mc:Choice>
          <mc:Fallback xmlns=""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F5E1B49C-8382-38D7-7A2A-E7658C0D1B3F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7920625" y="6560885"/>
                  <a:ext cx="3909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BEB88DE1-E099-99FE-3F0D-8182B409801D}"/>
                    </a:ext>
                  </a:extLst>
                </p14:cNvPr>
                <p14:cNvContentPartPr/>
                <p14:nvPr/>
              </p14:nvContentPartPr>
              <p14:xfrm>
                <a:off x="8588785" y="6436685"/>
                <a:ext cx="252000" cy="128160"/>
              </p14:xfrm>
            </p:contentPart>
          </mc:Choice>
          <mc:Fallback xmlns=""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BEB88DE1-E099-99FE-3F0D-8182B409801D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582665" y="6430565"/>
                  <a:ext cx="2642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41" name="Tinta 240">
                  <a:extLst>
                    <a:ext uri="{FF2B5EF4-FFF2-40B4-BE49-F238E27FC236}">
                      <a16:creationId xmlns:a16="http://schemas.microsoft.com/office/drawing/2014/main" id="{0A557158-6939-C05F-B991-634C5A475216}"/>
                    </a:ext>
                  </a:extLst>
                </p14:cNvPr>
                <p14:cNvContentPartPr/>
                <p14:nvPr/>
              </p14:nvContentPartPr>
              <p14:xfrm>
                <a:off x="8895505" y="6425885"/>
                <a:ext cx="214560" cy="158760"/>
              </p14:xfrm>
            </p:contentPart>
          </mc:Choice>
          <mc:Fallback xmlns="">
            <p:pic>
              <p:nvPicPr>
                <p:cNvPr id="241" name="Tinta 240">
                  <a:extLst>
                    <a:ext uri="{FF2B5EF4-FFF2-40B4-BE49-F238E27FC236}">
                      <a16:creationId xmlns:a16="http://schemas.microsoft.com/office/drawing/2014/main" id="{0A557158-6939-C05F-B991-634C5A475216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889385" y="6419765"/>
                  <a:ext cx="22680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Agrupar 250">
            <a:extLst>
              <a:ext uri="{FF2B5EF4-FFF2-40B4-BE49-F238E27FC236}">
                <a16:creationId xmlns:a16="http://schemas.microsoft.com/office/drawing/2014/main" id="{A8D9EB39-0DBB-CB80-7EFB-9C9113CBEE1F}"/>
              </a:ext>
            </a:extLst>
          </p:cNvPr>
          <p:cNvGrpSpPr/>
          <p:nvPr/>
        </p:nvGrpSpPr>
        <p:grpSpPr>
          <a:xfrm>
            <a:off x="9682465" y="5775365"/>
            <a:ext cx="1618200" cy="852120"/>
            <a:chOff x="9682465" y="5775365"/>
            <a:chExt cx="1618200" cy="85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5BDFA35A-6079-53EB-08EA-85074D8C1EE6}"/>
                    </a:ext>
                  </a:extLst>
                </p14:cNvPr>
                <p14:cNvContentPartPr/>
                <p14:nvPr/>
              </p14:nvContentPartPr>
              <p14:xfrm>
                <a:off x="9706585" y="6048245"/>
                <a:ext cx="161640" cy="161640"/>
              </p14:xfrm>
            </p:contentPart>
          </mc:Choice>
          <mc:Fallback xmlns=""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5BDFA35A-6079-53EB-08EA-85074D8C1EE6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700465" y="6042125"/>
                  <a:ext cx="1738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D3C2398E-DB8C-F247-4884-B51C2B77C06E}"/>
                    </a:ext>
                  </a:extLst>
                </p14:cNvPr>
                <p14:cNvContentPartPr/>
                <p14:nvPr/>
              </p14:nvContentPartPr>
              <p14:xfrm>
                <a:off x="9855265" y="6063005"/>
                <a:ext cx="185400" cy="156600"/>
              </p14:xfrm>
            </p:contentPart>
          </mc:Choice>
          <mc:Fallback xmlns=""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D3C2398E-DB8C-F247-4884-B51C2B77C06E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849145" y="6056885"/>
                  <a:ext cx="1976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419A85B9-28B9-8BCA-3E46-E018EC8D0C89}"/>
                    </a:ext>
                  </a:extLst>
                </p14:cNvPr>
                <p14:cNvContentPartPr/>
                <p14:nvPr/>
              </p14:nvContentPartPr>
              <p14:xfrm>
                <a:off x="10043545" y="5898485"/>
                <a:ext cx="244080" cy="18360"/>
              </p14:xfrm>
            </p:contentPart>
          </mc:Choice>
          <mc:Fallback xmlns=""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419A85B9-28B9-8BCA-3E46-E018EC8D0C89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037425" y="5892365"/>
                  <a:ext cx="2563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AC83E51D-88AB-FB00-D3B7-73BB44E9E3BE}"/>
                    </a:ext>
                  </a:extLst>
                </p14:cNvPr>
                <p14:cNvContentPartPr/>
                <p14:nvPr/>
              </p14:nvContentPartPr>
              <p14:xfrm>
                <a:off x="10296625" y="5840885"/>
                <a:ext cx="143640" cy="105840"/>
              </p14:xfrm>
            </p:contentPart>
          </mc:Choice>
          <mc:Fallback xmlns=""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AC83E51D-88AB-FB00-D3B7-73BB44E9E3BE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290505" y="5834765"/>
                  <a:ext cx="1558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F18DB5BB-FE66-F9BF-9589-27660F833B25}"/>
                    </a:ext>
                  </a:extLst>
                </p14:cNvPr>
                <p14:cNvContentPartPr/>
                <p14:nvPr/>
              </p14:nvContentPartPr>
              <p14:xfrm>
                <a:off x="10491745" y="5907485"/>
                <a:ext cx="270000" cy="14040"/>
              </p14:xfrm>
            </p:contentPart>
          </mc:Choice>
          <mc:Fallback xmlns=""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F18DB5BB-FE66-F9BF-9589-27660F833B25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485625" y="5901365"/>
                  <a:ext cx="2822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7D0304DA-EFD1-6861-A305-AFD8BCE248C8}"/>
                    </a:ext>
                  </a:extLst>
                </p14:cNvPr>
                <p14:cNvContentPartPr/>
                <p14:nvPr/>
              </p14:nvContentPartPr>
              <p14:xfrm>
                <a:off x="10578505" y="5825045"/>
                <a:ext cx="87120" cy="128520"/>
              </p14:xfrm>
            </p:contentPart>
          </mc:Choice>
          <mc:Fallback xmlns=""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7D0304DA-EFD1-6861-A305-AFD8BCE248C8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572385" y="5818925"/>
                  <a:ext cx="993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F7C3405F-0DFF-40F5-AD02-305269D95347}"/>
                    </a:ext>
                  </a:extLst>
                </p14:cNvPr>
                <p14:cNvContentPartPr/>
                <p14:nvPr/>
              </p14:nvContentPartPr>
              <p14:xfrm>
                <a:off x="10804585" y="5775365"/>
                <a:ext cx="110880" cy="191160"/>
              </p14:xfrm>
            </p:contentPart>
          </mc:Choice>
          <mc:Fallback xmlns=""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F7C3405F-0DFF-40F5-AD02-305269D95347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798465" y="5769245"/>
                  <a:ext cx="1231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E7034BBE-32DC-F4B6-F56D-E69C17A06531}"/>
                    </a:ext>
                  </a:extLst>
                </p14:cNvPr>
                <p14:cNvContentPartPr/>
                <p14:nvPr/>
              </p14:nvContentPartPr>
              <p14:xfrm>
                <a:off x="9682465" y="6466565"/>
                <a:ext cx="207360" cy="149040"/>
              </p14:xfrm>
            </p:contentPart>
          </mc:Choice>
          <mc:Fallback xmlns=""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E7034BBE-32DC-F4B6-F56D-E69C17A06531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9676345" y="6460445"/>
                  <a:ext cx="2196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B565209D-19DF-962C-6DCA-B4E05E1E7A63}"/>
                    </a:ext>
                  </a:extLst>
                </p14:cNvPr>
                <p14:cNvContentPartPr/>
                <p14:nvPr/>
              </p14:nvContentPartPr>
              <p14:xfrm>
                <a:off x="9683185" y="6514445"/>
                <a:ext cx="270000" cy="113040"/>
              </p14:xfrm>
            </p:contentPart>
          </mc:Choice>
          <mc:Fallback xmlns=""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B565209D-19DF-962C-6DCA-B4E05E1E7A63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677065" y="6508325"/>
                  <a:ext cx="2822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5C771B8D-05E3-E412-BB4D-5FB4E6F1FEC2}"/>
                    </a:ext>
                  </a:extLst>
                </p14:cNvPr>
                <p14:cNvContentPartPr/>
                <p14:nvPr/>
              </p14:nvContentPartPr>
              <p14:xfrm>
                <a:off x="10207705" y="6406805"/>
                <a:ext cx="91080" cy="199800"/>
              </p14:xfrm>
            </p:contentPart>
          </mc:Choice>
          <mc:Fallback xmlns=""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5C771B8D-05E3-E412-BB4D-5FB4E6F1FEC2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201585" y="6400685"/>
                  <a:ext cx="1033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95F089F9-36DE-9745-4049-6017014D9BDC}"/>
                    </a:ext>
                  </a:extLst>
                </p14:cNvPr>
                <p14:cNvContentPartPr/>
                <p14:nvPr/>
              </p14:nvContentPartPr>
              <p14:xfrm>
                <a:off x="10203025" y="6423005"/>
                <a:ext cx="343080" cy="176040"/>
              </p14:xfrm>
            </p:contentPart>
          </mc:Choice>
          <mc:Fallback xmlns=""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95F089F9-36DE-9745-4049-6017014D9BDC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196905" y="6416885"/>
                  <a:ext cx="3553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988DC3A9-4B59-78ED-AF2D-1C6461048A7D}"/>
                    </a:ext>
                  </a:extLst>
                </p14:cNvPr>
                <p14:cNvContentPartPr/>
                <p14:nvPr/>
              </p14:nvContentPartPr>
              <p14:xfrm>
                <a:off x="10502545" y="6337685"/>
                <a:ext cx="270000" cy="37080"/>
              </p14:xfrm>
            </p:contentPart>
          </mc:Choice>
          <mc:Fallback xmlns=""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988DC3A9-4B59-78ED-AF2D-1C6461048A7D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496425" y="6331565"/>
                  <a:ext cx="2822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96EF280C-65FE-587A-B906-BB1602A5055C}"/>
                    </a:ext>
                  </a:extLst>
                </p14:cNvPr>
                <p14:cNvContentPartPr/>
                <p14:nvPr/>
              </p14:nvContentPartPr>
              <p14:xfrm>
                <a:off x="10654105" y="6235805"/>
                <a:ext cx="313920" cy="258840"/>
              </p14:xfrm>
            </p:contentPart>
          </mc:Choice>
          <mc:Fallback xmlns=""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96EF280C-65FE-587A-B906-BB1602A5055C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647985" y="6229685"/>
                  <a:ext cx="3261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7DBBDC29-A47E-2651-0D4A-F0A2CFB2F262}"/>
                    </a:ext>
                  </a:extLst>
                </p14:cNvPr>
                <p14:cNvContentPartPr/>
                <p14:nvPr/>
              </p14:nvContentPartPr>
              <p14:xfrm>
                <a:off x="11076025" y="6463685"/>
                <a:ext cx="224640" cy="28440"/>
              </p14:xfrm>
            </p:contentPart>
          </mc:Choice>
          <mc:Fallback xmlns=""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7DBBDC29-A47E-2651-0D4A-F0A2CFB2F262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1069905" y="6457565"/>
                  <a:ext cx="2368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D74BC9BE-99F0-DBAE-5CAA-FB33EDD57E84}"/>
                    </a:ext>
                  </a:extLst>
                </p14:cNvPr>
                <p14:cNvContentPartPr/>
                <p14:nvPr/>
              </p14:nvContentPartPr>
              <p14:xfrm>
                <a:off x="10945705" y="6573845"/>
                <a:ext cx="324360" cy="10080"/>
              </p14:xfrm>
            </p:contentPart>
          </mc:Choice>
          <mc:Fallback xmlns=""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D74BC9BE-99F0-DBAE-5CAA-FB33EDD57E84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939585" y="6567725"/>
                  <a:ext cx="33660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Agrupar 275">
            <a:extLst>
              <a:ext uri="{FF2B5EF4-FFF2-40B4-BE49-F238E27FC236}">
                <a16:creationId xmlns:a16="http://schemas.microsoft.com/office/drawing/2014/main" id="{3C807D31-70DF-1213-15FF-81D1EB541462}"/>
              </a:ext>
            </a:extLst>
          </p:cNvPr>
          <p:cNvGrpSpPr/>
          <p:nvPr/>
        </p:nvGrpSpPr>
        <p:grpSpPr>
          <a:xfrm>
            <a:off x="10848145" y="4431845"/>
            <a:ext cx="2509227" cy="731520"/>
            <a:chOff x="10848145" y="4431845"/>
            <a:chExt cx="2509227" cy="73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1C17293B-4B1B-995B-07FA-E7AFC1161BAA}"/>
                    </a:ext>
                  </a:extLst>
                </p14:cNvPr>
                <p14:cNvContentPartPr/>
                <p14:nvPr/>
              </p14:nvContentPartPr>
              <p14:xfrm>
                <a:off x="11010865" y="4578365"/>
                <a:ext cx="293760" cy="140040"/>
              </p14:xfrm>
            </p:contentPart>
          </mc:Choice>
          <mc:Fallback xmlns=""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1C17293B-4B1B-995B-07FA-E7AFC1161BA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1004745" y="4572245"/>
                  <a:ext cx="3060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53" name="Tinta 252">
                  <a:extLst>
                    <a:ext uri="{FF2B5EF4-FFF2-40B4-BE49-F238E27FC236}">
                      <a16:creationId xmlns:a16="http://schemas.microsoft.com/office/drawing/2014/main" id="{E758A97A-21D7-A2FB-2B81-752A37270FD0}"/>
                    </a:ext>
                  </a:extLst>
                </p14:cNvPr>
                <p14:cNvContentPartPr/>
                <p14:nvPr/>
              </p14:nvContentPartPr>
              <p14:xfrm>
                <a:off x="11327305" y="4607885"/>
                <a:ext cx="284760" cy="140760"/>
              </p14:xfrm>
            </p:contentPart>
          </mc:Choice>
          <mc:Fallback xmlns="">
            <p:pic>
              <p:nvPicPr>
                <p:cNvPr id="253" name="Tinta 252">
                  <a:extLst>
                    <a:ext uri="{FF2B5EF4-FFF2-40B4-BE49-F238E27FC236}">
                      <a16:creationId xmlns:a16="http://schemas.microsoft.com/office/drawing/2014/main" id="{E758A97A-21D7-A2FB-2B81-752A37270FD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1321185" y="4601765"/>
                  <a:ext cx="297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95A28FCE-AC5F-F8C7-40C7-055801F9D478}"/>
                    </a:ext>
                  </a:extLst>
                </p14:cNvPr>
                <p14:cNvContentPartPr/>
                <p14:nvPr/>
              </p14:nvContentPartPr>
              <p14:xfrm>
                <a:off x="10848145" y="4757285"/>
                <a:ext cx="754560" cy="94680"/>
              </p14:xfrm>
            </p:contentPart>
          </mc:Choice>
          <mc:Fallback xmlns=""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95A28FCE-AC5F-F8C7-40C7-055801F9D478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842025" y="4751165"/>
                  <a:ext cx="7668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56" name="Tinta 255">
                  <a:extLst>
                    <a:ext uri="{FF2B5EF4-FFF2-40B4-BE49-F238E27FC236}">
                      <a16:creationId xmlns:a16="http://schemas.microsoft.com/office/drawing/2014/main" id="{AE2B0AE1-D00F-538B-87E3-1150095503BE}"/>
                    </a:ext>
                  </a:extLst>
                </p14:cNvPr>
                <p14:cNvContentPartPr/>
                <p14:nvPr/>
              </p14:nvContentPartPr>
              <p14:xfrm>
                <a:off x="10849945" y="4957085"/>
                <a:ext cx="128880" cy="130680"/>
              </p14:xfrm>
            </p:contentPart>
          </mc:Choice>
          <mc:Fallback xmlns="">
            <p:pic>
              <p:nvPicPr>
                <p:cNvPr id="256" name="Tinta 255">
                  <a:extLst>
                    <a:ext uri="{FF2B5EF4-FFF2-40B4-BE49-F238E27FC236}">
                      <a16:creationId xmlns:a16="http://schemas.microsoft.com/office/drawing/2014/main" id="{AE2B0AE1-D00F-538B-87E3-1150095503BE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843825" y="4950965"/>
                  <a:ext cx="1411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6E27D0A2-C7DC-EC5F-D6BB-2EC7542104A9}"/>
                    </a:ext>
                  </a:extLst>
                </p14:cNvPr>
                <p14:cNvContentPartPr/>
                <p14:nvPr/>
              </p14:nvContentPartPr>
              <p14:xfrm>
                <a:off x="11063065" y="4963205"/>
                <a:ext cx="163440" cy="110520"/>
              </p14:xfrm>
            </p:contentPart>
          </mc:Choice>
          <mc:Fallback xmlns=""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6E27D0A2-C7DC-EC5F-D6BB-2EC7542104A9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1056945" y="4957085"/>
                  <a:ext cx="1756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A7E00387-AB2F-04C8-992C-804114BEECE4}"/>
                    </a:ext>
                  </a:extLst>
                </p14:cNvPr>
                <p14:cNvContentPartPr/>
                <p14:nvPr/>
              </p14:nvContentPartPr>
              <p14:xfrm>
                <a:off x="11248465" y="4980485"/>
                <a:ext cx="160920" cy="108000"/>
              </p14:xfrm>
            </p:contentPart>
          </mc:Choice>
          <mc:Fallback xmlns=""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A7E00387-AB2F-04C8-992C-804114BEECE4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1242345" y="4974365"/>
                  <a:ext cx="1731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471B1EFC-D74E-3CF3-D679-63BEB5CF7040}"/>
                    </a:ext>
                  </a:extLst>
                </p14:cNvPr>
                <p14:cNvContentPartPr/>
                <p14:nvPr/>
              </p14:nvContentPartPr>
              <p14:xfrm>
                <a:off x="11316865" y="4431845"/>
                <a:ext cx="308520" cy="325800"/>
              </p14:xfrm>
            </p:contentPart>
          </mc:Choice>
          <mc:Fallback xmlns=""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471B1EFC-D74E-3CF3-D679-63BEB5CF7040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1310745" y="4425725"/>
                  <a:ext cx="3207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A127DB4D-EE0B-7D24-5E5E-007A6C1C0F50}"/>
                    </a:ext>
                  </a:extLst>
                </p14:cNvPr>
                <p14:cNvContentPartPr/>
                <p14:nvPr/>
              </p14:nvContentPartPr>
              <p14:xfrm>
                <a:off x="11182585" y="4915325"/>
                <a:ext cx="226440" cy="248040"/>
              </p14:xfrm>
            </p:contentPart>
          </mc:Choice>
          <mc:Fallback xmlns=""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A127DB4D-EE0B-7D24-5E5E-007A6C1C0F50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176465" y="4909205"/>
                  <a:ext cx="2386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82865FB5-B804-FF55-0AF4-376BE8EC2092}"/>
                    </a:ext>
                  </a:extLst>
                </p14:cNvPr>
                <p14:cNvContentPartPr/>
                <p14:nvPr/>
              </p14:nvContentPartPr>
              <p14:xfrm>
                <a:off x="11821585" y="4636325"/>
                <a:ext cx="159120" cy="48600"/>
              </p14:xfrm>
            </p:contentPart>
          </mc:Choice>
          <mc:Fallback xmlns=""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82865FB5-B804-FF55-0AF4-376BE8EC2092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1815465" y="4630205"/>
                  <a:ext cx="1713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09C8CB0F-C82E-2764-F1A8-79C37A27753D}"/>
                    </a:ext>
                  </a:extLst>
                </p14:cNvPr>
                <p14:cNvContentPartPr/>
                <p14:nvPr/>
              </p14:nvContentPartPr>
              <p14:xfrm>
                <a:off x="11765065" y="4697885"/>
                <a:ext cx="172080" cy="11520"/>
              </p14:xfrm>
            </p:contentPart>
          </mc:Choice>
          <mc:Fallback xmlns=""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09C8CB0F-C82E-2764-F1A8-79C37A27753D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1758945" y="4691765"/>
                  <a:ext cx="1843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D656D0E3-0EE2-8E37-F531-03974CAA2800}"/>
                    </a:ext>
                  </a:extLst>
                </p14:cNvPr>
                <p14:cNvContentPartPr/>
                <p14:nvPr/>
              </p14:nvContentPartPr>
              <p14:xfrm>
                <a:off x="12098785" y="4666565"/>
                <a:ext cx="343440" cy="156960"/>
              </p14:xfrm>
            </p:contentPart>
          </mc:Choice>
          <mc:Fallback xmlns=""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D656D0E3-0EE2-8E37-F531-03974CAA2800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2092665" y="4660445"/>
                  <a:ext cx="3556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3B99C2D3-D477-3F9B-55E2-569E4F20B87D}"/>
                    </a:ext>
                  </a:extLst>
                </p14:cNvPr>
                <p14:cNvContentPartPr/>
                <p14:nvPr/>
              </p14:nvContentPartPr>
              <p14:xfrm>
                <a:off x="12476065" y="4769165"/>
                <a:ext cx="76320" cy="149040"/>
              </p14:xfrm>
            </p:contentPart>
          </mc:Choice>
          <mc:Fallback xmlns=""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3B99C2D3-D477-3F9B-55E2-569E4F20B87D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2469945" y="4763045"/>
                  <a:ext cx="885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CEB1D464-2A9B-281E-E50E-44F73A5ABF0D}"/>
                    </a:ext>
                  </a:extLst>
                </p14:cNvPr>
                <p14:cNvContentPartPr/>
                <p14:nvPr/>
              </p14:nvContentPartPr>
              <p14:xfrm>
                <a:off x="12523225" y="4713725"/>
                <a:ext cx="265680" cy="133200"/>
              </p14:xfrm>
            </p:contentPart>
          </mc:Choice>
          <mc:Fallback xmlns=""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CEB1D464-2A9B-281E-E50E-44F73A5ABF0D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2517105" y="4707605"/>
                  <a:ext cx="2779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ABA3C100-4162-4720-D7AC-D38B39716F11}"/>
                    </a:ext>
                  </a:extLst>
                </p14:cNvPr>
                <p14:cNvContentPartPr/>
                <p14:nvPr/>
              </p14:nvContentPartPr>
              <p14:xfrm>
                <a:off x="12788905" y="4695725"/>
                <a:ext cx="291600" cy="50040"/>
              </p14:xfrm>
            </p:contentPart>
          </mc:Choice>
          <mc:Fallback xmlns=""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ABA3C100-4162-4720-D7AC-D38B39716F11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2782785" y="4689605"/>
                  <a:ext cx="3038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18BAC5C5-86A1-1BCA-65DC-C771F624C082}"/>
                    </a:ext>
                  </a:extLst>
                </p14:cNvPr>
                <p14:cNvContentPartPr/>
                <p14:nvPr/>
              </p14:nvContentPartPr>
              <p14:xfrm>
                <a:off x="12898019" y="4677365"/>
                <a:ext cx="293760" cy="256320"/>
              </p14:xfrm>
            </p:contentPart>
          </mc:Choice>
          <mc:Fallback xmlns=""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18BAC5C5-86A1-1BCA-65DC-C771F624C082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2891899" y="4671245"/>
                  <a:ext cx="3060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82642F2B-153C-074B-1F11-EE19429B716E}"/>
                    </a:ext>
                  </a:extLst>
                </p14:cNvPr>
                <p14:cNvContentPartPr/>
                <p14:nvPr/>
              </p14:nvContentPartPr>
              <p14:xfrm>
                <a:off x="12002896" y="4553165"/>
                <a:ext cx="266760" cy="310680"/>
              </p14:xfrm>
            </p:contentPart>
          </mc:Choice>
          <mc:Fallback xmlns=""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82642F2B-153C-074B-1F11-EE19429B716E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1996776" y="4547045"/>
                  <a:ext cx="2790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7BCE46DA-F262-DA46-691D-406811BEB4A0}"/>
                    </a:ext>
                  </a:extLst>
                </p14:cNvPr>
                <p14:cNvContentPartPr/>
                <p14:nvPr/>
              </p14:nvContentPartPr>
              <p14:xfrm>
                <a:off x="12034216" y="4623725"/>
                <a:ext cx="1292040" cy="411120"/>
              </p14:xfrm>
            </p:contentPart>
          </mc:Choice>
          <mc:Fallback xmlns=""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7BCE46DA-F262-DA46-691D-406811BEB4A0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2028096" y="4617605"/>
                  <a:ext cx="130428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70C58A6A-21CE-B706-6902-217272107B7B}"/>
                    </a:ext>
                  </a:extLst>
                </p14:cNvPr>
                <p14:cNvContentPartPr/>
                <p14:nvPr/>
              </p14:nvContentPartPr>
              <p14:xfrm>
                <a:off x="12881092" y="4624445"/>
                <a:ext cx="119880" cy="21240"/>
              </p14:xfrm>
            </p:contentPart>
          </mc:Choice>
          <mc:Fallback xmlns=""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70C58A6A-21CE-B706-6902-217272107B7B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2874972" y="4618325"/>
                  <a:ext cx="1321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75" name="Tinta 274">
                  <a:extLst>
                    <a:ext uri="{FF2B5EF4-FFF2-40B4-BE49-F238E27FC236}">
                      <a16:creationId xmlns:a16="http://schemas.microsoft.com/office/drawing/2014/main" id="{7802777E-553D-9E77-060B-D9523E86CEE6}"/>
                    </a:ext>
                  </a:extLst>
                </p14:cNvPr>
                <p14:cNvContentPartPr/>
                <p14:nvPr/>
              </p14:nvContentPartPr>
              <p14:xfrm>
                <a:off x="12671212" y="4688165"/>
                <a:ext cx="686160" cy="437040"/>
              </p14:xfrm>
            </p:contentPart>
          </mc:Choice>
          <mc:Fallback xmlns="">
            <p:pic>
              <p:nvPicPr>
                <p:cNvPr id="275" name="Tinta 274">
                  <a:extLst>
                    <a:ext uri="{FF2B5EF4-FFF2-40B4-BE49-F238E27FC236}">
                      <a16:creationId xmlns:a16="http://schemas.microsoft.com/office/drawing/2014/main" id="{7802777E-553D-9E77-060B-D9523E86CEE6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2665092" y="4682045"/>
                  <a:ext cx="698400" cy="449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20121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F7935B-C75F-7353-3E93-A9E4307F2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DFEDF4C-7C3A-5F39-DBEA-4B186717AF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5388" y="365124"/>
            <a:ext cx="9483512" cy="2593735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8FBD3A87-3B79-33D0-4396-37AA35BF333D}"/>
                  </a:ext>
                </a:extLst>
              </p14:cNvPr>
              <p14:cNvContentPartPr/>
              <p14:nvPr/>
            </p14:nvContentPartPr>
            <p14:xfrm>
              <a:off x="8854825" y="545617"/>
              <a:ext cx="1024200" cy="307080"/>
            </p14:xfrm>
          </p:contentPart>
        </mc:Choice>
        <mc:Fallback xmlns=""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8FBD3A87-3B79-33D0-4396-37AA35BF33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48705" y="539497"/>
                <a:ext cx="1036440" cy="31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Agrupar 24">
            <a:extLst>
              <a:ext uri="{FF2B5EF4-FFF2-40B4-BE49-F238E27FC236}">
                <a16:creationId xmlns:a16="http://schemas.microsoft.com/office/drawing/2014/main" id="{94B35030-DA79-28D0-461C-6ACD58B4DC14}"/>
              </a:ext>
            </a:extLst>
          </p:cNvPr>
          <p:cNvGrpSpPr/>
          <p:nvPr/>
        </p:nvGrpSpPr>
        <p:grpSpPr>
          <a:xfrm>
            <a:off x="324625" y="4181617"/>
            <a:ext cx="1382400" cy="245160"/>
            <a:chOff x="324625" y="4181617"/>
            <a:chExt cx="138240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E6E336CB-548A-D8BE-3271-92891CB565FA}"/>
                    </a:ext>
                  </a:extLst>
                </p14:cNvPr>
                <p14:cNvContentPartPr/>
                <p14:nvPr/>
              </p14:nvContentPartPr>
              <p14:xfrm>
                <a:off x="324625" y="4185937"/>
                <a:ext cx="271440" cy="18612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E6E336CB-548A-D8BE-3271-92891CB565F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18505" y="4179817"/>
                  <a:ext cx="2836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3126134B-E638-1B74-8B77-CB8660D9A452}"/>
                    </a:ext>
                  </a:extLst>
                </p14:cNvPr>
                <p14:cNvContentPartPr/>
                <p14:nvPr/>
              </p14:nvContentPartPr>
              <p14:xfrm>
                <a:off x="649345" y="4283497"/>
                <a:ext cx="281520" cy="9072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3126134B-E638-1B74-8B77-CB8660D9A45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3225" y="4277377"/>
                  <a:ext cx="2937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81198DA9-6E9C-4565-6FB5-25CB32D3C6AD}"/>
                    </a:ext>
                  </a:extLst>
                </p14:cNvPr>
                <p14:cNvContentPartPr/>
                <p14:nvPr/>
              </p14:nvContentPartPr>
              <p14:xfrm>
                <a:off x="1028425" y="4250377"/>
                <a:ext cx="33120" cy="12852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81198DA9-6E9C-4565-6FB5-25CB32D3C6A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22305" y="4244257"/>
                  <a:ext cx="453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62100283-BBDC-2B72-2410-591FB94BD94C}"/>
                    </a:ext>
                  </a:extLst>
                </p14:cNvPr>
                <p14:cNvContentPartPr/>
                <p14:nvPr/>
              </p14:nvContentPartPr>
              <p14:xfrm>
                <a:off x="1133905" y="4301857"/>
                <a:ext cx="127080" cy="8352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62100283-BBDC-2B72-2410-591FB94BD94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27785" y="4295737"/>
                  <a:ext cx="1393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86EE2CA6-F7A5-0C91-B4FF-409889E0E55A}"/>
                    </a:ext>
                  </a:extLst>
                </p14:cNvPr>
                <p14:cNvContentPartPr/>
                <p14:nvPr/>
              </p14:nvContentPartPr>
              <p14:xfrm>
                <a:off x="1371505" y="4285657"/>
                <a:ext cx="217080" cy="2412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86EE2CA6-F7A5-0C91-B4FF-409889E0E55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65385" y="4279537"/>
                  <a:ext cx="229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C6EE6BA5-70F6-B6AA-C047-A662A6AFAAEF}"/>
                    </a:ext>
                  </a:extLst>
                </p14:cNvPr>
                <p14:cNvContentPartPr/>
                <p14:nvPr/>
              </p14:nvContentPartPr>
              <p14:xfrm>
                <a:off x="1437025" y="4320937"/>
                <a:ext cx="270000" cy="2808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C6EE6BA5-70F6-B6AA-C047-A662A6AFAAE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30905" y="4314817"/>
                  <a:ext cx="2822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84B4E2FE-7D24-6D1D-7AB1-0D95CD996548}"/>
                    </a:ext>
                  </a:extLst>
                </p14:cNvPr>
                <p14:cNvContentPartPr/>
                <p14:nvPr/>
              </p14:nvContentPartPr>
              <p14:xfrm>
                <a:off x="617305" y="4181617"/>
                <a:ext cx="714600" cy="24516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84B4E2FE-7D24-6D1D-7AB1-0D95CD99654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11185" y="4175497"/>
                  <a:ext cx="726840" cy="25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2" name="Tinta 41">
                <a:extLst>
                  <a:ext uri="{FF2B5EF4-FFF2-40B4-BE49-F238E27FC236}">
                    <a16:creationId xmlns:a16="http://schemas.microsoft.com/office/drawing/2014/main" id="{43107128-92BC-32A9-00B0-E4D9F76D3EB1}"/>
                  </a:ext>
                </a:extLst>
              </p14:cNvPr>
              <p14:cNvContentPartPr/>
              <p14:nvPr/>
            </p14:nvContentPartPr>
            <p14:xfrm>
              <a:off x="1286185" y="3552337"/>
              <a:ext cx="795240" cy="322200"/>
            </p14:xfrm>
          </p:contentPart>
        </mc:Choice>
        <mc:Fallback xmlns="">
          <p:pic>
            <p:nvPicPr>
              <p:cNvPr id="42" name="Tinta 41">
                <a:extLst>
                  <a:ext uri="{FF2B5EF4-FFF2-40B4-BE49-F238E27FC236}">
                    <a16:creationId xmlns:a16="http://schemas.microsoft.com/office/drawing/2014/main" id="{43107128-92BC-32A9-00B0-E4D9F76D3EB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280065" y="3546217"/>
                <a:ext cx="80748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4" name="Tinta 43">
                <a:extLst>
                  <a:ext uri="{FF2B5EF4-FFF2-40B4-BE49-F238E27FC236}">
                    <a16:creationId xmlns:a16="http://schemas.microsoft.com/office/drawing/2014/main" id="{2B83DB43-20F4-C97F-BB7B-E81E9510A58E}"/>
                  </a:ext>
                </a:extLst>
              </p14:cNvPr>
              <p14:cNvContentPartPr/>
              <p14:nvPr/>
            </p14:nvContentPartPr>
            <p14:xfrm>
              <a:off x="8745385" y="248617"/>
              <a:ext cx="1014840" cy="345600"/>
            </p14:xfrm>
          </p:contentPart>
        </mc:Choice>
        <mc:Fallback xmlns="">
          <p:pic>
            <p:nvPicPr>
              <p:cNvPr id="44" name="Tinta 43">
                <a:extLst>
                  <a:ext uri="{FF2B5EF4-FFF2-40B4-BE49-F238E27FC236}">
                    <a16:creationId xmlns:a16="http://schemas.microsoft.com/office/drawing/2014/main" id="{2B83DB43-20F4-C97F-BB7B-E81E9510A58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739265" y="242497"/>
                <a:ext cx="102708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5" name="Tinta 44">
                <a:extLst>
                  <a:ext uri="{FF2B5EF4-FFF2-40B4-BE49-F238E27FC236}">
                    <a16:creationId xmlns:a16="http://schemas.microsoft.com/office/drawing/2014/main" id="{247D982D-0F46-1C72-E396-FFB65A46A4E9}"/>
                  </a:ext>
                </a:extLst>
              </p14:cNvPr>
              <p14:cNvContentPartPr/>
              <p14:nvPr/>
            </p14:nvContentPartPr>
            <p14:xfrm>
              <a:off x="1533505" y="3126097"/>
              <a:ext cx="646560" cy="475200"/>
            </p14:xfrm>
          </p:contentPart>
        </mc:Choice>
        <mc:Fallback xmlns="">
          <p:pic>
            <p:nvPicPr>
              <p:cNvPr id="45" name="Tinta 44">
                <a:extLst>
                  <a:ext uri="{FF2B5EF4-FFF2-40B4-BE49-F238E27FC236}">
                    <a16:creationId xmlns:a16="http://schemas.microsoft.com/office/drawing/2014/main" id="{247D982D-0F46-1C72-E396-FFB65A46A4E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527385" y="3119977"/>
                <a:ext cx="658800" cy="48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Agrupar 47">
            <a:extLst>
              <a:ext uri="{FF2B5EF4-FFF2-40B4-BE49-F238E27FC236}">
                <a16:creationId xmlns:a16="http://schemas.microsoft.com/office/drawing/2014/main" id="{61D01FEE-ED00-D491-EC97-698FDC746460}"/>
              </a:ext>
            </a:extLst>
          </p:cNvPr>
          <p:cNvGrpSpPr/>
          <p:nvPr/>
        </p:nvGrpSpPr>
        <p:grpSpPr>
          <a:xfrm>
            <a:off x="469345" y="3290257"/>
            <a:ext cx="559440" cy="306360"/>
            <a:chOff x="469345" y="3290257"/>
            <a:chExt cx="55944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9149B505-0712-EAAD-2AB9-F2128A4CEAC1}"/>
                    </a:ext>
                  </a:extLst>
                </p14:cNvPr>
                <p14:cNvContentPartPr/>
                <p14:nvPr/>
              </p14:nvContentPartPr>
              <p14:xfrm>
                <a:off x="660865" y="3401857"/>
                <a:ext cx="44280" cy="13068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9149B505-0712-EAAD-2AB9-F2128A4CEAC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54745" y="3395737"/>
                  <a:ext cx="565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1CB11C98-9FA3-7324-2672-6E2BFDDEF9EE}"/>
                    </a:ext>
                  </a:extLst>
                </p14:cNvPr>
                <p14:cNvContentPartPr/>
                <p14:nvPr/>
              </p14:nvContentPartPr>
              <p14:xfrm>
                <a:off x="865345" y="3413737"/>
                <a:ext cx="130680" cy="2592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1CB11C98-9FA3-7324-2672-6E2BFDDEF9E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59225" y="3407617"/>
                  <a:ext cx="1429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DFEED8E4-489B-CBDB-AEC5-060E15B51352}"/>
                    </a:ext>
                  </a:extLst>
                </p14:cNvPr>
                <p14:cNvContentPartPr/>
                <p14:nvPr/>
              </p14:nvContentPartPr>
              <p14:xfrm>
                <a:off x="865345" y="3487177"/>
                <a:ext cx="163440" cy="1944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DFEED8E4-489B-CBDB-AEC5-060E15B5135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9225" y="3481057"/>
                  <a:ext cx="175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8F09F51C-60E6-DCD5-CB4E-EC4CD256CF9F}"/>
                    </a:ext>
                  </a:extLst>
                </p14:cNvPr>
                <p14:cNvContentPartPr/>
                <p14:nvPr/>
              </p14:nvContentPartPr>
              <p14:xfrm>
                <a:off x="469345" y="3290257"/>
                <a:ext cx="510840" cy="30636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8F09F51C-60E6-DCD5-CB4E-EC4CD256CF9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63225" y="3284137"/>
                  <a:ext cx="523080" cy="31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CB65C003-E3E1-B87D-52CD-DF086CBFD003}"/>
              </a:ext>
            </a:extLst>
          </p:cNvPr>
          <p:cNvGrpSpPr/>
          <p:nvPr/>
        </p:nvGrpSpPr>
        <p:grpSpPr>
          <a:xfrm>
            <a:off x="1338025" y="3280177"/>
            <a:ext cx="832680" cy="642960"/>
            <a:chOff x="1338025" y="3280177"/>
            <a:chExt cx="832680" cy="64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D5D73C3A-A208-FD25-124A-5DE07C6C5986}"/>
                    </a:ext>
                  </a:extLst>
                </p14:cNvPr>
                <p14:cNvContentPartPr/>
                <p14:nvPr/>
              </p14:nvContentPartPr>
              <p14:xfrm>
                <a:off x="1544665" y="3280177"/>
                <a:ext cx="303480" cy="26856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D5D73C3A-A208-FD25-124A-5DE07C6C598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538545" y="3274057"/>
                  <a:ext cx="3157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C64D6069-3898-1030-7E61-8803A28C3175}"/>
                    </a:ext>
                  </a:extLst>
                </p14:cNvPr>
                <p14:cNvContentPartPr/>
                <p14:nvPr/>
              </p14:nvContentPartPr>
              <p14:xfrm>
                <a:off x="1458625" y="3521737"/>
                <a:ext cx="528480" cy="1944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C64D6069-3898-1030-7E61-8803A28C317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452505" y="3515617"/>
                  <a:ext cx="540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689310BC-62E1-BADE-26DC-704BA1DC93C4}"/>
                    </a:ext>
                  </a:extLst>
                </p14:cNvPr>
                <p14:cNvContentPartPr/>
                <p14:nvPr/>
              </p14:nvContentPartPr>
              <p14:xfrm>
                <a:off x="1447465" y="3685537"/>
                <a:ext cx="237600" cy="18720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689310BC-62E1-BADE-26DC-704BA1DC93C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441345" y="3679417"/>
                  <a:ext cx="2498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EA618118-3EDB-F744-5744-A108199759A3}"/>
                    </a:ext>
                  </a:extLst>
                </p14:cNvPr>
                <p14:cNvContentPartPr/>
                <p14:nvPr/>
              </p14:nvContentPartPr>
              <p14:xfrm>
                <a:off x="1781545" y="3616057"/>
                <a:ext cx="45000" cy="20340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EA618118-3EDB-F744-5744-A108199759A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775425" y="3609937"/>
                  <a:ext cx="572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D26DA4FA-9C1D-4C18-9F1A-FDE4E32EE058}"/>
                    </a:ext>
                  </a:extLst>
                </p14:cNvPr>
                <p14:cNvContentPartPr/>
                <p14:nvPr/>
              </p14:nvContentPartPr>
              <p14:xfrm>
                <a:off x="1684705" y="3716137"/>
                <a:ext cx="215640" cy="1692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D26DA4FA-9C1D-4C18-9F1A-FDE4E32EE05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678585" y="3710017"/>
                  <a:ext cx="227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F79FFEB1-3C1C-12F9-21D1-D10C66112FC5}"/>
                    </a:ext>
                  </a:extLst>
                </p14:cNvPr>
                <p14:cNvContentPartPr/>
                <p14:nvPr/>
              </p14:nvContentPartPr>
              <p14:xfrm>
                <a:off x="1338025" y="3590137"/>
                <a:ext cx="832680" cy="33300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F79FFEB1-3C1C-12F9-21D1-D10C66112FC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331905" y="3584017"/>
                  <a:ext cx="844920" cy="34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A187EDC3-C99E-F9B7-321C-9D0900CBF8EA}"/>
              </a:ext>
            </a:extLst>
          </p:cNvPr>
          <p:cNvGrpSpPr/>
          <p:nvPr/>
        </p:nvGrpSpPr>
        <p:grpSpPr>
          <a:xfrm>
            <a:off x="478345" y="4793257"/>
            <a:ext cx="915120" cy="240480"/>
            <a:chOff x="478345" y="4793257"/>
            <a:chExt cx="91512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06DA1865-4468-3801-39CE-3CCB6EBAEE27}"/>
                    </a:ext>
                  </a:extLst>
                </p14:cNvPr>
                <p14:cNvContentPartPr/>
                <p14:nvPr/>
              </p14:nvContentPartPr>
              <p14:xfrm>
                <a:off x="478345" y="4793257"/>
                <a:ext cx="150480" cy="24048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06DA1865-4468-3801-39CE-3CCB6EBAEE2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72225" y="4787137"/>
                  <a:ext cx="1627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8B464E3A-32B5-38B3-7C02-558ABA94B840}"/>
                    </a:ext>
                  </a:extLst>
                </p14:cNvPr>
                <p14:cNvContentPartPr/>
                <p14:nvPr/>
              </p14:nvContentPartPr>
              <p14:xfrm>
                <a:off x="714145" y="4855537"/>
                <a:ext cx="185400" cy="13464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8B464E3A-32B5-38B3-7C02-558ABA94B84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08025" y="4849417"/>
                  <a:ext cx="1976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69050ED2-CCBE-4DFD-2EE1-4ABA92349A40}"/>
                    </a:ext>
                  </a:extLst>
                </p14:cNvPr>
                <p14:cNvContentPartPr/>
                <p14:nvPr/>
              </p14:nvContentPartPr>
              <p14:xfrm>
                <a:off x="1159465" y="4923577"/>
                <a:ext cx="190800" cy="720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69050ED2-CCBE-4DFD-2EE1-4ABA92349A4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53345" y="4917457"/>
                  <a:ext cx="2030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BFE82F0E-F71A-479F-E6D9-850ED82AC62D}"/>
                    </a:ext>
                  </a:extLst>
                </p14:cNvPr>
                <p14:cNvContentPartPr/>
                <p14:nvPr/>
              </p14:nvContentPartPr>
              <p14:xfrm>
                <a:off x="1134625" y="4962097"/>
                <a:ext cx="258840" cy="23760"/>
              </p14:xfrm>
            </p:contentPart>
          </mc:Choice>
          <mc:Fallback xmlns=""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BFE82F0E-F71A-479F-E6D9-850ED82AC62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28505" y="4955977"/>
                  <a:ext cx="2710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F4C7FAF6-7EAB-F50C-01F2-E66512A8E424}"/>
              </a:ext>
            </a:extLst>
          </p:cNvPr>
          <p:cNvGrpSpPr/>
          <p:nvPr/>
        </p:nvGrpSpPr>
        <p:grpSpPr>
          <a:xfrm>
            <a:off x="1804225" y="4871017"/>
            <a:ext cx="602640" cy="281520"/>
            <a:chOff x="1804225" y="4871017"/>
            <a:chExt cx="60264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54E7FD96-CF01-48F5-7D12-BFD9B7C273A4}"/>
                    </a:ext>
                  </a:extLst>
                </p14:cNvPr>
                <p14:cNvContentPartPr/>
                <p14:nvPr/>
              </p14:nvContentPartPr>
              <p14:xfrm>
                <a:off x="1862905" y="4871017"/>
                <a:ext cx="285120" cy="20736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54E7FD96-CF01-48F5-7D12-BFD9B7C273A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856785" y="4864897"/>
                  <a:ext cx="2973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D88A53F5-CC55-5B64-98E6-1B8131A68631}"/>
                    </a:ext>
                  </a:extLst>
                </p14:cNvPr>
                <p14:cNvContentPartPr/>
                <p14:nvPr/>
              </p14:nvContentPartPr>
              <p14:xfrm>
                <a:off x="1804225" y="5105017"/>
                <a:ext cx="602640" cy="4752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D88A53F5-CC55-5B64-98E6-1B8131A6863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798105" y="5098897"/>
                  <a:ext cx="614880" cy="5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9" name="Tinta 58">
                <a:extLst>
                  <a:ext uri="{FF2B5EF4-FFF2-40B4-BE49-F238E27FC236}">
                    <a16:creationId xmlns:a16="http://schemas.microsoft.com/office/drawing/2014/main" id="{9EBF815A-A143-E00E-B2CB-6993BD791387}"/>
                  </a:ext>
                </a:extLst>
              </p14:cNvPr>
              <p14:cNvContentPartPr/>
              <p14:nvPr/>
            </p14:nvContentPartPr>
            <p14:xfrm>
              <a:off x="984865" y="4140217"/>
              <a:ext cx="33120" cy="11520"/>
            </p14:xfrm>
          </p:contentPart>
        </mc:Choice>
        <mc:Fallback xmlns="">
          <p:pic>
            <p:nvPicPr>
              <p:cNvPr id="59" name="Tinta 58">
                <a:extLst>
                  <a:ext uri="{FF2B5EF4-FFF2-40B4-BE49-F238E27FC236}">
                    <a16:creationId xmlns:a16="http://schemas.microsoft.com/office/drawing/2014/main" id="{9EBF815A-A143-E00E-B2CB-6993BD79138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78745" y="4134097"/>
                <a:ext cx="4536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60" name="Tinta 59">
                <a:extLst>
                  <a:ext uri="{FF2B5EF4-FFF2-40B4-BE49-F238E27FC236}">
                    <a16:creationId xmlns:a16="http://schemas.microsoft.com/office/drawing/2014/main" id="{2DC89D8F-7554-6B44-A951-8B6F0612E6AE}"/>
                  </a:ext>
                </a:extLst>
              </p14:cNvPr>
              <p14:cNvContentPartPr/>
              <p14:nvPr/>
            </p14:nvContentPartPr>
            <p14:xfrm>
              <a:off x="271705" y="4307617"/>
              <a:ext cx="33120" cy="25200"/>
            </p14:xfrm>
          </p:contentPart>
        </mc:Choice>
        <mc:Fallback xmlns="">
          <p:pic>
            <p:nvPicPr>
              <p:cNvPr id="60" name="Tinta 59">
                <a:extLst>
                  <a:ext uri="{FF2B5EF4-FFF2-40B4-BE49-F238E27FC236}">
                    <a16:creationId xmlns:a16="http://schemas.microsoft.com/office/drawing/2014/main" id="{2DC89D8F-7554-6B44-A951-8B6F0612E6A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65585" y="4301497"/>
                <a:ext cx="4536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Agrupar 61">
            <a:extLst>
              <a:ext uri="{FF2B5EF4-FFF2-40B4-BE49-F238E27FC236}">
                <a16:creationId xmlns:a16="http://schemas.microsoft.com/office/drawing/2014/main" id="{B213D6FC-E194-4A02-3E12-339FADE08A17}"/>
              </a:ext>
            </a:extLst>
          </p:cNvPr>
          <p:cNvGrpSpPr/>
          <p:nvPr/>
        </p:nvGrpSpPr>
        <p:grpSpPr>
          <a:xfrm>
            <a:off x="1986745" y="4068937"/>
            <a:ext cx="3106440" cy="469800"/>
            <a:chOff x="1986745" y="4068937"/>
            <a:chExt cx="3106440" cy="46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930F7741-06D3-D35A-2C3E-9137666351F0}"/>
                    </a:ext>
                  </a:extLst>
                </p14:cNvPr>
                <p14:cNvContentPartPr/>
                <p14:nvPr/>
              </p14:nvContentPartPr>
              <p14:xfrm>
                <a:off x="1986745" y="4157857"/>
                <a:ext cx="172080" cy="23400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930F7741-06D3-D35A-2C3E-9137666351F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980625" y="4151737"/>
                  <a:ext cx="1843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C4431490-103A-B863-78C2-D1926AB86C23}"/>
                    </a:ext>
                  </a:extLst>
                </p14:cNvPr>
                <p14:cNvContentPartPr/>
                <p14:nvPr/>
              </p14:nvContentPartPr>
              <p14:xfrm>
                <a:off x="2326225" y="4256857"/>
                <a:ext cx="167760" cy="12024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C4431490-103A-B863-78C2-D1926AB86C2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320105" y="4250737"/>
                  <a:ext cx="1800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393D3183-C348-C2B6-CE1F-DDEE95BE4139}"/>
                    </a:ext>
                  </a:extLst>
                </p14:cNvPr>
                <p14:cNvContentPartPr/>
                <p14:nvPr/>
              </p14:nvContentPartPr>
              <p14:xfrm>
                <a:off x="2365105" y="4273057"/>
                <a:ext cx="161280" cy="8964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393D3183-C348-C2B6-CE1F-DDEE95BE413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358985" y="4266937"/>
                  <a:ext cx="1735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7FC0FD03-9CAA-C3C4-6932-6A02CB10E341}"/>
                    </a:ext>
                  </a:extLst>
                </p14:cNvPr>
                <p14:cNvContentPartPr/>
                <p14:nvPr/>
              </p14:nvContentPartPr>
              <p14:xfrm>
                <a:off x="2605585" y="4233457"/>
                <a:ext cx="222840" cy="17208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7FC0FD03-9CAA-C3C4-6932-6A02CB10E34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599465" y="4227337"/>
                  <a:ext cx="2350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FB0037A8-A21B-8ECD-3F28-44F8E3C0BC9E}"/>
                    </a:ext>
                  </a:extLst>
                </p14:cNvPr>
                <p14:cNvContentPartPr/>
                <p14:nvPr/>
              </p14:nvContentPartPr>
              <p14:xfrm>
                <a:off x="2870185" y="4229497"/>
                <a:ext cx="194760" cy="13824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FB0037A8-A21B-8ECD-3F28-44F8E3C0BC9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864065" y="4223377"/>
                  <a:ext cx="2070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06FE34CE-969D-2B63-DF5D-85775C1DD5DE}"/>
                    </a:ext>
                  </a:extLst>
                </p14:cNvPr>
                <p14:cNvContentPartPr/>
                <p14:nvPr/>
              </p14:nvContentPartPr>
              <p14:xfrm>
                <a:off x="3003745" y="4273057"/>
                <a:ext cx="222120" cy="7596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06FE34CE-969D-2B63-DF5D-85775C1DD5D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997625" y="4266937"/>
                  <a:ext cx="2343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7848E988-E72D-1995-44C7-72DAA7068921}"/>
                    </a:ext>
                  </a:extLst>
                </p14:cNvPr>
                <p14:cNvContentPartPr/>
                <p14:nvPr/>
              </p14:nvContentPartPr>
              <p14:xfrm>
                <a:off x="3399385" y="4283857"/>
                <a:ext cx="107280" cy="1332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7848E988-E72D-1995-44C7-72DAA706892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393265" y="4277737"/>
                  <a:ext cx="1195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13D91A78-CC73-063B-2430-26DC4484C294}"/>
                    </a:ext>
                  </a:extLst>
                </p14:cNvPr>
                <p14:cNvContentPartPr/>
                <p14:nvPr/>
              </p14:nvContentPartPr>
              <p14:xfrm>
                <a:off x="3258265" y="4327777"/>
                <a:ext cx="291600" cy="2124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13D91A78-CC73-063B-2430-26DC4484C29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252145" y="4321657"/>
                  <a:ext cx="3038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A2B41156-8B7E-B475-4535-844BF0F5779C}"/>
                    </a:ext>
                  </a:extLst>
                </p14:cNvPr>
                <p14:cNvContentPartPr/>
                <p14:nvPr/>
              </p14:nvContentPartPr>
              <p14:xfrm>
                <a:off x="3905905" y="4260457"/>
                <a:ext cx="280800" cy="16200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A2B41156-8B7E-B475-4535-844BF0F5779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899785" y="4254337"/>
                  <a:ext cx="2930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F56AC716-CD97-E295-23FE-340F9E9D1961}"/>
                    </a:ext>
                  </a:extLst>
                </p14:cNvPr>
                <p14:cNvContentPartPr/>
                <p14:nvPr/>
              </p14:nvContentPartPr>
              <p14:xfrm>
                <a:off x="4303705" y="4227337"/>
                <a:ext cx="207720" cy="18720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F56AC716-CD97-E295-23FE-340F9E9D196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297585" y="4221217"/>
                  <a:ext cx="2199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B4050876-5E7A-1D45-C0BD-33F5E9DC860E}"/>
                    </a:ext>
                  </a:extLst>
                </p14:cNvPr>
                <p14:cNvContentPartPr/>
                <p14:nvPr/>
              </p14:nvContentPartPr>
              <p14:xfrm>
                <a:off x="4533025" y="4270537"/>
                <a:ext cx="126720" cy="11268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B4050876-5E7A-1D45-C0BD-33F5E9DC860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526905" y="4264417"/>
                  <a:ext cx="1389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303F6DA3-DCD9-EFCB-EEDE-D07137CC42A4}"/>
                    </a:ext>
                  </a:extLst>
                </p14:cNvPr>
                <p14:cNvContentPartPr/>
                <p14:nvPr/>
              </p14:nvContentPartPr>
              <p14:xfrm>
                <a:off x="4423225" y="4295017"/>
                <a:ext cx="545760" cy="13212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303F6DA3-DCD9-EFCB-EEDE-D07137CC42A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417105" y="4288897"/>
                  <a:ext cx="5580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DD8967E0-AA60-D931-4085-5EBD8F73B395}"/>
                    </a:ext>
                  </a:extLst>
                </p14:cNvPr>
                <p14:cNvContentPartPr/>
                <p14:nvPr/>
              </p14:nvContentPartPr>
              <p14:xfrm>
                <a:off x="3724105" y="4068937"/>
                <a:ext cx="1369080" cy="46980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DD8967E0-AA60-D931-4085-5EBD8F73B39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717985" y="4062817"/>
                  <a:ext cx="138132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385CDFE6-01CC-9CDD-4B65-3D495E93BFDD}"/>
                    </a:ext>
                  </a:extLst>
                </p14:cNvPr>
                <p14:cNvContentPartPr/>
                <p14:nvPr/>
              </p14:nvContentPartPr>
              <p14:xfrm>
                <a:off x="4482625" y="4285657"/>
                <a:ext cx="60480" cy="3816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385CDFE6-01CC-9CDD-4B65-3D495E93BFD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476505" y="4279537"/>
                  <a:ext cx="7272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52E1C43-204D-7216-E90E-0E0505F67C1A}"/>
              </a:ext>
            </a:extLst>
          </p:cNvPr>
          <p:cNvGrpSpPr/>
          <p:nvPr/>
        </p:nvGrpSpPr>
        <p:grpSpPr>
          <a:xfrm>
            <a:off x="1836625" y="4834297"/>
            <a:ext cx="291600" cy="124200"/>
            <a:chOff x="1836625" y="4834297"/>
            <a:chExt cx="291600" cy="12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C192BAF9-B04A-4BCF-93A4-588B48DE1F70}"/>
                    </a:ext>
                  </a:extLst>
                </p14:cNvPr>
                <p14:cNvContentPartPr/>
                <p14:nvPr/>
              </p14:nvContentPartPr>
              <p14:xfrm>
                <a:off x="2051905" y="4859137"/>
                <a:ext cx="33120" cy="9936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C192BAF9-B04A-4BCF-93A4-588B48DE1F7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045785" y="4853017"/>
                  <a:ext cx="453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8988CF03-3E86-7847-A405-6FCA3EED3804}"/>
                    </a:ext>
                  </a:extLst>
                </p14:cNvPr>
                <p14:cNvContentPartPr/>
                <p14:nvPr/>
              </p14:nvContentPartPr>
              <p14:xfrm>
                <a:off x="1836625" y="4834297"/>
                <a:ext cx="291600" cy="10836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8988CF03-3E86-7847-A405-6FCA3EED380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830505" y="4828177"/>
                  <a:ext cx="30384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Agrupar 72">
            <a:extLst>
              <a:ext uri="{FF2B5EF4-FFF2-40B4-BE49-F238E27FC236}">
                <a16:creationId xmlns:a16="http://schemas.microsoft.com/office/drawing/2014/main" id="{24E1FF76-D82F-39D2-21F1-EF594FFA7298}"/>
              </a:ext>
            </a:extLst>
          </p:cNvPr>
          <p:cNvGrpSpPr/>
          <p:nvPr/>
        </p:nvGrpSpPr>
        <p:grpSpPr>
          <a:xfrm>
            <a:off x="2612785" y="4966777"/>
            <a:ext cx="452520" cy="127080"/>
            <a:chOff x="2612785" y="4966777"/>
            <a:chExt cx="452520" cy="12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FEF0F705-79D5-CE99-1259-C0FCE2D6281B}"/>
                    </a:ext>
                  </a:extLst>
                </p14:cNvPr>
                <p14:cNvContentPartPr/>
                <p14:nvPr/>
              </p14:nvContentPartPr>
              <p14:xfrm>
                <a:off x="2612785" y="4975057"/>
                <a:ext cx="450720" cy="7956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FEF0F705-79D5-CE99-1259-C0FCE2D6281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606665" y="4968937"/>
                  <a:ext cx="4629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BA562F20-D26B-0288-6FA9-5A192D918730}"/>
                    </a:ext>
                  </a:extLst>
                </p14:cNvPr>
                <p14:cNvContentPartPr/>
                <p14:nvPr/>
              </p14:nvContentPartPr>
              <p14:xfrm>
                <a:off x="2925625" y="5022577"/>
                <a:ext cx="139680" cy="7128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BA562F20-D26B-0288-6FA9-5A192D91873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919505" y="5016457"/>
                  <a:ext cx="1519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0FE64479-29E2-F4C6-036D-77F85960D048}"/>
                    </a:ext>
                  </a:extLst>
                </p14:cNvPr>
                <p14:cNvContentPartPr/>
                <p14:nvPr/>
              </p14:nvContentPartPr>
              <p14:xfrm>
                <a:off x="2914825" y="4966777"/>
                <a:ext cx="63360" cy="123840"/>
              </p14:xfrm>
            </p:contentPart>
          </mc:Choice>
          <mc:Fallback xmlns=""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0FE64479-29E2-F4C6-036D-77F85960D04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908705" y="4960657"/>
                  <a:ext cx="7560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Agrupar 78">
            <a:extLst>
              <a:ext uri="{FF2B5EF4-FFF2-40B4-BE49-F238E27FC236}">
                <a16:creationId xmlns:a16="http://schemas.microsoft.com/office/drawing/2014/main" id="{66D2CDBA-EE62-6288-629A-4F9F34F6B1A5}"/>
              </a:ext>
            </a:extLst>
          </p:cNvPr>
          <p:cNvGrpSpPr/>
          <p:nvPr/>
        </p:nvGrpSpPr>
        <p:grpSpPr>
          <a:xfrm>
            <a:off x="1577425" y="5246137"/>
            <a:ext cx="1131480" cy="380160"/>
            <a:chOff x="1577425" y="5246137"/>
            <a:chExt cx="1131480" cy="3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371CBC7F-DFB9-C965-31F7-7907746F5F18}"/>
                    </a:ext>
                  </a:extLst>
                </p14:cNvPr>
                <p14:cNvContentPartPr/>
                <p14:nvPr/>
              </p14:nvContentPartPr>
              <p14:xfrm>
                <a:off x="1727545" y="5331457"/>
                <a:ext cx="270360" cy="21492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371CBC7F-DFB9-C965-31F7-7907746F5F1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721425" y="5325337"/>
                  <a:ext cx="2826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C0B651C9-0458-A6C4-F36C-769EFA58EC63}"/>
                    </a:ext>
                  </a:extLst>
                </p14:cNvPr>
                <p14:cNvContentPartPr/>
                <p14:nvPr/>
              </p14:nvContentPartPr>
              <p14:xfrm>
                <a:off x="2083945" y="5333977"/>
                <a:ext cx="259560" cy="18288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C0B651C9-0458-A6C4-F36C-769EFA58EC6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077825" y="5327857"/>
                  <a:ext cx="2718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5B0F90DB-0533-A9EF-0E20-44A22186ACB9}"/>
                    </a:ext>
                  </a:extLst>
                </p14:cNvPr>
                <p14:cNvContentPartPr/>
                <p14:nvPr/>
              </p14:nvContentPartPr>
              <p14:xfrm>
                <a:off x="2331625" y="5374297"/>
                <a:ext cx="140400" cy="12996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5B0F90DB-0533-A9EF-0E20-44A22186ACB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325505" y="5368177"/>
                  <a:ext cx="1526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22729C4B-EAC0-7A13-667B-8A67E0A557C2}"/>
                    </a:ext>
                  </a:extLst>
                </p14:cNvPr>
                <p14:cNvContentPartPr/>
                <p14:nvPr/>
              </p14:nvContentPartPr>
              <p14:xfrm>
                <a:off x="1577425" y="5246137"/>
                <a:ext cx="1131480" cy="380160"/>
              </p14:xfrm>
            </p:contentPart>
          </mc:Choice>
          <mc:Fallback xmlns=""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22729C4B-EAC0-7A13-667B-8A67E0A557C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571305" y="5240017"/>
                  <a:ext cx="1143720" cy="39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Agrupar 97">
            <a:extLst>
              <a:ext uri="{FF2B5EF4-FFF2-40B4-BE49-F238E27FC236}">
                <a16:creationId xmlns:a16="http://schemas.microsoft.com/office/drawing/2014/main" id="{4773516D-DBAC-5FA9-BE20-B4628AC26387}"/>
              </a:ext>
            </a:extLst>
          </p:cNvPr>
          <p:cNvGrpSpPr/>
          <p:nvPr/>
        </p:nvGrpSpPr>
        <p:grpSpPr>
          <a:xfrm>
            <a:off x="3486865" y="4651777"/>
            <a:ext cx="4623120" cy="688680"/>
            <a:chOff x="3486865" y="4651777"/>
            <a:chExt cx="4623120" cy="68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7D30FF41-B658-B564-019F-4D0A227CBE05}"/>
                    </a:ext>
                  </a:extLst>
                </p14:cNvPr>
                <p14:cNvContentPartPr/>
                <p14:nvPr/>
              </p14:nvContentPartPr>
              <p14:xfrm>
                <a:off x="3486865" y="5024377"/>
                <a:ext cx="193320" cy="16668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7D30FF41-B658-B564-019F-4D0A227CBE0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480745" y="5018257"/>
                  <a:ext cx="205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854DE44A-CC28-9FEE-B7EC-C8F39C4C5444}"/>
                    </a:ext>
                  </a:extLst>
                </p14:cNvPr>
                <p14:cNvContentPartPr/>
                <p14:nvPr/>
              </p14:nvContentPartPr>
              <p14:xfrm>
                <a:off x="3845425" y="5022577"/>
                <a:ext cx="169560" cy="3708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854DE44A-CC28-9FEE-B7EC-C8F39C4C544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839305" y="5016457"/>
                  <a:ext cx="1818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CDB0604F-F6E5-E26C-FE5B-9A8EDC18ED6B}"/>
                    </a:ext>
                  </a:extLst>
                </p14:cNvPr>
                <p14:cNvContentPartPr/>
                <p14:nvPr/>
              </p14:nvContentPartPr>
              <p14:xfrm>
                <a:off x="3831745" y="5097097"/>
                <a:ext cx="172440" cy="2412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CDB0604F-F6E5-E26C-FE5B-9A8EDC18ED6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825625" y="5090977"/>
                  <a:ext cx="1846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6870807A-2878-6D54-B65F-075A04EDF261}"/>
                    </a:ext>
                  </a:extLst>
                </p14:cNvPr>
                <p14:cNvContentPartPr/>
                <p14:nvPr/>
              </p14:nvContentPartPr>
              <p14:xfrm>
                <a:off x="4336105" y="4994497"/>
                <a:ext cx="248400" cy="17136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6870807A-2878-6D54-B65F-075A04EDF26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329985" y="4988377"/>
                  <a:ext cx="2606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7CA2D338-4156-A46F-63FE-FB4885208239}"/>
                    </a:ext>
                  </a:extLst>
                </p14:cNvPr>
                <p14:cNvContentPartPr/>
                <p14:nvPr/>
              </p14:nvContentPartPr>
              <p14:xfrm>
                <a:off x="4669825" y="4939417"/>
                <a:ext cx="162360" cy="17856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7CA2D338-4156-A46F-63FE-FB488520823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663705" y="4933297"/>
                  <a:ext cx="1746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F06BB527-B82C-8C7C-D32D-FBC7A18A3864}"/>
                    </a:ext>
                  </a:extLst>
                </p14:cNvPr>
                <p14:cNvContentPartPr/>
                <p14:nvPr/>
              </p14:nvContentPartPr>
              <p14:xfrm>
                <a:off x="4873585" y="4947697"/>
                <a:ext cx="187920" cy="16416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F06BB527-B82C-8C7C-D32D-FBC7A18A386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867465" y="4941577"/>
                  <a:ext cx="2001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06172F13-5C6A-50AD-EE59-E0427BC01335}"/>
                    </a:ext>
                  </a:extLst>
                </p14:cNvPr>
                <p14:cNvContentPartPr/>
                <p14:nvPr/>
              </p14:nvContentPartPr>
              <p14:xfrm>
                <a:off x="5200825" y="5005657"/>
                <a:ext cx="129240" cy="117000"/>
              </p14:xfrm>
            </p:contentPart>
          </mc:Choice>
          <mc:Fallback xmlns=""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06172F13-5C6A-50AD-EE59-E0427BC0133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194705" y="4999537"/>
                  <a:ext cx="1414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9C66A9CD-1AF5-FCCB-D29F-56E67A5CAB2A}"/>
                    </a:ext>
                  </a:extLst>
                </p14:cNvPr>
                <p14:cNvContentPartPr/>
                <p14:nvPr/>
              </p14:nvContentPartPr>
              <p14:xfrm>
                <a:off x="5220985" y="5067937"/>
                <a:ext cx="109080" cy="6696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9C66A9CD-1AF5-FCCB-D29F-56E67A5CAB2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214865" y="5061817"/>
                  <a:ext cx="1213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FD8A7273-5168-8453-4DF0-4AF0E3E7A7F4}"/>
                    </a:ext>
                  </a:extLst>
                </p14:cNvPr>
                <p14:cNvContentPartPr/>
                <p14:nvPr/>
              </p14:nvContentPartPr>
              <p14:xfrm>
                <a:off x="5512225" y="4973977"/>
                <a:ext cx="87120" cy="16308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FD8A7273-5168-8453-4DF0-4AF0E3E7A7F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506105" y="4967857"/>
                  <a:ext cx="993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7A25BB92-FA8A-972D-E9D6-772F994299A9}"/>
                    </a:ext>
                  </a:extLst>
                </p14:cNvPr>
                <p14:cNvContentPartPr/>
                <p14:nvPr/>
              </p14:nvContentPartPr>
              <p14:xfrm>
                <a:off x="5523385" y="4966777"/>
                <a:ext cx="183600" cy="12420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7A25BB92-FA8A-972D-E9D6-772F994299A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517265" y="4960657"/>
                  <a:ext cx="1958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CE339266-D130-409A-CC61-6294119085C6}"/>
                    </a:ext>
                  </a:extLst>
                </p14:cNvPr>
                <p14:cNvContentPartPr/>
                <p14:nvPr/>
              </p14:nvContentPartPr>
              <p14:xfrm>
                <a:off x="5870425" y="5042377"/>
                <a:ext cx="133920" cy="2124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CE339266-D130-409A-CC61-6294119085C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864305" y="5036257"/>
                  <a:ext cx="1461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636640CA-7C57-D871-9B9D-1060C5C6E088}"/>
                    </a:ext>
                  </a:extLst>
                </p14:cNvPr>
                <p14:cNvContentPartPr/>
                <p14:nvPr/>
              </p14:nvContentPartPr>
              <p14:xfrm>
                <a:off x="5814265" y="5131657"/>
                <a:ext cx="258840" cy="1908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636640CA-7C57-D871-9B9D-1060C5C6E088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808145" y="5125537"/>
                  <a:ext cx="2710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79D1CCB4-85AA-6622-03C2-D1D0ADC43FB9}"/>
                    </a:ext>
                  </a:extLst>
                </p14:cNvPr>
                <p14:cNvContentPartPr/>
                <p14:nvPr/>
              </p14:nvContentPartPr>
              <p14:xfrm>
                <a:off x="6363985" y="4906297"/>
                <a:ext cx="237240" cy="272880"/>
              </p14:xfrm>
            </p:contentPart>
          </mc:Choice>
          <mc:Fallback xmlns=""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79D1CCB4-85AA-6622-03C2-D1D0ADC43FB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357865" y="4900177"/>
                  <a:ext cx="2494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F33BB42F-312D-5A79-189C-27D35A6A494F}"/>
                    </a:ext>
                  </a:extLst>
                </p14:cNvPr>
                <p14:cNvContentPartPr/>
                <p14:nvPr/>
              </p14:nvContentPartPr>
              <p14:xfrm>
                <a:off x="6708865" y="4935097"/>
                <a:ext cx="249120" cy="248760"/>
              </p14:xfrm>
            </p:contentPart>
          </mc:Choice>
          <mc:Fallback xmlns=""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F33BB42F-312D-5A79-189C-27D35A6A494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702745" y="4928977"/>
                  <a:ext cx="2613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8AEDFB9B-75B9-430F-20F1-793B162AB7FC}"/>
                    </a:ext>
                  </a:extLst>
                </p14:cNvPr>
                <p14:cNvContentPartPr/>
                <p14:nvPr/>
              </p14:nvContentPartPr>
              <p14:xfrm>
                <a:off x="7019185" y="5012497"/>
                <a:ext cx="160920" cy="122400"/>
              </p14:xfrm>
            </p:contentPart>
          </mc:Choice>
          <mc:Fallback xmlns=""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8AEDFB9B-75B9-430F-20F1-793B162AB7F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013065" y="5006377"/>
                  <a:ext cx="1731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397693D1-DF3F-6712-59E1-8B0896C3D286}"/>
                    </a:ext>
                  </a:extLst>
                </p14:cNvPr>
                <p14:cNvContentPartPr/>
                <p14:nvPr/>
              </p14:nvContentPartPr>
              <p14:xfrm>
                <a:off x="7279105" y="5026537"/>
                <a:ext cx="204120" cy="123840"/>
              </p14:xfrm>
            </p:contentPart>
          </mc:Choice>
          <mc:Fallback xmlns=""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397693D1-DF3F-6712-59E1-8B0896C3D28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272985" y="5020417"/>
                  <a:ext cx="2163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58318618-20B7-72B6-2131-37228050097B}"/>
                    </a:ext>
                  </a:extLst>
                </p14:cNvPr>
                <p14:cNvContentPartPr/>
                <p14:nvPr/>
              </p14:nvContentPartPr>
              <p14:xfrm>
                <a:off x="7553065" y="4976137"/>
                <a:ext cx="363240" cy="24408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58318618-20B7-72B6-2131-37228050097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546945" y="4970017"/>
                  <a:ext cx="3754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30CBCE48-232D-5E49-B0D8-11759B69774F}"/>
                    </a:ext>
                  </a:extLst>
                </p14:cNvPr>
                <p14:cNvContentPartPr/>
                <p14:nvPr/>
              </p14:nvContentPartPr>
              <p14:xfrm>
                <a:off x="6320785" y="4651777"/>
                <a:ext cx="1789200" cy="68868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30CBCE48-232D-5E49-B0D8-11759B69774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314665" y="4645657"/>
                  <a:ext cx="1801440" cy="70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99" name="Tinta 98">
                <a:extLst>
                  <a:ext uri="{FF2B5EF4-FFF2-40B4-BE49-F238E27FC236}">
                    <a16:creationId xmlns:a16="http://schemas.microsoft.com/office/drawing/2014/main" id="{89142352-7EDE-2E12-3118-B792DEC4B31D}"/>
                  </a:ext>
                </a:extLst>
              </p14:cNvPr>
              <p14:cNvContentPartPr/>
              <p14:nvPr/>
            </p14:nvContentPartPr>
            <p14:xfrm>
              <a:off x="843385" y="1413217"/>
              <a:ext cx="1931040" cy="459000"/>
            </p14:xfrm>
          </p:contentPart>
        </mc:Choice>
        <mc:Fallback xmlns="">
          <p:pic>
            <p:nvPicPr>
              <p:cNvPr id="99" name="Tinta 98">
                <a:extLst>
                  <a:ext uri="{FF2B5EF4-FFF2-40B4-BE49-F238E27FC236}">
                    <a16:creationId xmlns:a16="http://schemas.microsoft.com/office/drawing/2014/main" id="{89142352-7EDE-2E12-3118-B792DEC4B31D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837265" y="1407097"/>
                <a:ext cx="1943280" cy="47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Agrupar 102">
            <a:extLst>
              <a:ext uri="{FF2B5EF4-FFF2-40B4-BE49-F238E27FC236}">
                <a16:creationId xmlns:a16="http://schemas.microsoft.com/office/drawing/2014/main" id="{4A809208-4432-8C3E-F2A8-5851F1F42AED}"/>
              </a:ext>
            </a:extLst>
          </p:cNvPr>
          <p:cNvGrpSpPr/>
          <p:nvPr/>
        </p:nvGrpSpPr>
        <p:grpSpPr>
          <a:xfrm>
            <a:off x="8059585" y="3840697"/>
            <a:ext cx="1235880" cy="755640"/>
            <a:chOff x="8059585" y="3840697"/>
            <a:chExt cx="1235880" cy="75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298DCA33-0637-32F4-237E-7B830B1766FD}"/>
                    </a:ext>
                  </a:extLst>
                </p14:cNvPr>
                <p14:cNvContentPartPr/>
                <p14:nvPr/>
              </p14:nvContentPartPr>
              <p14:xfrm>
                <a:off x="8059585" y="4282777"/>
                <a:ext cx="524520" cy="313560"/>
              </p14:xfrm>
            </p:contentPart>
          </mc:Choice>
          <mc:Fallback xmlns=""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298DCA33-0637-32F4-237E-7B830B1766F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053465" y="4276657"/>
                  <a:ext cx="5367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3D3AA7E1-AE5E-80AB-09C5-1A1881064022}"/>
                    </a:ext>
                  </a:extLst>
                </p14:cNvPr>
                <p14:cNvContentPartPr/>
                <p14:nvPr/>
              </p14:nvContentPartPr>
              <p14:xfrm>
                <a:off x="8714065" y="4043377"/>
                <a:ext cx="236880" cy="311760"/>
              </p14:xfrm>
            </p:contentPart>
          </mc:Choice>
          <mc:Fallback xmlns=""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3D3AA7E1-AE5E-80AB-09C5-1A188106402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707945" y="4037257"/>
                  <a:ext cx="2491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843BA301-6272-AC9B-9FFC-ACF4500A2FA5}"/>
                    </a:ext>
                  </a:extLst>
                </p14:cNvPr>
                <p14:cNvContentPartPr/>
                <p14:nvPr/>
              </p14:nvContentPartPr>
              <p14:xfrm>
                <a:off x="8371705" y="3840697"/>
                <a:ext cx="923760" cy="485640"/>
              </p14:xfrm>
            </p:contentPart>
          </mc:Choice>
          <mc:Fallback xmlns=""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843BA301-6272-AC9B-9FFC-ACF4500A2FA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365585" y="3834577"/>
                  <a:ext cx="936000" cy="49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Agrupar 105">
            <a:extLst>
              <a:ext uri="{FF2B5EF4-FFF2-40B4-BE49-F238E27FC236}">
                <a16:creationId xmlns:a16="http://schemas.microsoft.com/office/drawing/2014/main" id="{17ED669F-1045-4A4D-8D25-A3530F276DC2}"/>
              </a:ext>
            </a:extLst>
          </p:cNvPr>
          <p:cNvGrpSpPr/>
          <p:nvPr/>
        </p:nvGrpSpPr>
        <p:grpSpPr>
          <a:xfrm>
            <a:off x="346945" y="5601097"/>
            <a:ext cx="679680" cy="515880"/>
            <a:chOff x="346945" y="5601097"/>
            <a:chExt cx="679680" cy="51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44C72AA6-C099-E14B-D7DB-24786EE19413}"/>
                    </a:ext>
                  </a:extLst>
                </p14:cNvPr>
                <p14:cNvContentPartPr/>
                <p14:nvPr/>
              </p14:nvContentPartPr>
              <p14:xfrm>
                <a:off x="594985" y="5713057"/>
                <a:ext cx="204480" cy="244080"/>
              </p14:xfrm>
            </p:contentPart>
          </mc:Choice>
          <mc:Fallback xmlns=""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44C72AA6-C099-E14B-D7DB-24786EE1941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88865" y="5706937"/>
                  <a:ext cx="2167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8E7A55BE-84CE-97C3-900F-009285C025D2}"/>
                    </a:ext>
                  </a:extLst>
                </p14:cNvPr>
                <p14:cNvContentPartPr/>
                <p14:nvPr/>
              </p14:nvContentPartPr>
              <p14:xfrm>
                <a:off x="346945" y="5601097"/>
                <a:ext cx="679680" cy="51588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8E7A55BE-84CE-97C3-900F-009285C025D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40825" y="5594977"/>
                  <a:ext cx="691920" cy="52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14" name="Tinta 113">
                <a:extLst>
                  <a:ext uri="{FF2B5EF4-FFF2-40B4-BE49-F238E27FC236}">
                    <a16:creationId xmlns:a16="http://schemas.microsoft.com/office/drawing/2014/main" id="{5861A4B6-F6CF-952E-95D8-3A0479192D15}"/>
                  </a:ext>
                </a:extLst>
              </p14:cNvPr>
              <p14:cNvContentPartPr/>
              <p14:nvPr/>
            </p14:nvContentPartPr>
            <p14:xfrm>
              <a:off x="2828425" y="6050017"/>
              <a:ext cx="334800" cy="134640"/>
            </p14:xfrm>
          </p:contentPart>
        </mc:Choice>
        <mc:Fallback xmlns="">
          <p:pic>
            <p:nvPicPr>
              <p:cNvPr id="114" name="Tinta 113">
                <a:extLst>
                  <a:ext uri="{FF2B5EF4-FFF2-40B4-BE49-F238E27FC236}">
                    <a16:creationId xmlns:a16="http://schemas.microsoft.com/office/drawing/2014/main" id="{5861A4B6-F6CF-952E-95D8-3A0479192D15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2822305" y="6043897"/>
                <a:ext cx="347040" cy="14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F3FF2F4D-06F8-2CE9-9D56-D5C9F1AA18A2}"/>
              </a:ext>
            </a:extLst>
          </p:cNvPr>
          <p:cNvGrpSpPr/>
          <p:nvPr/>
        </p:nvGrpSpPr>
        <p:grpSpPr>
          <a:xfrm>
            <a:off x="1617745" y="5846617"/>
            <a:ext cx="1221480" cy="408960"/>
            <a:chOff x="1617745" y="5846617"/>
            <a:chExt cx="1221480" cy="40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337CDDCF-F879-0FF9-BAD3-DA7A2D0E4E72}"/>
                    </a:ext>
                  </a:extLst>
                </p14:cNvPr>
                <p14:cNvContentPartPr/>
                <p14:nvPr/>
              </p14:nvContentPartPr>
              <p14:xfrm>
                <a:off x="1617745" y="5846617"/>
                <a:ext cx="304200" cy="25272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337CDDCF-F879-0FF9-BAD3-DA7A2D0E4E7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611625" y="5840497"/>
                  <a:ext cx="3164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AB26876A-7142-5B78-F574-A159251CA7A4}"/>
                    </a:ext>
                  </a:extLst>
                </p14:cNvPr>
                <p14:cNvContentPartPr/>
                <p14:nvPr/>
              </p14:nvContentPartPr>
              <p14:xfrm>
                <a:off x="1870825" y="6030217"/>
                <a:ext cx="149040" cy="91800"/>
              </p14:xfrm>
            </p:contentPart>
          </mc:Choice>
          <mc:Fallback xmlns=""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AB26876A-7142-5B78-F574-A159251CA7A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864705" y="6024097"/>
                  <a:ext cx="1612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79B21684-90C9-963F-13AE-040C3B90EF6B}"/>
                    </a:ext>
                  </a:extLst>
                </p14:cNvPr>
                <p14:cNvContentPartPr/>
                <p14:nvPr/>
              </p14:nvContentPartPr>
              <p14:xfrm>
                <a:off x="2084665" y="5981977"/>
                <a:ext cx="161280" cy="33480"/>
              </p14:xfrm>
            </p:contentPart>
          </mc:Choice>
          <mc:Fallback xmlns=""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79B21684-90C9-963F-13AE-040C3B90EF6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078545" y="5975857"/>
                  <a:ext cx="1735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C00028C0-F9F3-A412-5167-A1739F1C1603}"/>
                    </a:ext>
                  </a:extLst>
                </p14:cNvPr>
                <p14:cNvContentPartPr/>
                <p14:nvPr/>
              </p14:nvContentPartPr>
              <p14:xfrm>
                <a:off x="2106265" y="6023017"/>
                <a:ext cx="204840" cy="62640"/>
              </p14:xfrm>
            </p:contentPart>
          </mc:Choice>
          <mc:Fallback xmlns=""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C00028C0-F9F3-A412-5167-A1739F1C160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100145" y="6016897"/>
                  <a:ext cx="2170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FF65C427-4D5D-D2A2-98B1-B73B17B6D3BB}"/>
                    </a:ext>
                  </a:extLst>
                </p14:cNvPr>
                <p14:cNvContentPartPr/>
                <p14:nvPr/>
              </p14:nvContentPartPr>
              <p14:xfrm>
                <a:off x="2580025" y="6028777"/>
                <a:ext cx="258840" cy="125280"/>
              </p14:xfrm>
            </p:contentPart>
          </mc:Choice>
          <mc:Fallback xmlns=""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FF65C427-4D5D-D2A2-98B1-B73B17B6D3B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573905" y="6022657"/>
                  <a:ext cx="2710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989F5455-27A9-1661-87B4-319BDF34562C}"/>
                    </a:ext>
                  </a:extLst>
                </p14:cNvPr>
                <p14:cNvContentPartPr/>
                <p14:nvPr/>
              </p14:nvContentPartPr>
              <p14:xfrm>
                <a:off x="2459425" y="5863897"/>
                <a:ext cx="379800" cy="39168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989F5455-27A9-1661-87B4-319BDF34562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453305" y="5857777"/>
                  <a:ext cx="392040" cy="40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17" name="Tinta 116">
                <a:extLst>
                  <a:ext uri="{FF2B5EF4-FFF2-40B4-BE49-F238E27FC236}">
                    <a16:creationId xmlns:a16="http://schemas.microsoft.com/office/drawing/2014/main" id="{CCBD5989-F47F-9757-F774-6BB72AC52F6D}"/>
                  </a:ext>
                </a:extLst>
              </p14:cNvPr>
              <p14:cNvContentPartPr/>
              <p14:nvPr/>
            </p14:nvContentPartPr>
            <p14:xfrm>
              <a:off x="2821585" y="5922577"/>
              <a:ext cx="416160" cy="321480"/>
            </p14:xfrm>
          </p:contentPart>
        </mc:Choice>
        <mc:Fallback xmlns="">
          <p:pic>
            <p:nvPicPr>
              <p:cNvPr id="117" name="Tinta 116">
                <a:extLst>
                  <a:ext uri="{FF2B5EF4-FFF2-40B4-BE49-F238E27FC236}">
                    <a16:creationId xmlns:a16="http://schemas.microsoft.com/office/drawing/2014/main" id="{CCBD5989-F47F-9757-F774-6BB72AC52F6D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2815465" y="5916457"/>
                <a:ext cx="42840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18" name="Tinta 117">
                <a:extLst>
                  <a:ext uri="{FF2B5EF4-FFF2-40B4-BE49-F238E27FC236}">
                    <a16:creationId xmlns:a16="http://schemas.microsoft.com/office/drawing/2014/main" id="{CA059D6D-0DB8-73F4-42A2-2C4831FC5D96}"/>
                  </a:ext>
                </a:extLst>
              </p14:cNvPr>
              <p14:cNvContentPartPr/>
              <p14:nvPr/>
            </p14:nvContentPartPr>
            <p14:xfrm>
              <a:off x="4853425" y="2667097"/>
              <a:ext cx="1682640" cy="72000"/>
            </p14:xfrm>
          </p:contentPart>
        </mc:Choice>
        <mc:Fallback xmlns="">
          <p:pic>
            <p:nvPicPr>
              <p:cNvPr id="118" name="Tinta 117">
                <a:extLst>
                  <a:ext uri="{FF2B5EF4-FFF2-40B4-BE49-F238E27FC236}">
                    <a16:creationId xmlns:a16="http://schemas.microsoft.com/office/drawing/2014/main" id="{CA059D6D-0DB8-73F4-42A2-2C4831FC5D96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4847305" y="2660977"/>
                <a:ext cx="1694880" cy="8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Agrupar 121">
            <a:extLst>
              <a:ext uri="{FF2B5EF4-FFF2-40B4-BE49-F238E27FC236}">
                <a16:creationId xmlns:a16="http://schemas.microsoft.com/office/drawing/2014/main" id="{A163FCA5-FFBE-CF9B-E974-E8780309E9A0}"/>
              </a:ext>
            </a:extLst>
          </p:cNvPr>
          <p:cNvGrpSpPr/>
          <p:nvPr/>
        </p:nvGrpSpPr>
        <p:grpSpPr>
          <a:xfrm>
            <a:off x="3560305" y="6069457"/>
            <a:ext cx="474480" cy="135000"/>
            <a:chOff x="3560305" y="6069457"/>
            <a:chExt cx="474480" cy="13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21FF07F1-E36A-D698-5AE9-016E20378F42}"/>
                    </a:ext>
                  </a:extLst>
                </p14:cNvPr>
                <p14:cNvContentPartPr/>
                <p14:nvPr/>
              </p14:nvContentPartPr>
              <p14:xfrm>
                <a:off x="3560305" y="6069457"/>
                <a:ext cx="379440" cy="7884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21FF07F1-E36A-D698-5AE9-016E20378F4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554185" y="6063337"/>
                  <a:ext cx="3916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B11C2937-A322-80EC-291B-4584523B4D95}"/>
                    </a:ext>
                  </a:extLst>
                </p14:cNvPr>
                <p14:cNvContentPartPr/>
                <p14:nvPr/>
              </p14:nvContentPartPr>
              <p14:xfrm>
                <a:off x="3938665" y="6141817"/>
                <a:ext cx="96120" cy="6264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B11C2937-A322-80EC-291B-4584523B4D9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932545" y="6135697"/>
                  <a:ext cx="108360" cy="7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21" name="Tinta 120">
                <a:extLst>
                  <a:ext uri="{FF2B5EF4-FFF2-40B4-BE49-F238E27FC236}">
                    <a16:creationId xmlns:a16="http://schemas.microsoft.com/office/drawing/2014/main" id="{CA008550-2A8D-DAFA-9D9F-5F6BF97AA075}"/>
                  </a:ext>
                </a:extLst>
              </p14:cNvPr>
              <p14:cNvContentPartPr/>
              <p14:nvPr/>
            </p14:nvContentPartPr>
            <p14:xfrm>
              <a:off x="4466785" y="6101137"/>
              <a:ext cx="161280" cy="133200"/>
            </p14:xfrm>
          </p:contentPart>
        </mc:Choice>
        <mc:Fallback xmlns="">
          <p:pic>
            <p:nvPicPr>
              <p:cNvPr id="121" name="Tinta 120">
                <a:extLst>
                  <a:ext uri="{FF2B5EF4-FFF2-40B4-BE49-F238E27FC236}">
                    <a16:creationId xmlns:a16="http://schemas.microsoft.com/office/drawing/2014/main" id="{CA008550-2A8D-DAFA-9D9F-5F6BF97AA075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4460665" y="6095017"/>
                <a:ext cx="1735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23" name="Tinta 122">
                <a:extLst>
                  <a:ext uri="{FF2B5EF4-FFF2-40B4-BE49-F238E27FC236}">
                    <a16:creationId xmlns:a16="http://schemas.microsoft.com/office/drawing/2014/main" id="{10ADE0B5-119F-1FA5-7E9E-7BAC56201339}"/>
                  </a:ext>
                </a:extLst>
              </p14:cNvPr>
              <p14:cNvContentPartPr/>
              <p14:nvPr/>
            </p14:nvContentPartPr>
            <p14:xfrm>
              <a:off x="2739505" y="5867137"/>
              <a:ext cx="646200" cy="423000"/>
            </p14:xfrm>
          </p:contentPart>
        </mc:Choice>
        <mc:Fallback xmlns="">
          <p:pic>
            <p:nvPicPr>
              <p:cNvPr id="123" name="Tinta 122">
                <a:extLst>
                  <a:ext uri="{FF2B5EF4-FFF2-40B4-BE49-F238E27FC236}">
                    <a16:creationId xmlns:a16="http://schemas.microsoft.com/office/drawing/2014/main" id="{10ADE0B5-119F-1FA5-7E9E-7BAC56201339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2733385" y="5861017"/>
                <a:ext cx="658440" cy="43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Agrupar 136">
            <a:extLst>
              <a:ext uri="{FF2B5EF4-FFF2-40B4-BE49-F238E27FC236}">
                <a16:creationId xmlns:a16="http://schemas.microsoft.com/office/drawing/2014/main" id="{181F06DA-8D43-8E99-D045-A14C682C4FD9}"/>
              </a:ext>
            </a:extLst>
          </p:cNvPr>
          <p:cNvGrpSpPr/>
          <p:nvPr/>
        </p:nvGrpSpPr>
        <p:grpSpPr>
          <a:xfrm>
            <a:off x="4703665" y="5998177"/>
            <a:ext cx="1391040" cy="608400"/>
            <a:chOff x="4703665" y="5998177"/>
            <a:chExt cx="1391040" cy="60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E7A954DA-2D9E-37C9-41C0-488237D2CB8C}"/>
                    </a:ext>
                  </a:extLst>
                </p14:cNvPr>
                <p14:cNvContentPartPr/>
                <p14:nvPr/>
              </p14:nvContentPartPr>
              <p14:xfrm>
                <a:off x="4714465" y="6174577"/>
                <a:ext cx="161280" cy="18360"/>
              </p14:xfrm>
            </p:contentPart>
          </mc:Choice>
          <mc:Fallback xmlns=""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E7A954DA-2D9E-37C9-41C0-488237D2CB8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708345" y="6168457"/>
                  <a:ext cx="1735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72FB2D40-E248-42EE-2DEE-6F6B28DC0FB6}"/>
                    </a:ext>
                  </a:extLst>
                </p14:cNvPr>
                <p14:cNvContentPartPr/>
                <p14:nvPr/>
              </p14:nvContentPartPr>
              <p14:xfrm>
                <a:off x="4703665" y="6222097"/>
                <a:ext cx="237240" cy="73800"/>
              </p14:xfrm>
            </p:contentPart>
          </mc:Choice>
          <mc:Fallback xmlns=""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72FB2D40-E248-42EE-2DEE-6F6B28DC0FB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697545" y="6215977"/>
                  <a:ext cx="2494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EA33616F-C6B8-2C15-789F-9210A259557C}"/>
                    </a:ext>
                  </a:extLst>
                </p14:cNvPr>
                <p14:cNvContentPartPr/>
                <p14:nvPr/>
              </p14:nvContentPartPr>
              <p14:xfrm>
                <a:off x="5814265" y="6011857"/>
                <a:ext cx="248040" cy="144360"/>
              </p14:xfrm>
            </p:contentPart>
          </mc:Choice>
          <mc:Fallback xmlns=""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EA33616F-C6B8-2C15-789F-9210A259557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808145" y="6005737"/>
                  <a:ext cx="2602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6528CA7E-404A-907F-A5C9-BDA5DD953003}"/>
                    </a:ext>
                  </a:extLst>
                </p14:cNvPr>
                <p14:cNvContentPartPr/>
                <p14:nvPr/>
              </p14:nvContentPartPr>
              <p14:xfrm>
                <a:off x="5149345" y="6082417"/>
                <a:ext cx="386640" cy="265320"/>
              </p14:xfrm>
            </p:contentPart>
          </mc:Choice>
          <mc:Fallback xmlns=""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6528CA7E-404A-907F-A5C9-BDA5DD95300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143225" y="6076297"/>
                  <a:ext cx="3988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6B247146-CC99-CBB2-F22D-918C7B847162}"/>
                    </a:ext>
                  </a:extLst>
                </p14:cNvPr>
                <p14:cNvContentPartPr/>
                <p14:nvPr/>
              </p14:nvContentPartPr>
              <p14:xfrm>
                <a:off x="5263825" y="6222097"/>
                <a:ext cx="357120" cy="183240"/>
              </p14:xfrm>
            </p:contentPart>
          </mc:Choice>
          <mc:Fallback xmlns=""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6B247146-CC99-CBB2-F22D-918C7B84716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257705" y="6215977"/>
                  <a:ext cx="3693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565CAD1F-38F9-C90A-F3E6-09078787481B}"/>
                    </a:ext>
                  </a:extLst>
                </p14:cNvPr>
                <p14:cNvContentPartPr/>
                <p14:nvPr/>
              </p14:nvContentPartPr>
              <p14:xfrm>
                <a:off x="4996705" y="6387697"/>
                <a:ext cx="470520" cy="59760"/>
              </p14:xfrm>
            </p:contentPart>
          </mc:Choice>
          <mc:Fallback xmlns=""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565CAD1F-38F9-C90A-F3E6-09078787481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990585" y="6381577"/>
                  <a:ext cx="4827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B8D64A71-6642-3D48-755E-260B952E461D}"/>
                    </a:ext>
                  </a:extLst>
                </p14:cNvPr>
                <p14:cNvContentPartPr/>
                <p14:nvPr/>
              </p14:nvContentPartPr>
              <p14:xfrm>
                <a:off x="5122345" y="6506857"/>
                <a:ext cx="368280" cy="78840"/>
              </p14:xfrm>
            </p:contentPart>
          </mc:Choice>
          <mc:Fallback xmlns=""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B8D64A71-6642-3D48-755E-260B952E461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116225" y="6500737"/>
                  <a:ext cx="3805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5520CFB0-7275-8266-7462-32C713FBA019}"/>
                    </a:ext>
                  </a:extLst>
                </p14:cNvPr>
                <p14:cNvContentPartPr/>
                <p14:nvPr/>
              </p14:nvContentPartPr>
              <p14:xfrm>
                <a:off x="5133145" y="5998177"/>
                <a:ext cx="573120" cy="353160"/>
              </p14:xfrm>
            </p:contentPart>
          </mc:Choice>
          <mc:Fallback xmlns=""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5520CFB0-7275-8266-7462-32C713FBA01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127025" y="5992057"/>
                  <a:ext cx="5853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4D15F13B-5039-1647-AC7C-4D9BAF369A4F}"/>
                    </a:ext>
                  </a:extLst>
                </p14:cNvPr>
                <p14:cNvContentPartPr/>
                <p14:nvPr/>
              </p14:nvContentPartPr>
              <p14:xfrm>
                <a:off x="5100745" y="6387697"/>
                <a:ext cx="368280" cy="218880"/>
              </p14:xfrm>
            </p:contentPart>
          </mc:Choice>
          <mc:Fallback xmlns=""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4D15F13B-5039-1647-AC7C-4D9BAF369A4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094625" y="6381577"/>
                  <a:ext cx="3805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5BD97DC6-7EBD-6FA1-21DC-96B3DE25BCC8}"/>
                    </a:ext>
                  </a:extLst>
                </p14:cNvPr>
                <p14:cNvContentPartPr/>
                <p14:nvPr/>
              </p14:nvContentPartPr>
              <p14:xfrm>
                <a:off x="5805265" y="6394537"/>
                <a:ext cx="288000" cy="27000"/>
              </p14:xfrm>
            </p:contentPart>
          </mc:Choice>
          <mc:Fallback xmlns=""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5BD97DC6-7EBD-6FA1-21DC-96B3DE25BCC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799145" y="6388417"/>
                  <a:ext cx="300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283533C9-4461-61D2-66B3-F7A0811F04ED}"/>
                    </a:ext>
                  </a:extLst>
                </p14:cNvPr>
                <p14:cNvContentPartPr/>
                <p14:nvPr/>
              </p14:nvContentPartPr>
              <p14:xfrm>
                <a:off x="5727145" y="6433417"/>
                <a:ext cx="367560" cy="39240"/>
              </p14:xfrm>
            </p:contentPart>
          </mc:Choice>
          <mc:Fallback xmlns=""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283533C9-4461-61D2-66B3-F7A0811F04E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721025" y="6427297"/>
                  <a:ext cx="379800" cy="5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59" name="Tinta 158">
                <a:extLst>
                  <a:ext uri="{FF2B5EF4-FFF2-40B4-BE49-F238E27FC236}">
                    <a16:creationId xmlns:a16="http://schemas.microsoft.com/office/drawing/2014/main" id="{1CC1E9E8-68CD-1F3A-E008-FED2EBBCEAC7}"/>
                  </a:ext>
                </a:extLst>
              </p14:cNvPr>
              <p14:cNvContentPartPr/>
              <p14:nvPr/>
            </p14:nvContentPartPr>
            <p14:xfrm>
              <a:off x="7592305" y="6194377"/>
              <a:ext cx="1110960" cy="534960"/>
            </p14:xfrm>
          </p:contentPart>
        </mc:Choice>
        <mc:Fallback xmlns="">
          <p:pic>
            <p:nvPicPr>
              <p:cNvPr id="159" name="Tinta 158">
                <a:extLst>
                  <a:ext uri="{FF2B5EF4-FFF2-40B4-BE49-F238E27FC236}">
                    <a16:creationId xmlns:a16="http://schemas.microsoft.com/office/drawing/2014/main" id="{1CC1E9E8-68CD-1F3A-E008-FED2EBBCEAC7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7586185" y="6188257"/>
                <a:ext cx="1123200" cy="54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75" name="Tinta 174">
                <a:extLst>
                  <a:ext uri="{FF2B5EF4-FFF2-40B4-BE49-F238E27FC236}">
                    <a16:creationId xmlns:a16="http://schemas.microsoft.com/office/drawing/2014/main" id="{0E3D7603-B6B9-22BF-59ED-877010C9D088}"/>
                  </a:ext>
                </a:extLst>
              </p14:cNvPr>
              <p14:cNvContentPartPr/>
              <p14:nvPr/>
            </p14:nvContentPartPr>
            <p14:xfrm>
              <a:off x="6459025" y="5871097"/>
              <a:ext cx="1134000" cy="439200"/>
            </p14:xfrm>
          </p:contentPart>
        </mc:Choice>
        <mc:Fallback xmlns="">
          <p:pic>
            <p:nvPicPr>
              <p:cNvPr id="175" name="Tinta 174">
                <a:extLst>
                  <a:ext uri="{FF2B5EF4-FFF2-40B4-BE49-F238E27FC236}">
                    <a16:creationId xmlns:a16="http://schemas.microsoft.com/office/drawing/2014/main" id="{0E3D7603-B6B9-22BF-59ED-877010C9D088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6452905" y="5864977"/>
                <a:ext cx="114624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99" name="Tinta 198">
                <a:extLst>
                  <a:ext uri="{FF2B5EF4-FFF2-40B4-BE49-F238E27FC236}">
                    <a16:creationId xmlns:a16="http://schemas.microsoft.com/office/drawing/2014/main" id="{BF9CAD34-1CB4-B4FC-51FC-1C80F370915D}"/>
                  </a:ext>
                </a:extLst>
              </p14:cNvPr>
              <p14:cNvContentPartPr/>
              <p14:nvPr/>
            </p14:nvContentPartPr>
            <p14:xfrm>
              <a:off x="10698025" y="5903857"/>
              <a:ext cx="63360" cy="19080"/>
            </p14:xfrm>
          </p:contentPart>
        </mc:Choice>
        <mc:Fallback xmlns="">
          <p:pic>
            <p:nvPicPr>
              <p:cNvPr id="199" name="Tinta 198">
                <a:extLst>
                  <a:ext uri="{FF2B5EF4-FFF2-40B4-BE49-F238E27FC236}">
                    <a16:creationId xmlns:a16="http://schemas.microsoft.com/office/drawing/2014/main" id="{BF9CAD34-1CB4-B4FC-51FC-1C80F370915D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10691905" y="5897737"/>
                <a:ext cx="7560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200" name="Tinta 199">
                <a:extLst>
                  <a:ext uri="{FF2B5EF4-FFF2-40B4-BE49-F238E27FC236}">
                    <a16:creationId xmlns:a16="http://schemas.microsoft.com/office/drawing/2014/main" id="{CECB2E9A-18AE-EBD1-E1DA-B215E3326C7F}"/>
                  </a:ext>
                </a:extLst>
              </p14:cNvPr>
              <p14:cNvContentPartPr/>
              <p14:nvPr/>
            </p14:nvContentPartPr>
            <p14:xfrm>
              <a:off x="10319665" y="5909617"/>
              <a:ext cx="918720" cy="836640"/>
            </p14:xfrm>
          </p:contentPart>
        </mc:Choice>
        <mc:Fallback xmlns="">
          <p:pic>
            <p:nvPicPr>
              <p:cNvPr id="200" name="Tinta 199">
                <a:extLst>
                  <a:ext uri="{FF2B5EF4-FFF2-40B4-BE49-F238E27FC236}">
                    <a16:creationId xmlns:a16="http://schemas.microsoft.com/office/drawing/2014/main" id="{CECB2E9A-18AE-EBD1-E1DA-B215E3326C7F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10313545" y="5903497"/>
                <a:ext cx="930960" cy="84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Agrupar 212">
            <a:extLst>
              <a:ext uri="{FF2B5EF4-FFF2-40B4-BE49-F238E27FC236}">
                <a16:creationId xmlns:a16="http://schemas.microsoft.com/office/drawing/2014/main" id="{65A35C3A-8759-74AF-40B3-41BD7F9F7C26}"/>
              </a:ext>
            </a:extLst>
          </p:cNvPr>
          <p:cNvGrpSpPr/>
          <p:nvPr/>
        </p:nvGrpSpPr>
        <p:grpSpPr>
          <a:xfrm>
            <a:off x="6492145" y="5714497"/>
            <a:ext cx="5496840" cy="1091160"/>
            <a:chOff x="6492145" y="5714497"/>
            <a:chExt cx="5496840" cy="10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1773AF93-954C-A533-7F7F-61DBA892BA42}"/>
                    </a:ext>
                  </a:extLst>
                </p14:cNvPr>
                <p14:cNvContentPartPr/>
                <p14:nvPr/>
              </p14:nvContentPartPr>
              <p14:xfrm>
                <a:off x="9090625" y="5875777"/>
                <a:ext cx="646200" cy="362520"/>
              </p14:xfrm>
            </p:contentPart>
          </mc:Choice>
          <mc:Fallback xmlns=""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1773AF93-954C-A533-7F7F-61DBA892BA4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084505" y="5869657"/>
                  <a:ext cx="6584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C456F5FB-137E-FC79-1EC9-1E9F9E38F9EC}"/>
                    </a:ext>
                  </a:extLst>
                </p14:cNvPr>
                <p14:cNvContentPartPr/>
                <p14:nvPr/>
              </p14:nvContentPartPr>
              <p14:xfrm>
                <a:off x="6502945" y="6087817"/>
                <a:ext cx="259200" cy="235440"/>
              </p14:xfrm>
            </p:contentPart>
          </mc:Choice>
          <mc:Fallback xmlns=""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C456F5FB-137E-FC79-1EC9-1E9F9E38F9E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496825" y="6081697"/>
                  <a:ext cx="2714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96297924-1654-A8FE-8EE1-588492026C0E}"/>
                    </a:ext>
                  </a:extLst>
                </p14:cNvPr>
                <p14:cNvContentPartPr/>
                <p14:nvPr/>
              </p14:nvContentPartPr>
              <p14:xfrm>
                <a:off x="6772585" y="5996017"/>
                <a:ext cx="141480" cy="245520"/>
              </p14:xfrm>
            </p:contentPart>
          </mc:Choice>
          <mc:Fallback xmlns=""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96297924-1654-A8FE-8EE1-588492026C0E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766465" y="5989897"/>
                  <a:ext cx="1537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EF826276-FEB5-F002-7790-A56C3EB46A4F}"/>
                    </a:ext>
                  </a:extLst>
                </p14:cNvPr>
                <p14:cNvContentPartPr/>
                <p14:nvPr/>
              </p14:nvContentPartPr>
              <p14:xfrm>
                <a:off x="7019545" y="6071257"/>
                <a:ext cx="196920" cy="150480"/>
              </p14:xfrm>
            </p:contentPart>
          </mc:Choice>
          <mc:Fallback xmlns=""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EF826276-FEB5-F002-7790-A56C3EB46A4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013425" y="6065137"/>
                  <a:ext cx="2091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3ED846E8-BA70-0797-8568-2FC8173E20F4}"/>
                    </a:ext>
                  </a:extLst>
                </p14:cNvPr>
                <p14:cNvContentPartPr/>
                <p14:nvPr/>
              </p14:nvContentPartPr>
              <p14:xfrm>
                <a:off x="7268665" y="6062257"/>
                <a:ext cx="163080" cy="119160"/>
              </p14:xfrm>
            </p:contentPart>
          </mc:Choice>
          <mc:Fallback xmlns=""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3ED846E8-BA70-0797-8568-2FC8173E20F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262545" y="6056137"/>
                  <a:ext cx="175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54B07983-8E69-18E2-65D2-7087D1893E47}"/>
                    </a:ext>
                  </a:extLst>
                </p14:cNvPr>
                <p14:cNvContentPartPr/>
                <p14:nvPr/>
              </p14:nvContentPartPr>
              <p14:xfrm>
                <a:off x="6568465" y="6341977"/>
                <a:ext cx="654840" cy="39600"/>
              </p14:xfrm>
            </p:contentPart>
          </mc:Choice>
          <mc:Fallback xmlns=""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54B07983-8E69-18E2-65D2-7087D1893E4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562345" y="6335857"/>
                  <a:ext cx="667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EA33FE13-6BDC-29A8-189C-DA01F2347F8F}"/>
                    </a:ext>
                  </a:extLst>
                </p14:cNvPr>
                <p14:cNvContentPartPr/>
                <p14:nvPr/>
              </p14:nvContentPartPr>
              <p14:xfrm>
                <a:off x="6492145" y="6518737"/>
                <a:ext cx="152640" cy="193320"/>
              </p14:xfrm>
            </p:contentPart>
          </mc:Choice>
          <mc:Fallback xmlns=""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EA33FE13-6BDC-29A8-189C-DA01F2347F8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486025" y="6512617"/>
                  <a:ext cx="1648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4BCDB2C7-37E6-547D-2C21-9CB2A914D635}"/>
                    </a:ext>
                  </a:extLst>
                </p14:cNvPr>
                <p14:cNvContentPartPr/>
                <p14:nvPr/>
              </p14:nvContentPartPr>
              <p14:xfrm>
                <a:off x="6676825" y="6540337"/>
                <a:ext cx="85320" cy="265320"/>
              </p14:xfrm>
            </p:contentPart>
          </mc:Choice>
          <mc:Fallback xmlns=""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4BCDB2C7-37E6-547D-2C21-9CB2A914D635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670705" y="6534217"/>
                  <a:ext cx="975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727E7268-F221-24E9-16B8-4E057C000769}"/>
                    </a:ext>
                  </a:extLst>
                </p14:cNvPr>
                <p14:cNvContentPartPr/>
                <p14:nvPr/>
              </p14:nvContentPartPr>
              <p14:xfrm>
                <a:off x="6827665" y="6471937"/>
                <a:ext cx="118080" cy="158760"/>
              </p14:xfrm>
            </p:contentPart>
          </mc:Choice>
          <mc:Fallback xmlns=""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727E7268-F221-24E9-16B8-4E057C00076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821545" y="6465817"/>
                  <a:ext cx="1303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9C23CD4C-2D03-795B-DA8C-D87123D9A648}"/>
                    </a:ext>
                  </a:extLst>
                </p14:cNvPr>
                <p14:cNvContentPartPr/>
                <p14:nvPr/>
              </p14:nvContentPartPr>
              <p14:xfrm>
                <a:off x="7279105" y="6557257"/>
                <a:ext cx="163440" cy="103320"/>
              </p14:xfrm>
            </p:contentPart>
          </mc:Choice>
          <mc:Fallback xmlns=""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9C23CD4C-2D03-795B-DA8C-D87123D9A64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272985" y="6551137"/>
                  <a:ext cx="1756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BB2C2684-7F7E-077C-AAD0-39976EA07A69}"/>
                    </a:ext>
                  </a:extLst>
                </p14:cNvPr>
                <p14:cNvContentPartPr/>
                <p14:nvPr/>
              </p14:nvContentPartPr>
              <p14:xfrm>
                <a:off x="7279105" y="6524497"/>
                <a:ext cx="217800" cy="186480"/>
              </p14:xfrm>
            </p:contentPart>
          </mc:Choice>
          <mc:Fallback xmlns=""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BB2C2684-7F7E-077C-AAD0-39976EA07A6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272985" y="6518377"/>
                  <a:ext cx="2300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0978F04D-E763-3A29-35B4-3DF68E126D0B}"/>
                    </a:ext>
                  </a:extLst>
                </p14:cNvPr>
                <p14:cNvContentPartPr/>
                <p14:nvPr/>
              </p14:nvContentPartPr>
              <p14:xfrm>
                <a:off x="7657465" y="6485977"/>
                <a:ext cx="109080" cy="151920"/>
              </p14:xfrm>
            </p:contentPart>
          </mc:Choice>
          <mc:Fallback xmlns=""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0978F04D-E763-3A29-35B4-3DF68E126D0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651345" y="6479857"/>
                  <a:ext cx="1213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85B53378-25C4-1A63-B372-DA3F002DA191}"/>
                    </a:ext>
                  </a:extLst>
                </p14:cNvPr>
                <p14:cNvContentPartPr/>
                <p14:nvPr/>
              </p14:nvContentPartPr>
              <p14:xfrm>
                <a:off x="7801105" y="6479137"/>
                <a:ext cx="136080" cy="171720"/>
              </p14:xfrm>
            </p:contentPart>
          </mc:Choice>
          <mc:Fallback xmlns=""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85B53378-25C4-1A63-B372-DA3F002DA19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794985" y="6473017"/>
                  <a:ext cx="1483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6407B1D6-4D79-7532-E254-C507FABC39A5}"/>
                    </a:ext>
                  </a:extLst>
                </p14:cNvPr>
                <p14:cNvContentPartPr/>
                <p14:nvPr/>
              </p14:nvContentPartPr>
              <p14:xfrm>
                <a:off x="7970305" y="6410377"/>
                <a:ext cx="258840" cy="11520"/>
              </p14:xfrm>
            </p:contentPart>
          </mc:Choice>
          <mc:Fallback xmlns=""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6407B1D6-4D79-7532-E254-C507FABC39A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964185" y="6404257"/>
                  <a:ext cx="271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4D946042-337D-0AD2-2835-3229DCF41FC1}"/>
                    </a:ext>
                  </a:extLst>
                </p14:cNvPr>
                <p14:cNvContentPartPr/>
                <p14:nvPr/>
              </p14:nvContentPartPr>
              <p14:xfrm>
                <a:off x="8261185" y="6326497"/>
                <a:ext cx="55080" cy="153360"/>
              </p14:xfrm>
            </p:contentPart>
          </mc:Choice>
          <mc:Fallback xmlns=""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4D946042-337D-0AD2-2835-3229DCF41FC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255065" y="6320377"/>
                  <a:ext cx="673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F15EF193-692C-0F52-C86D-1E4CB06CF254}"/>
                    </a:ext>
                  </a:extLst>
                </p14:cNvPr>
                <p14:cNvContentPartPr/>
                <p14:nvPr/>
              </p14:nvContentPartPr>
              <p14:xfrm>
                <a:off x="8400145" y="6311377"/>
                <a:ext cx="185760" cy="237960"/>
              </p14:xfrm>
            </p:contentPart>
          </mc:Choice>
          <mc:Fallback xmlns=""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F15EF193-692C-0F52-C86D-1E4CB06CF254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394025" y="6305257"/>
                  <a:ext cx="1980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70886E9E-EF87-A947-2CB8-6F5CC7AA9309}"/>
                    </a:ext>
                  </a:extLst>
                </p14:cNvPr>
                <p14:cNvContentPartPr/>
                <p14:nvPr/>
              </p14:nvContentPartPr>
              <p14:xfrm>
                <a:off x="8596345" y="6098977"/>
                <a:ext cx="9000" cy="4680"/>
              </p14:xfrm>
            </p:contentPart>
          </mc:Choice>
          <mc:Fallback xmlns=""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70886E9E-EF87-A947-2CB8-6F5CC7AA9309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590225" y="6092857"/>
                  <a:ext cx="2124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2E31D501-8A29-89A8-904F-9EC568AE14B7}"/>
                    </a:ext>
                  </a:extLst>
                </p14:cNvPr>
                <p14:cNvContentPartPr/>
                <p14:nvPr/>
              </p14:nvContentPartPr>
              <p14:xfrm>
                <a:off x="6513745" y="6345937"/>
                <a:ext cx="885960" cy="64800"/>
              </p14:xfrm>
            </p:contentPart>
          </mc:Choice>
          <mc:Fallback xmlns=""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2E31D501-8A29-89A8-904F-9EC568AE14B7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507625" y="6339817"/>
                  <a:ext cx="8982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756AE551-B9A4-9892-3BFA-0276AA1FCCC7}"/>
                    </a:ext>
                  </a:extLst>
                </p14:cNvPr>
                <p14:cNvContentPartPr/>
                <p14:nvPr/>
              </p14:nvContentPartPr>
              <p14:xfrm>
                <a:off x="8865985" y="6176737"/>
                <a:ext cx="182880" cy="19440"/>
              </p14:xfrm>
            </p:contentPart>
          </mc:Choice>
          <mc:Fallback xmlns=""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756AE551-B9A4-9892-3BFA-0276AA1FCCC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859865" y="6170617"/>
                  <a:ext cx="1951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BCD93902-76AD-E5FE-A80D-39F40F148532}"/>
                    </a:ext>
                  </a:extLst>
                </p14:cNvPr>
                <p14:cNvContentPartPr/>
                <p14:nvPr/>
              </p14:nvContentPartPr>
              <p14:xfrm>
                <a:off x="8811625" y="6218137"/>
                <a:ext cx="172080" cy="23040"/>
              </p14:xfrm>
            </p:contentPart>
          </mc:Choice>
          <mc:Fallback xmlns=""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BCD93902-76AD-E5FE-A80D-39F40F148532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805505" y="6212017"/>
                  <a:ext cx="1843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F6C90017-59EA-8E28-9C11-A7E7350CC954}"/>
                    </a:ext>
                  </a:extLst>
                </p14:cNvPr>
                <p14:cNvContentPartPr/>
                <p14:nvPr/>
              </p14:nvContentPartPr>
              <p14:xfrm>
                <a:off x="7591945" y="6268537"/>
                <a:ext cx="1004760" cy="446760"/>
              </p14:xfrm>
            </p:contentPart>
          </mc:Choice>
          <mc:Fallback xmlns=""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F6C90017-59EA-8E28-9C11-A7E7350CC95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585825" y="6262417"/>
                  <a:ext cx="101700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24D528C6-8C42-9C0C-6F0F-E53F888D5A88}"/>
                    </a:ext>
                  </a:extLst>
                </p14:cNvPr>
                <p14:cNvContentPartPr/>
                <p14:nvPr/>
              </p14:nvContentPartPr>
              <p14:xfrm>
                <a:off x="9236425" y="6019057"/>
                <a:ext cx="60120" cy="204840"/>
              </p14:xfrm>
            </p:contentPart>
          </mc:Choice>
          <mc:Fallback xmlns=""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24D528C6-8C42-9C0C-6F0F-E53F888D5A8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230305" y="6012937"/>
                  <a:ext cx="723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9BB73C0D-E1F5-FA1B-121B-91D259230E28}"/>
                    </a:ext>
                  </a:extLst>
                </p14:cNvPr>
                <p14:cNvContentPartPr/>
                <p14:nvPr/>
              </p14:nvContentPartPr>
              <p14:xfrm>
                <a:off x="9344785" y="5956417"/>
                <a:ext cx="199800" cy="212400"/>
              </p14:xfrm>
            </p:contentPart>
          </mc:Choice>
          <mc:Fallback xmlns=""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9BB73C0D-E1F5-FA1B-121B-91D259230E28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338665" y="5950297"/>
                  <a:ext cx="2120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A0C7F8F8-6642-1BCD-7823-6D68F514C70B}"/>
                    </a:ext>
                  </a:extLst>
                </p14:cNvPr>
                <p14:cNvContentPartPr/>
                <p14:nvPr/>
              </p14:nvContentPartPr>
              <p14:xfrm>
                <a:off x="9609025" y="5714497"/>
                <a:ext cx="84960" cy="153360"/>
              </p14:xfrm>
            </p:contentPart>
          </mc:Choice>
          <mc:Fallback xmlns=""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A0C7F8F8-6642-1BCD-7823-6D68F514C70B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602905" y="5708377"/>
                  <a:ext cx="972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9D626437-DF61-7606-C9D5-C794DA863AD4}"/>
                    </a:ext>
                  </a:extLst>
                </p14:cNvPr>
                <p14:cNvContentPartPr/>
                <p14:nvPr/>
              </p14:nvContentPartPr>
              <p14:xfrm>
                <a:off x="9785785" y="5737177"/>
                <a:ext cx="167400" cy="257400"/>
              </p14:xfrm>
            </p:contentPart>
          </mc:Choice>
          <mc:Fallback xmlns=""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9D626437-DF61-7606-C9D5-C794DA863AD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779665" y="5731057"/>
                  <a:ext cx="1796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32BC0D98-5C37-A8D8-A457-49BD52C5B8BA}"/>
                    </a:ext>
                  </a:extLst>
                </p14:cNvPr>
                <p14:cNvContentPartPr/>
                <p14:nvPr/>
              </p14:nvContentPartPr>
              <p14:xfrm>
                <a:off x="9382945" y="5885857"/>
                <a:ext cx="30960" cy="16560"/>
              </p14:xfrm>
            </p:contentPart>
          </mc:Choice>
          <mc:Fallback xmlns=""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32BC0D98-5C37-A8D8-A457-49BD52C5B8BA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376825" y="5879737"/>
                  <a:ext cx="432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7DDC07CC-926F-162F-8808-222C0731707F}"/>
                    </a:ext>
                  </a:extLst>
                </p14:cNvPr>
                <p14:cNvContentPartPr/>
                <p14:nvPr/>
              </p14:nvContentPartPr>
              <p14:xfrm>
                <a:off x="9339745" y="5920057"/>
                <a:ext cx="117720" cy="264960"/>
              </p14:xfrm>
            </p:contentPart>
          </mc:Choice>
          <mc:Fallback xmlns=""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7DDC07CC-926F-162F-8808-222C0731707F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333625" y="5913937"/>
                  <a:ext cx="1299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64AD38CA-6D6B-E80D-B47F-E0743637CC1C}"/>
                    </a:ext>
                  </a:extLst>
                </p14:cNvPr>
                <p14:cNvContentPartPr/>
                <p14:nvPr/>
              </p14:nvContentPartPr>
              <p14:xfrm>
                <a:off x="10050385" y="6066577"/>
                <a:ext cx="193680" cy="160920"/>
              </p14:xfrm>
            </p:contentPart>
          </mc:Choice>
          <mc:Fallback xmlns=""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64AD38CA-6D6B-E80D-B47F-E0743637CC1C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044265" y="6060457"/>
                  <a:ext cx="2059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6672A136-28FE-A5C9-B6D3-E63D1C40C58F}"/>
                    </a:ext>
                  </a:extLst>
                </p14:cNvPr>
                <p14:cNvContentPartPr/>
                <p14:nvPr/>
              </p14:nvContentPartPr>
              <p14:xfrm>
                <a:off x="10104745" y="6062257"/>
                <a:ext cx="204840" cy="151200"/>
              </p14:xfrm>
            </p:contentPart>
          </mc:Choice>
          <mc:Fallback xmlns=""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6672A136-28FE-A5C9-B6D3-E63D1C40C58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098625" y="6056137"/>
                  <a:ext cx="2170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71429597-C9D0-6D80-E2BA-8E597D4BB41F}"/>
                    </a:ext>
                  </a:extLst>
                </p14:cNvPr>
                <p14:cNvContentPartPr/>
                <p14:nvPr/>
              </p14:nvContentPartPr>
              <p14:xfrm>
                <a:off x="10550785" y="6057577"/>
                <a:ext cx="169560" cy="222480"/>
              </p14:xfrm>
            </p:contentPart>
          </mc:Choice>
          <mc:Fallback xmlns=""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71429597-C9D0-6D80-E2BA-8E597D4BB41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544665" y="6051457"/>
                  <a:ext cx="1818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3D26B82E-3AB3-4D17-A3DD-EFE676476920}"/>
                    </a:ext>
                  </a:extLst>
                </p14:cNvPr>
                <p14:cNvContentPartPr/>
                <p14:nvPr/>
              </p14:nvContentPartPr>
              <p14:xfrm>
                <a:off x="10793785" y="6220297"/>
                <a:ext cx="54720" cy="89640"/>
              </p14:xfrm>
            </p:contentPart>
          </mc:Choice>
          <mc:Fallback xmlns=""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3D26B82E-3AB3-4D17-A3DD-EFE676476920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787665" y="6214177"/>
                  <a:ext cx="669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53E945F2-FEF6-CC25-16E7-1FD989841309}"/>
                    </a:ext>
                  </a:extLst>
                </p14:cNvPr>
                <p14:cNvContentPartPr/>
                <p14:nvPr/>
              </p14:nvContentPartPr>
              <p14:xfrm>
                <a:off x="10870825" y="6051097"/>
                <a:ext cx="160200" cy="235080"/>
              </p14:xfrm>
            </p:contentPart>
          </mc:Choice>
          <mc:Fallback xmlns=""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53E945F2-FEF6-CC25-16E7-1FD98984130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0864705" y="6044977"/>
                  <a:ext cx="1724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99ECB9A4-91FC-1424-B2A1-A80E487117F6}"/>
                    </a:ext>
                  </a:extLst>
                </p14:cNvPr>
                <p14:cNvContentPartPr/>
                <p14:nvPr/>
              </p14:nvContentPartPr>
              <p14:xfrm>
                <a:off x="7442185" y="6101137"/>
                <a:ext cx="43920" cy="37080"/>
              </p14:xfrm>
            </p:contentPart>
          </mc:Choice>
          <mc:Fallback xmlns=""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99ECB9A4-91FC-1424-B2A1-A80E487117F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7436065" y="6095017"/>
                  <a:ext cx="561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3C24D475-4B9E-3D5F-9E98-9AAF856BDE56}"/>
                    </a:ext>
                  </a:extLst>
                </p14:cNvPr>
                <p14:cNvContentPartPr/>
                <p14:nvPr/>
              </p14:nvContentPartPr>
              <p14:xfrm>
                <a:off x="7172545" y="6116977"/>
                <a:ext cx="43920" cy="48960"/>
              </p14:xfrm>
            </p:contentPart>
          </mc:Choice>
          <mc:Fallback xmlns=""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3C24D475-4B9E-3D5F-9E98-9AAF856BDE5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166425" y="6110857"/>
                  <a:ext cx="561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CE0E3DED-FE0F-6627-8E11-1FA7D240E797}"/>
                    </a:ext>
                  </a:extLst>
                </p14:cNvPr>
                <p14:cNvContentPartPr/>
                <p14:nvPr/>
              </p14:nvContentPartPr>
              <p14:xfrm>
                <a:off x="6870505" y="6153697"/>
                <a:ext cx="33120" cy="2520"/>
              </p14:xfrm>
            </p:contentPart>
          </mc:Choice>
          <mc:Fallback xmlns=""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CE0E3DED-FE0F-6627-8E11-1FA7D240E797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864385" y="6147577"/>
                  <a:ext cx="4536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DF9F5507-1E12-28B8-2C69-A47CF7C00E1A}"/>
                    </a:ext>
                  </a:extLst>
                </p14:cNvPr>
                <p14:cNvContentPartPr/>
                <p14:nvPr/>
              </p14:nvContentPartPr>
              <p14:xfrm>
                <a:off x="11150185" y="6231817"/>
                <a:ext cx="109080" cy="155880"/>
              </p14:xfrm>
            </p:contentPart>
          </mc:Choice>
          <mc:Fallback xmlns=""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DF9F5507-1E12-28B8-2C69-A47CF7C00E1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1144065" y="6225697"/>
                  <a:ext cx="1213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41E853FE-9DD6-333A-9CD7-99F4F3D72A4E}"/>
                    </a:ext>
                  </a:extLst>
                </p14:cNvPr>
                <p14:cNvContentPartPr/>
                <p14:nvPr/>
              </p14:nvContentPartPr>
              <p14:xfrm>
                <a:off x="11182585" y="6231817"/>
                <a:ext cx="109080" cy="119520"/>
              </p14:xfrm>
            </p:contentPart>
          </mc:Choice>
          <mc:Fallback xmlns=""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41E853FE-9DD6-333A-9CD7-99F4F3D72A4E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1176465" y="6225697"/>
                  <a:ext cx="1213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D5EFC99E-4D0F-E8AE-402D-53C67FEF18D0}"/>
                    </a:ext>
                  </a:extLst>
                </p14:cNvPr>
                <p14:cNvContentPartPr/>
                <p14:nvPr/>
              </p14:nvContentPartPr>
              <p14:xfrm>
                <a:off x="11484985" y="6116977"/>
                <a:ext cx="65520" cy="172080"/>
              </p14:xfrm>
            </p:contentPart>
          </mc:Choice>
          <mc:Fallback xmlns=""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D5EFC99E-4D0F-E8AE-402D-53C67FEF18D0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1478865" y="6110857"/>
                  <a:ext cx="777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31D7C330-EF4E-64F9-37F1-7D79206160C1}"/>
                    </a:ext>
                  </a:extLst>
                </p14:cNvPr>
                <p14:cNvContentPartPr/>
                <p14:nvPr/>
              </p14:nvContentPartPr>
              <p14:xfrm>
                <a:off x="11667505" y="6149017"/>
                <a:ext cx="182880" cy="133200"/>
              </p14:xfrm>
            </p:contentPart>
          </mc:Choice>
          <mc:Fallback xmlns=""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31D7C330-EF4E-64F9-37F1-7D79206160C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1661385" y="6142897"/>
                  <a:ext cx="1951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D8709190-04E2-6E7A-3798-59BC85C87D50}"/>
                    </a:ext>
                  </a:extLst>
                </p14:cNvPr>
                <p14:cNvContentPartPr/>
                <p14:nvPr/>
              </p14:nvContentPartPr>
              <p14:xfrm>
                <a:off x="11819785" y="5909617"/>
                <a:ext cx="155160" cy="118080"/>
              </p14:xfrm>
            </p:contentPart>
          </mc:Choice>
          <mc:Fallback xmlns=""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D8709190-04E2-6E7A-3798-59BC85C87D5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1813665" y="5903497"/>
                  <a:ext cx="1674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A31C7E7C-CF1A-41CF-807C-B346FCA3ADB9}"/>
                    </a:ext>
                  </a:extLst>
                </p14:cNvPr>
                <p14:cNvContentPartPr/>
                <p14:nvPr/>
              </p14:nvContentPartPr>
              <p14:xfrm>
                <a:off x="9252625" y="6249817"/>
                <a:ext cx="2736360" cy="193680"/>
              </p14:xfrm>
            </p:contentPart>
          </mc:Choice>
          <mc:Fallback xmlns=""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A31C7E7C-CF1A-41CF-807C-B346FCA3ADB9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246505" y="6243697"/>
                  <a:ext cx="27486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64730853-84FF-BDB0-D0AF-F5CD28E1F3FE}"/>
                    </a:ext>
                  </a:extLst>
                </p14:cNvPr>
                <p14:cNvContentPartPr/>
                <p14:nvPr/>
              </p14:nvContentPartPr>
              <p14:xfrm>
                <a:off x="10309585" y="6391297"/>
                <a:ext cx="302040" cy="199080"/>
              </p14:xfrm>
            </p:contentPart>
          </mc:Choice>
          <mc:Fallback xmlns=""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64730853-84FF-BDB0-D0AF-F5CD28E1F3FE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303465" y="6385177"/>
                  <a:ext cx="3142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42B5D4F6-DB31-F947-500C-65745EFA66E6}"/>
                    </a:ext>
                  </a:extLst>
                </p14:cNvPr>
                <p14:cNvContentPartPr/>
                <p14:nvPr/>
              </p14:nvContentPartPr>
              <p14:xfrm>
                <a:off x="10654465" y="6588937"/>
                <a:ext cx="65520" cy="172080"/>
              </p14:xfrm>
            </p:contentPart>
          </mc:Choice>
          <mc:Fallback xmlns=""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42B5D4F6-DB31-F947-500C-65745EFA66E6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648345" y="6582817"/>
                  <a:ext cx="777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CAC439D2-FE47-6A7E-E4EC-302904135A73}"/>
                    </a:ext>
                  </a:extLst>
                </p14:cNvPr>
                <p14:cNvContentPartPr/>
                <p14:nvPr/>
              </p14:nvContentPartPr>
              <p14:xfrm>
                <a:off x="10761745" y="6458977"/>
                <a:ext cx="216720" cy="187560"/>
              </p14:xfrm>
            </p:contentPart>
          </mc:Choice>
          <mc:Fallback xmlns=""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CAC439D2-FE47-6A7E-E4EC-302904135A7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0755625" y="6452857"/>
                  <a:ext cx="228960" cy="19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211" name="Tinta 210">
                <a:extLst>
                  <a:ext uri="{FF2B5EF4-FFF2-40B4-BE49-F238E27FC236}">
                    <a16:creationId xmlns:a16="http://schemas.microsoft.com/office/drawing/2014/main" id="{6D2A5D70-08C3-CFD8-7B40-DD2D685F1DFB}"/>
                  </a:ext>
                </a:extLst>
              </p14:cNvPr>
              <p14:cNvContentPartPr/>
              <p14:nvPr/>
            </p14:nvContentPartPr>
            <p14:xfrm>
              <a:off x="11353945" y="6008977"/>
              <a:ext cx="821520" cy="394200"/>
            </p14:xfrm>
          </p:contentPart>
        </mc:Choice>
        <mc:Fallback xmlns="">
          <p:pic>
            <p:nvPicPr>
              <p:cNvPr id="211" name="Tinta 210">
                <a:extLst>
                  <a:ext uri="{FF2B5EF4-FFF2-40B4-BE49-F238E27FC236}">
                    <a16:creationId xmlns:a16="http://schemas.microsoft.com/office/drawing/2014/main" id="{6D2A5D70-08C3-CFD8-7B40-DD2D685F1DFB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11347825" y="6002857"/>
                <a:ext cx="83376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223" name="Tinta 222">
                <a:extLst>
                  <a:ext uri="{FF2B5EF4-FFF2-40B4-BE49-F238E27FC236}">
                    <a16:creationId xmlns:a16="http://schemas.microsoft.com/office/drawing/2014/main" id="{0B1F2C69-D0A2-3B6A-4891-94B2CEC3B844}"/>
                  </a:ext>
                </a:extLst>
              </p14:cNvPr>
              <p14:cNvContentPartPr/>
              <p14:nvPr/>
            </p14:nvContentPartPr>
            <p14:xfrm>
              <a:off x="1782625" y="2172457"/>
              <a:ext cx="3763080" cy="112320"/>
            </p14:xfrm>
          </p:contentPart>
        </mc:Choice>
        <mc:Fallback xmlns="">
          <p:pic>
            <p:nvPicPr>
              <p:cNvPr id="223" name="Tinta 222">
                <a:extLst>
                  <a:ext uri="{FF2B5EF4-FFF2-40B4-BE49-F238E27FC236}">
                    <a16:creationId xmlns:a16="http://schemas.microsoft.com/office/drawing/2014/main" id="{0B1F2C69-D0A2-3B6A-4891-94B2CEC3B844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1776505" y="2166337"/>
                <a:ext cx="377532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224" name="Tinta 223">
                <a:extLst>
                  <a:ext uri="{FF2B5EF4-FFF2-40B4-BE49-F238E27FC236}">
                    <a16:creationId xmlns:a16="http://schemas.microsoft.com/office/drawing/2014/main" id="{9F7CAB9D-AB55-6975-FD8D-7B780F0E5DBA}"/>
                  </a:ext>
                </a:extLst>
              </p14:cNvPr>
              <p14:cNvContentPartPr/>
              <p14:nvPr/>
            </p14:nvContentPartPr>
            <p14:xfrm>
              <a:off x="784345" y="1919377"/>
              <a:ext cx="798120" cy="350640"/>
            </p14:xfrm>
          </p:contentPart>
        </mc:Choice>
        <mc:Fallback xmlns="">
          <p:pic>
            <p:nvPicPr>
              <p:cNvPr id="224" name="Tinta 223">
                <a:extLst>
                  <a:ext uri="{FF2B5EF4-FFF2-40B4-BE49-F238E27FC236}">
                    <a16:creationId xmlns:a16="http://schemas.microsoft.com/office/drawing/2014/main" id="{9F7CAB9D-AB55-6975-FD8D-7B780F0E5DBA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778225" y="1913257"/>
                <a:ext cx="810360" cy="36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6" name="Agrupar 225">
            <a:extLst>
              <a:ext uri="{FF2B5EF4-FFF2-40B4-BE49-F238E27FC236}">
                <a16:creationId xmlns:a16="http://schemas.microsoft.com/office/drawing/2014/main" id="{185D6CB6-0528-9B3B-E81E-B671DC1DFE4E}"/>
              </a:ext>
            </a:extLst>
          </p:cNvPr>
          <p:cNvGrpSpPr/>
          <p:nvPr/>
        </p:nvGrpSpPr>
        <p:grpSpPr>
          <a:xfrm>
            <a:off x="9306985" y="4021057"/>
            <a:ext cx="2361240" cy="1464120"/>
            <a:chOff x="9306985" y="4021057"/>
            <a:chExt cx="2361240" cy="146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B776EF1D-2892-0252-AC43-C4063977E266}"/>
                    </a:ext>
                  </a:extLst>
                </p14:cNvPr>
                <p14:cNvContentPartPr/>
                <p14:nvPr/>
              </p14:nvContentPartPr>
              <p14:xfrm>
                <a:off x="10534945" y="5297257"/>
                <a:ext cx="33120" cy="187920"/>
              </p14:xfrm>
            </p:contentPart>
          </mc:Choice>
          <mc:Fallback xmlns=""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B776EF1D-2892-0252-AC43-C4063977E266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528825" y="5291137"/>
                  <a:ext cx="453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A8DB5599-5F92-CC47-7245-F196C8A444BC}"/>
                    </a:ext>
                  </a:extLst>
                </p14:cNvPr>
                <p14:cNvContentPartPr/>
                <p14:nvPr/>
              </p14:nvContentPartPr>
              <p14:xfrm>
                <a:off x="10364665" y="5200057"/>
                <a:ext cx="192600" cy="161280"/>
              </p14:xfrm>
            </p:contentPart>
          </mc:Choice>
          <mc:Fallback xmlns=""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A8DB5599-5F92-CC47-7245-F196C8A444BC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358545" y="5193937"/>
                  <a:ext cx="2048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71B415C7-F2A4-924B-CCD5-FF4F468A2CB2}"/>
                    </a:ext>
                  </a:extLst>
                </p14:cNvPr>
                <p14:cNvContentPartPr/>
                <p14:nvPr/>
              </p14:nvContentPartPr>
              <p14:xfrm>
                <a:off x="10421185" y="5198617"/>
                <a:ext cx="287640" cy="128160"/>
              </p14:xfrm>
            </p:contentPart>
          </mc:Choice>
          <mc:Fallback xmlns=""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71B415C7-F2A4-924B-CCD5-FF4F468A2CB2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415065" y="5192497"/>
                  <a:ext cx="2998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CE45CE2C-A8B0-7055-C791-842AD3505CEF}"/>
                    </a:ext>
                  </a:extLst>
                </p14:cNvPr>
                <p14:cNvContentPartPr/>
                <p14:nvPr/>
              </p14:nvContentPartPr>
              <p14:xfrm>
                <a:off x="9583105" y="4471057"/>
                <a:ext cx="267480" cy="165240"/>
              </p14:xfrm>
            </p:contentPart>
          </mc:Choice>
          <mc:Fallback xmlns=""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CE45CE2C-A8B0-7055-C791-842AD3505CEF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576985" y="4464937"/>
                  <a:ext cx="2797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48F4C515-C97E-B818-077E-8D169CCFA337}"/>
                    </a:ext>
                  </a:extLst>
                </p14:cNvPr>
                <p14:cNvContentPartPr/>
                <p14:nvPr/>
              </p14:nvContentPartPr>
              <p14:xfrm>
                <a:off x="9565825" y="4708297"/>
                <a:ext cx="313200" cy="23040"/>
              </p14:xfrm>
            </p:contentPart>
          </mc:Choice>
          <mc:Fallback xmlns=""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48F4C515-C97E-B818-077E-8D169CCFA337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559705" y="4702177"/>
                  <a:ext cx="325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FAB6F731-64CB-3F80-BBE1-34B8795448C5}"/>
                    </a:ext>
                  </a:extLst>
                </p14:cNvPr>
                <p14:cNvContentPartPr/>
                <p14:nvPr/>
              </p14:nvContentPartPr>
              <p14:xfrm>
                <a:off x="9460705" y="4790017"/>
                <a:ext cx="374760" cy="195840"/>
              </p14:xfrm>
            </p:contentPart>
          </mc:Choice>
          <mc:Fallback xmlns=""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FAB6F731-64CB-3F80-BBE1-34B8795448C5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9454585" y="4783897"/>
                  <a:ext cx="3870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44051381-5F42-3F50-A364-F4366A01C1CD}"/>
                    </a:ext>
                  </a:extLst>
                </p14:cNvPr>
                <p14:cNvContentPartPr/>
                <p14:nvPr/>
              </p14:nvContentPartPr>
              <p14:xfrm>
                <a:off x="10169545" y="4657537"/>
                <a:ext cx="96480" cy="115560"/>
              </p14:xfrm>
            </p:contentPart>
          </mc:Choice>
          <mc:Fallback xmlns=""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44051381-5F42-3F50-A364-F4366A01C1CD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163425" y="4651417"/>
                  <a:ext cx="1087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50D560A5-0267-50EF-D178-6994CDC32626}"/>
                    </a:ext>
                  </a:extLst>
                </p14:cNvPr>
                <p14:cNvContentPartPr/>
                <p14:nvPr/>
              </p14:nvContentPartPr>
              <p14:xfrm>
                <a:off x="10126345" y="4648897"/>
                <a:ext cx="193680" cy="87480"/>
              </p14:xfrm>
            </p:contentPart>
          </mc:Choice>
          <mc:Fallback xmlns=""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50D560A5-0267-50EF-D178-6994CDC32626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0120225" y="4642777"/>
                  <a:ext cx="2059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219D92D7-EEF0-8060-BD6E-0D5BBAAF90C9}"/>
                    </a:ext>
                  </a:extLst>
                </p14:cNvPr>
                <p14:cNvContentPartPr/>
                <p14:nvPr/>
              </p14:nvContentPartPr>
              <p14:xfrm>
                <a:off x="10687225" y="4625857"/>
                <a:ext cx="54720" cy="146880"/>
              </p14:xfrm>
            </p:contentPart>
          </mc:Choice>
          <mc:Fallback xmlns=""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219D92D7-EEF0-8060-BD6E-0D5BBAAF90C9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681105" y="4619737"/>
                  <a:ext cx="669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E1CD90D4-3316-5998-854B-A0ED4BBFF1F5}"/>
                    </a:ext>
                  </a:extLst>
                </p14:cNvPr>
                <p14:cNvContentPartPr/>
                <p14:nvPr/>
              </p14:nvContentPartPr>
              <p14:xfrm>
                <a:off x="10741585" y="4616857"/>
                <a:ext cx="182880" cy="172080"/>
              </p14:xfrm>
            </p:contentPart>
          </mc:Choice>
          <mc:Fallback xmlns=""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E1CD90D4-3316-5998-854B-A0ED4BBFF1F5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0735465" y="4610737"/>
                  <a:ext cx="1951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F69F7DC3-DA1E-5C6E-E36F-CFF3CF5DC88D}"/>
                    </a:ext>
                  </a:extLst>
                </p14:cNvPr>
                <p14:cNvContentPartPr/>
                <p14:nvPr/>
              </p14:nvContentPartPr>
              <p14:xfrm>
                <a:off x="11020945" y="4339657"/>
                <a:ext cx="183960" cy="155520"/>
              </p14:xfrm>
            </p:contentPart>
          </mc:Choice>
          <mc:Fallback xmlns=""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F69F7DC3-DA1E-5C6E-E36F-CFF3CF5DC88D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1014825" y="4333537"/>
                  <a:ext cx="1962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163CDC7F-C14C-664E-8775-FA0BA147D64F}"/>
                    </a:ext>
                  </a:extLst>
                </p14:cNvPr>
                <p14:cNvContentPartPr/>
                <p14:nvPr/>
              </p14:nvContentPartPr>
              <p14:xfrm>
                <a:off x="11221465" y="4337497"/>
                <a:ext cx="262800" cy="231480"/>
              </p14:xfrm>
            </p:contentPart>
          </mc:Choice>
          <mc:Fallback xmlns=""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163CDC7F-C14C-664E-8775-FA0BA147D64F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1215345" y="4331377"/>
                  <a:ext cx="2750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B6888360-2D3E-6279-E37B-1CF294F5CF5D}"/>
                    </a:ext>
                  </a:extLst>
                </p14:cNvPr>
                <p14:cNvContentPartPr/>
                <p14:nvPr/>
              </p14:nvContentPartPr>
              <p14:xfrm>
                <a:off x="9306985" y="4021057"/>
                <a:ext cx="2361240" cy="1070280"/>
              </p14:xfrm>
            </p:contentPart>
          </mc:Choice>
          <mc:Fallback xmlns=""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B6888360-2D3E-6279-E37B-1CF294F5CF5D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9300865" y="4014937"/>
                  <a:ext cx="2373480" cy="10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Agrupar 239">
            <a:extLst>
              <a:ext uri="{FF2B5EF4-FFF2-40B4-BE49-F238E27FC236}">
                <a16:creationId xmlns:a16="http://schemas.microsoft.com/office/drawing/2014/main" id="{B2BB04B9-F525-5395-2F10-E58B960CA708}"/>
              </a:ext>
            </a:extLst>
          </p:cNvPr>
          <p:cNvGrpSpPr/>
          <p:nvPr/>
        </p:nvGrpSpPr>
        <p:grpSpPr>
          <a:xfrm>
            <a:off x="9233185" y="2815777"/>
            <a:ext cx="3092760" cy="821520"/>
            <a:chOff x="9233185" y="2815777"/>
            <a:chExt cx="3092760" cy="82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04BD14CF-8F44-6D12-FC30-11C504E09703}"/>
                    </a:ext>
                  </a:extLst>
                </p14:cNvPr>
                <p14:cNvContentPartPr/>
                <p14:nvPr/>
              </p14:nvContentPartPr>
              <p14:xfrm>
                <a:off x="9652585" y="3244897"/>
                <a:ext cx="182520" cy="196920"/>
              </p14:xfrm>
            </p:contentPart>
          </mc:Choice>
          <mc:Fallback xmlns=""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04BD14CF-8F44-6D12-FC30-11C504E09703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9646465" y="3238777"/>
                  <a:ext cx="1947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2B708F9E-295D-6356-3414-2A5A4176CD9D}"/>
                    </a:ext>
                  </a:extLst>
                </p14:cNvPr>
                <p14:cNvContentPartPr/>
                <p14:nvPr/>
              </p14:nvContentPartPr>
              <p14:xfrm>
                <a:off x="9835105" y="3416257"/>
                <a:ext cx="87120" cy="112320"/>
              </p14:xfrm>
            </p:contentPart>
          </mc:Choice>
          <mc:Fallback xmlns=""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2B708F9E-295D-6356-3414-2A5A4176CD9D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828985" y="3410137"/>
                  <a:ext cx="99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D492F559-1EBB-84B0-BD57-95BBFCA1E769}"/>
                    </a:ext>
                  </a:extLst>
                </p14:cNvPr>
                <p14:cNvContentPartPr/>
                <p14:nvPr/>
              </p14:nvContentPartPr>
              <p14:xfrm>
                <a:off x="9726385" y="3281617"/>
                <a:ext cx="399240" cy="169200"/>
              </p14:xfrm>
            </p:contentPart>
          </mc:Choice>
          <mc:Fallback xmlns=""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D492F559-1EBB-84B0-BD57-95BBFCA1E769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720265" y="3275497"/>
                  <a:ext cx="411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0A6B8F8E-7690-7823-046B-98A20C67FC3C}"/>
                    </a:ext>
                  </a:extLst>
                </p14:cNvPr>
                <p14:cNvContentPartPr/>
                <p14:nvPr/>
              </p14:nvContentPartPr>
              <p14:xfrm>
                <a:off x="10676425" y="3544417"/>
                <a:ext cx="43920" cy="39240"/>
              </p14:xfrm>
            </p:contentPart>
          </mc:Choice>
          <mc:Fallback xmlns=""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0A6B8F8E-7690-7823-046B-98A20C67FC3C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670305" y="3538297"/>
                  <a:ext cx="561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9DBAEBB6-1089-55AB-C92E-BCD56440B790}"/>
                    </a:ext>
                  </a:extLst>
                </p14:cNvPr>
                <p14:cNvContentPartPr/>
                <p14:nvPr/>
              </p14:nvContentPartPr>
              <p14:xfrm>
                <a:off x="10502545" y="3469177"/>
                <a:ext cx="195840" cy="105480"/>
              </p14:xfrm>
            </p:contentPart>
          </mc:Choice>
          <mc:Fallback xmlns=""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9DBAEBB6-1089-55AB-C92E-BCD56440B790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496425" y="3463057"/>
                  <a:ext cx="2080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ABDEE7D4-C392-BC43-7941-9258A1DD6B6F}"/>
                    </a:ext>
                  </a:extLst>
                </p14:cNvPr>
                <p14:cNvContentPartPr/>
                <p14:nvPr/>
              </p14:nvContentPartPr>
              <p14:xfrm>
                <a:off x="10406785" y="3528577"/>
                <a:ext cx="237240" cy="78480"/>
              </p14:xfrm>
            </p:contentPart>
          </mc:Choice>
          <mc:Fallback xmlns=""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ABDEE7D4-C392-BC43-7941-9258A1DD6B6F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400665" y="3522457"/>
                  <a:ext cx="2494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52119823-5DF3-F4B6-1A1B-D1EDD7A4ED21}"/>
                    </a:ext>
                  </a:extLst>
                </p14:cNvPr>
                <p14:cNvContentPartPr/>
                <p14:nvPr/>
              </p14:nvContentPartPr>
              <p14:xfrm>
                <a:off x="10989265" y="3278737"/>
                <a:ext cx="139320" cy="211320"/>
              </p14:xfrm>
            </p:contentPart>
          </mc:Choice>
          <mc:Fallback xmlns=""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52119823-5DF3-F4B6-1A1B-D1EDD7A4ED21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983145" y="3272617"/>
                  <a:ext cx="1515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47B0FCFD-D5A7-E02A-7872-08C4FB3DF88D}"/>
                    </a:ext>
                  </a:extLst>
                </p14:cNvPr>
                <p14:cNvContentPartPr/>
                <p14:nvPr/>
              </p14:nvContentPartPr>
              <p14:xfrm>
                <a:off x="11063065" y="3340297"/>
                <a:ext cx="313200" cy="146880"/>
              </p14:xfrm>
            </p:contentPart>
          </mc:Choice>
          <mc:Fallback xmlns=""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47B0FCFD-D5A7-E02A-7872-08C4FB3DF88D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1056945" y="3334177"/>
                  <a:ext cx="3254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808FBA19-D417-31A8-8D4F-3ECDD9AF85DD}"/>
                    </a:ext>
                  </a:extLst>
                </p14:cNvPr>
                <p14:cNvContentPartPr/>
                <p14:nvPr/>
              </p14:nvContentPartPr>
              <p14:xfrm>
                <a:off x="11457985" y="2993977"/>
                <a:ext cx="291960" cy="237600"/>
              </p14:xfrm>
            </p:contentPart>
          </mc:Choice>
          <mc:Fallback xmlns=""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808FBA19-D417-31A8-8D4F-3ECDD9AF85DD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1451865" y="2987857"/>
                  <a:ext cx="3042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27F2061A-FB83-05C0-9602-6B9CC1149EFF}"/>
                    </a:ext>
                  </a:extLst>
                </p14:cNvPr>
                <p14:cNvContentPartPr/>
                <p14:nvPr/>
              </p14:nvContentPartPr>
              <p14:xfrm>
                <a:off x="11635465" y="3010537"/>
                <a:ext cx="376920" cy="275400"/>
              </p14:xfrm>
            </p:contentPart>
          </mc:Choice>
          <mc:Fallback xmlns=""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27F2061A-FB83-05C0-9602-6B9CC1149EF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1629345" y="3004417"/>
                  <a:ext cx="3891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B3E26EDC-6120-8CDC-1DF5-14C0A0D5C577}"/>
                    </a:ext>
                  </a:extLst>
                </p14:cNvPr>
                <p14:cNvContentPartPr/>
                <p14:nvPr/>
              </p14:nvContentPartPr>
              <p14:xfrm>
                <a:off x="9233185" y="2815777"/>
                <a:ext cx="3092760" cy="821520"/>
              </p14:xfrm>
            </p:contentPart>
          </mc:Choice>
          <mc:Fallback xmlns=""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B3E26EDC-6120-8CDC-1DF5-14C0A0D5C577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227065" y="2809657"/>
                  <a:ext cx="3105000" cy="833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34358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25C092-AE58-AA46-21CA-B24EDCE68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4106833-0C59-F03E-A1B2-704E53068F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5997" y="358857"/>
            <a:ext cx="10380005" cy="3070143"/>
          </a:xfr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6BCF6619-D009-0823-8596-C7C675322844}"/>
              </a:ext>
            </a:extLst>
          </p:cNvPr>
          <p:cNvGrpSpPr/>
          <p:nvPr/>
        </p:nvGrpSpPr>
        <p:grpSpPr>
          <a:xfrm>
            <a:off x="294385" y="3657457"/>
            <a:ext cx="766800" cy="237600"/>
            <a:chOff x="294385" y="3657457"/>
            <a:chExt cx="76680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FEA5DB09-EC29-4D62-8250-3ED7A7D2DCBE}"/>
                    </a:ext>
                  </a:extLst>
                </p14:cNvPr>
                <p14:cNvContentPartPr/>
                <p14:nvPr/>
              </p14:nvContentPartPr>
              <p14:xfrm>
                <a:off x="294385" y="3657457"/>
                <a:ext cx="432360" cy="23760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FEA5DB09-EC29-4D62-8250-3ED7A7D2DCB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88265" y="3651337"/>
                  <a:ext cx="4446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20FAC7EC-C480-3AEF-323A-096D3777D9BF}"/>
                    </a:ext>
                  </a:extLst>
                </p14:cNvPr>
                <p14:cNvContentPartPr/>
                <p14:nvPr/>
              </p14:nvContentPartPr>
              <p14:xfrm>
                <a:off x="800185" y="3748537"/>
                <a:ext cx="195840" cy="4608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20FAC7EC-C480-3AEF-323A-096D3777D9B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4065" y="3742417"/>
                  <a:ext cx="2080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CB5DE6A1-6501-3769-EC4B-6985018FC009}"/>
                    </a:ext>
                  </a:extLst>
                </p14:cNvPr>
                <p14:cNvContentPartPr/>
                <p14:nvPr/>
              </p14:nvContentPartPr>
              <p14:xfrm>
                <a:off x="876145" y="3844657"/>
                <a:ext cx="185040" cy="2520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CB5DE6A1-6501-3769-EC4B-6985018FC00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70025" y="3838537"/>
                  <a:ext cx="19728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91DF44B3-AADE-9C78-1BF6-FF611F1DC13B}"/>
                  </a:ext>
                </a:extLst>
              </p14:cNvPr>
              <p14:cNvContentPartPr/>
              <p14:nvPr/>
            </p14:nvContentPartPr>
            <p14:xfrm>
              <a:off x="3613945" y="2154097"/>
              <a:ext cx="1898640" cy="511560"/>
            </p14:xfrm>
          </p:contentPart>
        </mc:Choice>
        <mc:Fallback xmlns=""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91DF44B3-AADE-9C78-1BF6-FF611F1DC13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07825" y="2147977"/>
                <a:ext cx="1910880" cy="52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Agrupar 13">
            <a:extLst>
              <a:ext uri="{FF2B5EF4-FFF2-40B4-BE49-F238E27FC236}">
                <a16:creationId xmlns:a16="http://schemas.microsoft.com/office/drawing/2014/main" id="{637ADA1F-D06D-1EF5-6351-0CF310D05299}"/>
              </a:ext>
            </a:extLst>
          </p:cNvPr>
          <p:cNvGrpSpPr/>
          <p:nvPr/>
        </p:nvGrpSpPr>
        <p:grpSpPr>
          <a:xfrm>
            <a:off x="1519105" y="3657817"/>
            <a:ext cx="866880" cy="267480"/>
            <a:chOff x="1519105" y="3657817"/>
            <a:chExt cx="866880" cy="26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E8E5B52F-57B9-1249-474D-1F40DE724C77}"/>
                    </a:ext>
                  </a:extLst>
                </p14:cNvPr>
                <p14:cNvContentPartPr/>
                <p14:nvPr/>
              </p14:nvContentPartPr>
              <p14:xfrm>
                <a:off x="1519105" y="3657817"/>
                <a:ext cx="219960" cy="26748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E8E5B52F-57B9-1249-474D-1F40DE724C7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12985" y="3651697"/>
                  <a:ext cx="2322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FEA3221F-64AC-A209-0836-9FE256A2F0BB}"/>
                    </a:ext>
                  </a:extLst>
                </p14:cNvPr>
                <p14:cNvContentPartPr/>
                <p14:nvPr/>
              </p14:nvContentPartPr>
              <p14:xfrm>
                <a:off x="1899625" y="3709657"/>
                <a:ext cx="201600" cy="17064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FEA3221F-64AC-A209-0836-9FE256A2F0B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93505" y="3703537"/>
                  <a:ext cx="2138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29D01414-3CEE-F9DB-5680-711E44478ACE}"/>
                    </a:ext>
                  </a:extLst>
                </p14:cNvPr>
                <p14:cNvContentPartPr/>
                <p14:nvPr/>
              </p14:nvContentPartPr>
              <p14:xfrm>
                <a:off x="2168905" y="3702457"/>
                <a:ext cx="217080" cy="17604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29D01414-3CEE-F9DB-5680-711E44478AC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62785" y="3696337"/>
                  <a:ext cx="229320" cy="18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E30EAEFF-C033-BE76-6A21-130C17A1CC47}"/>
                  </a:ext>
                </a:extLst>
              </p14:cNvPr>
              <p14:cNvContentPartPr/>
              <p14:nvPr/>
            </p14:nvContentPartPr>
            <p14:xfrm>
              <a:off x="521545" y="4274497"/>
              <a:ext cx="85680" cy="9468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E30EAEFF-C033-BE76-6A21-130C17A1CC4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15425" y="4268377"/>
                <a:ext cx="9792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1F8636CE-1DB2-A3A5-9EE5-550A7809A583}"/>
                  </a:ext>
                </a:extLst>
              </p14:cNvPr>
              <p14:cNvContentPartPr/>
              <p14:nvPr/>
            </p14:nvContentPartPr>
            <p14:xfrm>
              <a:off x="563305" y="4170097"/>
              <a:ext cx="54720" cy="25200"/>
            </p14:xfrm>
          </p:contentPart>
        </mc:Choice>
        <mc:Fallback xmlns=""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1F8636CE-1DB2-A3A5-9EE5-550A7809A58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57185" y="4163977"/>
                <a:ext cx="6696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Agrupar 18">
            <a:extLst>
              <a:ext uri="{FF2B5EF4-FFF2-40B4-BE49-F238E27FC236}">
                <a16:creationId xmlns:a16="http://schemas.microsoft.com/office/drawing/2014/main" id="{85EBCBBC-F928-2FE6-F3B9-E8C123448DE1}"/>
              </a:ext>
            </a:extLst>
          </p:cNvPr>
          <p:cNvGrpSpPr/>
          <p:nvPr/>
        </p:nvGrpSpPr>
        <p:grpSpPr>
          <a:xfrm>
            <a:off x="876145" y="4273057"/>
            <a:ext cx="237240" cy="87840"/>
            <a:chOff x="876145" y="4273057"/>
            <a:chExt cx="237240" cy="8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A4058AD8-2D53-DB7F-3D24-49E641AE6537}"/>
                    </a:ext>
                  </a:extLst>
                </p14:cNvPr>
                <p14:cNvContentPartPr/>
                <p14:nvPr/>
              </p14:nvContentPartPr>
              <p14:xfrm>
                <a:off x="886945" y="4273057"/>
                <a:ext cx="119880" cy="1836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A4058AD8-2D53-DB7F-3D24-49E641AE653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80825" y="4266937"/>
                  <a:ext cx="1321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FF492D5A-CE72-DA9D-540E-48CA8584D978}"/>
                    </a:ext>
                  </a:extLst>
                </p14:cNvPr>
                <p14:cNvContentPartPr/>
                <p14:nvPr/>
              </p14:nvContentPartPr>
              <p14:xfrm>
                <a:off x="876145" y="4339657"/>
                <a:ext cx="237240" cy="2124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FF492D5A-CE72-DA9D-540E-48CA8584D97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70025" y="4333537"/>
                  <a:ext cx="249480" cy="3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1" name="Tinta 30">
                <a:extLst>
                  <a:ext uri="{FF2B5EF4-FFF2-40B4-BE49-F238E27FC236}">
                    <a16:creationId xmlns:a16="http://schemas.microsoft.com/office/drawing/2014/main" id="{4F93EA23-F76F-9398-4517-6E7A8AFC0939}"/>
                  </a:ext>
                </a:extLst>
              </p14:cNvPr>
              <p14:cNvContentPartPr/>
              <p14:nvPr/>
            </p14:nvContentPartPr>
            <p14:xfrm>
              <a:off x="4262305" y="3022057"/>
              <a:ext cx="30960" cy="360"/>
            </p14:xfrm>
          </p:contentPart>
        </mc:Choice>
        <mc:Fallback xmlns="">
          <p:pic>
            <p:nvPicPr>
              <p:cNvPr id="31" name="Tinta 30">
                <a:extLst>
                  <a:ext uri="{FF2B5EF4-FFF2-40B4-BE49-F238E27FC236}">
                    <a16:creationId xmlns:a16="http://schemas.microsoft.com/office/drawing/2014/main" id="{4F93EA23-F76F-9398-4517-6E7A8AFC093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256185" y="3015937"/>
                <a:ext cx="432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2" name="Tinta 31">
                <a:extLst>
                  <a:ext uri="{FF2B5EF4-FFF2-40B4-BE49-F238E27FC236}">
                    <a16:creationId xmlns:a16="http://schemas.microsoft.com/office/drawing/2014/main" id="{F46A74C4-6D1D-E89E-9A3E-B4E18C42E5B0}"/>
                  </a:ext>
                </a:extLst>
              </p14:cNvPr>
              <p14:cNvContentPartPr/>
              <p14:nvPr/>
            </p14:nvContentPartPr>
            <p14:xfrm>
              <a:off x="2288785" y="2841337"/>
              <a:ext cx="2840040" cy="502200"/>
            </p14:xfrm>
          </p:contentPart>
        </mc:Choice>
        <mc:Fallback xmlns="">
          <p:pic>
            <p:nvPicPr>
              <p:cNvPr id="32" name="Tinta 31">
                <a:extLst>
                  <a:ext uri="{FF2B5EF4-FFF2-40B4-BE49-F238E27FC236}">
                    <a16:creationId xmlns:a16="http://schemas.microsoft.com/office/drawing/2014/main" id="{F46A74C4-6D1D-E89E-9A3E-B4E18C42E5B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282665" y="2835217"/>
                <a:ext cx="2852280" cy="51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6" name="Tinta 35">
                <a:extLst>
                  <a:ext uri="{FF2B5EF4-FFF2-40B4-BE49-F238E27FC236}">
                    <a16:creationId xmlns:a16="http://schemas.microsoft.com/office/drawing/2014/main" id="{6DCB3FEC-7F3C-8F64-FC0B-AB595F1673D7}"/>
                  </a:ext>
                </a:extLst>
              </p14:cNvPr>
              <p14:cNvContentPartPr/>
              <p14:nvPr/>
            </p14:nvContentPartPr>
            <p14:xfrm>
              <a:off x="1517305" y="1420777"/>
              <a:ext cx="2885400" cy="550440"/>
            </p14:xfrm>
          </p:contentPart>
        </mc:Choice>
        <mc:Fallback xmlns="">
          <p:pic>
            <p:nvPicPr>
              <p:cNvPr id="36" name="Tinta 35">
                <a:extLst>
                  <a:ext uri="{FF2B5EF4-FFF2-40B4-BE49-F238E27FC236}">
                    <a16:creationId xmlns:a16="http://schemas.microsoft.com/office/drawing/2014/main" id="{6DCB3FEC-7F3C-8F64-FC0B-AB595F1673D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511185" y="1414657"/>
                <a:ext cx="2897640" cy="56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Agrupar 41">
            <a:extLst>
              <a:ext uri="{FF2B5EF4-FFF2-40B4-BE49-F238E27FC236}">
                <a16:creationId xmlns:a16="http://schemas.microsoft.com/office/drawing/2014/main" id="{4B784877-2400-C801-9612-754EEB5603C2}"/>
              </a:ext>
            </a:extLst>
          </p:cNvPr>
          <p:cNvGrpSpPr/>
          <p:nvPr/>
        </p:nvGrpSpPr>
        <p:grpSpPr>
          <a:xfrm>
            <a:off x="369625" y="4566457"/>
            <a:ext cx="669960" cy="208800"/>
            <a:chOff x="369625" y="4566457"/>
            <a:chExt cx="669960" cy="2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3625C173-6B5C-82B6-504F-B513AE113055}"/>
                    </a:ext>
                  </a:extLst>
                </p14:cNvPr>
                <p14:cNvContentPartPr/>
                <p14:nvPr/>
              </p14:nvContentPartPr>
              <p14:xfrm>
                <a:off x="606505" y="4696417"/>
                <a:ext cx="54720" cy="2124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3625C173-6B5C-82B6-504F-B513AE11305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00385" y="4690297"/>
                  <a:ext cx="66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486AC253-C540-6C9D-5414-FFF5BDA9EE87}"/>
                    </a:ext>
                  </a:extLst>
                </p14:cNvPr>
                <p14:cNvContentPartPr/>
                <p14:nvPr/>
              </p14:nvContentPartPr>
              <p14:xfrm>
                <a:off x="380425" y="4622617"/>
                <a:ext cx="76320" cy="14256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486AC253-C540-6C9D-5414-FFF5BDA9EE8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74305" y="4616497"/>
                  <a:ext cx="885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6DE8BBB6-170C-2C1E-7E08-7881CBE248DE}"/>
                    </a:ext>
                  </a:extLst>
                </p14:cNvPr>
                <p14:cNvContentPartPr/>
                <p14:nvPr/>
              </p14:nvContentPartPr>
              <p14:xfrm>
                <a:off x="369625" y="4566457"/>
                <a:ext cx="76320" cy="1404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6DE8BBB6-170C-2C1E-7E08-7881CBE248D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63505" y="4560337"/>
                  <a:ext cx="885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39D2E87E-6888-72A4-7D55-5D74AC784C3A}"/>
                    </a:ext>
                  </a:extLst>
                </p14:cNvPr>
                <p14:cNvContentPartPr/>
                <p14:nvPr/>
              </p14:nvContentPartPr>
              <p14:xfrm>
                <a:off x="792625" y="4705057"/>
                <a:ext cx="246960" cy="3132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39D2E87E-6888-72A4-7D55-5D74AC784C3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86505" y="4698937"/>
                  <a:ext cx="2592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B2AACF48-AAE6-59E9-08B1-7FF56D272D4A}"/>
                    </a:ext>
                  </a:extLst>
                </p14:cNvPr>
                <p14:cNvContentPartPr/>
                <p14:nvPr/>
              </p14:nvContentPartPr>
              <p14:xfrm>
                <a:off x="800185" y="4765897"/>
                <a:ext cx="141480" cy="936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B2AACF48-AAE6-59E9-08B1-7FF56D272D4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94065" y="4759777"/>
                  <a:ext cx="15372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FC718896-FD88-F3D9-59C1-13FC23330014}"/>
              </a:ext>
            </a:extLst>
          </p:cNvPr>
          <p:cNvGrpSpPr/>
          <p:nvPr/>
        </p:nvGrpSpPr>
        <p:grpSpPr>
          <a:xfrm>
            <a:off x="1458625" y="4106377"/>
            <a:ext cx="2340720" cy="368280"/>
            <a:chOff x="1458625" y="4106377"/>
            <a:chExt cx="234072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067B0D90-CC68-CC94-EDF4-726E8BFC2894}"/>
                    </a:ext>
                  </a:extLst>
                </p14:cNvPr>
                <p14:cNvContentPartPr/>
                <p14:nvPr/>
              </p14:nvContentPartPr>
              <p14:xfrm>
                <a:off x="1458625" y="4165417"/>
                <a:ext cx="291600" cy="18576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067B0D90-CC68-CC94-EDF4-726E8BFC289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452505" y="4159297"/>
                  <a:ext cx="3038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5670AB94-0C9A-374F-7DF1-C1803B554D0F}"/>
                    </a:ext>
                  </a:extLst>
                </p14:cNvPr>
                <p14:cNvContentPartPr/>
                <p14:nvPr/>
              </p14:nvContentPartPr>
              <p14:xfrm>
                <a:off x="1793425" y="4201057"/>
                <a:ext cx="192600" cy="11268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5670AB94-0C9A-374F-7DF1-C1803B554D0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787305" y="4194937"/>
                  <a:ext cx="2048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01FF2DD7-71F1-6397-6AB3-0F3892B0D18A}"/>
                    </a:ext>
                  </a:extLst>
                </p14:cNvPr>
                <p14:cNvContentPartPr/>
                <p14:nvPr/>
              </p14:nvContentPartPr>
              <p14:xfrm>
                <a:off x="2127865" y="4165057"/>
                <a:ext cx="106920" cy="19980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01FF2DD7-71F1-6397-6AB3-0F3892B0D18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121745" y="4158937"/>
                  <a:ext cx="1191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A6C27147-0D05-A187-AA6C-8E2EA986C352}"/>
                    </a:ext>
                  </a:extLst>
                </p14:cNvPr>
                <p14:cNvContentPartPr/>
                <p14:nvPr/>
              </p14:nvContentPartPr>
              <p14:xfrm>
                <a:off x="2019505" y="4162897"/>
                <a:ext cx="76320" cy="4608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A6C27147-0D05-A187-AA6C-8E2EA986C35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013385" y="4156777"/>
                  <a:ext cx="885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3D49FF77-6213-14E5-7A4F-CEB15985BA7D}"/>
                    </a:ext>
                  </a:extLst>
                </p14:cNvPr>
                <p14:cNvContentPartPr/>
                <p14:nvPr/>
              </p14:nvContentPartPr>
              <p14:xfrm>
                <a:off x="2299585" y="4264057"/>
                <a:ext cx="54720" cy="1620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3D49FF77-6213-14E5-7A4F-CEB15985BA7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293465" y="4257937"/>
                  <a:ext cx="669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4A0177D9-271E-FEDB-F5F8-F7D2EE76293F}"/>
                    </a:ext>
                  </a:extLst>
                </p14:cNvPr>
                <p14:cNvContentPartPr/>
                <p14:nvPr/>
              </p14:nvContentPartPr>
              <p14:xfrm>
                <a:off x="2526025" y="4231657"/>
                <a:ext cx="108720" cy="14976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4A0177D9-271E-FEDB-F5F8-F7D2EE76293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519905" y="4225537"/>
                  <a:ext cx="1209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1A4498D0-5CB1-7CA3-B8A7-C70F1073BAD4}"/>
                    </a:ext>
                  </a:extLst>
                </p14:cNvPr>
                <p14:cNvContentPartPr/>
                <p14:nvPr/>
              </p14:nvContentPartPr>
              <p14:xfrm>
                <a:off x="2748865" y="4246777"/>
                <a:ext cx="187920" cy="15660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1A4498D0-5CB1-7CA3-B8A7-C70F1073BAD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742745" y="4240657"/>
                  <a:ext cx="2001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F3B89606-D57A-DF81-6A16-DEAF53CA07A6}"/>
                    </a:ext>
                  </a:extLst>
                </p14:cNvPr>
                <p14:cNvContentPartPr/>
                <p14:nvPr/>
              </p14:nvContentPartPr>
              <p14:xfrm>
                <a:off x="3037585" y="4321297"/>
                <a:ext cx="180000" cy="4896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F3B89606-D57A-DF81-6A16-DEAF53CA07A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031465" y="4315177"/>
                  <a:ext cx="1922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ED5C228F-E0CB-203E-FA9C-795B5854B3AF}"/>
                    </a:ext>
                  </a:extLst>
                </p14:cNvPr>
                <p14:cNvContentPartPr/>
                <p14:nvPr/>
              </p14:nvContentPartPr>
              <p14:xfrm>
                <a:off x="3269065" y="4311937"/>
                <a:ext cx="217800" cy="11052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ED5C228F-E0CB-203E-FA9C-795B5854B3A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262945" y="4305817"/>
                  <a:ext cx="2300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38D8618B-F38F-3E8A-FF4B-30D35E1BB652}"/>
                    </a:ext>
                  </a:extLst>
                </p14:cNvPr>
                <p14:cNvContentPartPr/>
                <p14:nvPr/>
              </p14:nvContentPartPr>
              <p14:xfrm>
                <a:off x="2623585" y="4229497"/>
                <a:ext cx="74160" cy="1620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38D8618B-F38F-3E8A-FF4B-30D35E1BB65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617465" y="4223377"/>
                  <a:ext cx="864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62CA538F-483D-02F5-1291-2289BE1F8BC6}"/>
                    </a:ext>
                  </a:extLst>
                </p14:cNvPr>
                <p14:cNvContentPartPr/>
                <p14:nvPr/>
              </p14:nvContentPartPr>
              <p14:xfrm>
                <a:off x="2504065" y="4215097"/>
                <a:ext cx="130680" cy="25956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62CA538F-483D-02F5-1291-2289BE1F8BC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497945" y="4208977"/>
                  <a:ext cx="1429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1D8309ED-D630-02F2-AE85-843CB72B447E}"/>
                    </a:ext>
                  </a:extLst>
                </p14:cNvPr>
                <p14:cNvContentPartPr/>
                <p14:nvPr/>
              </p14:nvContentPartPr>
              <p14:xfrm>
                <a:off x="2729785" y="4106377"/>
                <a:ext cx="1069560" cy="35892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1D8309ED-D630-02F2-AE85-843CB72B447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723665" y="4100257"/>
                  <a:ext cx="1081800" cy="37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70" name="Tinta 69">
                <a:extLst>
                  <a:ext uri="{FF2B5EF4-FFF2-40B4-BE49-F238E27FC236}">
                    <a16:creationId xmlns:a16="http://schemas.microsoft.com/office/drawing/2014/main" id="{1AAC323F-FCD7-40BC-A68E-BC65B027F1A8}"/>
                  </a:ext>
                </a:extLst>
              </p14:cNvPr>
              <p14:cNvContentPartPr/>
              <p14:nvPr/>
            </p14:nvContentPartPr>
            <p14:xfrm>
              <a:off x="1393105" y="5005657"/>
              <a:ext cx="2287080" cy="659520"/>
            </p14:xfrm>
          </p:contentPart>
        </mc:Choice>
        <mc:Fallback xmlns="">
          <p:pic>
            <p:nvPicPr>
              <p:cNvPr id="70" name="Tinta 69">
                <a:extLst>
                  <a:ext uri="{FF2B5EF4-FFF2-40B4-BE49-F238E27FC236}">
                    <a16:creationId xmlns:a16="http://schemas.microsoft.com/office/drawing/2014/main" id="{1AAC323F-FCD7-40BC-A68E-BC65B027F1A8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386985" y="4999537"/>
                <a:ext cx="2299320" cy="67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72" name="Tinta 71">
                <a:extLst>
                  <a:ext uri="{FF2B5EF4-FFF2-40B4-BE49-F238E27FC236}">
                    <a16:creationId xmlns:a16="http://schemas.microsoft.com/office/drawing/2014/main" id="{E48D8028-6083-C9C8-CD4B-716B5ED634A7}"/>
                  </a:ext>
                </a:extLst>
              </p14:cNvPr>
              <p14:cNvContentPartPr/>
              <p14:nvPr/>
            </p14:nvContentPartPr>
            <p14:xfrm>
              <a:off x="3980785" y="1013257"/>
              <a:ext cx="723240" cy="596880"/>
            </p14:xfrm>
          </p:contentPart>
        </mc:Choice>
        <mc:Fallback xmlns="">
          <p:pic>
            <p:nvPicPr>
              <p:cNvPr id="72" name="Tinta 71">
                <a:extLst>
                  <a:ext uri="{FF2B5EF4-FFF2-40B4-BE49-F238E27FC236}">
                    <a16:creationId xmlns:a16="http://schemas.microsoft.com/office/drawing/2014/main" id="{E48D8028-6083-C9C8-CD4B-716B5ED634A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974665" y="1007137"/>
                <a:ext cx="735480" cy="60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Agrupar 96">
            <a:extLst>
              <a:ext uri="{FF2B5EF4-FFF2-40B4-BE49-F238E27FC236}">
                <a16:creationId xmlns:a16="http://schemas.microsoft.com/office/drawing/2014/main" id="{842F02B9-BAD9-7DF9-7F2B-3C6FA6FCF114}"/>
              </a:ext>
            </a:extLst>
          </p:cNvPr>
          <p:cNvGrpSpPr/>
          <p:nvPr/>
        </p:nvGrpSpPr>
        <p:grpSpPr>
          <a:xfrm>
            <a:off x="4815985" y="372817"/>
            <a:ext cx="6101640" cy="538560"/>
            <a:chOff x="4815985" y="372817"/>
            <a:chExt cx="6101640" cy="53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C55B04F7-1869-4CB0-8848-75F8195AE3BE}"/>
                    </a:ext>
                  </a:extLst>
                </p14:cNvPr>
                <p14:cNvContentPartPr/>
                <p14:nvPr/>
              </p14:nvContentPartPr>
              <p14:xfrm>
                <a:off x="4972945" y="725617"/>
                <a:ext cx="324360" cy="121680"/>
              </p14:xfrm>
            </p:contentPart>
          </mc:Choice>
          <mc:Fallback xmlns=""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C55B04F7-1869-4CB0-8848-75F8195AE3B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966825" y="719497"/>
                  <a:ext cx="3366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0D7951E1-B6EF-B7CC-3826-8B1AACA31025}"/>
                    </a:ext>
                  </a:extLst>
                </p14:cNvPr>
                <p14:cNvContentPartPr/>
                <p14:nvPr/>
              </p14:nvContentPartPr>
              <p14:xfrm>
                <a:off x="5330065" y="750457"/>
                <a:ext cx="203760" cy="11412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0D7951E1-B6EF-B7CC-3826-8B1AACA3102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323945" y="744337"/>
                  <a:ext cx="2160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86931A73-1498-3891-62F9-48BE51437AE0}"/>
                    </a:ext>
                  </a:extLst>
                </p14:cNvPr>
                <p14:cNvContentPartPr/>
                <p14:nvPr/>
              </p14:nvContentPartPr>
              <p14:xfrm>
                <a:off x="5588545" y="724537"/>
                <a:ext cx="127800" cy="8712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86931A73-1498-3891-62F9-48BE51437AE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582425" y="718417"/>
                  <a:ext cx="140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6D1DEA32-DE5E-A212-00D4-B2D0AADAFEF6}"/>
                    </a:ext>
                  </a:extLst>
                </p14:cNvPr>
                <p14:cNvContentPartPr/>
                <p14:nvPr/>
              </p14:nvContentPartPr>
              <p14:xfrm>
                <a:off x="5792305" y="719497"/>
                <a:ext cx="269640" cy="12168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6D1DEA32-DE5E-A212-00D4-B2D0AADAFEF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786185" y="713377"/>
                  <a:ext cx="2818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15F88822-4764-49AF-180E-CF941FB2C3EE}"/>
                    </a:ext>
                  </a:extLst>
                </p14:cNvPr>
                <p14:cNvContentPartPr/>
                <p14:nvPr/>
              </p14:nvContentPartPr>
              <p14:xfrm>
                <a:off x="6071305" y="722017"/>
                <a:ext cx="151920" cy="12780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15F88822-4764-49AF-180E-CF941FB2C3E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065185" y="715897"/>
                  <a:ext cx="1641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9B9272E9-3ACA-0EE1-BFDB-76A72EC2E37E}"/>
                    </a:ext>
                  </a:extLst>
                </p14:cNvPr>
                <p14:cNvContentPartPr/>
                <p14:nvPr/>
              </p14:nvContentPartPr>
              <p14:xfrm>
                <a:off x="6816145" y="706177"/>
                <a:ext cx="248040" cy="102600"/>
              </p14:xfrm>
            </p:contentPart>
          </mc:Choice>
          <mc:Fallback xmlns=""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9B9272E9-3ACA-0EE1-BFDB-76A72EC2E37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810025" y="700057"/>
                  <a:ext cx="2602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767C3C50-79D0-9A3A-5C0E-DB0BF21E15DB}"/>
                    </a:ext>
                  </a:extLst>
                </p14:cNvPr>
                <p14:cNvContentPartPr/>
                <p14:nvPr/>
              </p14:nvContentPartPr>
              <p14:xfrm>
                <a:off x="7020625" y="713737"/>
                <a:ext cx="270000" cy="111600"/>
              </p14:xfrm>
            </p:contentPart>
          </mc:Choice>
          <mc:Fallback xmlns=""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767C3C50-79D0-9A3A-5C0E-DB0BF21E15D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014505" y="707617"/>
                  <a:ext cx="2822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6F08DA8C-7238-E8A2-1F31-13713C96204D}"/>
                    </a:ext>
                  </a:extLst>
                </p14:cNvPr>
                <p14:cNvContentPartPr/>
                <p14:nvPr/>
              </p14:nvContentPartPr>
              <p14:xfrm>
                <a:off x="7311865" y="685297"/>
                <a:ext cx="141480" cy="16308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6F08DA8C-7238-E8A2-1F31-13713C96204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305745" y="679177"/>
                  <a:ext cx="1537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67B2152C-9F0B-2F28-90FA-17EFFC189FD8}"/>
                    </a:ext>
                  </a:extLst>
                </p14:cNvPr>
                <p14:cNvContentPartPr/>
                <p14:nvPr/>
              </p14:nvContentPartPr>
              <p14:xfrm>
                <a:off x="7387825" y="678817"/>
                <a:ext cx="265680" cy="11664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67B2152C-9F0B-2F28-90FA-17EFFC189FD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381705" y="672697"/>
                  <a:ext cx="2779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584B7447-4680-56EB-DF01-3777D259E961}"/>
                    </a:ext>
                  </a:extLst>
                </p14:cNvPr>
                <p14:cNvContentPartPr/>
                <p14:nvPr/>
              </p14:nvContentPartPr>
              <p14:xfrm>
                <a:off x="7679785" y="678097"/>
                <a:ext cx="214920" cy="13140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584B7447-4680-56EB-DF01-3777D259E96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673665" y="671977"/>
                  <a:ext cx="2271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6EC53F9C-062B-93E4-1CF8-FEFC2C8D8E8D}"/>
                    </a:ext>
                  </a:extLst>
                </p14:cNvPr>
                <p14:cNvContentPartPr/>
                <p14:nvPr/>
              </p14:nvContentPartPr>
              <p14:xfrm>
                <a:off x="8648545" y="536617"/>
                <a:ext cx="141480" cy="25488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6EC53F9C-062B-93E4-1CF8-FEFC2C8D8E8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642425" y="530497"/>
                  <a:ext cx="1537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513E06BE-3865-F606-BEA0-AC96AF04C3B3}"/>
                    </a:ext>
                  </a:extLst>
                </p14:cNvPr>
                <p14:cNvContentPartPr/>
                <p14:nvPr/>
              </p14:nvContentPartPr>
              <p14:xfrm>
                <a:off x="8615785" y="646417"/>
                <a:ext cx="109080" cy="1620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513E06BE-3865-F606-BEA0-AC96AF04C3B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609665" y="640297"/>
                  <a:ext cx="121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46218498-CF7F-56D9-64F6-945358EA6D9B}"/>
                    </a:ext>
                  </a:extLst>
                </p14:cNvPr>
                <p14:cNvContentPartPr/>
                <p14:nvPr/>
              </p14:nvContentPartPr>
              <p14:xfrm>
                <a:off x="8815945" y="634897"/>
                <a:ext cx="156960" cy="11448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46218498-CF7F-56D9-64F6-945358EA6D9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809825" y="628777"/>
                  <a:ext cx="1692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E06665E2-5EC0-02F9-BC0B-0FF7E0E81DA0}"/>
                    </a:ext>
                  </a:extLst>
                </p14:cNvPr>
                <p14:cNvContentPartPr/>
                <p14:nvPr/>
              </p14:nvContentPartPr>
              <p14:xfrm>
                <a:off x="9050305" y="513217"/>
                <a:ext cx="311400" cy="30168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E06665E2-5EC0-02F9-BC0B-0FF7E0E81DA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044185" y="507097"/>
                  <a:ext cx="3236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E93EE46B-6A10-2F68-B953-9F176978689C}"/>
                    </a:ext>
                  </a:extLst>
                </p14:cNvPr>
                <p14:cNvContentPartPr/>
                <p14:nvPr/>
              </p14:nvContentPartPr>
              <p14:xfrm>
                <a:off x="9214105" y="651457"/>
                <a:ext cx="190440" cy="9036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E93EE46B-6A10-2F68-B953-9F176978689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207985" y="645337"/>
                  <a:ext cx="202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3D0F05EB-BCB3-D14D-381A-87F54F40FFF5}"/>
                    </a:ext>
                  </a:extLst>
                </p14:cNvPr>
                <p14:cNvContentPartPr/>
                <p14:nvPr/>
              </p14:nvContentPartPr>
              <p14:xfrm>
                <a:off x="9726385" y="662617"/>
                <a:ext cx="388800" cy="128880"/>
              </p14:xfrm>
            </p:contentPart>
          </mc:Choice>
          <mc:Fallback xmlns=""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3D0F05EB-BCB3-D14D-381A-87F54F40FFF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720265" y="656497"/>
                  <a:ext cx="4010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F4510EBC-2FB9-60E9-998C-4C6C8088F193}"/>
                    </a:ext>
                  </a:extLst>
                </p14:cNvPr>
                <p14:cNvContentPartPr/>
                <p14:nvPr/>
              </p14:nvContentPartPr>
              <p14:xfrm>
                <a:off x="10095025" y="666217"/>
                <a:ext cx="180720" cy="134280"/>
              </p14:xfrm>
            </p:contentPart>
          </mc:Choice>
          <mc:Fallback xmlns=""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F4510EBC-2FB9-60E9-998C-4C6C8088F19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088905" y="660097"/>
                  <a:ext cx="1929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5607EE8D-202D-1AA6-8CD6-3D08E5052D7F}"/>
                    </a:ext>
                  </a:extLst>
                </p14:cNvPr>
                <p14:cNvContentPartPr/>
                <p14:nvPr/>
              </p14:nvContentPartPr>
              <p14:xfrm>
                <a:off x="10254505" y="573337"/>
                <a:ext cx="159480" cy="131040"/>
              </p14:xfrm>
            </p:contentPart>
          </mc:Choice>
          <mc:Fallback xmlns=""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5607EE8D-202D-1AA6-8CD6-3D08E5052D7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248385" y="567217"/>
                  <a:ext cx="1717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4D47DD13-65CD-D501-BCFA-88E15CA315BB}"/>
                    </a:ext>
                  </a:extLst>
                </p14:cNvPr>
                <p14:cNvContentPartPr/>
                <p14:nvPr/>
              </p14:nvContentPartPr>
              <p14:xfrm>
                <a:off x="10202665" y="641017"/>
                <a:ext cx="319680" cy="200520"/>
              </p14:xfrm>
            </p:contentPart>
          </mc:Choice>
          <mc:Fallback xmlns=""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4D47DD13-65CD-D501-BCFA-88E15CA315B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196545" y="634897"/>
                  <a:ext cx="3319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49C42A34-75EB-8C28-AF2D-FFFBB06F459D}"/>
                    </a:ext>
                  </a:extLst>
                </p14:cNvPr>
                <p14:cNvContentPartPr/>
                <p14:nvPr/>
              </p14:nvContentPartPr>
              <p14:xfrm>
                <a:off x="4815985" y="372817"/>
                <a:ext cx="6101640" cy="53856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49C42A34-75EB-8C28-AF2D-FFFBB06F459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809865" y="366697"/>
                  <a:ext cx="6113880" cy="55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98" name="Tinta 97">
                <a:extLst>
                  <a:ext uri="{FF2B5EF4-FFF2-40B4-BE49-F238E27FC236}">
                    <a16:creationId xmlns:a16="http://schemas.microsoft.com/office/drawing/2014/main" id="{1C9F2F1E-6BFA-A7DA-F554-9D80CAD20563}"/>
                  </a:ext>
                </a:extLst>
              </p14:cNvPr>
              <p14:cNvContentPartPr/>
              <p14:nvPr/>
            </p14:nvContentPartPr>
            <p14:xfrm>
              <a:off x="1436305" y="4930057"/>
              <a:ext cx="2179440" cy="650160"/>
            </p14:xfrm>
          </p:contentPart>
        </mc:Choice>
        <mc:Fallback xmlns="">
          <p:pic>
            <p:nvPicPr>
              <p:cNvPr id="98" name="Tinta 97">
                <a:extLst>
                  <a:ext uri="{FF2B5EF4-FFF2-40B4-BE49-F238E27FC236}">
                    <a16:creationId xmlns:a16="http://schemas.microsoft.com/office/drawing/2014/main" id="{1C9F2F1E-6BFA-A7DA-F554-9D80CAD20563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430185" y="4923937"/>
                <a:ext cx="2191680" cy="66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03" name="Tinta 102">
                <a:extLst>
                  <a:ext uri="{FF2B5EF4-FFF2-40B4-BE49-F238E27FC236}">
                    <a16:creationId xmlns:a16="http://schemas.microsoft.com/office/drawing/2014/main" id="{25E2A8A0-B67A-A3E3-0E0D-FA5F16D8CF61}"/>
                  </a:ext>
                </a:extLst>
              </p14:cNvPr>
              <p14:cNvContentPartPr/>
              <p14:nvPr/>
            </p14:nvContentPartPr>
            <p14:xfrm>
              <a:off x="4823185" y="3641257"/>
              <a:ext cx="320400" cy="59040"/>
            </p14:xfrm>
          </p:contentPart>
        </mc:Choice>
        <mc:Fallback xmlns="">
          <p:pic>
            <p:nvPicPr>
              <p:cNvPr id="103" name="Tinta 102">
                <a:extLst>
                  <a:ext uri="{FF2B5EF4-FFF2-40B4-BE49-F238E27FC236}">
                    <a16:creationId xmlns:a16="http://schemas.microsoft.com/office/drawing/2014/main" id="{25E2A8A0-B67A-A3E3-0E0D-FA5F16D8CF61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4817065" y="3635137"/>
                <a:ext cx="33264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4" name="Tinta 103">
                <a:extLst>
                  <a:ext uri="{FF2B5EF4-FFF2-40B4-BE49-F238E27FC236}">
                    <a16:creationId xmlns:a16="http://schemas.microsoft.com/office/drawing/2014/main" id="{41A2E8D5-5918-DA5E-D872-E81CF9F4CE85}"/>
                  </a:ext>
                </a:extLst>
              </p14:cNvPr>
              <p14:cNvContentPartPr/>
              <p14:nvPr/>
            </p14:nvContentPartPr>
            <p14:xfrm>
              <a:off x="4896985" y="3629377"/>
              <a:ext cx="254160" cy="251280"/>
            </p14:xfrm>
          </p:contentPart>
        </mc:Choice>
        <mc:Fallback xmlns="">
          <p:pic>
            <p:nvPicPr>
              <p:cNvPr id="104" name="Tinta 103">
                <a:extLst>
                  <a:ext uri="{FF2B5EF4-FFF2-40B4-BE49-F238E27FC236}">
                    <a16:creationId xmlns:a16="http://schemas.microsoft.com/office/drawing/2014/main" id="{41A2E8D5-5918-DA5E-D872-E81CF9F4CE85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4890865" y="3623257"/>
                <a:ext cx="26640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5" name="Tinta 104">
                <a:extLst>
                  <a:ext uri="{FF2B5EF4-FFF2-40B4-BE49-F238E27FC236}">
                    <a16:creationId xmlns:a16="http://schemas.microsoft.com/office/drawing/2014/main" id="{ED73EB23-62BE-0640-21C0-A0B50643A748}"/>
                  </a:ext>
                </a:extLst>
              </p14:cNvPr>
              <p14:cNvContentPartPr/>
              <p14:nvPr/>
            </p14:nvContentPartPr>
            <p14:xfrm>
              <a:off x="5210185" y="3704977"/>
              <a:ext cx="280800" cy="56880"/>
            </p14:xfrm>
          </p:contentPart>
        </mc:Choice>
        <mc:Fallback xmlns="">
          <p:pic>
            <p:nvPicPr>
              <p:cNvPr id="105" name="Tinta 104">
                <a:extLst>
                  <a:ext uri="{FF2B5EF4-FFF2-40B4-BE49-F238E27FC236}">
                    <a16:creationId xmlns:a16="http://schemas.microsoft.com/office/drawing/2014/main" id="{ED73EB23-62BE-0640-21C0-A0B50643A748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5204065" y="3698857"/>
                <a:ext cx="29304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6" name="Tinta 105">
                <a:extLst>
                  <a:ext uri="{FF2B5EF4-FFF2-40B4-BE49-F238E27FC236}">
                    <a16:creationId xmlns:a16="http://schemas.microsoft.com/office/drawing/2014/main" id="{5F2CF7EB-BC92-4D51-3A28-F4D1BA593674}"/>
                  </a:ext>
                </a:extLst>
              </p14:cNvPr>
              <p14:cNvContentPartPr/>
              <p14:nvPr/>
            </p14:nvContentPartPr>
            <p14:xfrm>
              <a:off x="5220985" y="3830977"/>
              <a:ext cx="302400" cy="78480"/>
            </p14:xfrm>
          </p:contentPart>
        </mc:Choice>
        <mc:Fallback xmlns="">
          <p:pic>
            <p:nvPicPr>
              <p:cNvPr id="106" name="Tinta 105">
                <a:extLst>
                  <a:ext uri="{FF2B5EF4-FFF2-40B4-BE49-F238E27FC236}">
                    <a16:creationId xmlns:a16="http://schemas.microsoft.com/office/drawing/2014/main" id="{5F2CF7EB-BC92-4D51-3A28-F4D1BA593674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5214865" y="3824857"/>
                <a:ext cx="31464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8" name="Tinta 107">
                <a:extLst>
                  <a:ext uri="{FF2B5EF4-FFF2-40B4-BE49-F238E27FC236}">
                    <a16:creationId xmlns:a16="http://schemas.microsoft.com/office/drawing/2014/main" id="{4FF798CA-57F5-624C-082C-B3546252BA03}"/>
                  </a:ext>
                </a:extLst>
              </p14:cNvPr>
              <p14:cNvContentPartPr/>
              <p14:nvPr/>
            </p14:nvContentPartPr>
            <p14:xfrm>
              <a:off x="5006425" y="3968137"/>
              <a:ext cx="237600" cy="124200"/>
            </p14:xfrm>
          </p:contentPart>
        </mc:Choice>
        <mc:Fallback xmlns="">
          <p:pic>
            <p:nvPicPr>
              <p:cNvPr id="108" name="Tinta 107">
                <a:extLst>
                  <a:ext uri="{FF2B5EF4-FFF2-40B4-BE49-F238E27FC236}">
                    <a16:creationId xmlns:a16="http://schemas.microsoft.com/office/drawing/2014/main" id="{4FF798CA-57F5-624C-082C-B3546252BA03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5000305" y="3962017"/>
                <a:ext cx="24984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10" name="Tinta 109">
                <a:extLst>
                  <a:ext uri="{FF2B5EF4-FFF2-40B4-BE49-F238E27FC236}">
                    <a16:creationId xmlns:a16="http://schemas.microsoft.com/office/drawing/2014/main" id="{BEF42D4B-8A75-6690-C3DA-C2D8DCD6EDAC}"/>
                  </a:ext>
                </a:extLst>
              </p14:cNvPr>
              <p14:cNvContentPartPr/>
              <p14:nvPr/>
            </p14:nvContentPartPr>
            <p14:xfrm>
              <a:off x="6017665" y="3780577"/>
              <a:ext cx="240120" cy="183240"/>
            </p14:xfrm>
          </p:contentPart>
        </mc:Choice>
        <mc:Fallback xmlns="">
          <p:pic>
            <p:nvPicPr>
              <p:cNvPr id="110" name="Tinta 109">
                <a:extLst>
                  <a:ext uri="{FF2B5EF4-FFF2-40B4-BE49-F238E27FC236}">
                    <a16:creationId xmlns:a16="http://schemas.microsoft.com/office/drawing/2014/main" id="{BEF42D4B-8A75-6690-C3DA-C2D8DCD6EDAC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6011545" y="3774457"/>
                <a:ext cx="25236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11" name="Tinta 110">
                <a:extLst>
                  <a:ext uri="{FF2B5EF4-FFF2-40B4-BE49-F238E27FC236}">
                    <a16:creationId xmlns:a16="http://schemas.microsoft.com/office/drawing/2014/main" id="{15D96C8D-045B-76A6-91C7-84ECFBC92A2A}"/>
                  </a:ext>
                </a:extLst>
              </p14:cNvPr>
              <p14:cNvContentPartPr/>
              <p14:nvPr/>
            </p14:nvContentPartPr>
            <p14:xfrm>
              <a:off x="6612025" y="3865537"/>
              <a:ext cx="76320" cy="48240"/>
            </p14:xfrm>
          </p:contentPart>
        </mc:Choice>
        <mc:Fallback xmlns="">
          <p:pic>
            <p:nvPicPr>
              <p:cNvPr id="111" name="Tinta 110">
                <a:extLst>
                  <a:ext uri="{FF2B5EF4-FFF2-40B4-BE49-F238E27FC236}">
                    <a16:creationId xmlns:a16="http://schemas.microsoft.com/office/drawing/2014/main" id="{15D96C8D-045B-76A6-91C7-84ECFBC92A2A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6605905" y="3859417"/>
                <a:ext cx="8856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12" name="Tinta 111">
                <a:extLst>
                  <a:ext uri="{FF2B5EF4-FFF2-40B4-BE49-F238E27FC236}">
                    <a16:creationId xmlns:a16="http://schemas.microsoft.com/office/drawing/2014/main" id="{1A5AE910-414D-44B9-7553-7CE55C94C1A3}"/>
                  </a:ext>
                </a:extLst>
              </p14:cNvPr>
              <p14:cNvContentPartPr/>
              <p14:nvPr/>
            </p14:nvContentPartPr>
            <p14:xfrm>
              <a:off x="6462265" y="3906217"/>
              <a:ext cx="138960" cy="20160"/>
            </p14:xfrm>
          </p:contentPart>
        </mc:Choice>
        <mc:Fallback xmlns="">
          <p:pic>
            <p:nvPicPr>
              <p:cNvPr id="112" name="Tinta 111">
                <a:extLst>
                  <a:ext uri="{FF2B5EF4-FFF2-40B4-BE49-F238E27FC236}">
                    <a16:creationId xmlns:a16="http://schemas.microsoft.com/office/drawing/2014/main" id="{1A5AE910-414D-44B9-7553-7CE55C94C1A3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6456145" y="3900097"/>
                <a:ext cx="15120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13" name="Tinta 112">
                <a:extLst>
                  <a:ext uri="{FF2B5EF4-FFF2-40B4-BE49-F238E27FC236}">
                    <a16:creationId xmlns:a16="http://schemas.microsoft.com/office/drawing/2014/main" id="{1D5C0B88-DE89-50C0-4C21-129284FC5B25}"/>
                  </a:ext>
                </a:extLst>
              </p14:cNvPr>
              <p14:cNvContentPartPr/>
              <p14:nvPr/>
            </p14:nvContentPartPr>
            <p14:xfrm>
              <a:off x="6514105" y="3732697"/>
              <a:ext cx="195840" cy="164880"/>
            </p14:xfrm>
          </p:contentPart>
        </mc:Choice>
        <mc:Fallback xmlns="">
          <p:pic>
            <p:nvPicPr>
              <p:cNvPr id="113" name="Tinta 112">
                <a:extLst>
                  <a:ext uri="{FF2B5EF4-FFF2-40B4-BE49-F238E27FC236}">
                    <a16:creationId xmlns:a16="http://schemas.microsoft.com/office/drawing/2014/main" id="{1D5C0B88-DE89-50C0-4C21-129284FC5B25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6507985" y="3726577"/>
                <a:ext cx="20808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15" name="Tinta 114">
                <a:extLst>
                  <a:ext uri="{FF2B5EF4-FFF2-40B4-BE49-F238E27FC236}">
                    <a16:creationId xmlns:a16="http://schemas.microsoft.com/office/drawing/2014/main" id="{7363D47F-2BAF-EED9-4F9C-687009334187}"/>
                  </a:ext>
                </a:extLst>
              </p14:cNvPr>
              <p14:cNvContentPartPr/>
              <p14:nvPr/>
            </p14:nvContentPartPr>
            <p14:xfrm>
              <a:off x="6914065" y="3792097"/>
              <a:ext cx="54720" cy="176760"/>
            </p14:xfrm>
          </p:contentPart>
        </mc:Choice>
        <mc:Fallback xmlns="">
          <p:pic>
            <p:nvPicPr>
              <p:cNvPr id="115" name="Tinta 114">
                <a:extLst>
                  <a:ext uri="{FF2B5EF4-FFF2-40B4-BE49-F238E27FC236}">
                    <a16:creationId xmlns:a16="http://schemas.microsoft.com/office/drawing/2014/main" id="{7363D47F-2BAF-EED9-4F9C-687009334187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6907945" y="3785977"/>
                <a:ext cx="669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16" name="Tinta 115">
                <a:extLst>
                  <a:ext uri="{FF2B5EF4-FFF2-40B4-BE49-F238E27FC236}">
                    <a16:creationId xmlns:a16="http://schemas.microsoft.com/office/drawing/2014/main" id="{6E943FA5-3DF0-7E91-8B97-969DD9F9BFAF}"/>
                  </a:ext>
                </a:extLst>
              </p14:cNvPr>
              <p14:cNvContentPartPr/>
              <p14:nvPr/>
            </p14:nvContentPartPr>
            <p14:xfrm>
              <a:off x="6837385" y="3602017"/>
              <a:ext cx="44640" cy="64080"/>
            </p14:xfrm>
          </p:contentPart>
        </mc:Choice>
        <mc:Fallback xmlns="">
          <p:pic>
            <p:nvPicPr>
              <p:cNvPr id="116" name="Tinta 115">
                <a:extLst>
                  <a:ext uri="{FF2B5EF4-FFF2-40B4-BE49-F238E27FC236}">
                    <a16:creationId xmlns:a16="http://schemas.microsoft.com/office/drawing/2014/main" id="{6E943FA5-3DF0-7E91-8B97-969DD9F9BFAF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6831265" y="3595897"/>
                <a:ext cx="5688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18" name="Tinta 117">
                <a:extLst>
                  <a:ext uri="{FF2B5EF4-FFF2-40B4-BE49-F238E27FC236}">
                    <a16:creationId xmlns:a16="http://schemas.microsoft.com/office/drawing/2014/main" id="{24CB3FC3-BC76-B9D4-9FFA-B99CF6BF42D6}"/>
                  </a:ext>
                </a:extLst>
              </p14:cNvPr>
              <p14:cNvContentPartPr/>
              <p14:nvPr/>
            </p14:nvContentPartPr>
            <p14:xfrm>
              <a:off x="6579265" y="3794257"/>
              <a:ext cx="161280" cy="126360"/>
            </p14:xfrm>
          </p:contentPart>
        </mc:Choice>
        <mc:Fallback xmlns="">
          <p:pic>
            <p:nvPicPr>
              <p:cNvPr id="118" name="Tinta 117">
                <a:extLst>
                  <a:ext uri="{FF2B5EF4-FFF2-40B4-BE49-F238E27FC236}">
                    <a16:creationId xmlns:a16="http://schemas.microsoft.com/office/drawing/2014/main" id="{24CB3FC3-BC76-B9D4-9FFA-B99CF6BF42D6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6573145" y="3788137"/>
                <a:ext cx="17352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19" name="Tinta 118">
                <a:extLst>
                  <a:ext uri="{FF2B5EF4-FFF2-40B4-BE49-F238E27FC236}">
                    <a16:creationId xmlns:a16="http://schemas.microsoft.com/office/drawing/2014/main" id="{4A67277B-1E7B-4B9F-728B-E9D00469326E}"/>
                  </a:ext>
                </a:extLst>
              </p14:cNvPr>
              <p14:cNvContentPartPr/>
              <p14:nvPr/>
            </p14:nvContentPartPr>
            <p14:xfrm>
              <a:off x="7063825" y="3851497"/>
              <a:ext cx="204840" cy="126360"/>
            </p14:xfrm>
          </p:contentPart>
        </mc:Choice>
        <mc:Fallback xmlns="">
          <p:pic>
            <p:nvPicPr>
              <p:cNvPr id="119" name="Tinta 118">
                <a:extLst>
                  <a:ext uri="{FF2B5EF4-FFF2-40B4-BE49-F238E27FC236}">
                    <a16:creationId xmlns:a16="http://schemas.microsoft.com/office/drawing/2014/main" id="{4A67277B-1E7B-4B9F-728B-E9D00469326E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7057705" y="3845377"/>
                <a:ext cx="21708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20" name="Tinta 119">
                <a:extLst>
                  <a:ext uri="{FF2B5EF4-FFF2-40B4-BE49-F238E27FC236}">
                    <a16:creationId xmlns:a16="http://schemas.microsoft.com/office/drawing/2014/main" id="{DCF7C77D-E5C6-895D-ADBB-927D406D98A1}"/>
                  </a:ext>
                </a:extLst>
              </p14:cNvPr>
              <p14:cNvContentPartPr/>
              <p14:nvPr/>
            </p14:nvContentPartPr>
            <p14:xfrm>
              <a:off x="7085785" y="3876697"/>
              <a:ext cx="302400" cy="80640"/>
            </p14:xfrm>
          </p:contentPart>
        </mc:Choice>
        <mc:Fallback xmlns="">
          <p:pic>
            <p:nvPicPr>
              <p:cNvPr id="120" name="Tinta 119">
                <a:extLst>
                  <a:ext uri="{FF2B5EF4-FFF2-40B4-BE49-F238E27FC236}">
                    <a16:creationId xmlns:a16="http://schemas.microsoft.com/office/drawing/2014/main" id="{DCF7C77D-E5C6-895D-ADBB-927D406D98A1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7079665" y="3870577"/>
                <a:ext cx="31464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21" name="Tinta 120">
                <a:extLst>
                  <a:ext uri="{FF2B5EF4-FFF2-40B4-BE49-F238E27FC236}">
                    <a16:creationId xmlns:a16="http://schemas.microsoft.com/office/drawing/2014/main" id="{C8D97AEC-D13F-88CF-7271-5FD2473E144C}"/>
                  </a:ext>
                </a:extLst>
              </p14:cNvPr>
              <p14:cNvContentPartPr/>
              <p14:nvPr/>
            </p14:nvContentPartPr>
            <p14:xfrm>
              <a:off x="7668265" y="3713977"/>
              <a:ext cx="43920" cy="328320"/>
            </p14:xfrm>
          </p:contentPart>
        </mc:Choice>
        <mc:Fallback xmlns="">
          <p:pic>
            <p:nvPicPr>
              <p:cNvPr id="121" name="Tinta 120">
                <a:extLst>
                  <a:ext uri="{FF2B5EF4-FFF2-40B4-BE49-F238E27FC236}">
                    <a16:creationId xmlns:a16="http://schemas.microsoft.com/office/drawing/2014/main" id="{C8D97AEC-D13F-88CF-7271-5FD2473E144C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7662145" y="3707857"/>
                <a:ext cx="5616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22" name="Tinta 121">
                <a:extLst>
                  <a:ext uri="{FF2B5EF4-FFF2-40B4-BE49-F238E27FC236}">
                    <a16:creationId xmlns:a16="http://schemas.microsoft.com/office/drawing/2014/main" id="{5FC0200E-B4E2-E60B-CD90-392393C0BC18}"/>
                  </a:ext>
                </a:extLst>
              </p14:cNvPr>
              <p14:cNvContentPartPr/>
              <p14:nvPr/>
            </p14:nvContentPartPr>
            <p14:xfrm>
              <a:off x="7581145" y="3842497"/>
              <a:ext cx="313200" cy="36360"/>
            </p14:xfrm>
          </p:contentPart>
        </mc:Choice>
        <mc:Fallback xmlns="">
          <p:pic>
            <p:nvPicPr>
              <p:cNvPr id="122" name="Tinta 121">
                <a:extLst>
                  <a:ext uri="{FF2B5EF4-FFF2-40B4-BE49-F238E27FC236}">
                    <a16:creationId xmlns:a16="http://schemas.microsoft.com/office/drawing/2014/main" id="{5FC0200E-B4E2-E60B-CD90-392393C0BC18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7575025" y="3836377"/>
                <a:ext cx="32544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24" name="Tinta 123">
                <a:extLst>
                  <a:ext uri="{FF2B5EF4-FFF2-40B4-BE49-F238E27FC236}">
                    <a16:creationId xmlns:a16="http://schemas.microsoft.com/office/drawing/2014/main" id="{A8FAA49D-DDB8-7F04-1CC4-1FE12DFF29F3}"/>
                  </a:ext>
                </a:extLst>
              </p14:cNvPr>
              <p14:cNvContentPartPr/>
              <p14:nvPr/>
            </p14:nvContentPartPr>
            <p14:xfrm>
              <a:off x="4864585" y="4279897"/>
              <a:ext cx="406440" cy="164160"/>
            </p14:xfrm>
          </p:contentPart>
        </mc:Choice>
        <mc:Fallback xmlns="">
          <p:pic>
            <p:nvPicPr>
              <p:cNvPr id="124" name="Tinta 123">
                <a:extLst>
                  <a:ext uri="{FF2B5EF4-FFF2-40B4-BE49-F238E27FC236}">
                    <a16:creationId xmlns:a16="http://schemas.microsoft.com/office/drawing/2014/main" id="{A8FAA49D-DDB8-7F04-1CC4-1FE12DFF29F3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4858465" y="4273777"/>
                <a:ext cx="41868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25" name="Tinta 124">
                <a:extLst>
                  <a:ext uri="{FF2B5EF4-FFF2-40B4-BE49-F238E27FC236}">
                    <a16:creationId xmlns:a16="http://schemas.microsoft.com/office/drawing/2014/main" id="{280003CD-F9F1-A834-92FD-ED487A3DCF37}"/>
                  </a:ext>
                </a:extLst>
              </p14:cNvPr>
              <p14:cNvContentPartPr/>
              <p14:nvPr/>
            </p14:nvContentPartPr>
            <p14:xfrm>
              <a:off x="5354185" y="4383217"/>
              <a:ext cx="158400" cy="30240"/>
            </p14:xfrm>
          </p:contentPart>
        </mc:Choice>
        <mc:Fallback xmlns="">
          <p:pic>
            <p:nvPicPr>
              <p:cNvPr id="125" name="Tinta 124">
                <a:extLst>
                  <a:ext uri="{FF2B5EF4-FFF2-40B4-BE49-F238E27FC236}">
                    <a16:creationId xmlns:a16="http://schemas.microsoft.com/office/drawing/2014/main" id="{280003CD-F9F1-A834-92FD-ED487A3DCF37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5348065" y="4377097"/>
                <a:ext cx="1706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26" name="Tinta 125">
                <a:extLst>
                  <a:ext uri="{FF2B5EF4-FFF2-40B4-BE49-F238E27FC236}">
                    <a16:creationId xmlns:a16="http://schemas.microsoft.com/office/drawing/2014/main" id="{64C5949F-C0DA-56D0-86D0-08402638D32A}"/>
                  </a:ext>
                </a:extLst>
              </p14:cNvPr>
              <p14:cNvContentPartPr/>
              <p14:nvPr/>
            </p14:nvContentPartPr>
            <p14:xfrm>
              <a:off x="5435905" y="4437577"/>
              <a:ext cx="152640" cy="22320"/>
            </p14:xfrm>
          </p:contentPart>
        </mc:Choice>
        <mc:Fallback xmlns="">
          <p:pic>
            <p:nvPicPr>
              <p:cNvPr id="126" name="Tinta 125">
                <a:extLst>
                  <a:ext uri="{FF2B5EF4-FFF2-40B4-BE49-F238E27FC236}">
                    <a16:creationId xmlns:a16="http://schemas.microsoft.com/office/drawing/2014/main" id="{64C5949F-C0DA-56D0-86D0-08402638D32A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5429785" y="4431457"/>
                <a:ext cx="16488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33" name="Tinta 132">
                <a:extLst>
                  <a:ext uri="{FF2B5EF4-FFF2-40B4-BE49-F238E27FC236}">
                    <a16:creationId xmlns:a16="http://schemas.microsoft.com/office/drawing/2014/main" id="{23328168-1E9A-7896-E54B-31CEB57C78D7}"/>
                  </a:ext>
                </a:extLst>
              </p14:cNvPr>
              <p14:cNvContentPartPr/>
              <p14:nvPr/>
            </p14:nvContentPartPr>
            <p14:xfrm>
              <a:off x="4616545" y="3498697"/>
              <a:ext cx="11160" cy="11520"/>
            </p14:xfrm>
          </p:contentPart>
        </mc:Choice>
        <mc:Fallback xmlns="">
          <p:pic>
            <p:nvPicPr>
              <p:cNvPr id="133" name="Tinta 132">
                <a:extLst>
                  <a:ext uri="{FF2B5EF4-FFF2-40B4-BE49-F238E27FC236}">
                    <a16:creationId xmlns:a16="http://schemas.microsoft.com/office/drawing/2014/main" id="{23328168-1E9A-7896-E54B-31CEB57C78D7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4610425" y="3492577"/>
                <a:ext cx="234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37" name="Tinta 136">
                <a:extLst>
                  <a:ext uri="{FF2B5EF4-FFF2-40B4-BE49-F238E27FC236}">
                    <a16:creationId xmlns:a16="http://schemas.microsoft.com/office/drawing/2014/main" id="{F4E282A5-18C4-2D7F-ED3A-9DA8BE5C2715}"/>
                  </a:ext>
                </a:extLst>
              </p14:cNvPr>
              <p14:cNvContentPartPr/>
              <p14:nvPr/>
            </p14:nvContentPartPr>
            <p14:xfrm>
              <a:off x="4571905" y="3288097"/>
              <a:ext cx="3377520" cy="1525320"/>
            </p14:xfrm>
          </p:contentPart>
        </mc:Choice>
        <mc:Fallback xmlns="">
          <p:pic>
            <p:nvPicPr>
              <p:cNvPr id="137" name="Tinta 136">
                <a:extLst>
                  <a:ext uri="{FF2B5EF4-FFF2-40B4-BE49-F238E27FC236}">
                    <a16:creationId xmlns:a16="http://schemas.microsoft.com/office/drawing/2014/main" id="{F4E282A5-18C4-2D7F-ED3A-9DA8BE5C2715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4565785" y="3281977"/>
                <a:ext cx="3389760" cy="153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48" name="Tinta 147">
                <a:extLst>
                  <a:ext uri="{FF2B5EF4-FFF2-40B4-BE49-F238E27FC236}">
                    <a16:creationId xmlns:a16="http://schemas.microsoft.com/office/drawing/2014/main" id="{BDE9310F-2FBA-4799-7194-1CAED2F9F560}"/>
                  </a:ext>
                </a:extLst>
              </p14:cNvPr>
              <p14:cNvContentPartPr/>
              <p14:nvPr/>
            </p14:nvContentPartPr>
            <p14:xfrm>
              <a:off x="1425145" y="5056417"/>
              <a:ext cx="2223360" cy="524880"/>
            </p14:xfrm>
          </p:contentPart>
        </mc:Choice>
        <mc:Fallback xmlns="">
          <p:pic>
            <p:nvPicPr>
              <p:cNvPr id="148" name="Tinta 147">
                <a:extLst>
                  <a:ext uri="{FF2B5EF4-FFF2-40B4-BE49-F238E27FC236}">
                    <a16:creationId xmlns:a16="http://schemas.microsoft.com/office/drawing/2014/main" id="{BDE9310F-2FBA-4799-7194-1CAED2F9F560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1419025" y="5050297"/>
                <a:ext cx="2235600" cy="53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64" name="Tinta 163">
                <a:extLst>
                  <a:ext uri="{FF2B5EF4-FFF2-40B4-BE49-F238E27FC236}">
                    <a16:creationId xmlns:a16="http://schemas.microsoft.com/office/drawing/2014/main" id="{7F41226D-5B47-2801-E8FB-42D450CA3643}"/>
                  </a:ext>
                </a:extLst>
              </p14:cNvPr>
              <p14:cNvContentPartPr/>
              <p14:nvPr/>
            </p14:nvContentPartPr>
            <p14:xfrm>
              <a:off x="2331985" y="2865457"/>
              <a:ext cx="2813040" cy="503280"/>
            </p14:xfrm>
          </p:contentPart>
        </mc:Choice>
        <mc:Fallback xmlns="">
          <p:pic>
            <p:nvPicPr>
              <p:cNvPr id="164" name="Tinta 163">
                <a:extLst>
                  <a:ext uri="{FF2B5EF4-FFF2-40B4-BE49-F238E27FC236}">
                    <a16:creationId xmlns:a16="http://schemas.microsoft.com/office/drawing/2014/main" id="{7F41226D-5B47-2801-E8FB-42D450CA3643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2325865" y="2859337"/>
                <a:ext cx="2825280" cy="51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Agrupar 166">
            <a:extLst>
              <a:ext uri="{FF2B5EF4-FFF2-40B4-BE49-F238E27FC236}">
                <a16:creationId xmlns:a16="http://schemas.microsoft.com/office/drawing/2014/main" id="{4BABA18C-3083-88E3-DF60-A4C0327B6FD2}"/>
              </a:ext>
            </a:extLst>
          </p:cNvPr>
          <p:cNvGrpSpPr/>
          <p:nvPr/>
        </p:nvGrpSpPr>
        <p:grpSpPr>
          <a:xfrm>
            <a:off x="7743865" y="2259577"/>
            <a:ext cx="1197360" cy="523080"/>
            <a:chOff x="7743865" y="2259577"/>
            <a:chExt cx="1197360" cy="52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D0CB9ACC-F6D6-23C7-C615-8CA2E22DBB79}"/>
                    </a:ext>
                  </a:extLst>
                </p14:cNvPr>
                <p14:cNvContentPartPr/>
                <p14:nvPr/>
              </p14:nvContentPartPr>
              <p14:xfrm>
                <a:off x="7766185" y="2259577"/>
                <a:ext cx="300240" cy="14040"/>
              </p14:xfrm>
            </p:contentPart>
          </mc:Choice>
          <mc:Fallback xmlns=""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D0CB9ACC-F6D6-23C7-C615-8CA2E22DBB7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760065" y="2253457"/>
                  <a:ext cx="3124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E4B3EB88-AA65-19E9-21AB-4C3A0855357A}"/>
                    </a:ext>
                  </a:extLst>
                </p14:cNvPr>
                <p14:cNvContentPartPr/>
                <p14:nvPr/>
              </p14:nvContentPartPr>
              <p14:xfrm>
                <a:off x="7743865" y="2269297"/>
                <a:ext cx="1197360" cy="513360"/>
              </p14:xfrm>
            </p:contentPart>
          </mc:Choice>
          <mc:Fallback xmlns=""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E4B3EB88-AA65-19E9-21AB-4C3A0855357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737745" y="2263177"/>
                  <a:ext cx="1209600" cy="52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Agrupar 168">
            <a:extLst>
              <a:ext uri="{FF2B5EF4-FFF2-40B4-BE49-F238E27FC236}">
                <a16:creationId xmlns:a16="http://schemas.microsoft.com/office/drawing/2014/main" id="{7231C7C7-6193-720B-320B-A4434615BFCC}"/>
              </a:ext>
            </a:extLst>
          </p:cNvPr>
          <p:cNvGrpSpPr/>
          <p:nvPr/>
        </p:nvGrpSpPr>
        <p:grpSpPr>
          <a:xfrm>
            <a:off x="1447465" y="4593457"/>
            <a:ext cx="2658240" cy="378360"/>
            <a:chOff x="1447465" y="4593457"/>
            <a:chExt cx="265824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8E00866A-6501-1C49-ADAE-479989197359}"/>
                    </a:ext>
                  </a:extLst>
                </p14:cNvPr>
                <p14:cNvContentPartPr/>
                <p14:nvPr/>
              </p14:nvContentPartPr>
              <p14:xfrm>
                <a:off x="1447465" y="4593817"/>
                <a:ext cx="194040" cy="27864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8E00866A-6501-1C49-ADAE-47998919735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441345" y="4587697"/>
                  <a:ext cx="2062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CCFC5780-1E6D-0D27-F33F-AEA80B9A597F}"/>
                    </a:ext>
                  </a:extLst>
                </p14:cNvPr>
                <p14:cNvContentPartPr/>
                <p14:nvPr/>
              </p14:nvContentPartPr>
              <p14:xfrm>
                <a:off x="1804225" y="4659697"/>
                <a:ext cx="182880" cy="206640"/>
              </p14:xfrm>
            </p:contentPart>
          </mc:Choice>
          <mc:Fallback xmlns=""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CCFC5780-1E6D-0D27-F33F-AEA80B9A597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798105" y="4653577"/>
                  <a:ext cx="1951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C1FD54B1-A6F3-B8E4-6518-3D61B897B17A}"/>
                    </a:ext>
                  </a:extLst>
                </p14:cNvPr>
                <p14:cNvContentPartPr/>
                <p14:nvPr/>
              </p14:nvContentPartPr>
              <p14:xfrm>
                <a:off x="2117065" y="4669417"/>
                <a:ext cx="106920" cy="16488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C1FD54B1-A6F3-B8E4-6518-3D61B897B17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110945" y="4663297"/>
                  <a:ext cx="119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3B659F9F-B8A3-EE50-1122-8784213B34D5}"/>
                    </a:ext>
                  </a:extLst>
                </p14:cNvPr>
                <p14:cNvContentPartPr/>
                <p14:nvPr/>
              </p14:nvContentPartPr>
              <p14:xfrm>
                <a:off x="2019505" y="4683457"/>
                <a:ext cx="65520" cy="1620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3B659F9F-B8A3-EE50-1122-8784213B34D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013385" y="4677337"/>
                  <a:ext cx="777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900DFA90-0525-308A-4A45-7B7727D825A4}"/>
                    </a:ext>
                  </a:extLst>
                </p14:cNvPr>
                <p14:cNvContentPartPr/>
                <p14:nvPr/>
              </p14:nvContentPartPr>
              <p14:xfrm>
                <a:off x="2288785" y="4756177"/>
                <a:ext cx="11160" cy="720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900DFA90-0525-308A-4A45-7B7727D825A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282665" y="4750057"/>
                  <a:ext cx="234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4B08653C-5215-A88E-54AA-45E3C2EFD7CE}"/>
                    </a:ext>
                  </a:extLst>
                </p14:cNvPr>
                <p14:cNvContentPartPr/>
                <p14:nvPr/>
              </p14:nvContentPartPr>
              <p14:xfrm>
                <a:off x="2460505" y="4661497"/>
                <a:ext cx="207720" cy="20952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4B08653C-5215-A88E-54AA-45E3C2EFD7C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454385" y="4655377"/>
                  <a:ext cx="2199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4A3DB882-79AF-32AD-345C-A013A20CEF89}"/>
                    </a:ext>
                  </a:extLst>
                </p14:cNvPr>
                <p14:cNvContentPartPr/>
                <p14:nvPr/>
              </p14:nvContentPartPr>
              <p14:xfrm>
                <a:off x="2800345" y="4680217"/>
                <a:ext cx="60480" cy="21456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4A3DB882-79AF-32AD-345C-A013A20CEF8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794225" y="4674097"/>
                  <a:ext cx="727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7E09B5F4-9586-104A-2A03-4394A15FD94A}"/>
                    </a:ext>
                  </a:extLst>
                </p14:cNvPr>
                <p14:cNvContentPartPr/>
                <p14:nvPr/>
              </p14:nvContentPartPr>
              <p14:xfrm>
                <a:off x="2924545" y="4727737"/>
                <a:ext cx="234360" cy="18468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7E09B5F4-9586-104A-2A03-4394A15FD94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918425" y="4721617"/>
                  <a:ext cx="2466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63608770-2EE5-CA6F-53F7-6FD733A245F7}"/>
                    </a:ext>
                  </a:extLst>
                </p14:cNvPr>
                <p14:cNvContentPartPr/>
                <p14:nvPr/>
              </p14:nvContentPartPr>
              <p14:xfrm>
                <a:off x="3333865" y="4829257"/>
                <a:ext cx="194400" cy="5796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63608770-2EE5-CA6F-53F7-6FD733A245F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327745" y="4823137"/>
                  <a:ext cx="2066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06B31006-003C-D710-06C2-D217DAFA5C45}"/>
                    </a:ext>
                  </a:extLst>
                </p14:cNvPr>
                <p14:cNvContentPartPr/>
                <p14:nvPr/>
              </p14:nvContentPartPr>
              <p14:xfrm>
                <a:off x="3550225" y="4845817"/>
                <a:ext cx="119160" cy="75600"/>
              </p14:xfrm>
            </p:contentPart>
          </mc:Choice>
          <mc:Fallback xmlns=""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06B31006-003C-D710-06C2-D217DAFA5C4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544105" y="4839697"/>
                  <a:ext cx="1314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E763420C-8FED-795E-71B2-50CD65D9D2F0}"/>
                    </a:ext>
                  </a:extLst>
                </p14:cNvPr>
                <p14:cNvContentPartPr/>
                <p14:nvPr/>
              </p14:nvContentPartPr>
              <p14:xfrm>
                <a:off x="3712585" y="4801897"/>
                <a:ext cx="139320" cy="9684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E763420C-8FED-795E-71B2-50CD65D9D2F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706465" y="4795777"/>
                  <a:ext cx="1515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2DFF9FDA-0860-A4CF-33AC-CD079E033844}"/>
                    </a:ext>
                  </a:extLst>
                </p14:cNvPr>
                <p14:cNvContentPartPr/>
                <p14:nvPr/>
              </p14:nvContentPartPr>
              <p14:xfrm>
                <a:off x="3836065" y="4825657"/>
                <a:ext cx="156960" cy="8568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2DFF9FDA-0860-A4CF-33AC-CD079E033844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829945" y="4819537"/>
                  <a:ext cx="1692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62CC7705-CF29-A5E2-7A90-22C96E6CFC8D}"/>
                    </a:ext>
                  </a:extLst>
                </p14:cNvPr>
                <p14:cNvContentPartPr/>
                <p14:nvPr/>
              </p14:nvContentPartPr>
              <p14:xfrm>
                <a:off x="3895105" y="4783537"/>
                <a:ext cx="199080" cy="123120"/>
              </p14:xfrm>
            </p:contentPart>
          </mc:Choice>
          <mc:Fallback xmlns=""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62CC7705-CF29-A5E2-7A90-22C96E6CFC8D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888985" y="4777417"/>
                  <a:ext cx="211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D9879B56-9BAC-465D-8C97-15FFF746D474}"/>
                    </a:ext>
                  </a:extLst>
                </p14:cNvPr>
                <p14:cNvContentPartPr/>
                <p14:nvPr/>
              </p14:nvContentPartPr>
              <p14:xfrm>
                <a:off x="2772265" y="4593457"/>
                <a:ext cx="1333440" cy="378360"/>
              </p14:xfrm>
            </p:contentPart>
          </mc:Choice>
          <mc:Fallback xmlns=""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D9879B56-9BAC-465D-8C97-15FFF746D47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766145" y="4587337"/>
                  <a:ext cx="1345680" cy="39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Agrupar 170">
            <a:extLst>
              <a:ext uri="{FF2B5EF4-FFF2-40B4-BE49-F238E27FC236}">
                <a16:creationId xmlns:a16="http://schemas.microsoft.com/office/drawing/2014/main" id="{80646F94-8FD6-29AC-1825-198E070162E5}"/>
              </a:ext>
            </a:extLst>
          </p:cNvPr>
          <p:cNvGrpSpPr/>
          <p:nvPr/>
        </p:nvGrpSpPr>
        <p:grpSpPr>
          <a:xfrm>
            <a:off x="726025" y="5055697"/>
            <a:ext cx="2933280" cy="580680"/>
            <a:chOff x="726025" y="5055697"/>
            <a:chExt cx="2933280" cy="58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DE64EE1E-B816-9DE1-DF71-A3F5BA035833}"/>
                    </a:ext>
                  </a:extLst>
                </p14:cNvPr>
                <p14:cNvContentPartPr/>
                <p14:nvPr/>
              </p14:nvContentPartPr>
              <p14:xfrm>
                <a:off x="835825" y="5078377"/>
                <a:ext cx="149400" cy="2880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DE64EE1E-B816-9DE1-DF71-A3F5BA03583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29705" y="5072257"/>
                  <a:ext cx="1616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07553DAB-FDC7-9B72-1974-22D53765F2EF}"/>
                    </a:ext>
                  </a:extLst>
                </p14:cNvPr>
                <p14:cNvContentPartPr/>
                <p14:nvPr/>
              </p14:nvContentPartPr>
              <p14:xfrm>
                <a:off x="726025" y="5173417"/>
                <a:ext cx="215640" cy="34920"/>
              </p14:xfrm>
            </p:contentPart>
          </mc:Choice>
          <mc:Fallback xmlns=""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07553DAB-FDC7-9B72-1974-22D53765F2E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19905" y="5167297"/>
                  <a:ext cx="2278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A59BCA88-958E-CC26-20B1-6341E3870677}"/>
                    </a:ext>
                  </a:extLst>
                </p14:cNvPr>
                <p14:cNvContentPartPr/>
                <p14:nvPr/>
              </p14:nvContentPartPr>
              <p14:xfrm>
                <a:off x="1502185" y="5128057"/>
                <a:ext cx="248040" cy="31068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A59BCA88-958E-CC26-20B1-6341E387067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496065" y="5121937"/>
                  <a:ext cx="2602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CB819959-4B06-6558-9030-243915C1FB6A}"/>
                    </a:ext>
                  </a:extLst>
                </p14:cNvPr>
                <p14:cNvContentPartPr/>
                <p14:nvPr/>
              </p14:nvContentPartPr>
              <p14:xfrm>
                <a:off x="1986745" y="5228497"/>
                <a:ext cx="182880" cy="19980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CB819959-4B06-6558-9030-243915C1FB6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980625" y="5222377"/>
                  <a:ext cx="1951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FCBCB10E-93AD-17BD-15FB-575BDDA5771E}"/>
                    </a:ext>
                  </a:extLst>
                </p14:cNvPr>
                <p14:cNvContentPartPr/>
                <p14:nvPr/>
              </p14:nvContentPartPr>
              <p14:xfrm>
                <a:off x="1847785" y="5218777"/>
                <a:ext cx="84960" cy="1620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FCBCB10E-93AD-17BD-15FB-575BDDA5771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841665" y="5212657"/>
                  <a:ext cx="972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47167F73-F70F-440F-9A02-706C7C13A08D}"/>
                    </a:ext>
                  </a:extLst>
                </p14:cNvPr>
                <p14:cNvContentPartPr/>
                <p14:nvPr/>
              </p14:nvContentPartPr>
              <p14:xfrm>
                <a:off x="2191225" y="5310937"/>
                <a:ext cx="11160" cy="720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47167F73-F70F-440F-9A02-706C7C13A08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185105" y="5304817"/>
                  <a:ext cx="234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7331D115-B05E-B874-2C6B-2362B580C3D5}"/>
                    </a:ext>
                  </a:extLst>
                </p14:cNvPr>
                <p14:cNvContentPartPr/>
                <p14:nvPr/>
              </p14:nvContentPartPr>
              <p14:xfrm>
                <a:off x="2428105" y="5108977"/>
                <a:ext cx="324360" cy="35604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7331D115-B05E-B874-2C6B-2362B580C3D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421985" y="5102857"/>
                  <a:ext cx="3366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6A9BA20F-61C3-32E1-3639-2ED961904EEE}"/>
                    </a:ext>
                  </a:extLst>
                </p14:cNvPr>
                <p14:cNvContentPartPr/>
                <p14:nvPr/>
              </p14:nvContentPartPr>
              <p14:xfrm>
                <a:off x="2880985" y="5315257"/>
                <a:ext cx="314640" cy="9576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6A9BA20F-61C3-32E1-3639-2ED961904EE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874865" y="5309137"/>
                  <a:ext cx="3268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5A987A0C-187B-5E6A-6EDA-87840ACE23CD}"/>
                    </a:ext>
                  </a:extLst>
                </p14:cNvPr>
                <p14:cNvContentPartPr/>
                <p14:nvPr/>
              </p14:nvContentPartPr>
              <p14:xfrm>
                <a:off x="3183025" y="5368177"/>
                <a:ext cx="173520" cy="7992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5A987A0C-187B-5E6A-6EDA-87840ACE23C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176905" y="5362057"/>
                  <a:ext cx="1857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712299C1-2F12-DC63-0416-E11455307CDB}"/>
                    </a:ext>
                  </a:extLst>
                </p14:cNvPr>
                <p14:cNvContentPartPr/>
                <p14:nvPr/>
              </p14:nvContentPartPr>
              <p14:xfrm>
                <a:off x="3279865" y="5321377"/>
                <a:ext cx="227520" cy="12456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712299C1-2F12-DC63-0416-E11455307CD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273745" y="5315257"/>
                  <a:ext cx="2397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C0490880-29A7-FC36-BB84-5197CB599C6B}"/>
                    </a:ext>
                  </a:extLst>
                </p14:cNvPr>
                <p14:cNvContentPartPr/>
                <p14:nvPr/>
              </p14:nvContentPartPr>
              <p14:xfrm>
                <a:off x="1402465" y="5055697"/>
                <a:ext cx="2256840" cy="580680"/>
              </p14:xfrm>
            </p:contentPart>
          </mc:Choice>
          <mc:Fallback xmlns=""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C0490880-29A7-FC36-BB84-5197CB599C6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396345" y="5049577"/>
                  <a:ext cx="2269080" cy="59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72" name="Tinta 171">
                <a:extLst>
                  <a:ext uri="{FF2B5EF4-FFF2-40B4-BE49-F238E27FC236}">
                    <a16:creationId xmlns:a16="http://schemas.microsoft.com/office/drawing/2014/main" id="{18CBE53F-3F6C-A766-D666-89F22B60FF8C}"/>
                  </a:ext>
                </a:extLst>
              </p14:cNvPr>
              <p14:cNvContentPartPr/>
              <p14:nvPr/>
            </p14:nvContentPartPr>
            <p14:xfrm>
              <a:off x="4520425" y="4888657"/>
              <a:ext cx="4419720" cy="866520"/>
            </p14:xfrm>
          </p:contentPart>
        </mc:Choice>
        <mc:Fallback xmlns="">
          <p:pic>
            <p:nvPicPr>
              <p:cNvPr id="172" name="Tinta 171">
                <a:extLst>
                  <a:ext uri="{FF2B5EF4-FFF2-40B4-BE49-F238E27FC236}">
                    <a16:creationId xmlns:a16="http://schemas.microsoft.com/office/drawing/2014/main" id="{18CBE53F-3F6C-A766-D666-89F22B60FF8C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4514305" y="4882537"/>
                <a:ext cx="4431960" cy="87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74" name="Tinta 173">
                <a:extLst>
                  <a:ext uri="{FF2B5EF4-FFF2-40B4-BE49-F238E27FC236}">
                    <a16:creationId xmlns:a16="http://schemas.microsoft.com/office/drawing/2014/main" id="{234D15D1-4DF1-2E32-C386-AEFE8F2D1397}"/>
                  </a:ext>
                </a:extLst>
              </p14:cNvPr>
              <p14:cNvContentPartPr/>
              <p14:nvPr/>
            </p14:nvContentPartPr>
            <p14:xfrm>
              <a:off x="9737545" y="4696417"/>
              <a:ext cx="130680" cy="197640"/>
            </p14:xfrm>
          </p:contentPart>
        </mc:Choice>
        <mc:Fallback xmlns="">
          <p:pic>
            <p:nvPicPr>
              <p:cNvPr id="174" name="Tinta 173">
                <a:extLst>
                  <a:ext uri="{FF2B5EF4-FFF2-40B4-BE49-F238E27FC236}">
                    <a16:creationId xmlns:a16="http://schemas.microsoft.com/office/drawing/2014/main" id="{234D15D1-4DF1-2E32-C386-AEFE8F2D1397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9731425" y="4690297"/>
                <a:ext cx="14292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82" name="Tinta 181">
                <a:extLst>
                  <a:ext uri="{FF2B5EF4-FFF2-40B4-BE49-F238E27FC236}">
                    <a16:creationId xmlns:a16="http://schemas.microsoft.com/office/drawing/2014/main" id="{59750235-3CC5-9E4B-F068-EC096C6674AE}"/>
                  </a:ext>
                </a:extLst>
              </p14:cNvPr>
              <p14:cNvContentPartPr/>
              <p14:nvPr/>
            </p14:nvContentPartPr>
            <p14:xfrm>
              <a:off x="7526785" y="5397337"/>
              <a:ext cx="360" cy="360"/>
            </p14:xfrm>
          </p:contentPart>
        </mc:Choice>
        <mc:Fallback xmlns="">
          <p:pic>
            <p:nvPicPr>
              <p:cNvPr id="182" name="Tinta 181">
                <a:extLst>
                  <a:ext uri="{FF2B5EF4-FFF2-40B4-BE49-F238E27FC236}">
                    <a16:creationId xmlns:a16="http://schemas.microsoft.com/office/drawing/2014/main" id="{59750235-3CC5-9E4B-F068-EC096C6674AE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7520665" y="5391217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Agrupar 203">
            <a:extLst>
              <a:ext uri="{FF2B5EF4-FFF2-40B4-BE49-F238E27FC236}">
                <a16:creationId xmlns:a16="http://schemas.microsoft.com/office/drawing/2014/main" id="{C268D4EB-1D78-F3F2-A7E4-2678D9D248AD}"/>
              </a:ext>
            </a:extLst>
          </p:cNvPr>
          <p:cNvGrpSpPr/>
          <p:nvPr/>
        </p:nvGrpSpPr>
        <p:grpSpPr>
          <a:xfrm>
            <a:off x="10038505" y="5232817"/>
            <a:ext cx="2578680" cy="855000"/>
            <a:chOff x="10038505" y="5232817"/>
            <a:chExt cx="2578680" cy="85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736F650E-F4F7-EB4B-66B0-82AA203A4E62}"/>
                    </a:ext>
                  </a:extLst>
                </p14:cNvPr>
                <p14:cNvContentPartPr/>
                <p14:nvPr/>
              </p14:nvContentPartPr>
              <p14:xfrm>
                <a:off x="10038505" y="5334337"/>
                <a:ext cx="421560" cy="223920"/>
              </p14:xfrm>
            </p:contentPart>
          </mc:Choice>
          <mc:Fallback xmlns=""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736F650E-F4F7-EB4B-66B0-82AA203A4E62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032385" y="5328217"/>
                  <a:ext cx="4338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25CB9E01-4A3C-1F4E-CED5-4857ED08CF21}"/>
                    </a:ext>
                  </a:extLst>
                </p14:cNvPr>
                <p14:cNvContentPartPr/>
                <p14:nvPr/>
              </p14:nvContentPartPr>
              <p14:xfrm>
                <a:off x="10500745" y="5414257"/>
                <a:ext cx="220320" cy="115200"/>
              </p14:xfrm>
            </p:contentPart>
          </mc:Choice>
          <mc:Fallback xmlns=""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25CB9E01-4A3C-1F4E-CED5-4857ED08CF21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494625" y="5408137"/>
                  <a:ext cx="2325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24F7D73C-96D4-D7C3-50E8-037C36D164EA}"/>
                    </a:ext>
                  </a:extLst>
                </p14:cNvPr>
                <p14:cNvContentPartPr/>
                <p14:nvPr/>
              </p14:nvContentPartPr>
              <p14:xfrm>
                <a:off x="10869745" y="5457817"/>
                <a:ext cx="172080" cy="114480"/>
              </p14:xfrm>
            </p:contentPart>
          </mc:Choice>
          <mc:Fallback xmlns=""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24F7D73C-96D4-D7C3-50E8-037C36D164EA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863625" y="5451697"/>
                  <a:ext cx="1843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E2BC5597-9F89-4001-00EE-E71696420941}"/>
                    </a:ext>
                  </a:extLst>
                </p14:cNvPr>
                <p14:cNvContentPartPr/>
                <p14:nvPr/>
              </p14:nvContentPartPr>
              <p14:xfrm>
                <a:off x="10793785" y="5466817"/>
                <a:ext cx="237240" cy="98640"/>
              </p14:xfrm>
            </p:contentPart>
          </mc:Choice>
          <mc:Fallback xmlns=""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E2BC5597-9F89-4001-00EE-E71696420941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787665" y="5460697"/>
                  <a:ext cx="2494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3D133D28-CC09-BE28-1193-0D7E35639AD5}"/>
                    </a:ext>
                  </a:extLst>
                </p14:cNvPr>
                <p14:cNvContentPartPr/>
                <p14:nvPr/>
              </p14:nvContentPartPr>
              <p14:xfrm>
                <a:off x="10935985" y="5376097"/>
                <a:ext cx="527400" cy="174600"/>
              </p14:xfrm>
            </p:contentPart>
          </mc:Choice>
          <mc:Fallback xmlns=""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3D133D28-CC09-BE28-1193-0D7E35639AD5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929865" y="5369977"/>
                  <a:ext cx="5396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DE600928-2FD5-36A6-0935-33961D73F31B}"/>
                    </a:ext>
                  </a:extLst>
                </p14:cNvPr>
                <p14:cNvContentPartPr/>
                <p14:nvPr/>
              </p14:nvContentPartPr>
              <p14:xfrm>
                <a:off x="11396785" y="5386897"/>
                <a:ext cx="132480" cy="155160"/>
              </p14:xfrm>
            </p:contentPart>
          </mc:Choice>
          <mc:Fallback xmlns=""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DE600928-2FD5-36A6-0935-33961D73F31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1390665" y="5380777"/>
                  <a:ext cx="144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303F4A77-22A3-3137-645C-3F756FD3AF9F}"/>
                    </a:ext>
                  </a:extLst>
                </p14:cNvPr>
                <p14:cNvContentPartPr/>
                <p14:nvPr/>
              </p14:nvContentPartPr>
              <p14:xfrm>
                <a:off x="10235425" y="5570137"/>
                <a:ext cx="1217160" cy="137160"/>
              </p14:xfrm>
            </p:contentPart>
          </mc:Choice>
          <mc:Fallback xmlns=""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303F4A77-22A3-3137-645C-3F756FD3AF9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229305" y="5564017"/>
                  <a:ext cx="12294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EBF5DDAD-0EB8-4C28-9951-1C2385F0F4D2}"/>
                    </a:ext>
                  </a:extLst>
                </p14:cNvPr>
                <p14:cNvContentPartPr/>
                <p14:nvPr/>
              </p14:nvContentPartPr>
              <p14:xfrm>
                <a:off x="10719625" y="5748697"/>
                <a:ext cx="96120" cy="285840"/>
              </p14:xfrm>
            </p:contentPart>
          </mc:Choice>
          <mc:Fallback xmlns=""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EBF5DDAD-0EB8-4C28-9951-1C2385F0F4D2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713505" y="5742577"/>
                  <a:ext cx="1083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16E4F413-CED9-A635-350D-A3F7EA187D52}"/>
                    </a:ext>
                  </a:extLst>
                </p14:cNvPr>
                <p14:cNvContentPartPr/>
                <p14:nvPr/>
              </p14:nvContentPartPr>
              <p14:xfrm>
                <a:off x="10857865" y="5791537"/>
                <a:ext cx="215640" cy="197280"/>
              </p14:xfrm>
            </p:contentPart>
          </mc:Choice>
          <mc:Fallback xmlns=""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16E4F413-CED9-A635-350D-A3F7EA187D5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851745" y="5785417"/>
                  <a:ext cx="2278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FB17DACB-7FD6-B293-225C-E751C3F46DDA}"/>
                    </a:ext>
                  </a:extLst>
                </p14:cNvPr>
                <p14:cNvContentPartPr/>
                <p14:nvPr/>
              </p14:nvContentPartPr>
              <p14:xfrm>
                <a:off x="11150905" y="5809177"/>
                <a:ext cx="160560" cy="202320"/>
              </p14:xfrm>
            </p:contentPart>
          </mc:Choice>
          <mc:Fallback xmlns=""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FB17DACB-7FD6-B293-225C-E751C3F46DD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1144785" y="5803057"/>
                  <a:ext cx="1728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8F81E735-6639-E46F-2BB5-7DF7E15766E4}"/>
                    </a:ext>
                  </a:extLst>
                </p14:cNvPr>
                <p14:cNvContentPartPr/>
                <p14:nvPr/>
              </p14:nvContentPartPr>
              <p14:xfrm>
                <a:off x="10330825" y="5232817"/>
                <a:ext cx="204840" cy="410760"/>
              </p14:xfrm>
            </p:contentPart>
          </mc:Choice>
          <mc:Fallback xmlns=""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8F81E735-6639-E46F-2BB5-7DF7E15766E4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324705" y="5226697"/>
                  <a:ext cx="21708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5952E8AF-E44C-8F7A-66FA-469531FFB233}"/>
                    </a:ext>
                  </a:extLst>
                </p14:cNvPr>
                <p14:cNvContentPartPr/>
                <p14:nvPr/>
              </p14:nvContentPartPr>
              <p14:xfrm>
                <a:off x="10944985" y="5692537"/>
                <a:ext cx="108360" cy="395280"/>
              </p14:xfrm>
            </p:contentPart>
          </mc:Choice>
          <mc:Fallback xmlns=""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5952E8AF-E44C-8F7A-66FA-469531FFB23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938865" y="5686417"/>
                  <a:ext cx="12060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23A07DBC-9EBE-5CE4-DA20-89B8AE03E9D6}"/>
                    </a:ext>
                  </a:extLst>
                </p14:cNvPr>
                <p14:cNvContentPartPr/>
                <p14:nvPr/>
              </p14:nvContentPartPr>
              <p14:xfrm>
                <a:off x="10696945" y="5271697"/>
                <a:ext cx="97200" cy="399600"/>
              </p14:xfrm>
            </p:contentPart>
          </mc:Choice>
          <mc:Fallback xmlns=""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23A07DBC-9EBE-5CE4-DA20-89B8AE03E9D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690825" y="5265577"/>
                  <a:ext cx="1094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4851D8F3-D227-75C1-5D4D-4C7E8B2D1471}"/>
                    </a:ext>
                  </a:extLst>
                </p14:cNvPr>
                <p14:cNvContentPartPr/>
                <p14:nvPr/>
              </p14:nvContentPartPr>
              <p14:xfrm>
                <a:off x="11181505" y="5758777"/>
                <a:ext cx="110160" cy="294480"/>
              </p14:xfrm>
            </p:contentPart>
          </mc:Choice>
          <mc:Fallback xmlns=""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4851D8F3-D227-75C1-5D4D-4C7E8B2D147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1175385" y="5752657"/>
                  <a:ext cx="1224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157EFD4D-77E3-5C30-66B7-D7F9DA2D8A09}"/>
                    </a:ext>
                  </a:extLst>
                </p14:cNvPr>
                <p14:cNvContentPartPr/>
                <p14:nvPr/>
              </p14:nvContentPartPr>
              <p14:xfrm>
                <a:off x="11613145" y="5535937"/>
                <a:ext cx="258840" cy="15480"/>
              </p14:xfrm>
            </p:contentPart>
          </mc:Choice>
          <mc:Fallback xmlns=""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157EFD4D-77E3-5C30-66B7-D7F9DA2D8A0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1607025" y="5529817"/>
                  <a:ext cx="2710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4AE0E910-FF96-C9E3-7C14-E717153092D0}"/>
                    </a:ext>
                  </a:extLst>
                </p14:cNvPr>
                <p14:cNvContentPartPr/>
                <p14:nvPr/>
              </p14:nvContentPartPr>
              <p14:xfrm>
                <a:off x="11580385" y="5659057"/>
                <a:ext cx="258840" cy="9360"/>
              </p14:xfrm>
            </p:contentPart>
          </mc:Choice>
          <mc:Fallback xmlns=""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4AE0E910-FF96-C9E3-7C14-E717153092D0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1574265" y="5652937"/>
                  <a:ext cx="2710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B7864016-F717-EF68-55F1-346A5734E0B5}"/>
                    </a:ext>
                  </a:extLst>
                </p14:cNvPr>
                <p14:cNvContentPartPr/>
                <p14:nvPr/>
              </p14:nvContentPartPr>
              <p14:xfrm>
                <a:off x="12068185" y="5324977"/>
                <a:ext cx="247320" cy="282240"/>
              </p14:xfrm>
            </p:contentPart>
          </mc:Choice>
          <mc:Fallback xmlns=""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B7864016-F717-EF68-55F1-346A5734E0B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2062065" y="5318857"/>
                  <a:ext cx="2595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7A799921-8271-AC3C-080A-A7398F96ABE4}"/>
                    </a:ext>
                  </a:extLst>
                </p14:cNvPr>
                <p14:cNvContentPartPr/>
                <p14:nvPr/>
              </p14:nvContentPartPr>
              <p14:xfrm>
                <a:off x="12336385" y="5387617"/>
                <a:ext cx="280800" cy="242280"/>
              </p14:xfrm>
            </p:contentPart>
          </mc:Choice>
          <mc:Fallback xmlns=""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7A799921-8271-AC3C-080A-A7398F96ABE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2330265" y="5381497"/>
                  <a:ext cx="293040" cy="25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Agrupar 210">
            <a:extLst>
              <a:ext uri="{FF2B5EF4-FFF2-40B4-BE49-F238E27FC236}">
                <a16:creationId xmlns:a16="http://schemas.microsoft.com/office/drawing/2014/main" id="{51D1F8BE-F1A4-B6B5-7268-46047C4E276A}"/>
              </a:ext>
            </a:extLst>
          </p:cNvPr>
          <p:cNvGrpSpPr/>
          <p:nvPr/>
        </p:nvGrpSpPr>
        <p:grpSpPr>
          <a:xfrm>
            <a:off x="6179305" y="4221217"/>
            <a:ext cx="1812960" cy="606240"/>
            <a:chOff x="6179305" y="4221217"/>
            <a:chExt cx="1812960" cy="60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4D63F5A3-A16A-03D3-EBE8-C0F914AB31AD}"/>
                    </a:ext>
                  </a:extLst>
                </p14:cNvPr>
                <p14:cNvContentPartPr/>
                <p14:nvPr/>
              </p14:nvContentPartPr>
              <p14:xfrm>
                <a:off x="6342385" y="4347937"/>
                <a:ext cx="313200" cy="163080"/>
              </p14:xfrm>
            </p:contentPart>
          </mc:Choice>
          <mc:Fallback xmlns=""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4D63F5A3-A16A-03D3-EBE8-C0F914AB31AD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336265" y="4341817"/>
                  <a:ext cx="3254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8270F461-8A7B-2CAD-C1FD-2EDD08928B58}"/>
                    </a:ext>
                  </a:extLst>
                </p14:cNvPr>
                <p14:cNvContentPartPr/>
                <p14:nvPr/>
              </p14:nvContentPartPr>
              <p14:xfrm>
                <a:off x="6807145" y="4392217"/>
                <a:ext cx="372960" cy="12240"/>
              </p14:xfrm>
            </p:contentPart>
          </mc:Choice>
          <mc:Fallback xmlns=""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8270F461-8A7B-2CAD-C1FD-2EDD08928B58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801025" y="4386097"/>
                  <a:ext cx="385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09CB3F5E-FD33-F6C7-9E65-192286579917}"/>
                    </a:ext>
                  </a:extLst>
                </p14:cNvPr>
                <p14:cNvContentPartPr/>
                <p14:nvPr/>
              </p14:nvContentPartPr>
              <p14:xfrm>
                <a:off x="6881305" y="4332457"/>
                <a:ext cx="161280" cy="263880"/>
              </p14:xfrm>
            </p:contentPart>
          </mc:Choice>
          <mc:Fallback xmlns=""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09CB3F5E-FD33-F6C7-9E65-19228657991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875185" y="4326337"/>
                  <a:ext cx="1735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906C3E4E-F550-450E-6BE3-B2FCB79E71DD}"/>
                    </a:ext>
                  </a:extLst>
                </p14:cNvPr>
                <p14:cNvContentPartPr/>
                <p14:nvPr/>
              </p14:nvContentPartPr>
              <p14:xfrm>
                <a:off x="7593025" y="4447297"/>
                <a:ext cx="312480" cy="271440"/>
              </p14:xfrm>
            </p:contentPart>
          </mc:Choice>
          <mc:Fallback xmlns=""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906C3E4E-F550-450E-6BE3-B2FCB79E71D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586905" y="4441177"/>
                  <a:ext cx="3247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52E18B45-4E60-7309-12AF-47DF5AB159F3}"/>
                    </a:ext>
                  </a:extLst>
                </p14:cNvPr>
                <p14:cNvContentPartPr/>
                <p14:nvPr/>
              </p14:nvContentPartPr>
              <p14:xfrm>
                <a:off x="6179305" y="4221217"/>
                <a:ext cx="660240" cy="423000"/>
              </p14:xfrm>
            </p:contentPart>
          </mc:Choice>
          <mc:Fallback xmlns=""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52E18B45-4E60-7309-12AF-47DF5AB159F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173185" y="4215097"/>
                  <a:ext cx="67248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FB23CD36-A6E7-A6F6-AE76-8E439F78FFC5}"/>
                    </a:ext>
                  </a:extLst>
                </p14:cNvPr>
                <p14:cNvContentPartPr/>
                <p14:nvPr/>
              </p14:nvContentPartPr>
              <p14:xfrm>
                <a:off x="7442185" y="4318777"/>
                <a:ext cx="550080" cy="508680"/>
              </p14:xfrm>
            </p:contentPart>
          </mc:Choice>
          <mc:Fallback xmlns=""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FB23CD36-A6E7-A6F6-AE76-8E439F78FFC5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436065" y="4312657"/>
                  <a:ext cx="562320" cy="52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Agrupar 225">
            <a:extLst>
              <a:ext uri="{FF2B5EF4-FFF2-40B4-BE49-F238E27FC236}">
                <a16:creationId xmlns:a16="http://schemas.microsoft.com/office/drawing/2014/main" id="{2B0210C8-1FBF-B371-36AE-4B55D749951D}"/>
              </a:ext>
            </a:extLst>
          </p:cNvPr>
          <p:cNvGrpSpPr/>
          <p:nvPr/>
        </p:nvGrpSpPr>
        <p:grpSpPr>
          <a:xfrm>
            <a:off x="4209745" y="5116177"/>
            <a:ext cx="5444640" cy="1284120"/>
            <a:chOff x="4209745" y="5116177"/>
            <a:chExt cx="5444640" cy="128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27BCA6E4-2DCF-4990-D6B4-B611DE8EA7AA}"/>
                    </a:ext>
                  </a:extLst>
                </p14:cNvPr>
                <p14:cNvContentPartPr/>
                <p14:nvPr/>
              </p14:nvContentPartPr>
              <p14:xfrm>
                <a:off x="4605025" y="5116177"/>
                <a:ext cx="514440" cy="75960"/>
              </p14:xfrm>
            </p:contentPart>
          </mc:Choice>
          <mc:Fallback xmlns=""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27BCA6E4-2DCF-4990-D6B4-B611DE8EA7AA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598905" y="5110057"/>
                  <a:ext cx="5266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03CCAD57-5349-D914-66FF-721B423CA176}"/>
                    </a:ext>
                  </a:extLst>
                </p14:cNvPr>
                <p14:cNvContentPartPr/>
                <p14:nvPr/>
              </p14:nvContentPartPr>
              <p14:xfrm>
                <a:off x="4703305" y="5147857"/>
                <a:ext cx="265320" cy="280080"/>
              </p14:xfrm>
            </p:contentPart>
          </mc:Choice>
          <mc:Fallback xmlns=""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03CCAD57-5349-D914-66FF-721B423CA17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697185" y="5141737"/>
                  <a:ext cx="2775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CC21A658-1AAD-3B9D-B02B-56482901B2B6}"/>
                    </a:ext>
                  </a:extLst>
                </p14:cNvPr>
                <p14:cNvContentPartPr/>
                <p14:nvPr/>
              </p14:nvContentPartPr>
              <p14:xfrm>
                <a:off x="5190745" y="5232817"/>
                <a:ext cx="201960" cy="50760"/>
              </p14:xfrm>
            </p:contentPart>
          </mc:Choice>
          <mc:Fallback xmlns=""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CC21A658-1AAD-3B9D-B02B-56482901B2B6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184625" y="5226697"/>
                  <a:ext cx="2142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C946A683-F933-D4C9-DE0F-239A025450E1}"/>
                    </a:ext>
                  </a:extLst>
                </p14:cNvPr>
                <p14:cNvContentPartPr/>
                <p14:nvPr/>
              </p14:nvContentPartPr>
              <p14:xfrm>
                <a:off x="5188225" y="5313457"/>
                <a:ext cx="291600" cy="18720"/>
              </p14:xfrm>
            </p:contentPart>
          </mc:Choice>
          <mc:Fallback xmlns=""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C946A683-F933-D4C9-DE0F-239A025450E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182105" y="5307337"/>
                  <a:ext cx="303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C782344B-69D0-0037-F816-5904CA0C1FBC}"/>
                    </a:ext>
                  </a:extLst>
                </p14:cNvPr>
                <p14:cNvContentPartPr/>
                <p14:nvPr/>
              </p14:nvContentPartPr>
              <p14:xfrm>
                <a:off x="5792665" y="5184937"/>
                <a:ext cx="248040" cy="252720"/>
              </p14:xfrm>
            </p:contentPart>
          </mc:Choice>
          <mc:Fallback xmlns=""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C782344B-69D0-0037-F816-5904CA0C1FB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786545" y="5178817"/>
                  <a:ext cx="2602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AFE2D51D-FE1D-049B-3558-665721B34273}"/>
                    </a:ext>
                  </a:extLst>
                </p14:cNvPr>
                <p14:cNvContentPartPr/>
                <p14:nvPr/>
              </p14:nvContentPartPr>
              <p14:xfrm>
                <a:off x="6062665" y="5285377"/>
                <a:ext cx="203760" cy="161640"/>
              </p14:xfrm>
            </p:contentPart>
          </mc:Choice>
          <mc:Fallback xmlns=""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AFE2D51D-FE1D-049B-3558-665721B34273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056545" y="5279257"/>
                  <a:ext cx="216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1220CA13-C0D5-8F8D-B93F-97839A2720E2}"/>
                    </a:ext>
                  </a:extLst>
                </p14:cNvPr>
                <p14:cNvContentPartPr/>
                <p14:nvPr/>
              </p14:nvContentPartPr>
              <p14:xfrm>
                <a:off x="6288025" y="5246497"/>
                <a:ext cx="248040" cy="178560"/>
              </p14:xfrm>
            </p:contentPart>
          </mc:Choice>
          <mc:Fallback xmlns=""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1220CA13-C0D5-8F8D-B93F-97839A2720E2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281905" y="5240377"/>
                  <a:ext cx="2602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E5C08CCB-F5E8-C930-234C-8794E48ED07E}"/>
                    </a:ext>
                  </a:extLst>
                </p14:cNvPr>
                <p14:cNvContentPartPr/>
                <p14:nvPr/>
              </p14:nvContentPartPr>
              <p14:xfrm>
                <a:off x="6763585" y="5280697"/>
                <a:ext cx="268200" cy="97560"/>
              </p14:xfrm>
            </p:contentPart>
          </mc:Choice>
          <mc:Fallback xmlns=""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E5C08CCB-F5E8-C930-234C-8794E48ED07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757465" y="5274577"/>
                  <a:ext cx="2804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95745E68-5EF4-2AF3-0057-ACA967E60D99}"/>
                    </a:ext>
                  </a:extLst>
                </p14:cNvPr>
                <p14:cNvContentPartPr/>
                <p14:nvPr/>
              </p14:nvContentPartPr>
              <p14:xfrm>
                <a:off x="6794545" y="5340817"/>
                <a:ext cx="215640" cy="68760"/>
              </p14:xfrm>
            </p:contentPart>
          </mc:Choice>
          <mc:Fallback xmlns=""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95745E68-5EF4-2AF3-0057-ACA967E60D99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788425" y="5334697"/>
                  <a:ext cx="2278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782FAF03-D02F-BB3A-9224-71D21F9FD8B5}"/>
                    </a:ext>
                  </a:extLst>
                </p14:cNvPr>
                <p14:cNvContentPartPr/>
                <p14:nvPr/>
              </p14:nvContentPartPr>
              <p14:xfrm>
                <a:off x="7216825" y="5219857"/>
                <a:ext cx="182880" cy="237600"/>
              </p14:xfrm>
            </p:contentPart>
          </mc:Choice>
          <mc:Fallback xmlns=""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782FAF03-D02F-BB3A-9224-71D21F9FD8B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210705" y="5213737"/>
                  <a:ext cx="1951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714D3D47-B8E1-7778-0E87-1D5A1518868B}"/>
                    </a:ext>
                  </a:extLst>
                </p14:cNvPr>
                <p14:cNvContentPartPr/>
                <p14:nvPr/>
              </p14:nvContentPartPr>
              <p14:xfrm>
                <a:off x="7052665" y="5463217"/>
                <a:ext cx="692280" cy="33840"/>
              </p14:xfrm>
            </p:contentPart>
          </mc:Choice>
          <mc:Fallback xmlns=""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714D3D47-B8E1-7778-0E87-1D5A1518868B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046545" y="5457097"/>
                  <a:ext cx="7045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D4CFBF76-C40C-9600-BEEB-71417BACD92A}"/>
                    </a:ext>
                  </a:extLst>
                </p14:cNvPr>
                <p14:cNvContentPartPr/>
                <p14:nvPr/>
              </p14:nvContentPartPr>
              <p14:xfrm>
                <a:off x="7160665" y="5592097"/>
                <a:ext cx="129960" cy="150120"/>
              </p14:xfrm>
            </p:contentPart>
          </mc:Choice>
          <mc:Fallback xmlns=""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D4CFBF76-C40C-9600-BEEB-71417BACD92A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154545" y="5585977"/>
                  <a:ext cx="1422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B29B254F-06DB-CBD4-9E69-A9B9FC93AEB0}"/>
                    </a:ext>
                  </a:extLst>
                </p14:cNvPr>
                <p14:cNvContentPartPr/>
                <p14:nvPr/>
              </p14:nvContentPartPr>
              <p14:xfrm>
                <a:off x="7320865" y="5620177"/>
                <a:ext cx="186120" cy="112680"/>
              </p14:xfrm>
            </p:contentPart>
          </mc:Choice>
          <mc:Fallback xmlns=""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B29B254F-06DB-CBD4-9E69-A9B9FC93AEB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314745" y="5614057"/>
                  <a:ext cx="1983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048A66B9-2FF7-B0FB-BAD3-7CDB78FD7B5D}"/>
                    </a:ext>
                  </a:extLst>
                </p14:cNvPr>
                <p14:cNvContentPartPr/>
                <p14:nvPr/>
              </p14:nvContentPartPr>
              <p14:xfrm>
                <a:off x="7590865" y="5601457"/>
                <a:ext cx="176400" cy="131400"/>
              </p14:xfrm>
            </p:contentPart>
          </mc:Choice>
          <mc:Fallback xmlns=""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048A66B9-2FF7-B0FB-BAD3-7CDB78FD7B5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584745" y="5595337"/>
                  <a:ext cx="1886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0D3511CB-31BA-E665-D203-682824B320F4}"/>
                    </a:ext>
                  </a:extLst>
                </p14:cNvPr>
                <p14:cNvContentPartPr/>
                <p14:nvPr/>
              </p14:nvContentPartPr>
              <p14:xfrm>
                <a:off x="7355425" y="5601817"/>
                <a:ext cx="141480" cy="18720"/>
              </p14:xfrm>
            </p:contentPart>
          </mc:Choice>
          <mc:Fallback xmlns=""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0D3511CB-31BA-E665-D203-682824B320F4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349305" y="5595697"/>
                  <a:ext cx="1537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01E27DF7-2E01-2EDC-F11E-DAE5E38D76C2}"/>
                    </a:ext>
                  </a:extLst>
                </p14:cNvPr>
                <p14:cNvContentPartPr/>
                <p14:nvPr/>
              </p14:nvContentPartPr>
              <p14:xfrm>
                <a:off x="7970305" y="5356657"/>
                <a:ext cx="291960" cy="110520"/>
              </p14:xfrm>
            </p:contentPart>
          </mc:Choice>
          <mc:Fallback xmlns=""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01E27DF7-2E01-2EDC-F11E-DAE5E38D76C2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7964185" y="5350537"/>
                  <a:ext cx="3042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BBE172D8-4ED3-9919-2B73-3E319996E2A4}"/>
                    </a:ext>
                  </a:extLst>
                </p14:cNvPr>
                <p14:cNvContentPartPr/>
                <p14:nvPr/>
              </p14:nvContentPartPr>
              <p14:xfrm>
                <a:off x="8046265" y="5397337"/>
                <a:ext cx="270000" cy="133920"/>
              </p14:xfrm>
            </p:contentPart>
          </mc:Choice>
          <mc:Fallback xmlns=""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BBE172D8-4ED3-9919-2B73-3E319996E2A4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040145" y="5391217"/>
                  <a:ext cx="2822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1EB10303-0E06-FBEE-6467-1ED1836A1C6F}"/>
                    </a:ext>
                  </a:extLst>
                </p14:cNvPr>
                <p14:cNvContentPartPr/>
                <p14:nvPr/>
              </p14:nvContentPartPr>
              <p14:xfrm>
                <a:off x="8185585" y="5303737"/>
                <a:ext cx="582480" cy="267120"/>
              </p14:xfrm>
            </p:contentPart>
          </mc:Choice>
          <mc:Fallback xmlns=""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1EB10303-0E06-FBEE-6467-1ED1836A1C6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179465" y="5297617"/>
                  <a:ext cx="5947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8FBFFE24-A4EF-53B9-C472-6FEAEB9E2464}"/>
                    </a:ext>
                  </a:extLst>
                </p14:cNvPr>
                <p14:cNvContentPartPr/>
                <p14:nvPr/>
              </p14:nvContentPartPr>
              <p14:xfrm>
                <a:off x="9136705" y="5409217"/>
                <a:ext cx="363960" cy="55440"/>
              </p14:xfrm>
            </p:contentPart>
          </mc:Choice>
          <mc:Fallback xmlns=""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8FBFFE24-A4EF-53B9-C472-6FEAEB9E2464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130585" y="5403097"/>
                  <a:ext cx="3762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3690340E-32AC-F4E0-258D-1BFA66588721}"/>
                    </a:ext>
                  </a:extLst>
                </p14:cNvPr>
                <p14:cNvContentPartPr/>
                <p14:nvPr/>
              </p14:nvContentPartPr>
              <p14:xfrm>
                <a:off x="9096025" y="5524777"/>
                <a:ext cx="361440" cy="8640"/>
              </p14:xfrm>
            </p:contentPart>
          </mc:Choice>
          <mc:Fallback xmlns=""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3690340E-32AC-F4E0-258D-1BFA6658872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089905" y="5518657"/>
                  <a:ext cx="3736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5F34628C-E4D1-0B76-0E54-2F4BC66275FD}"/>
                    </a:ext>
                  </a:extLst>
                </p14:cNvPr>
                <p14:cNvContentPartPr/>
                <p14:nvPr/>
              </p14:nvContentPartPr>
              <p14:xfrm>
                <a:off x="4209745" y="5870377"/>
                <a:ext cx="559440" cy="286920"/>
              </p14:xfrm>
            </p:contentPart>
          </mc:Choice>
          <mc:Fallback xmlns=""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5F34628C-E4D1-0B76-0E54-2F4BC66275FD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203625" y="5864257"/>
                  <a:ext cx="5716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E626C555-A510-1D0E-7EEF-92D8357F0E92}"/>
                    </a:ext>
                  </a:extLst>
                </p14:cNvPr>
                <p14:cNvContentPartPr/>
                <p14:nvPr/>
              </p14:nvContentPartPr>
              <p14:xfrm>
                <a:off x="4775305" y="5975137"/>
                <a:ext cx="176400" cy="28080"/>
              </p14:xfrm>
            </p:contentPart>
          </mc:Choice>
          <mc:Fallback xmlns=""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E626C555-A510-1D0E-7EEF-92D8357F0E92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4769185" y="5969017"/>
                  <a:ext cx="188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2130631E-5E7F-DF2F-899F-0DF2187065DE}"/>
                    </a:ext>
                  </a:extLst>
                </p14:cNvPr>
                <p14:cNvContentPartPr/>
                <p14:nvPr/>
              </p14:nvContentPartPr>
              <p14:xfrm>
                <a:off x="4816345" y="6056497"/>
                <a:ext cx="222120" cy="17280"/>
              </p14:xfrm>
            </p:contentPart>
          </mc:Choice>
          <mc:Fallback xmlns=""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2130631E-5E7F-DF2F-899F-0DF2187065DE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4810225" y="6050377"/>
                  <a:ext cx="2343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88DC616F-230A-ECEE-1611-2C25ADBFCA21}"/>
                    </a:ext>
                  </a:extLst>
                </p14:cNvPr>
                <p14:cNvContentPartPr/>
                <p14:nvPr/>
              </p14:nvContentPartPr>
              <p14:xfrm>
                <a:off x="5501425" y="5950297"/>
                <a:ext cx="226440" cy="252720"/>
              </p14:xfrm>
            </p:contentPart>
          </mc:Choice>
          <mc:Fallback xmlns=""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88DC616F-230A-ECEE-1611-2C25ADBFCA21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495305" y="5944177"/>
                  <a:ext cx="2386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25F8976F-1ADC-A87F-40B4-EA26A01B42EA}"/>
                    </a:ext>
                  </a:extLst>
                </p14:cNvPr>
                <p14:cNvContentPartPr/>
                <p14:nvPr/>
              </p14:nvContentPartPr>
              <p14:xfrm>
                <a:off x="5802745" y="6006097"/>
                <a:ext cx="136440" cy="169560"/>
              </p14:xfrm>
            </p:contentPart>
          </mc:Choice>
          <mc:Fallback xmlns=""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25F8976F-1ADC-A87F-40B4-EA26A01B42EA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5796625" y="5999977"/>
                  <a:ext cx="1486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E1C8931A-C1FF-1C51-997E-D72DB5403B24}"/>
                    </a:ext>
                  </a:extLst>
                </p14:cNvPr>
                <p14:cNvContentPartPr/>
                <p14:nvPr/>
              </p14:nvContentPartPr>
              <p14:xfrm>
                <a:off x="6093985" y="6006457"/>
                <a:ext cx="92880" cy="182520"/>
              </p14:xfrm>
            </p:contentPart>
          </mc:Choice>
          <mc:Fallback xmlns=""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E1C8931A-C1FF-1C51-997E-D72DB5403B24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087865" y="6000337"/>
                  <a:ext cx="1051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1016E754-E99E-4C11-CE72-51A54D1A12EA}"/>
                    </a:ext>
                  </a:extLst>
                </p14:cNvPr>
                <p14:cNvContentPartPr/>
                <p14:nvPr/>
              </p14:nvContentPartPr>
              <p14:xfrm>
                <a:off x="6398545" y="6107977"/>
                <a:ext cx="331200" cy="20520"/>
              </p14:xfrm>
            </p:contentPart>
          </mc:Choice>
          <mc:Fallback xmlns=""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1016E754-E99E-4C11-CE72-51A54D1A12EA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392425" y="6101857"/>
                  <a:ext cx="3434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5D566628-68C6-633D-73BC-388C4EA3AE68}"/>
                    </a:ext>
                  </a:extLst>
                </p14:cNvPr>
                <p14:cNvContentPartPr/>
                <p14:nvPr/>
              </p14:nvContentPartPr>
              <p14:xfrm>
                <a:off x="6459745" y="5989177"/>
                <a:ext cx="141480" cy="247320"/>
              </p14:xfrm>
            </p:contentPart>
          </mc:Choice>
          <mc:Fallback xmlns=""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5D566628-68C6-633D-73BC-388C4EA3AE68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453625" y="5983057"/>
                  <a:ext cx="1537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6C9BD508-B4F8-8DBA-AB66-55B5F5BE1C88}"/>
                    </a:ext>
                  </a:extLst>
                </p14:cNvPr>
                <p14:cNvContentPartPr/>
                <p14:nvPr/>
              </p14:nvContentPartPr>
              <p14:xfrm>
                <a:off x="7074265" y="5959657"/>
                <a:ext cx="253800" cy="220680"/>
              </p14:xfrm>
            </p:contentPart>
          </mc:Choice>
          <mc:Fallback xmlns=""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6C9BD508-B4F8-8DBA-AB66-55B5F5BE1C88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7068145" y="5953537"/>
                  <a:ext cx="2660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E42E9E3F-F524-E035-9F9B-C650A38554C2}"/>
                    </a:ext>
                  </a:extLst>
                </p14:cNvPr>
                <p14:cNvContentPartPr/>
                <p14:nvPr/>
              </p14:nvContentPartPr>
              <p14:xfrm>
                <a:off x="7430665" y="5996017"/>
                <a:ext cx="172440" cy="142200"/>
              </p14:xfrm>
            </p:contentPart>
          </mc:Choice>
          <mc:Fallback xmlns=""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E42E9E3F-F524-E035-9F9B-C650A38554C2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7424545" y="5989897"/>
                  <a:ext cx="1846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5BAD7724-3BA0-8688-40CD-C518030085C6}"/>
                    </a:ext>
                  </a:extLst>
                </p14:cNvPr>
                <p14:cNvContentPartPr/>
                <p14:nvPr/>
              </p14:nvContentPartPr>
              <p14:xfrm>
                <a:off x="7733425" y="6055417"/>
                <a:ext cx="237240" cy="34200"/>
              </p14:xfrm>
            </p:contentPart>
          </mc:Choice>
          <mc:Fallback xmlns=""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5BAD7724-3BA0-8688-40CD-C518030085C6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727305" y="6049297"/>
                  <a:ext cx="2494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87E42D78-6FD0-3A61-A9D7-80B7F1DDBD81}"/>
                    </a:ext>
                  </a:extLst>
                </p14:cNvPr>
                <p14:cNvContentPartPr/>
                <p14:nvPr/>
              </p14:nvContentPartPr>
              <p14:xfrm>
                <a:off x="7776985" y="6125977"/>
                <a:ext cx="182880" cy="21240"/>
              </p14:xfrm>
            </p:contentPart>
          </mc:Choice>
          <mc:Fallback xmlns=""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87E42D78-6FD0-3A61-A9D7-80B7F1DDBD8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770865" y="6119857"/>
                  <a:ext cx="1951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31384E14-A194-6DD7-8CDE-2C7DB8635508}"/>
                    </a:ext>
                  </a:extLst>
                </p14:cNvPr>
                <p14:cNvContentPartPr/>
                <p14:nvPr/>
              </p14:nvContentPartPr>
              <p14:xfrm>
                <a:off x="8389705" y="5957137"/>
                <a:ext cx="237240" cy="312840"/>
              </p14:xfrm>
            </p:contentPart>
          </mc:Choice>
          <mc:Fallback xmlns=""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31384E14-A194-6DD7-8CDE-2C7DB863550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383585" y="5951017"/>
                  <a:ext cx="2494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5BBF065A-E35C-A4E2-A3C0-38B841889949}"/>
                    </a:ext>
                  </a:extLst>
                </p14:cNvPr>
                <p14:cNvContentPartPr/>
                <p14:nvPr/>
              </p14:nvContentPartPr>
              <p14:xfrm>
                <a:off x="8680225" y="6060817"/>
                <a:ext cx="225000" cy="178200"/>
              </p14:xfrm>
            </p:contentPart>
          </mc:Choice>
          <mc:Fallback xmlns=""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5BBF065A-E35C-A4E2-A3C0-38B841889949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674105" y="6054697"/>
                  <a:ext cx="2372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CD2AAA8D-3ACD-AA3E-6DC2-0C0D34A0814E}"/>
                    </a:ext>
                  </a:extLst>
                </p14:cNvPr>
                <p14:cNvContentPartPr/>
                <p14:nvPr/>
              </p14:nvContentPartPr>
              <p14:xfrm>
                <a:off x="8885785" y="6057577"/>
                <a:ext cx="373320" cy="223920"/>
              </p14:xfrm>
            </p:contentPart>
          </mc:Choice>
          <mc:Fallback xmlns=""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CD2AAA8D-3ACD-AA3E-6DC2-0C0D34A0814E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8879665" y="6051457"/>
                  <a:ext cx="3855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F82E6E70-C547-9C6A-652B-7B8C8A4608BF}"/>
                    </a:ext>
                  </a:extLst>
                </p14:cNvPr>
                <p14:cNvContentPartPr/>
                <p14:nvPr/>
              </p14:nvContentPartPr>
              <p14:xfrm>
                <a:off x="8196385" y="5812777"/>
                <a:ext cx="1458000" cy="587520"/>
              </p14:xfrm>
            </p:contentPart>
          </mc:Choice>
          <mc:Fallback xmlns=""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F82E6E70-C547-9C6A-652B-7B8C8A4608BF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8190265" y="5806657"/>
                  <a:ext cx="1470240" cy="599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93138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1A1D1-2C2A-E8C3-3375-DBFA4AE8F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2FB34C-A3F5-07F4-5515-82B6B6B96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9C0CB9D7-AD1F-D21B-B7D3-B1D18B6A4ED7}"/>
              </a:ext>
            </a:extLst>
          </p:cNvPr>
          <p:cNvGrpSpPr/>
          <p:nvPr/>
        </p:nvGrpSpPr>
        <p:grpSpPr>
          <a:xfrm>
            <a:off x="1313185" y="3014137"/>
            <a:ext cx="663120" cy="181440"/>
            <a:chOff x="1313185" y="3014137"/>
            <a:chExt cx="663120" cy="18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23AB6A08-196D-6936-0512-80E3DC00919B}"/>
                    </a:ext>
                  </a:extLst>
                </p14:cNvPr>
                <p14:cNvContentPartPr/>
                <p14:nvPr/>
              </p14:nvContentPartPr>
              <p14:xfrm>
                <a:off x="1313185" y="3014137"/>
                <a:ext cx="252720" cy="18144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23AB6A08-196D-6936-0512-80E3DC00919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07065" y="3008017"/>
                  <a:ext cx="2649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6313CA94-F6D8-A85F-CBF6-BFF1D1CA95E0}"/>
                    </a:ext>
                  </a:extLst>
                </p14:cNvPr>
                <p14:cNvContentPartPr/>
                <p14:nvPr/>
              </p14:nvContentPartPr>
              <p14:xfrm>
                <a:off x="1550065" y="3072817"/>
                <a:ext cx="233280" cy="11880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6313CA94-F6D8-A85F-CBF6-BFF1D1CA95E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43945" y="3066697"/>
                  <a:ext cx="2455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1DDCDA03-63FF-36BA-CA45-A446A1B93B3D}"/>
                    </a:ext>
                  </a:extLst>
                </p14:cNvPr>
                <p14:cNvContentPartPr/>
                <p14:nvPr/>
              </p14:nvContentPartPr>
              <p14:xfrm>
                <a:off x="1793425" y="3081457"/>
                <a:ext cx="117720" cy="10332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1DDCDA03-63FF-36BA-CA45-A446A1B93B3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87305" y="3075337"/>
                  <a:ext cx="1299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0072EFB8-0B34-52A2-8C2A-DBD602153386}"/>
                    </a:ext>
                  </a:extLst>
                </p14:cNvPr>
                <p14:cNvContentPartPr/>
                <p14:nvPr/>
              </p14:nvContentPartPr>
              <p14:xfrm>
                <a:off x="1728265" y="3049777"/>
                <a:ext cx="248040" cy="9432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0072EFB8-0B34-52A2-8C2A-DBD60215338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22145" y="3043657"/>
                  <a:ext cx="26028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E82883C2-93A9-288A-F7C1-BC01B0183050}"/>
              </a:ext>
            </a:extLst>
          </p:cNvPr>
          <p:cNvGrpSpPr/>
          <p:nvPr/>
        </p:nvGrpSpPr>
        <p:grpSpPr>
          <a:xfrm>
            <a:off x="930505" y="2243737"/>
            <a:ext cx="1457280" cy="514080"/>
            <a:chOff x="930505" y="2243737"/>
            <a:chExt cx="1457280" cy="51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6E931A4E-D85B-0872-566A-D3FB5660089F}"/>
                    </a:ext>
                  </a:extLst>
                </p14:cNvPr>
                <p14:cNvContentPartPr/>
                <p14:nvPr/>
              </p14:nvContentPartPr>
              <p14:xfrm>
                <a:off x="1101865" y="2353537"/>
                <a:ext cx="313920" cy="324000"/>
              </p14:xfrm>
            </p:contentPart>
          </mc:Choice>
          <mc:Fallback xmlns=""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6E931A4E-D85B-0872-566A-D3FB5660089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95745" y="2347417"/>
                  <a:ext cx="32616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37CF2A68-CD08-FE06-562F-62F496A75D03}"/>
                    </a:ext>
                  </a:extLst>
                </p14:cNvPr>
                <p14:cNvContentPartPr/>
                <p14:nvPr/>
              </p14:nvContentPartPr>
              <p14:xfrm>
                <a:off x="1447465" y="2391337"/>
                <a:ext cx="225360" cy="216000"/>
              </p14:xfrm>
            </p:contentPart>
          </mc:Choice>
          <mc:Fallback xmlns=""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37CF2A68-CD08-FE06-562F-62F496A75D0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41345" y="2385217"/>
                  <a:ext cx="2376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D8489984-0D74-9637-BB92-8C5AF6053F4F}"/>
                    </a:ext>
                  </a:extLst>
                </p14:cNvPr>
                <p14:cNvContentPartPr/>
                <p14:nvPr/>
              </p14:nvContentPartPr>
              <p14:xfrm>
                <a:off x="1685065" y="2411137"/>
                <a:ext cx="340200" cy="23364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D8489984-0D74-9637-BB92-8C5AF6053F4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78945" y="2405017"/>
                  <a:ext cx="3524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92ABDA94-CF15-B24A-01F4-1F207B3609E0}"/>
                    </a:ext>
                  </a:extLst>
                </p14:cNvPr>
                <p14:cNvContentPartPr/>
                <p14:nvPr/>
              </p14:nvContentPartPr>
              <p14:xfrm>
                <a:off x="930505" y="2243737"/>
                <a:ext cx="1457280" cy="51408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92ABDA94-CF15-B24A-01F4-1F207B3609E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24385" y="2237617"/>
                  <a:ext cx="1469520" cy="52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5" name="Tinta 144">
                <a:extLst>
                  <a:ext uri="{FF2B5EF4-FFF2-40B4-BE49-F238E27FC236}">
                    <a16:creationId xmlns:a16="http://schemas.microsoft.com/office/drawing/2014/main" id="{88B6C77A-293C-10F3-4CAF-A7E905D39774}"/>
                  </a:ext>
                </a:extLst>
              </p14:cNvPr>
              <p14:cNvContentPartPr/>
              <p14:nvPr/>
            </p14:nvContentPartPr>
            <p14:xfrm>
              <a:off x="3625465" y="6515497"/>
              <a:ext cx="223200" cy="78480"/>
            </p14:xfrm>
          </p:contentPart>
        </mc:Choice>
        <mc:Fallback xmlns="">
          <p:pic>
            <p:nvPicPr>
              <p:cNvPr id="145" name="Tinta 144">
                <a:extLst>
                  <a:ext uri="{FF2B5EF4-FFF2-40B4-BE49-F238E27FC236}">
                    <a16:creationId xmlns:a16="http://schemas.microsoft.com/office/drawing/2014/main" id="{88B6C77A-293C-10F3-4CAF-A7E905D3977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19345" y="6509377"/>
                <a:ext cx="23544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8" name="Tinta 117">
                <a:extLst>
                  <a:ext uri="{FF2B5EF4-FFF2-40B4-BE49-F238E27FC236}">
                    <a16:creationId xmlns:a16="http://schemas.microsoft.com/office/drawing/2014/main" id="{4B01A43B-A29A-57E7-7A0F-09945FF7F5C3}"/>
                  </a:ext>
                </a:extLst>
              </p14:cNvPr>
              <p14:cNvContentPartPr/>
              <p14:nvPr/>
            </p14:nvContentPartPr>
            <p14:xfrm>
              <a:off x="3441865" y="5920417"/>
              <a:ext cx="53640" cy="262800"/>
            </p14:xfrm>
          </p:contentPart>
        </mc:Choice>
        <mc:Fallback xmlns="">
          <p:pic>
            <p:nvPicPr>
              <p:cNvPr id="118" name="Tinta 117">
                <a:extLst>
                  <a:ext uri="{FF2B5EF4-FFF2-40B4-BE49-F238E27FC236}">
                    <a16:creationId xmlns:a16="http://schemas.microsoft.com/office/drawing/2014/main" id="{4B01A43B-A29A-57E7-7A0F-09945FF7F5C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435745" y="5914297"/>
                <a:ext cx="6588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9" name="Tinta 118">
                <a:extLst>
                  <a:ext uri="{FF2B5EF4-FFF2-40B4-BE49-F238E27FC236}">
                    <a16:creationId xmlns:a16="http://schemas.microsoft.com/office/drawing/2014/main" id="{F85307AC-278D-CB15-F6C5-CC3F7EE9775C}"/>
                  </a:ext>
                </a:extLst>
              </p14:cNvPr>
              <p14:cNvContentPartPr/>
              <p14:nvPr/>
            </p14:nvContentPartPr>
            <p14:xfrm>
              <a:off x="3517825" y="6016177"/>
              <a:ext cx="180360" cy="140760"/>
            </p14:xfrm>
          </p:contentPart>
        </mc:Choice>
        <mc:Fallback xmlns="">
          <p:pic>
            <p:nvPicPr>
              <p:cNvPr id="119" name="Tinta 118">
                <a:extLst>
                  <a:ext uri="{FF2B5EF4-FFF2-40B4-BE49-F238E27FC236}">
                    <a16:creationId xmlns:a16="http://schemas.microsoft.com/office/drawing/2014/main" id="{F85307AC-278D-CB15-F6C5-CC3F7EE9775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11705" y="6010057"/>
                <a:ext cx="19260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0" name="Tinta 119">
                <a:extLst>
                  <a:ext uri="{FF2B5EF4-FFF2-40B4-BE49-F238E27FC236}">
                    <a16:creationId xmlns:a16="http://schemas.microsoft.com/office/drawing/2014/main" id="{277945D2-0047-3AE4-E115-5360212F73DE}"/>
                  </a:ext>
                </a:extLst>
              </p14:cNvPr>
              <p14:cNvContentPartPr/>
              <p14:nvPr/>
            </p14:nvContentPartPr>
            <p14:xfrm>
              <a:off x="3755425" y="5977657"/>
              <a:ext cx="194760" cy="159840"/>
            </p14:xfrm>
          </p:contentPart>
        </mc:Choice>
        <mc:Fallback xmlns="">
          <p:pic>
            <p:nvPicPr>
              <p:cNvPr id="120" name="Tinta 119">
                <a:extLst>
                  <a:ext uri="{FF2B5EF4-FFF2-40B4-BE49-F238E27FC236}">
                    <a16:creationId xmlns:a16="http://schemas.microsoft.com/office/drawing/2014/main" id="{277945D2-0047-3AE4-E115-5360212F73D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49305" y="5971537"/>
                <a:ext cx="20700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1" name="Tinta 120">
                <a:extLst>
                  <a:ext uri="{FF2B5EF4-FFF2-40B4-BE49-F238E27FC236}">
                    <a16:creationId xmlns:a16="http://schemas.microsoft.com/office/drawing/2014/main" id="{E0800365-14D6-780C-DC44-EC800DE06049}"/>
                  </a:ext>
                </a:extLst>
              </p14:cNvPr>
              <p14:cNvContentPartPr/>
              <p14:nvPr/>
            </p14:nvContentPartPr>
            <p14:xfrm>
              <a:off x="3971065" y="6007537"/>
              <a:ext cx="182880" cy="127800"/>
            </p14:xfrm>
          </p:contentPart>
        </mc:Choice>
        <mc:Fallback xmlns="">
          <p:pic>
            <p:nvPicPr>
              <p:cNvPr id="121" name="Tinta 120">
                <a:extLst>
                  <a:ext uri="{FF2B5EF4-FFF2-40B4-BE49-F238E27FC236}">
                    <a16:creationId xmlns:a16="http://schemas.microsoft.com/office/drawing/2014/main" id="{E0800365-14D6-780C-DC44-EC800DE0604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964945" y="6001417"/>
                <a:ext cx="1951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22" name="Tinta 121">
                <a:extLst>
                  <a:ext uri="{FF2B5EF4-FFF2-40B4-BE49-F238E27FC236}">
                    <a16:creationId xmlns:a16="http://schemas.microsoft.com/office/drawing/2014/main" id="{0ECDBB3C-58C9-BB02-E522-0B285E8C768C}"/>
                  </a:ext>
                </a:extLst>
              </p14:cNvPr>
              <p14:cNvContentPartPr/>
              <p14:nvPr/>
            </p14:nvContentPartPr>
            <p14:xfrm>
              <a:off x="4034065" y="6073417"/>
              <a:ext cx="130680" cy="75960"/>
            </p14:xfrm>
          </p:contentPart>
        </mc:Choice>
        <mc:Fallback xmlns="">
          <p:pic>
            <p:nvPicPr>
              <p:cNvPr id="122" name="Tinta 121">
                <a:extLst>
                  <a:ext uri="{FF2B5EF4-FFF2-40B4-BE49-F238E27FC236}">
                    <a16:creationId xmlns:a16="http://schemas.microsoft.com/office/drawing/2014/main" id="{0ECDBB3C-58C9-BB02-E522-0B285E8C768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027945" y="6067297"/>
                <a:ext cx="14292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3" name="Tinta 122">
                <a:extLst>
                  <a:ext uri="{FF2B5EF4-FFF2-40B4-BE49-F238E27FC236}">
                    <a16:creationId xmlns:a16="http://schemas.microsoft.com/office/drawing/2014/main" id="{51ECA517-BAD0-7C32-BB5E-515D25DAABD1}"/>
                  </a:ext>
                </a:extLst>
              </p14:cNvPr>
              <p14:cNvContentPartPr/>
              <p14:nvPr/>
            </p14:nvContentPartPr>
            <p14:xfrm>
              <a:off x="4346545" y="5966137"/>
              <a:ext cx="44640" cy="205920"/>
            </p14:xfrm>
          </p:contentPart>
        </mc:Choice>
        <mc:Fallback xmlns="">
          <p:pic>
            <p:nvPicPr>
              <p:cNvPr id="123" name="Tinta 122">
                <a:extLst>
                  <a:ext uri="{FF2B5EF4-FFF2-40B4-BE49-F238E27FC236}">
                    <a16:creationId xmlns:a16="http://schemas.microsoft.com/office/drawing/2014/main" id="{51ECA517-BAD0-7C32-BB5E-515D25DAABD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340425" y="5960017"/>
                <a:ext cx="5688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4" name="Tinta 123">
                <a:extLst>
                  <a:ext uri="{FF2B5EF4-FFF2-40B4-BE49-F238E27FC236}">
                    <a16:creationId xmlns:a16="http://schemas.microsoft.com/office/drawing/2014/main" id="{14CA1BE0-4F34-1256-22DF-F4D1AB21F292}"/>
                  </a:ext>
                </a:extLst>
              </p14:cNvPr>
              <p14:cNvContentPartPr/>
              <p14:nvPr/>
            </p14:nvContentPartPr>
            <p14:xfrm>
              <a:off x="4379665" y="5979457"/>
              <a:ext cx="98280" cy="128880"/>
            </p14:xfrm>
          </p:contentPart>
        </mc:Choice>
        <mc:Fallback xmlns="">
          <p:pic>
            <p:nvPicPr>
              <p:cNvPr id="124" name="Tinta 123">
                <a:extLst>
                  <a:ext uri="{FF2B5EF4-FFF2-40B4-BE49-F238E27FC236}">
                    <a16:creationId xmlns:a16="http://schemas.microsoft.com/office/drawing/2014/main" id="{14CA1BE0-4F34-1256-22DF-F4D1AB21F29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373545" y="5973337"/>
                <a:ext cx="11052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5" name="Tinta 124">
                <a:extLst>
                  <a:ext uri="{FF2B5EF4-FFF2-40B4-BE49-F238E27FC236}">
                    <a16:creationId xmlns:a16="http://schemas.microsoft.com/office/drawing/2014/main" id="{71A604D8-A9C3-EAEF-0F19-FAE79AF9E130}"/>
                  </a:ext>
                </a:extLst>
              </p14:cNvPr>
              <p14:cNvContentPartPr/>
              <p14:nvPr/>
            </p14:nvContentPartPr>
            <p14:xfrm>
              <a:off x="4542745" y="5936617"/>
              <a:ext cx="172080" cy="163080"/>
            </p14:xfrm>
          </p:contentPart>
        </mc:Choice>
        <mc:Fallback xmlns="">
          <p:pic>
            <p:nvPicPr>
              <p:cNvPr id="125" name="Tinta 124">
                <a:extLst>
                  <a:ext uri="{FF2B5EF4-FFF2-40B4-BE49-F238E27FC236}">
                    <a16:creationId xmlns:a16="http://schemas.microsoft.com/office/drawing/2014/main" id="{71A604D8-A9C3-EAEF-0F19-FAE79AF9E13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536625" y="5930497"/>
                <a:ext cx="18432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26" name="Tinta 125">
                <a:extLst>
                  <a:ext uri="{FF2B5EF4-FFF2-40B4-BE49-F238E27FC236}">
                    <a16:creationId xmlns:a16="http://schemas.microsoft.com/office/drawing/2014/main" id="{B9E703A1-D9A2-7766-1D48-56C535FFBF31}"/>
                  </a:ext>
                </a:extLst>
              </p14:cNvPr>
              <p14:cNvContentPartPr/>
              <p14:nvPr/>
            </p14:nvContentPartPr>
            <p14:xfrm>
              <a:off x="4371745" y="6122017"/>
              <a:ext cx="408600" cy="24120"/>
            </p14:xfrm>
          </p:contentPart>
        </mc:Choice>
        <mc:Fallback xmlns="">
          <p:pic>
            <p:nvPicPr>
              <p:cNvPr id="126" name="Tinta 125">
                <a:extLst>
                  <a:ext uri="{FF2B5EF4-FFF2-40B4-BE49-F238E27FC236}">
                    <a16:creationId xmlns:a16="http://schemas.microsoft.com/office/drawing/2014/main" id="{B9E703A1-D9A2-7766-1D48-56C535FFBF3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365625" y="6115897"/>
                <a:ext cx="42084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27" name="Tinta 126">
                <a:extLst>
                  <a:ext uri="{FF2B5EF4-FFF2-40B4-BE49-F238E27FC236}">
                    <a16:creationId xmlns:a16="http://schemas.microsoft.com/office/drawing/2014/main" id="{87D0045B-ABEF-83D9-2B2D-07B0D9A97BCB}"/>
                  </a:ext>
                </a:extLst>
              </p14:cNvPr>
              <p14:cNvContentPartPr/>
              <p14:nvPr/>
            </p14:nvContentPartPr>
            <p14:xfrm>
              <a:off x="4489465" y="6236137"/>
              <a:ext cx="42840" cy="148320"/>
            </p14:xfrm>
          </p:contentPart>
        </mc:Choice>
        <mc:Fallback xmlns="">
          <p:pic>
            <p:nvPicPr>
              <p:cNvPr id="127" name="Tinta 126">
                <a:extLst>
                  <a:ext uri="{FF2B5EF4-FFF2-40B4-BE49-F238E27FC236}">
                    <a16:creationId xmlns:a16="http://schemas.microsoft.com/office/drawing/2014/main" id="{87D0045B-ABEF-83D9-2B2D-07B0D9A97BC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483345" y="6230017"/>
                <a:ext cx="5508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28" name="Tinta 127">
                <a:extLst>
                  <a:ext uri="{FF2B5EF4-FFF2-40B4-BE49-F238E27FC236}">
                    <a16:creationId xmlns:a16="http://schemas.microsoft.com/office/drawing/2014/main" id="{8735F385-3E9C-E86E-F939-2F6556A05B19}"/>
                  </a:ext>
                </a:extLst>
              </p14:cNvPr>
              <p14:cNvContentPartPr/>
              <p14:nvPr/>
            </p14:nvContentPartPr>
            <p14:xfrm>
              <a:off x="4545265" y="6231817"/>
              <a:ext cx="244800" cy="121320"/>
            </p14:xfrm>
          </p:contentPart>
        </mc:Choice>
        <mc:Fallback xmlns="">
          <p:pic>
            <p:nvPicPr>
              <p:cNvPr id="128" name="Tinta 127">
                <a:extLst>
                  <a:ext uri="{FF2B5EF4-FFF2-40B4-BE49-F238E27FC236}">
                    <a16:creationId xmlns:a16="http://schemas.microsoft.com/office/drawing/2014/main" id="{8735F385-3E9C-E86E-F939-2F6556A05B1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539145" y="6225697"/>
                <a:ext cx="2570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9" name="Tinta 128">
                <a:extLst>
                  <a:ext uri="{FF2B5EF4-FFF2-40B4-BE49-F238E27FC236}">
                    <a16:creationId xmlns:a16="http://schemas.microsoft.com/office/drawing/2014/main" id="{37993353-B01E-ACE3-0C4C-159C4BDC551E}"/>
                  </a:ext>
                </a:extLst>
              </p14:cNvPr>
              <p14:cNvContentPartPr/>
              <p14:nvPr/>
            </p14:nvContentPartPr>
            <p14:xfrm>
              <a:off x="5005705" y="5945617"/>
              <a:ext cx="270000" cy="14040"/>
            </p14:xfrm>
          </p:contentPart>
        </mc:Choice>
        <mc:Fallback xmlns="">
          <p:pic>
            <p:nvPicPr>
              <p:cNvPr id="129" name="Tinta 128">
                <a:extLst>
                  <a:ext uri="{FF2B5EF4-FFF2-40B4-BE49-F238E27FC236}">
                    <a16:creationId xmlns:a16="http://schemas.microsoft.com/office/drawing/2014/main" id="{37993353-B01E-ACE3-0C4C-159C4BDC551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999585" y="5939497"/>
                <a:ext cx="28224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30" name="Tinta 129">
                <a:extLst>
                  <a:ext uri="{FF2B5EF4-FFF2-40B4-BE49-F238E27FC236}">
                    <a16:creationId xmlns:a16="http://schemas.microsoft.com/office/drawing/2014/main" id="{F1803A44-FAA6-2315-AD8D-B1D0EEBB26FD}"/>
                  </a:ext>
                </a:extLst>
              </p14:cNvPr>
              <p14:cNvContentPartPr/>
              <p14:nvPr/>
            </p14:nvContentPartPr>
            <p14:xfrm>
              <a:off x="4886185" y="6135697"/>
              <a:ext cx="476280" cy="16200"/>
            </p14:xfrm>
          </p:contentPart>
        </mc:Choice>
        <mc:Fallback xmlns="">
          <p:pic>
            <p:nvPicPr>
              <p:cNvPr id="130" name="Tinta 129">
                <a:extLst>
                  <a:ext uri="{FF2B5EF4-FFF2-40B4-BE49-F238E27FC236}">
                    <a16:creationId xmlns:a16="http://schemas.microsoft.com/office/drawing/2014/main" id="{F1803A44-FAA6-2315-AD8D-B1D0EEBB26F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880065" y="6129577"/>
                <a:ext cx="4885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31" name="Tinta 130">
                <a:extLst>
                  <a:ext uri="{FF2B5EF4-FFF2-40B4-BE49-F238E27FC236}">
                    <a16:creationId xmlns:a16="http://schemas.microsoft.com/office/drawing/2014/main" id="{C6611726-2A2E-B96E-369E-F92DBC90B4B2}"/>
                  </a:ext>
                </a:extLst>
              </p14:cNvPr>
              <p14:cNvContentPartPr/>
              <p14:nvPr/>
            </p14:nvContentPartPr>
            <p14:xfrm>
              <a:off x="5435905" y="5977297"/>
              <a:ext cx="130680" cy="196560"/>
            </p14:xfrm>
          </p:contentPart>
        </mc:Choice>
        <mc:Fallback xmlns="">
          <p:pic>
            <p:nvPicPr>
              <p:cNvPr id="131" name="Tinta 130">
                <a:extLst>
                  <a:ext uri="{FF2B5EF4-FFF2-40B4-BE49-F238E27FC236}">
                    <a16:creationId xmlns:a16="http://schemas.microsoft.com/office/drawing/2014/main" id="{C6611726-2A2E-B96E-369E-F92DBC90B4B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429785" y="5971177"/>
                <a:ext cx="14292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2" name="Tinta 131">
                <a:extLst>
                  <a:ext uri="{FF2B5EF4-FFF2-40B4-BE49-F238E27FC236}">
                    <a16:creationId xmlns:a16="http://schemas.microsoft.com/office/drawing/2014/main" id="{B523CC1A-C2DE-D939-10FC-9DCF4EE459A8}"/>
                  </a:ext>
                </a:extLst>
              </p14:cNvPr>
              <p14:cNvContentPartPr/>
              <p14:nvPr/>
            </p14:nvContentPartPr>
            <p14:xfrm>
              <a:off x="5608705" y="6014017"/>
              <a:ext cx="130680" cy="108360"/>
            </p14:xfrm>
          </p:contentPart>
        </mc:Choice>
        <mc:Fallback xmlns="">
          <p:pic>
            <p:nvPicPr>
              <p:cNvPr id="132" name="Tinta 131">
                <a:extLst>
                  <a:ext uri="{FF2B5EF4-FFF2-40B4-BE49-F238E27FC236}">
                    <a16:creationId xmlns:a16="http://schemas.microsoft.com/office/drawing/2014/main" id="{B523CC1A-C2DE-D939-10FC-9DCF4EE459A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602585" y="6007897"/>
                <a:ext cx="14292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33" name="Tinta 132">
                <a:extLst>
                  <a:ext uri="{FF2B5EF4-FFF2-40B4-BE49-F238E27FC236}">
                    <a16:creationId xmlns:a16="http://schemas.microsoft.com/office/drawing/2014/main" id="{565FDECC-00EE-C8E8-A415-D09FB4CDCDEE}"/>
                  </a:ext>
                </a:extLst>
              </p14:cNvPr>
              <p14:cNvContentPartPr/>
              <p14:nvPr/>
            </p14:nvContentPartPr>
            <p14:xfrm>
              <a:off x="5802385" y="5993137"/>
              <a:ext cx="156240" cy="120960"/>
            </p14:xfrm>
          </p:contentPart>
        </mc:Choice>
        <mc:Fallback xmlns="">
          <p:pic>
            <p:nvPicPr>
              <p:cNvPr id="133" name="Tinta 132">
                <a:extLst>
                  <a:ext uri="{FF2B5EF4-FFF2-40B4-BE49-F238E27FC236}">
                    <a16:creationId xmlns:a16="http://schemas.microsoft.com/office/drawing/2014/main" id="{565FDECC-00EE-C8E8-A415-D09FB4CDCDE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796265" y="5987017"/>
                <a:ext cx="16848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11" name="Tinta 110">
                <a:extLst>
                  <a:ext uri="{FF2B5EF4-FFF2-40B4-BE49-F238E27FC236}">
                    <a16:creationId xmlns:a16="http://schemas.microsoft.com/office/drawing/2014/main" id="{AF9D70C4-F7A5-262A-DCA9-3855FFCA50E8}"/>
                  </a:ext>
                </a:extLst>
              </p14:cNvPr>
              <p14:cNvContentPartPr/>
              <p14:nvPr/>
            </p14:nvContentPartPr>
            <p14:xfrm>
              <a:off x="2430625" y="5818177"/>
              <a:ext cx="430200" cy="432000"/>
            </p14:xfrm>
          </p:contentPart>
        </mc:Choice>
        <mc:Fallback xmlns="">
          <p:pic>
            <p:nvPicPr>
              <p:cNvPr id="111" name="Tinta 110">
                <a:extLst>
                  <a:ext uri="{FF2B5EF4-FFF2-40B4-BE49-F238E27FC236}">
                    <a16:creationId xmlns:a16="http://schemas.microsoft.com/office/drawing/2014/main" id="{AF9D70C4-F7A5-262A-DCA9-3855FFCA50E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424505" y="5812057"/>
                <a:ext cx="44244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2" name="Tinta 111">
                <a:extLst>
                  <a:ext uri="{FF2B5EF4-FFF2-40B4-BE49-F238E27FC236}">
                    <a16:creationId xmlns:a16="http://schemas.microsoft.com/office/drawing/2014/main" id="{3C339658-4CCB-B900-894D-EB55AAF99328}"/>
                  </a:ext>
                </a:extLst>
              </p14:cNvPr>
              <p14:cNvContentPartPr/>
              <p14:nvPr/>
            </p14:nvContentPartPr>
            <p14:xfrm>
              <a:off x="2863345" y="5991697"/>
              <a:ext cx="212400" cy="27720"/>
            </p14:xfrm>
          </p:contentPart>
        </mc:Choice>
        <mc:Fallback xmlns="">
          <p:pic>
            <p:nvPicPr>
              <p:cNvPr id="112" name="Tinta 111">
                <a:extLst>
                  <a:ext uri="{FF2B5EF4-FFF2-40B4-BE49-F238E27FC236}">
                    <a16:creationId xmlns:a16="http://schemas.microsoft.com/office/drawing/2014/main" id="{3C339658-4CCB-B900-894D-EB55AAF9932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857225" y="5985577"/>
                <a:ext cx="2246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13" name="Tinta 112">
                <a:extLst>
                  <a:ext uri="{FF2B5EF4-FFF2-40B4-BE49-F238E27FC236}">
                    <a16:creationId xmlns:a16="http://schemas.microsoft.com/office/drawing/2014/main" id="{6F3AFED3-CD0E-E86F-4FE4-60DCCF7370DE}"/>
                  </a:ext>
                </a:extLst>
              </p14:cNvPr>
              <p14:cNvContentPartPr/>
              <p14:nvPr/>
            </p14:nvContentPartPr>
            <p14:xfrm>
              <a:off x="2840665" y="6087817"/>
              <a:ext cx="246240" cy="22680"/>
            </p14:xfrm>
          </p:contentPart>
        </mc:Choice>
        <mc:Fallback xmlns="">
          <p:pic>
            <p:nvPicPr>
              <p:cNvPr id="113" name="Tinta 112">
                <a:extLst>
                  <a:ext uri="{FF2B5EF4-FFF2-40B4-BE49-F238E27FC236}">
                    <a16:creationId xmlns:a16="http://schemas.microsoft.com/office/drawing/2014/main" id="{6F3AFED3-CD0E-E86F-4FE4-60DCCF7370D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834545" y="6081697"/>
                <a:ext cx="2584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35" name="Tinta 134">
                <a:extLst>
                  <a:ext uri="{FF2B5EF4-FFF2-40B4-BE49-F238E27FC236}">
                    <a16:creationId xmlns:a16="http://schemas.microsoft.com/office/drawing/2014/main" id="{363BE63D-9C6B-FCC1-69B6-A21CF1A8128B}"/>
                  </a:ext>
                </a:extLst>
              </p14:cNvPr>
              <p14:cNvContentPartPr/>
              <p14:nvPr/>
            </p14:nvContentPartPr>
            <p14:xfrm>
              <a:off x="2385265" y="5714857"/>
              <a:ext cx="626040" cy="549720"/>
            </p14:xfrm>
          </p:contentPart>
        </mc:Choice>
        <mc:Fallback xmlns="">
          <p:pic>
            <p:nvPicPr>
              <p:cNvPr id="135" name="Tinta 134">
                <a:extLst>
                  <a:ext uri="{FF2B5EF4-FFF2-40B4-BE49-F238E27FC236}">
                    <a16:creationId xmlns:a16="http://schemas.microsoft.com/office/drawing/2014/main" id="{363BE63D-9C6B-FCC1-69B6-A21CF1A8128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379145" y="5708737"/>
                <a:ext cx="638280" cy="56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37" name="Tinta 136">
                <a:extLst>
                  <a:ext uri="{FF2B5EF4-FFF2-40B4-BE49-F238E27FC236}">
                    <a16:creationId xmlns:a16="http://schemas.microsoft.com/office/drawing/2014/main" id="{07F8D10C-0B2C-93B4-0E4E-937991BB36CC}"/>
                  </a:ext>
                </a:extLst>
              </p14:cNvPr>
              <p14:cNvContentPartPr/>
              <p14:nvPr/>
            </p14:nvContentPartPr>
            <p14:xfrm>
              <a:off x="2095105" y="6298417"/>
              <a:ext cx="668160" cy="218520"/>
            </p14:xfrm>
          </p:contentPart>
        </mc:Choice>
        <mc:Fallback xmlns="">
          <p:pic>
            <p:nvPicPr>
              <p:cNvPr id="137" name="Tinta 136">
                <a:extLst>
                  <a:ext uri="{FF2B5EF4-FFF2-40B4-BE49-F238E27FC236}">
                    <a16:creationId xmlns:a16="http://schemas.microsoft.com/office/drawing/2014/main" id="{07F8D10C-0B2C-93B4-0E4E-937991BB36C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088985" y="6292297"/>
                <a:ext cx="68040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38" name="Tinta 137">
                <a:extLst>
                  <a:ext uri="{FF2B5EF4-FFF2-40B4-BE49-F238E27FC236}">
                    <a16:creationId xmlns:a16="http://schemas.microsoft.com/office/drawing/2014/main" id="{C3BFFBC7-D16B-B060-E12A-7A1C9DDD50AD}"/>
                  </a:ext>
                </a:extLst>
              </p14:cNvPr>
              <p14:cNvContentPartPr/>
              <p14:nvPr/>
            </p14:nvContentPartPr>
            <p14:xfrm>
              <a:off x="2751745" y="6424417"/>
              <a:ext cx="226440" cy="34200"/>
            </p14:xfrm>
          </p:contentPart>
        </mc:Choice>
        <mc:Fallback xmlns="">
          <p:pic>
            <p:nvPicPr>
              <p:cNvPr id="138" name="Tinta 137">
                <a:extLst>
                  <a:ext uri="{FF2B5EF4-FFF2-40B4-BE49-F238E27FC236}">
                    <a16:creationId xmlns:a16="http://schemas.microsoft.com/office/drawing/2014/main" id="{C3BFFBC7-D16B-B060-E12A-7A1C9DDD50A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745625" y="6418297"/>
                <a:ext cx="2386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39" name="Tinta 138">
                <a:extLst>
                  <a:ext uri="{FF2B5EF4-FFF2-40B4-BE49-F238E27FC236}">
                    <a16:creationId xmlns:a16="http://schemas.microsoft.com/office/drawing/2014/main" id="{40D94A12-290B-B239-C5AC-AA45617CC46F}"/>
                  </a:ext>
                </a:extLst>
              </p14:cNvPr>
              <p14:cNvContentPartPr/>
              <p14:nvPr/>
            </p14:nvContentPartPr>
            <p14:xfrm>
              <a:off x="2740945" y="6529537"/>
              <a:ext cx="237240" cy="28080"/>
            </p14:xfrm>
          </p:contentPart>
        </mc:Choice>
        <mc:Fallback xmlns="">
          <p:pic>
            <p:nvPicPr>
              <p:cNvPr id="139" name="Tinta 138">
                <a:extLst>
                  <a:ext uri="{FF2B5EF4-FFF2-40B4-BE49-F238E27FC236}">
                    <a16:creationId xmlns:a16="http://schemas.microsoft.com/office/drawing/2014/main" id="{40D94A12-290B-B239-C5AC-AA45617CC46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734825" y="6523417"/>
                <a:ext cx="2494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41" name="Tinta 140">
                <a:extLst>
                  <a:ext uri="{FF2B5EF4-FFF2-40B4-BE49-F238E27FC236}">
                    <a16:creationId xmlns:a16="http://schemas.microsoft.com/office/drawing/2014/main" id="{212754DD-2C8B-5317-6111-19FF6207F5DC}"/>
                  </a:ext>
                </a:extLst>
              </p14:cNvPr>
              <p14:cNvContentPartPr/>
              <p14:nvPr/>
            </p14:nvContentPartPr>
            <p14:xfrm>
              <a:off x="3267625" y="6391297"/>
              <a:ext cx="347400" cy="236880"/>
            </p14:xfrm>
          </p:contentPart>
        </mc:Choice>
        <mc:Fallback xmlns="">
          <p:pic>
            <p:nvPicPr>
              <p:cNvPr id="141" name="Tinta 140">
                <a:extLst>
                  <a:ext uri="{FF2B5EF4-FFF2-40B4-BE49-F238E27FC236}">
                    <a16:creationId xmlns:a16="http://schemas.microsoft.com/office/drawing/2014/main" id="{212754DD-2C8B-5317-6111-19FF6207F5D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261505" y="6385177"/>
                <a:ext cx="35964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42" name="Tinta 141">
                <a:extLst>
                  <a:ext uri="{FF2B5EF4-FFF2-40B4-BE49-F238E27FC236}">
                    <a16:creationId xmlns:a16="http://schemas.microsoft.com/office/drawing/2014/main" id="{35E6A97D-1DD8-055C-F132-F04F66A42F70}"/>
                  </a:ext>
                </a:extLst>
              </p14:cNvPr>
              <p14:cNvContentPartPr/>
              <p14:nvPr/>
            </p14:nvContentPartPr>
            <p14:xfrm>
              <a:off x="3679825" y="6554017"/>
              <a:ext cx="291600" cy="35280"/>
            </p14:xfrm>
          </p:contentPart>
        </mc:Choice>
        <mc:Fallback xmlns="">
          <p:pic>
            <p:nvPicPr>
              <p:cNvPr id="142" name="Tinta 141">
                <a:extLst>
                  <a:ext uri="{FF2B5EF4-FFF2-40B4-BE49-F238E27FC236}">
                    <a16:creationId xmlns:a16="http://schemas.microsoft.com/office/drawing/2014/main" id="{35E6A97D-1DD8-055C-F132-F04F66A42F7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673705" y="6547897"/>
                <a:ext cx="3038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43" name="Tinta 142">
                <a:extLst>
                  <a:ext uri="{FF2B5EF4-FFF2-40B4-BE49-F238E27FC236}">
                    <a16:creationId xmlns:a16="http://schemas.microsoft.com/office/drawing/2014/main" id="{AB7DE233-CDEB-73B6-6F26-CDC630DC00F3}"/>
                  </a:ext>
                </a:extLst>
              </p14:cNvPr>
              <p14:cNvContentPartPr/>
              <p14:nvPr/>
            </p14:nvContentPartPr>
            <p14:xfrm>
              <a:off x="3690625" y="6497497"/>
              <a:ext cx="96120" cy="190080"/>
            </p14:xfrm>
          </p:contentPart>
        </mc:Choice>
        <mc:Fallback xmlns="">
          <p:pic>
            <p:nvPicPr>
              <p:cNvPr id="143" name="Tinta 142">
                <a:extLst>
                  <a:ext uri="{FF2B5EF4-FFF2-40B4-BE49-F238E27FC236}">
                    <a16:creationId xmlns:a16="http://schemas.microsoft.com/office/drawing/2014/main" id="{AB7DE233-CDEB-73B6-6F26-CDC630DC00F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684505" y="6491377"/>
                <a:ext cx="10836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52" name="Tinta 151">
                <a:extLst>
                  <a:ext uri="{FF2B5EF4-FFF2-40B4-BE49-F238E27FC236}">
                    <a16:creationId xmlns:a16="http://schemas.microsoft.com/office/drawing/2014/main" id="{7867F2C9-C142-A883-0C61-68F282247107}"/>
                  </a:ext>
                </a:extLst>
              </p14:cNvPr>
              <p14:cNvContentPartPr/>
              <p14:nvPr/>
            </p14:nvContentPartPr>
            <p14:xfrm>
              <a:off x="2546905" y="6675337"/>
              <a:ext cx="270360" cy="160200"/>
            </p14:xfrm>
          </p:contentPart>
        </mc:Choice>
        <mc:Fallback xmlns="">
          <p:pic>
            <p:nvPicPr>
              <p:cNvPr id="152" name="Tinta 151">
                <a:extLst>
                  <a:ext uri="{FF2B5EF4-FFF2-40B4-BE49-F238E27FC236}">
                    <a16:creationId xmlns:a16="http://schemas.microsoft.com/office/drawing/2014/main" id="{7867F2C9-C142-A883-0C61-68F28224710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540785" y="6669217"/>
                <a:ext cx="282600" cy="17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Agrupar 155">
            <a:extLst>
              <a:ext uri="{FF2B5EF4-FFF2-40B4-BE49-F238E27FC236}">
                <a16:creationId xmlns:a16="http://schemas.microsoft.com/office/drawing/2014/main" id="{41C1B460-C02A-5CC3-48A7-37715C7C46C5}"/>
              </a:ext>
            </a:extLst>
          </p:cNvPr>
          <p:cNvGrpSpPr/>
          <p:nvPr/>
        </p:nvGrpSpPr>
        <p:grpSpPr>
          <a:xfrm>
            <a:off x="4034065" y="6449617"/>
            <a:ext cx="1067760" cy="312120"/>
            <a:chOff x="4034065" y="6449617"/>
            <a:chExt cx="1067760" cy="31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E1E7B441-8FC5-F557-23FD-2CE07DDBBE87}"/>
                    </a:ext>
                  </a:extLst>
                </p14:cNvPr>
                <p14:cNvContentPartPr/>
                <p14:nvPr/>
              </p14:nvContentPartPr>
              <p14:xfrm>
                <a:off x="4077625" y="6511537"/>
                <a:ext cx="33120" cy="11520"/>
              </p14:xfrm>
            </p:contentPart>
          </mc:Choice>
          <mc:Fallback xmlns=""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E1E7B441-8FC5-F557-23FD-2CE07DDBBE8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71505" y="6505417"/>
                  <a:ext cx="453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9A156707-33E1-BF63-E06A-3C1E2FB17B2A}"/>
                    </a:ext>
                  </a:extLst>
                </p14:cNvPr>
                <p14:cNvContentPartPr/>
                <p14:nvPr/>
              </p14:nvContentPartPr>
              <p14:xfrm>
                <a:off x="4034065" y="6449617"/>
                <a:ext cx="389520" cy="162720"/>
              </p14:xfrm>
            </p:contentPart>
          </mc:Choice>
          <mc:Fallback xmlns=""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9A156707-33E1-BF63-E06A-3C1E2FB17B2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27945" y="6443497"/>
                  <a:ext cx="4017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F8156A16-2FF8-485A-244E-A82B5642992E}"/>
                    </a:ext>
                  </a:extLst>
                </p14:cNvPr>
                <p14:cNvContentPartPr/>
                <p14:nvPr/>
              </p14:nvContentPartPr>
              <p14:xfrm>
                <a:off x="4488385" y="6610897"/>
                <a:ext cx="128520" cy="150840"/>
              </p14:xfrm>
            </p:contentPart>
          </mc:Choice>
          <mc:Fallback xmlns=""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F8156A16-2FF8-485A-244E-A82B5642992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82265" y="6604777"/>
                  <a:ext cx="1407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FE886AFA-9BF1-CBFB-48C0-42B55EE93EFF}"/>
                    </a:ext>
                  </a:extLst>
                </p14:cNvPr>
                <p14:cNvContentPartPr/>
                <p14:nvPr/>
              </p14:nvContentPartPr>
              <p14:xfrm>
                <a:off x="4853065" y="6536377"/>
                <a:ext cx="174600" cy="52920"/>
              </p14:xfrm>
            </p:contentPart>
          </mc:Choice>
          <mc:Fallback xmlns=""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FE886AFA-9BF1-CBFB-48C0-42B55EE93EF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46945" y="6530257"/>
                  <a:ext cx="1868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C0D93313-970B-1BDE-6421-75ED28A88157}"/>
                    </a:ext>
                  </a:extLst>
                </p14:cNvPr>
                <p14:cNvContentPartPr/>
                <p14:nvPr/>
              </p14:nvContentPartPr>
              <p14:xfrm>
                <a:off x="4768825" y="6639337"/>
                <a:ext cx="333000" cy="41040"/>
              </p14:xfrm>
            </p:contentPart>
          </mc:Choice>
          <mc:Fallback xmlns=""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C0D93313-970B-1BDE-6421-75ED28A8815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762705" y="6633217"/>
                  <a:ext cx="34524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276E7F5C-6F5E-D2EF-16B0-BCFDEA5B1D32}"/>
              </a:ext>
            </a:extLst>
          </p:cNvPr>
          <p:cNvGrpSpPr/>
          <p:nvPr/>
        </p:nvGrpSpPr>
        <p:grpSpPr>
          <a:xfrm>
            <a:off x="5435905" y="6483817"/>
            <a:ext cx="925200" cy="286920"/>
            <a:chOff x="5435905" y="6483817"/>
            <a:chExt cx="925200" cy="28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23DE89F5-E8A4-3E64-F1EA-22F9FE15A530}"/>
                    </a:ext>
                  </a:extLst>
                </p14:cNvPr>
                <p14:cNvContentPartPr/>
                <p14:nvPr/>
              </p14:nvContentPartPr>
              <p14:xfrm>
                <a:off x="5457865" y="6650497"/>
                <a:ext cx="33120" cy="10080"/>
              </p14:xfrm>
            </p:contentPart>
          </mc:Choice>
          <mc:Fallback xmlns=""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23DE89F5-E8A4-3E64-F1EA-22F9FE15A53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451745" y="6644377"/>
                  <a:ext cx="453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50F49BD0-4D5B-27D2-4CAA-AB6B5A3EAE9A}"/>
                    </a:ext>
                  </a:extLst>
                </p14:cNvPr>
                <p14:cNvContentPartPr/>
                <p14:nvPr/>
              </p14:nvContentPartPr>
              <p14:xfrm>
                <a:off x="5435905" y="6483817"/>
                <a:ext cx="141840" cy="234720"/>
              </p14:xfrm>
            </p:contentPart>
          </mc:Choice>
          <mc:Fallback xmlns=""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50F49BD0-4D5B-27D2-4CAA-AB6B5A3EAE9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429785" y="6477697"/>
                  <a:ext cx="1540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B2597EC7-02D2-24E0-A980-3BC65E994A44}"/>
                    </a:ext>
                  </a:extLst>
                </p14:cNvPr>
                <p14:cNvContentPartPr/>
                <p14:nvPr/>
              </p14:nvContentPartPr>
              <p14:xfrm>
                <a:off x="5598985" y="6493177"/>
                <a:ext cx="183960" cy="216360"/>
              </p14:xfrm>
            </p:contentPart>
          </mc:Choice>
          <mc:Fallback xmlns=""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B2597EC7-02D2-24E0-A980-3BC65E994A4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592865" y="6487057"/>
                  <a:ext cx="1962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16B7F10D-CABB-E579-24AF-F666B51156A7}"/>
                    </a:ext>
                  </a:extLst>
                </p14:cNvPr>
                <p14:cNvContentPartPr/>
                <p14:nvPr/>
              </p14:nvContentPartPr>
              <p14:xfrm>
                <a:off x="5791225" y="6487777"/>
                <a:ext cx="163440" cy="169920"/>
              </p14:xfrm>
            </p:contentPart>
          </mc:Choice>
          <mc:Fallback xmlns=""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16B7F10D-CABB-E579-24AF-F666B51156A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785105" y="6481657"/>
                  <a:ext cx="1756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929E5FB1-363C-8395-5A12-E4C7609FB54D}"/>
                    </a:ext>
                  </a:extLst>
                </p14:cNvPr>
                <p14:cNvContentPartPr/>
                <p14:nvPr/>
              </p14:nvContentPartPr>
              <p14:xfrm>
                <a:off x="6061945" y="6591097"/>
                <a:ext cx="299160" cy="41400"/>
              </p14:xfrm>
            </p:contentPart>
          </mc:Choice>
          <mc:Fallback xmlns=""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929E5FB1-363C-8395-5A12-E4C7609FB54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55825" y="6584977"/>
                  <a:ext cx="3114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754E1067-73EB-05B0-44AB-5EC800C4FF90}"/>
                    </a:ext>
                  </a:extLst>
                </p14:cNvPr>
                <p14:cNvContentPartPr/>
                <p14:nvPr/>
              </p14:nvContentPartPr>
              <p14:xfrm>
                <a:off x="6105505" y="6527377"/>
                <a:ext cx="128520" cy="243360"/>
              </p14:xfrm>
            </p:contentPart>
          </mc:Choice>
          <mc:Fallback xmlns=""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754E1067-73EB-05B0-44AB-5EC800C4FF9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099385" y="6521257"/>
                  <a:ext cx="14076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Agrupar 164">
            <a:extLst>
              <a:ext uri="{FF2B5EF4-FFF2-40B4-BE49-F238E27FC236}">
                <a16:creationId xmlns:a16="http://schemas.microsoft.com/office/drawing/2014/main" id="{C3F8C702-8EA0-8FB3-0536-27799B4E441A}"/>
              </a:ext>
            </a:extLst>
          </p:cNvPr>
          <p:cNvGrpSpPr/>
          <p:nvPr/>
        </p:nvGrpSpPr>
        <p:grpSpPr>
          <a:xfrm>
            <a:off x="6590065" y="6538537"/>
            <a:ext cx="571680" cy="228600"/>
            <a:chOff x="6590065" y="6538537"/>
            <a:chExt cx="571680" cy="22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69F4D420-76A9-FA17-2D18-713CAB73DE86}"/>
                    </a:ext>
                  </a:extLst>
                </p14:cNvPr>
                <p14:cNvContentPartPr/>
                <p14:nvPr/>
              </p14:nvContentPartPr>
              <p14:xfrm>
                <a:off x="6590065" y="6566617"/>
                <a:ext cx="98280" cy="200520"/>
              </p14:xfrm>
            </p:contentPart>
          </mc:Choice>
          <mc:Fallback xmlns=""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69F4D420-76A9-FA17-2D18-713CAB73DE8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83945" y="6560497"/>
                  <a:ext cx="1105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73FF36D8-8231-6033-EE89-3D0585866D30}"/>
                    </a:ext>
                  </a:extLst>
                </p14:cNvPr>
                <p14:cNvContentPartPr/>
                <p14:nvPr/>
              </p14:nvContentPartPr>
              <p14:xfrm>
                <a:off x="6704545" y="6538537"/>
                <a:ext cx="133920" cy="158760"/>
              </p14:xfrm>
            </p:contentPart>
          </mc:Choice>
          <mc:Fallback xmlns=""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73FF36D8-8231-6033-EE89-3D0585866D3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98425" y="6532417"/>
                  <a:ext cx="1461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4C28A2C6-7317-E476-1184-64BB0F8BC226}"/>
                    </a:ext>
                  </a:extLst>
                </p14:cNvPr>
                <p14:cNvContentPartPr/>
                <p14:nvPr/>
              </p14:nvContentPartPr>
              <p14:xfrm>
                <a:off x="6912265" y="6563737"/>
                <a:ext cx="249480" cy="203400"/>
              </p14:xfrm>
            </p:contentPart>
          </mc:Choice>
          <mc:Fallback xmlns=""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4C28A2C6-7317-E476-1184-64BB0F8BC22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06145" y="6557617"/>
                  <a:ext cx="261720" cy="21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73" name="Tinta 172">
                <a:extLst>
                  <a:ext uri="{FF2B5EF4-FFF2-40B4-BE49-F238E27FC236}">
                    <a16:creationId xmlns:a16="http://schemas.microsoft.com/office/drawing/2014/main" id="{4FCC6024-7C09-67A5-2B3C-AAC01C2D00E2}"/>
                  </a:ext>
                </a:extLst>
              </p14:cNvPr>
              <p14:cNvContentPartPr/>
              <p14:nvPr/>
            </p14:nvContentPartPr>
            <p14:xfrm>
              <a:off x="6482425" y="5796577"/>
              <a:ext cx="108000" cy="395640"/>
            </p14:xfrm>
          </p:contentPart>
        </mc:Choice>
        <mc:Fallback xmlns="">
          <p:pic>
            <p:nvPicPr>
              <p:cNvPr id="173" name="Tinta 172">
                <a:extLst>
                  <a:ext uri="{FF2B5EF4-FFF2-40B4-BE49-F238E27FC236}">
                    <a16:creationId xmlns:a16="http://schemas.microsoft.com/office/drawing/2014/main" id="{4FCC6024-7C09-67A5-2B3C-AAC01C2D00E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476305" y="5790457"/>
                <a:ext cx="120240" cy="40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Agrupar 193">
            <a:extLst>
              <a:ext uri="{FF2B5EF4-FFF2-40B4-BE49-F238E27FC236}">
                <a16:creationId xmlns:a16="http://schemas.microsoft.com/office/drawing/2014/main" id="{40F2021D-41F3-90C9-A4D2-BA877E3A005A}"/>
              </a:ext>
            </a:extLst>
          </p:cNvPr>
          <p:cNvGrpSpPr/>
          <p:nvPr/>
        </p:nvGrpSpPr>
        <p:grpSpPr>
          <a:xfrm>
            <a:off x="6891745" y="5776417"/>
            <a:ext cx="2705040" cy="595080"/>
            <a:chOff x="6891745" y="5776417"/>
            <a:chExt cx="2705040" cy="59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C8850D12-C484-552F-6817-E3B9AFA9BAC5}"/>
                    </a:ext>
                  </a:extLst>
                </p14:cNvPr>
                <p14:cNvContentPartPr/>
                <p14:nvPr/>
              </p14:nvContentPartPr>
              <p14:xfrm>
                <a:off x="6891745" y="5862457"/>
                <a:ext cx="248760" cy="322920"/>
              </p14:xfrm>
            </p:contentPart>
          </mc:Choice>
          <mc:Fallback xmlns=""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C8850D12-C484-552F-6817-E3B9AFA9BAC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885625" y="5856337"/>
                  <a:ext cx="2610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B8C49B3D-56D2-A1CC-0A31-2CA153AE4D47}"/>
                    </a:ext>
                  </a:extLst>
                </p14:cNvPr>
                <p14:cNvContentPartPr/>
                <p14:nvPr/>
              </p14:nvContentPartPr>
              <p14:xfrm>
                <a:off x="7122865" y="6043177"/>
                <a:ext cx="222120" cy="173880"/>
              </p14:xfrm>
            </p:contentPart>
          </mc:Choice>
          <mc:Fallback xmlns=""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B8C49B3D-56D2-A1CC-0A31-2CA153AE4D4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116745" y="6037057"/>
                  <a:ext cx="2343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17F6DCE3-BE0C-6E64-E74E-49ACDF568F9F}"/>
                    </a:ext>
                  </a:extLst>
                </p14:cNvPr>
                <p14:cNvContentPartPr/>
                <p14:nvPr/>
              </p14:nvContentPartPr>
              <p14:xfrm>
                <a:off x="7333465" y="6020857"/>
                <a:ext cx="215640" cy="39240"/>
              </p14:xfrm>
            </p:contentPart>
          </mc:Choice>
          <mc:Fallback xmlns=""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17F6DCE3-BE0C-6E64-E74E-49ACDF568F9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327345" y="6014737"/>
                  <a:ext cx="227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399B3A5D-25AC-CAFC-4BD5-D664E603F0D0}"/>
                    </a:ext>
                  </a:extLst>
                </p14:cNvPr>
                <p14:cNvContentPartPr/>
                <p14:nvPr/>
              </p14:nvContentPartPr>
              <p14:xfrm>
                <a:off x="7301065" y="6125977"/>
                <a:ext cx="280800" cy="7200"/>
              </p14:xfrm>
            </p:contentPart>
          </mc:Choice>
          <mc:Fallback xmlns=""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399B3A5D-25AC-CAFC-4BD5-D664E603F0D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294945" y="6119857"/>
                  <a:ext cx="2930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73F73D04-0144-A295-4D2D-57F93822AE5A}"/>
                    </a:ext>
                  </a:extLst>
                </p14:cNvPr>
                <p14:cNvContentPartPr/>
                <p14:nvPr/>
              </p14:nvContentPartPr>
              <p14:xfrm>
                <a:off x="7938625" y="5776417"/>
                <a:ext cx="225720" cy="278280"/>
              </p14:xfrm>
            </p:contentPart>
          </mc:Choice>
          <mc:Fallback xmlns=""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73F73D04-0144-A295-4D2D-57F93822AE5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932505" y="5770297"/>
                  <a:ext cx="2379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67CC627D-8B9E-9556-E2B3-8EA80A805CAC}"/>
                    </a:ext>
                  </a:extLst>
                </p14:cNvPr>
                <p14:cNvContentPartPr/>
                <p14:nvPr/>
              </p14:nvContentPartPr>
              <p14:xfrm>
                <a:off x="8120425" y="5885857"/>
                <a:ext cx="186840" cy="126000"/>
              </p14:xfrm>
            </p:contentPart>
          </mc:Choice>
          <mc:Fallback xmlns=""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67CC627D-8B9E-9556-E2B3-8EA80A805CA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114305" y="5879737"/>
                  <a:ext cx="1990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9FA63441-C7E4-4224-2F7A-5D6D3B09BE13}"/>
                    </a:ext>
                  </a:extLst>
                </p14:cNvPr>
                <p14:cNvContentPartPr/>
                <p14:nvPr/>
              </p14:nvContentPartPr>
              <p14:xfrm>
                <a:off x="8320225" y="5858137"/>
                <a:ext cx="201600" cy="191160"/>
              </p14:xfrm>
            </p:contentPart>
          </mc:Choice>
          <mc:Fallback xmlns=""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9FA63441-C7E4-4224-2F7A-5D6D3B09BE1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314105" y="5852017"/>
                  <a:ext cx="2138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2C6EB166-F18C-C0C7-040C-C8915BBE4DDF}"/>
                    </a:ext>
                  </a:extLst>
                </p14:cNvPr>
                <p14:cNvContentPartPr/>
                <p14:nvPr/>
              </p14:nvContentPartPr>
              <p14:xfrm>
                <a:off x="8626585" y="5924737"/>
                <a:ext cx="130680" cy="119520"/>
              </p14:xfrm>
            </p:contentPart>
          </mc:Choice>
          <mc:Fallback xmlns=""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2C6EB166-F18C-C0C7-040C-C8915BBE4DD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620465" y="5918617"/>
                  <a:ext cx="1429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A960E128-9E9B-55F4-CED7-D9D40CBC8B0E}"/>
                    </a:ext>
                  </a:extLst>
                </p14:cNvPr>
                <p14:cNvContentPartPr/>
                <p14:nvPr/>
              </p14:nvContentPartPr>
              <p14:xfrm>
                <a:off x="8552785" y="5952457"/>
                <a:ext cx="226440" cy="112320"/>
              </p14:xfrm>
            </p:contentPart>
          </mc:Choice>
          <mc:Fallback xmlns=""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A960E128-9E9B-55F4-CED7-D9D40CBC8B0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546665" y="5946337"/>
                  <a:ext cx="2386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84F38A9D-978D-A1EE-6F59-F91F3A5FABDD}"/>
                    </a:ext>
                  </a:extLst>
                </p14:cNvPr>
                <p14:cNvContentPartPr/>
                <p14:nvPr/>
              </p14:nvContentPartPr>
              <p14:xfrm>
                <a:off x="8843305" y="5870017"/>
                <a:ext cx="42120" cy="149760"/>
              </p14:xfrm>
            </p:contentPart>
          </mc:Choice>
          <mc:Fallback xmlns=""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84F38A9D-978D-A1EE-6F59-F91F3A5FABD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837185" y="5863897"/>
                  <a:ext cx="54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7E2E4815-76BA-A1C9-5BA2-C43F04D15112}"/>
                    </a:ext>
                  </a:extLst>
                </p14:cNvPr>
                <p14:cNvContentPartPr/>
                <p14:nvPr/>
              </p14:nvContentPartPr>
              <p14:xfrm>
                <a:off x="8874265" y="5926897"/>
                <a:ext cx="99000" cy="110160"/>
              </p14:xfrm>
            </p:contentPart>
          </mc:Choice>
          <mc:Fallback xmlns=""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7E2E4815-76BA-A1C9-5BA2-C43F04D1511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868145" y="5920777"/>
                  <a:ext cx="1112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77101149-9D48-BC77-0EEA-C16439CACE95}"/>
                    </a:ext>
                  </a:extLst>
                </p14:cNvPr>
                <p14:cNvContentPartPr/>
                <p14:nvPr/>
              </p14:nvContentPartPr>
              <p14:xfrm>
                <a:off x="9016465" y="5888017"/>
                <a:ext cx="203400" cy="171720"/>
              </p14:xfrm>
            </p:contentPart>
          </mc:Choice>
          <mc:Fallback xmlns=""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77101149-9D48-BC77-0EEA-C16439CACE9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010345" y="5881897"/>
                  <a:ext cx="2156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85D4F473-636C-C77A-3A74-85B65F85F1FA}"/>
                    </a:ext>
                  </a:extLst>
                </p14:cNvPr>
                <p14:cNvContentPartPr/>
                <p14:nvPr/>
              </p14:nvContentPartPr>
              <p14:xfrm>
                <a:off x="7833865" y="6096457"/>
                <a:ext cx="1365120" cy="63720"/>
              </p14:xfrm>
            </p:contentPart>
          </mc:Choice>
          <mc:Fallback xmlns=""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85D4F473-636C-C77A-3A74-85B65F85F1F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827745" y="6090337"/>
                  <a:ext cx="13773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2AE7FC0A-21BC-C042-96CB-CE064EADB398}"/>
                    </a:ext>
                  </a:extLst>
                </p14:cNvPr>
                <p14:cNvContentPartPr/>
                <p14:nvPr/>
              </p14:nvContentPartPr>
              <p14:xfrm>
                <a:off x="8530825" y="6250537"/>
                <a:ext cx="85320" cy="120960"/>
              </p14:xfrm>
            </p:contentPart>
          </mc:Choice>
          <mc:Fallback xmlns=""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2AE7FC0A-21BC-C042-96CB-CE064EADB39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24705" y="6244417"/>
                  <a:ext cx="975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7E62DA36-C433-82A3-85F6-579B1DBA20E7}"/>
                    </a:ext>
                  </a:extLst>
                </p14:cNvPr>
                <p14:cNvContentPartPr/>
                <p14:nvPr/>
              </p14:nvContentPartPr>
              <p14:xfrm>
                <a:off x="8648185" y="6218497"/>
                <a:ext cx="121680" cy="108360"/>
              </p14:xfrm>
            </p:contentPart>
          </mc:Choice>
          <mc:Fallback xmlns=""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7E62DA36-C433-82A3-85F6-579B1DBA20E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42065" y="6212377"/>
                  <a:ext cx="1339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62DB2E41-0584-DD74-BBA9-5B8ED530E117}"/>
                    </a:ext>
                  </a:extLst>
                </p14:cNvPr>
                <p14:cNvContentPartPr/>
                <p14:nvPr/>
              </p14:nvContentPartPr>
              <p14:xfrm>
                <a:off x="8822425" y="6213457"/>
                <a:ext cx="171720" cy="113760"/>
              </p14:xfrm>
            </p:contentPart>
          </mc:Choice>
          <mc:Fallback xmlns=""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62DB2E41-0584-DD74-BBA9-5B8ED530E11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816305" y="6207337"/>
                  <a:ext cx="1839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01FCDE79-1968-651C-2602-5FC0EEB48E67}"/>
                    </a:ext>
                  </a:extLst>
                </p14:cNvPr>
                <p14:cNvContentPartPr/>
                <p14:nvPr/>
              </p14:nvContentPartPr>
              <p14:xfrm>
                <a:off x="9296185" y="6038857"/>
                <a:ext cx="211680" cy="27720"/>
              </p14:xfrm>
            </p:contentPart>
          </mc:Choice>
          <mc:Fallback xmlns=""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01FCDE79-1968-651C-2602-5FC0EEB48E6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290065" y="6032737"/>
                  <a:ext cx="2239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266E82C4-43F6-3F87-FF17-20DC50D18744}"/>
                    </a:ext>
                  </a:extLst>
                </p14:cNvPr>
                <p14:cNvContentPartPr/>
                <p14:nvPr/>
              </p14:nvContentPartPr>
              <p14:xfrm>
                <a:off x="9285385" y="6141817"/>
                <a:ext cx="311400" cy="14040"/>
              </p14:xfrm>
            </p:contentPart>
          </mc:Choice>
          <mc:Fallback xmlns=""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266E82C4-43F6-3F87-FF17-20DC50D1874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279265" y="6135697"/>
                  <a:ext cx="323640" cy="2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99" name="Tinta 198">
                <a:extLst>
                  <a:ext uri="{FF2B5EF4-FFF2-40B4-BE49-F238E27FC236}">
                    <a16:creationId xmlns:a16="http://schemas.microsoft.com/office/drawing/2014/main" id="{7F1F331C-1AFC-A3D0-2BEF-344A051C5707}"/>
                  </a:ext>
                </a:extLst>
              </p14:cNvPr>
              <p14:cNvContentPartPr/>
              <p14:nvPr/>
            </p14:nvContentPartPr>
            <p14:xfrm>
              <a:off x="3378145" y="5114737"/>
              <a:ext cx="968760" cy="390960"/>
            </p14:xfrm>
          </p:contentPart>
        </mc:Choice>
        <mc:Fallback xmlns="">
          <p:pic>
            <p:nvPicPr>
              <p:cNvPr id="199" name="Tinta 198">
                <a:extLst>
                  <a:ext uri="{FF2B5EF4-FFF2-40B4-BE49-F238E27FC236}">
                    <a16:creationId xmlns:a16="http://schemas.microsoft.com/office/drawing/2014/main" id="{7F1F331C-1AFC-A3D0-2BEF-344A051C570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372025" y="5108617"/>
                <a:ext cx="981000" cy="40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Agrupar 201">
            <a:extLst>
              <a:ext uri="{FF2B5EF4-FFF2-40B4-BE49-F238E27FC236}">
                <a16:creationId xmlns:a16="http://schemas.microsoft.com/office/drawing/2014/main" id="{02666787-DA79-836C-2E9D-4BAA76A73122}"/>
              </a:ext>
            </a:extLst>
          </p:cNvPr>
          <p:cNvGrpSpPr/>
          <p:nvPr/>
        </p:nvGrpSpPr>
        <p:grpSpPr>
          <a:xfrm>
            <a:off x="9996025" y="5706937"/>
            <a:ext cx="1230840" cy="575280"/>
            <a:chOff x="9996025" y="5706937"/>
            <a:chExt cx="1230840" cy="57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836FC274-2842-74C5-30DB-4CCF6BAFA3FC}"/>
                    </a:ext>
                  </a:extLst>
                </p14:cNvPr>
                <p14:cNvContentPartPr/>
                <p14:nvPr/>
              </p14:nvContentPartPr>
              <p14:xfrm>
                <a:off x="10029145" y="5922577"/>
                <a:ext cx="302040" cy="243360"/>
              </p14:xfrm>
            </p:contentPart>
          </mc:Choice>
          <mc:Fallback xmlns=""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836FC274-2842-74C5-30DB-4CCF6BAFA3F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023025" y="5916457"/>
                  <a:ext cx="3142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13FD923B-BE66-8A1B-37D6-346717C49110}"/>
                    </a:ext>
                  </a:extLst>
                </p14:cNvPr>
                <p14:cNvContentPartPr/>
                <p14:nvPr/>
              </p14:nvContentPartPr>
              <p14:xfrm>
                <a:off x="10364305" y="5990617"/>
                <a:ext cx="160560" cy="132480"/>
              </p14:xfrm>
            </p:contentPart>
          </mc:Choice>
          <mc:Fallback xmlns=""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13FD923B-BE66-8A1B-37D6-346717C4911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358185" y="5984497"/>
                  <a:ext cx="1728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2DFD95D4-E9C6-490B-334E-9D57DE3BCE8A}"/>
                    </a:ext>
                  </a:extLst>
                </p14:cNvPr>
                <p14:cNvContentPartPr/>
                <p14:nvPr/>
              </p14:nvContentPartPr>
              <p14:xfrm>
                <a:off x="10555465" y="5991697"/>
                <a:ext cx="185760" cy="176760"/>
              </p14:xfrm>
            </p:contentPart>
          </mc:Choice>
          <mc:Fallback xmlns=""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2DFD95D4-E9C6-490B-334E-9D57DE3BCE8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549345" y="5985577"/>
                  <a:ext cx="1980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0BA0185F-32B7-9DB5-25BC-628A30439CD0}"/>
                    </a:ext>
                  </a:extLst>
                </p14:cNvPr>
                <p14:cNvContentPartPr/>
                <p14:nvPr/>
              </p14:nvContentPartPr>
              <p14:xfrm>
                <a:off x="9996025" y="5706937"/>
                <a:ext cx="1230840" cy="575280"/>
              </p14:xfrm>
            </p:contentPart>
          </mc:Choice>
          <mc:Fallback xmlns=""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0BA0185F-32B7-9DB5-25BC-628A30439CD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989905" y="5700817"/>
                  <a:ext cx="1243080" cy="58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219" name="Tinta 218">
                <a:extLst>
                  <a:ext uri="{FF2B5EF4-FFF2-40B4-BE49-F238E27FC236}">
                    <a16:creationId xmlns:a16="http://schemas.microsoft.com/office/drawing/2014/main" id="{77CAAFC6-38DA-4701-A15A-0A856B48541A}"/>
                  </a:ext>
                </a:extLst>
              </p14:cNvPr>
              <p14:cNvContentPartPr/>
              <p14:nvPr/>
            </p14:nvContentPartPr>
            <p14:xfrm>
              <a:off x="1254145" y="4220497"/>
              <a:ext cx="33120" cy="55080"/>
            </p14:xfrm>
          </p:contentPart>
        </mc:Choice>
        <mc:Fallback xmlns="">
          <p:pic>
            <p:nvPicPr>
              <p:cNvPr id="219" name="Tinta 218">
                <a:extLst>
                  <a:ext uri="{FF2B5EF4-FFF2-40B4-BE49-F238E27FC236}">
                    <a16:creationId xmlns:a16="http://schemas.microsoft.com/office/drawing/2014/main" id="{77CAAFC6-38DA-4701-A15A-0A856B48541A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248025" y="4214377"/>
                <a:ext cx="4536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65" name="Tinta 64">
                <a:extLst>
                  <a:ext uri="{FF2B5EF4-FFF2-40B4-BE49-F238E27FC236}">
                    <a16:creationId xmlns:a16="http://schemas.microsoft.com/office/drawing/2014/main" id="{94DC8C55-6682-D812-84F3-E625510C21E5}"/>
                  </a:ext>
                </a:extLst>
              </p14:cNvPr>
              <p14:cNvContentPartPr/>
              <p14:nvPr/>
            </p14:nvContentPartPr>
            <p14:xfrm>
              <a:off x="910345" y="3631537"/>
              <a:ext cx="8423280" cy="250200"/>
            </p14:xfrm>
          </p:contentPart>
        </mc:Choice>
        <mc:Fallback xmlns="">
          <p:pic>
            <p:nvPicPr>
              <p:cNvPr id="65" name="Tinta 64">
                <a:extLst>
                  <a:ext uri="{FF2B5EF4-FFF2-40B4-BE49-F238E27FC236}">
                    <a16:creationId xmlns:a16="http://schemas.microsoft.com/office/drawing/2014/main" id="{94DC8C55-6682-D812-84F3-E625510C21E5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04225" y="3625417"/>
                <a:ext cx="843552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66" name="Tinta 65">
                <a:extLst>
                  <a:ext uri="{FF2B5EF4-FFF2-40B4-BE49-F238E27FC236}">
                    <a16:creationId xmlns:a16="http://schemas.microsoft.com/office/drawing/2014/main" id="{7442A17B-1704-566D-7141-86DAE0FDEED7}"/>
                  </a:ext>
                </a:extLst>
              </p14:cNvPr>
              <p14:cNvContentPartPr/>
              <p14:nvPr/>
            </p14:nvContentPartPr>
            <p14:xfrm>
              <a:off x="1201945" y="3962377"/>
              <a:ext cx="451080" cy="59040"/>
            </p14:xfrm>
          </p:contentPart>
        </mc:Choice>
        <mc:Fallback xmlns="">
          <p:pic>
            <p:nvPicPr>
              <p:cNvPr id="66" name="Tinta 65">
                <a:extLst>
                  <a:ext uri="{FF2B5EF4-FFF2-40B4-BE49-F238E27FC236}">
                    <a16:creationId xmlns:a16="http://schemas.microsoft.com/office/drawing/2014/main" id="{7442A17B-1704-566D-7141-86DAE0FDEED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195825" y="3956257"/>
                <a:ext cx="46332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67" name="Tinta 66">
                <a:extLst>
                  <a:ext uri="{FF2B5EF4-FFF2-40B4-BE49-F238E27FC236}">
                    <a16:creationId xmlns:a16="http://schemas.microsoft.com/office/drawing/2014/main" id="{84F4AA85-C8AF-376A-8A29-058832047CEF}"/>
                  </a:ext>
                </a:extLst>
              </p14:cNvPr>
              <p14:cNvContentPartPr/>
              <p14:nvPr/>
            </p14:nvContentPartPr>
            <p14:xfrm>
              <a:off x="1308505" y="4039057"/>
              <a:ext cx="299160" cy="172080"/>
            </p14:xfrm>
          </p:contentPart>
        </mc:Choice>
        <mc:Fallback xmlns="">
          <p:pic>
            <p:nvPicPr>
              <p:cNvPr id="67" name="Tinta 66">
                <a:extLst>
                  <a:ext uri="{FF2B5EF4-FFF2-40B4-BE49-F238E27FC236}">
                    <a16:creationId xmlns:a16="http://schemas.microsoft.com/office/drawing/2014/main" id="{84F4AA85-C8AF-376A-8A29-058832047CEF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302385" y="4032937"/>
                <a:ext cx="3114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68" name="Tinta 67">
                <a:extLst>
                  <a:ext uri="{FF2B5EF4-FFF2-40B4-BE49-F238E27FC236}">
                    <a16:creationId xmlns:a16="http://schemas.microsoft.com/office/drawing/2014/main" id="{F64FEBEE-C5EA-EC8B-340E-8765400A0862}"/>
                  </a:ext>
                </a:extLst>
              </p14:cNvPr>
              <p14:cNvContentPartPr/>
              <p14:nvPr/>
            </p14:nvContentPartPr>
            <p14:xfrm>
              <a:off x="1748785" y="4075777"/>
              <a:ext cx="183960" cy="101880"/>
            </p14:xfrm>
          </p:contentPart>
        </mc:Choice>
        <mc:Fallback xmlns="">
          <p:pic>
            <p:nvPicPr>
              <p:cNvPr id="68" name="Tinta 67">
                <a:extLst>
                  <a:ext uri="{FF2B5EF4-FFF2-40B4-BE49-F238E27FC236}">
                    <a16:creationId xmlns:a16="http://schemas.microsoft.com/office/drawing/2014/main" id="{F64FEBEE-C5EA-EC8B-340E-8765400A0862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742665" y="4069657"/>
                <a:ext cx="1962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69" name="Tinta 68">
                <a:extLst>
                  <a:ext uri="{FF2B5EF4-FFF2-40B4-BE49-F238E27FC236}">
                    <a16:creationId xmlns:a16="http://schemas.microsoft.com/office/drawing/2014/main" id="{B38FA4F6-CD61-9A4D-451F-F486F18146B2}"/>
                  </a:ext>
                </a:extLst>
              </p14:cNvPr>
              <p14:cNvContentPartPr/>
              <p14:nvPr/>
            </p14:nvContentPartPr>
            <p14:xfrm>
              <a:off x="2083945" y="4098817"/>
              <a:ext cx="172440" cy="89640"/>
            </p14:xfrm>
          </p:contentPart>
        </mc:Choice>
        <mc:Fallback xmlns="">
          <p:pic>
            <p:nvPicPr>
              <p:cNvPr id="69" name="Tinta 68">
                <a:extLst>
                  <a:ext uri="{FF2B5EF4-FFF2-40B4-BE49-F238E27FC236}">
                    <a16:creationId xmlns:a16="http://schemas.microsoft.com/office/drawing/2014/main" id="{B38FA4F6-CD61-9A4D-451F-F486F18146B2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077825" y="4092697"/>
                <a:ext cx="1846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70" name="Tinta 69">
                <a:extLst>
                  <a:ext uri="{FF2B5EF4-FFF2-40B4-BE49-F238E27FC236}">
                    <a16:creationId xmlns:a16="http://schemas.microsoft.com/office/drawing/2014/main" id="{8115D424-DA3E-354D-BFF7-993E42B2A6D4}"/>
                  </a:ext>
                </a:extLst>
              </p14:cNvPr>
              <p14:cNvContentPartPr/>
              <p14:nvPr/>
            </p14:nvContentPartPr>
            <p14:xfrm>
              <a:off x="2169265" y="4084417"/>
              <a:ext cx="207000" cy="72360"/>
            </p14:xfrm>
          </p:contentPart>
        </mc:Choice>
        <mc:Fallback xmlns="">
          <p:pic>
            <p:nvPicPr>
              <p:cNvPr id="70" name="Tinta 69">
                <a:extLst>
                  <a:ext uri="{FF2B5EF4-FFF2-40B4-BE49-F238E27FC236}">
                    <a16:creationId xmlns:a16="http://schemas.microsoft.com/office/drawing/2014/main" id="{8115D424-DA3E-354D-BFF7-993E42B2A6D4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163145" y="4078297"/>
                <a:ext cx="21924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71" name="Tinta 70">
                <a:extLst>
                  <a:ext uri="{FF2B5EF4-FFF2-40B4-BE49-F238E27FC236}">
                    <a16:creationId xmlns:a16="http://schemas.microsoft.com/office/drawing/2014/main" id="{08F0A6C4-0DDB-160C-8EB7-0D368492E369}"/>
                  </a:ext>
                </a:extLst>
              </p14:cNvPr>
              <p14:cNvContentPartPr/>
              <p14:nvPr/>
            </p14:nvContentPartPr>
            <p14:xfrm>
              <a:off x="2386705" y="4052377"/>
              <a:ext cx="236520" cy="146880"/>
            </p14:xfrm>
          </p:contentPart>
        </mc:Choice>
        <mc:Fallback xmlns="">
          <p:pic>
            <p:nvPicPr>
              <p:cNvPr id="71" name="Tinta 70">
                <a:extLst>
                  <a:ext uri="{FF2B5EF4-FFF2-40B4-BE49-F238E27FC236}">
                    <a16:creationId xmlns:a16="http://schemas.microsoft.com/office/drawing/2014/main" id="{08F0A6C4-0DDB-160C-8EB7-0D368492E369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380585" y="4046257"/>
                <a:ext cx="24876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220" name="Tinta 219">
                <a:extLst>
                  <a:ext uri="{FF2B5EF4-FFF2-40B4-BE49-F238E27FC236}">
                    <a16:creationId xmlns:a16="http://schemas.microsoft.com/office/drawing/2014/main" id="{C237774D-B7B9-5FA6-1A86-EDAFB11945A9}"/>
                  </a:ext>
                </a:extLst>
              </p14:cNvPr>
              <p14:cNvContentPartPr/>
              <p14:nvPr/>
            </p14:nvContentPartPr>
            <p14:xfrm>
              <a:off x="1060465" y="3872017"/>
              <a:ext cx="4344120" cy="570600"/>
            </p14:xfrm>
          </p:contentPart>
        </mc:Choice>
        <mc:Fallback xmlns="">
          <p:pic>
            <p:nvPicPr>
              <p:cNvPr id="220" name="Tinta 219">
                <a:extLst>
                  <a:ext uri="{FF2B5EF4-FFF2-40B4-BE49-F238E27FC236}">
                    <a16:creationId xmlns:a16="http://schemas.microsoft.com/office/drawing/2014/main" id="{C237774D-B7B9-5FA6-1A86-EDAFB11945A9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054345" y="3865897"/>
                <a:ext cx="4356360" cy="58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22" name="Tinta 221">
                <a:extLst>
                  <a:ext uri="{FF2B5EF4-FFF2-40B4-BE49-F238E27FC236}">
                    <a16:creationId xmlns:a16="http://schemas.microsoft.com/office/drawing/2014/main" id="{20E32611-E3CF-5F35-B23F-E9F4DE42676F}"/>
                  </a:ext>
                </a:extLst>
              </p14:cNvPr>
              <p14:cNvContentPartPr/>
              <p14:nvPr/>
            </p14:nvContentPartPr>
            <p14:xfrm>
              <a:off x="3485425" y="5085937"/>
              <a:ext cx="807840" cy="491040"/>
            </p14:xfrm>
          </p:contentPart>
        </mc:Choice>
        <mc:Fallback xmlns="">
          <p:pic>
            <p:nvPicPr>
              <p:cNvPr id="222" name="Tinta 221">
                <a:extLst>
                  <a:ext uri="{FF2B5EF4-FFF2-40B4-BE49-F238E27FC236}">
                    <a16:creationId xmlns:a16="http://schemas.microsoft.com/office/drawing/2014/main" id="{20E32611-E3CF-5F35-B23F-E9F4DE42676F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479305" y="5079817"/>
                <a:ext cx="820080" cy="50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24" name="Tinta 223">
                <a:extLst>
                  <a:ext uri="{FF2B5EF4-FFF2-40B4-BE49-F238E27FC236}">
                    <a16:creationId xmlns:a16="http://schemas.microsoft.com/office/drawing/2014/main" id="{97925EF7-06A7-DAFB-E4BC-BB1A62725B10}"/>
                  </a:ext>
                </a:extLst>
              </p14:cNvPr>
              <p14:cNvContentPartPr/>
              <p14:nvPr/>
            </p14:nvContentPartPr>
            <p14:xfrm>
              <a:off x="9922225" y="3418417"/>
              <a:ext cx="30960" cy="19080"/>
            </p14:xfrm>
          </p:contentPart>
        </mc:Choice>
        <mc:Fallback xmlns="">
          <p:pic>
            <p:nvPicPr>
              <p:cNvPr id="224" name="Tinta 223">
                <a:extLst>
                  <a:ext uri="{FF2B5EF4-FFF2-40B4-BE49-F238E27FC236}">
                    <a16:creationId xmlns:a16="http://schemas.microsoft.com/office/drawing/2014/main" id="{97925EF7-06A7-DAFB-E4BC-BB1A62725B10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916105" y="3412297"/>
                <a:ext cx="43200" cy="3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7" name="Agrupar 226">
            <a:extLst>
              <a:ext uri="{FF2B5EF4-FFF2-40B4-BE49-F238E27FC236}">
                <a16:creationId xmlns:a16="http://schemas.microsoft.com/office/drawing/2014/main" id="{D545F0CB-595A-971B-34B0-2AF150CF932D}"/>
              </a:ext>
            </a:extLst>
          </p:cNvPr>
          <p:cNvGrpSpPr/>
          <p:nvPr/>
        </p:nvGrpSpPr>
        <p:grpSpPr>
          <a:xfrm>
            <a:off x="3226225" y="1866457"/>
            <a:ext cx="6037560" cy="3590280"/>
            <a:chOff x="3226225" y="1866457"/>
            <a:chExt cx="6037560" cy="359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A853799E-B282-E9FC-50EE-97DA1834EB0D}"/>
                    </a:ext>
                  </a:extLst>
                </p14:cNvPr>
                <p14:cNvContentPartPr/>
                <p14:nvPr/>
              </p14:nvContentPartPr>
              <p14:xfrm>
                <a:off x="3593065" y="2433097"/>
                <a:ext cx="423360" cy="18072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A853799E-B282-E9FC-50EE-97DA1834EB0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586945" y="2426977"/>
                  <a:ext cx="4356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B4027DBA-5897-3446-5296-C34CCF9D07FD}"/>
                    </a:ext>
                  </a:extLst>
                </p14:cNvPr>
                <p14:cNvContentPartPr/>
                <p14:nvPr/>
              </p14:nvContentPartPr>
              <p14:xfrm>
                <a:off x="4018225" y="2511577"/>
                <a:ext cx="136800" cy="11232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B4027DBA-5897-3446-5296-C34CCF9D07F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012105" y="2505457"/>
                  <a:ext cx="1490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698622D2-1F9C-EA58-FFB0-8F97A597BB62}"/>
                    </a:ext>
                  </a:extLst>
                </p14:cNvPr>
                <p14:cNvContentPartPr/>
                <p14:nvPr/>
              </p14:nvContentPartPr>
              <p14:xfrm>
                <a:off x="4131985" y="2490337"/>
                <a:ext cx="198720" cy="10116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698622D2-1F9C-EA58-FFB0-8F97A597BB6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125865" y="2484217"/>
                  <a:ext cx="2109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EF417B85-5849-9633-EBBB-BDA3DDFA9A25}"/>
                    </a:ext>
                  </a:extLst>
                </p14:cNvPr>
                <p14:cNvContentPartPr/>
                <p14:nvPr/>
              </p14:nvContentPartPr>
              <p14:xfrm>
                <a:off x="4379305" y="2385577"/>
                <a:ext cx="66240" cy="21780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EF417B85-5849-9633-EBBB-BDA3DDFA9A2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373185" y="2379457"/>
                  <a:ext cx="784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4C66F04D-663A-6B88-4A8A-4481BDA1EDE0}"/>
                    </a:ext>
                  </a:extLst>
                </p14:cNvPr>
                <p14:cNvContentPartPr/>
                <p14:nvPr/>
              </p14:nvContentPartPr>
              <p14:xfrm>
                <a:off x="3647065" y="2591137"/>
                <a:ext cx="820440" cy="8136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4C66F04D-663A-6B88-4A8A-4481BDA1EDE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640945" y="2585017"/>
                  <a:ext cx="8326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68D01F79-5CCC-9EC8-430C-7907D3A440DF}"/>
                    </a:ext>
                  </a:extLst>
                </p14:cNvPr>
                <p14:cNvContentPartPr/>
                <p14:nvPr/>
              </p14:nvContentPartPr>
              <p14:xfrm>
                <a:off x="3527905" y="2756377"/>
                <a:ext cx="98280" cy="13788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68D01F79-5CCC-9EC8-430C-7907D3A440D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521785" y="2750257"/>
                  <a:ext cx="1105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BFA756C6-E67E-6D39-F18C-861FDE9CFC9B}"/>
                    </a:ext>
                  </a:extLst>
                </p14:cNvPr>
                <p14:cNvContentPartPr/>
                <p14:nvPr/>
              </p14:nvContentPartPr>
              <p14:xfrm>
                <a:off x="3711145" y="2772217"/>
                <a:ext cx="172800" cy="10044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BFA756C6-E67E-6D39-F18C-861FDE9CFC9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705025" y="2766097"/>
                  <a:ext cx="1850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5618783F-C7F7-BAF7-0B0D-69991EF2867F}"/>
                    </a:ext>
                  </a:extLst>
                </p14:cNvPr>
                <p14:cNvContentPartPr/>
                <p14:nvPr/>
              </p14:nvContentPartPr>
              <p14:xfrm>
                <a:off x="3950185" y="2773657"/>
                <a:ext cx="128160" cy="11088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5618783F-C7F7-BAF7-0B0D-69991EF2867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944065" y="2767537"/>
                  <a:ext cx="1404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9EAD1BD3-DA50-719D-EF63-6F60E0EB8342}"/>
                    </a:ext>
                  </a:extLst>
                </p14:cNvPr>
                <p14:cNvContentPartPr/>
                <p14:nvPr/>
              </p14:nvContentPartPr>
              <p14:xfrm>
                <a:off x="4175545" y="2822617"/>
                <a:ext cx="109080" cy="8064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9EAD1BD3-DA50-719D-EF63-6F60E0EB834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169425" y="2816497"/>
                  <a:ext cx="1213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7346DF72-8D73-105C-AF6A-985B26682EFA}"/>
                    </a:ext>
                  </a:extLst>
                </p14:cNvPr>
                <p14:cNvContentPartPr/>
                <p14:nvPr/>
              </p14:nvContentPartPr>
              <p14:xfrm>
                <a:off x="4121185" y="2845657"/>
                <a:ext cx="119880" cy="4680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7346DF72-8D73-105C-AF6A-985B26682EF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115065" y="2839537"/>
                  <a:ext cx="132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AC1C9253-2353-7E71-E9A8-759517D5393B}"/>
                    </a:ext>
                  </a:extLst>
                </p14:cNvPr>
                <p14:cNvContentPartPr/>
                <p14:nvPr/>
              </p14:nvContentPartPr>
              <p14:xfrm>
                <a:off x="4413505" y="2726137"/>
                <a:ext cx="140760" cy="13716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AC1C9253-2353-7E71-E9A8-759517D5393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407385" y="2720017"/>
                  <a:ext cx="1530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627D8F54-A60F-F080-DDE8-D373D548B13A}"/>
                    </a:ext>
                  </a:extLst>
                </p14:cNvPr>
                <p14:cNvContentPartPr/>
                <p14:nvPr/>
              </p14:nvContentPartPr>
              <p14:xfrm>
                <a:off x="4563265" y="2742337"/>
                <a:ext cx="184320" cy="11304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627D8F54-A60F-F080-DDE8-D373D548B13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557145" y="2736217"/>
                  <a:ext cx="1965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9B4FA0E7-3E4A-E5E0-D55D-3076A7D17868}"/>
                    </a:ext>
                  </a:extLst>
                </p14:cNvPr>
                <p14:cNvContentPartPr/>
                <p14:nvPr/>
              </p14:nvContentPartPr>
              <p14:xfrm>
                <a:off x="4758025" y="2781937"/>
                <a:ext cx="74160" cy="6876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9B4FA0E7-3E4A-E5E0-D55D-3076A7D1786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751905" y="2775817"/>
                  <a:ext cx="864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E3D3E68C-0E86-2787-A4FF-55ADB9D7CD1C}"/>
                    </a:ext>
                  </a:extLst>
                </p14:cNvPr>
                <p14:cNvContentPartPr/>
                <p14:nvPr/>
              </p14:nvContentPartPr>
              <p14:xfrm>
                <a:off x="4616545" y="2698777"/>
                <a:ext cx="54720" cy="1008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E3D3E68C-0E86-2787-A4FF-55ADB9D7CD1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610425" y="2692657"/>
                  <a:ext cx="669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B59BDEDA-0288-8B7E-D670-A7E45FC04ECA}"/>
                    </a:ext>
                  </a:extLst>
                </p14:cNvPr>
                <p14:cNvContentPartPr/>
                <p14:nvPr/>
              </p14:nvContentPartPr>
              <p14:xfrm>
                <a:off x="4875385" y="2808937"/>
                <a:ext cx="33120" cy="720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B59BDEDA-0288-8B7E-D670-A7E45FC04EC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869265" y="2802817"/>
                  <a:ext cx="453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C11C1F93-2DEF-14FD-DDC8-D2462E4D96C6}"/>
                    </a:ext>
                  </a:extLst>
                </p14:cNvPr>
                <p14:cNvContentPartPr/>
                <p14:nvPr/>
              </p14:nvContentPartPr>
              <p14:xfrm>
                <a:off x="4423225" y="2916937"/>
                <a:ext cx="484920" cy="2304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C11C1F93-2DEF-14FD-DDC8-D2462E4D96C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417105" y="2910817"/>
                  <a:ext cx="4971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77791A85-90CA-D43C-05C3-402F1700410D}"/>
                    </a:ext>
                  </a:extLst>
                </p14:cNvPr>
                <p14:cNvContentPartPr/>
                <p14:nvPr/>
              </p14:nvContentPartPr>
              <p14:xfrm>
                <a:off x="4521145" y="3019177"/>
                <a:ext cx="62280" cy="12816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77791A85-90CA-D43C-05C3-402F1700410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515025" y="3013057"/>
                  <a:ext cx="74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63296610-C905-6D39-A016-554B9C219BBB}"/>
                    </a:ext>
                  </a:extLst>
                </p14:cNvPr>
                <p14:cNvContentPartPr/>
                <p14:nvPr/>
              </p14:nvContentPartPr>
              <p14:xfrm>
                <a:off x="4563985" y="3019897"/>
                <a:ext cx="226800" cy="11448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63296610-C905-6D39-A016-554B9C219BB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557865" y="3013777"/>
                  <a:ext cx="2390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ACFBDE69-4433-7C36-6E6B-63E54F09DF2C}"/>
                    </a:ext>
                  </a:extLst>
                </p14:cNvPr>
                <p14:cNvContentPartPr/>
                <p14:nvPr/>
              </p14:nvContentPartPr>
              <p14:xfrm>
                <a:off x="4806265" y="3001177"/>
                <a:ext cx="154800" cy="11016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ACFBDE69-4433-7C36-6E6B-63E54F09DF2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800145" y="2995057"/>
                  <a:ext cx="1670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C0EE2CCB-7D24-2EFF-0570-63831240710A}"/>
                    </a:ext>
                  </a:extLst>
                </p14:cNvPr>
                <p14:cNvContentPartPr/>
                <p14:nvPr/>
              </p14:nvContentPartPr>
              <p14:xfrm>
                <a:off x="5038105" y="2862217"/>
                <a:ext cx="181440" cy="3708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C0EE2CCB-7D24-2EFF-0570-63831240710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031985" y="2856097"/>
                  <a:ext cx="1936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9294FA9D-1803-493E-AF4A-C6078BA2786A}"/>
                    </a:ext>
                  </a:extLst>
                </p14:cNvPr>
                <p14:cNvContentPartPr/>
                <p14:nvPr/>
              </p14:nvContentPartPr>
              <p14:xfrm>
                <a:off x="4994905" y="2941777"/>
                <a:ext cx="270000" cy="3708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9294FA9D-1803-493E-AF4A-C6078BA2786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988785" y="2935657"/>
                  <a:ext cx="2822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266823CF-E7ED-CC4C-B6CE-05A23D3C23F4}"/>
                    </a:ext>
                  </a:extLst>
                </p14:cNvPr>
                <p14:cNvContentPartPr/>
                <p14:nvPr/>
              </p14:nvContentPartPr>
              <p14:xfrm>
                <a:off x="5544985" y="2843497"/>
                <a:ext cx="258840" cy="14004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266823CF-E7ED-CC4C-B6CE-05A23D3C23F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538865" y="2837377"/>
                  <a:ext cx="2710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58E74CD8-5B95-A920-5CB9-B7F17D4A4969}"/>
                    </a:ext>
                  </a:extLst>
                </p14:cNvPr>
                <p14:cNvContentPartPr/>
                <p14:nvPr/>
              </p14:nvContentPartPr>
              <p14:xfrm>
                <a:off x="5786545" y="2874097"/>
                <a:ext cx="185040" cy="11988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58E74CD8-5B95-A920-5CB9-B7F17D4A496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780425" y="2867977"/>
                  <a:ext cx="1972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2DCDED14-399F-595F-4CB8-B1A8524A1F9F}"/>
                    </a:ext>
                  </a:extLst>
                </p14:cNvPr>
                <p14:cNvContentPartPr/>
                <p14:nvPr/>
              </p14:nvContentPartPr>
              <p14:xfrm>
                <a:off x="6114865" y="2504017"/>
                <a:ext cx="215280" cy="71280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2DCDED14-399F-595F-4CB8-B1A8524A1F9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108745" y="2497897"/>
                  <a:ext cx="227520" cy="72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119C2322-FB24-334D-6E86-D421CD638F3F}"/>
                    </a:ext>
                  </a:extLst>
                </p14:cNvPr>
                <p14:cNvContentPartPr/>
                <p14:nvPr/>
              </p14:nvContentPartPr>
              <p14:xfrm>
                <a:off x="6516985" y="2516257"/>
                <a:ext cx="440640" cy="17388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119C2322-FB24-334D-6E86-D421CD638F3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510865" y="2510137"/>
                  <a:ext cx="4528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86DD8E12-5586-FF19-8194-3F023CE16953}"/>
                    </a:ext>
                  </a:extLst>
                </p14:cNvPr>
                <p14:cNvContentPartPr/>
                <p14:nvPr/>
              </p14:nvContentPartPr>
              <p14:xfrm>
                <a:off x="7074985" y="2569537"/>
                <a:ext cx="152280" cy="13356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86DD8E12-5586-FF19-8194-3F023CE1695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068865" y="2563417"/>
                  <a:ext cx="1645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46DCD66E-8446-8F73-A856-81AFA582BAC2}"/>
                    </a:ext>
                  </a:extLst>
                </p14:cNvPr>
                <p14:cNvContentPartPr/>
                <p14:nvPr/>
              </p14:nvContentPartPr>
              <p14:xfrm>
                <a:off x="7129345" y="2456857"/>
                <a:ext cx="193680" cy="7164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46DCD66E-8446-8F73-A856-81AFA582BAC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123225" y="2450737"/>
                  <a:ext cx="2059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422AF61D-EE7A-FD96-6AB9-03D2A1DEE64C}"/>
                    </a:ext>
                  </a:extLst>
                </p14:cNvPr>
                <p14:cNvContentPartPr/>
                <p14:nvPr/>
              </p14:nvContentPartPr>
              <p14:xfrm>
                <a:off x="7237705" y="2527417"/>
                <a:ext cx="322200" cy="17208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422AF61D-EE7A-FD96-6AB9-03D2A1DEE64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231585" y="2521297"/>
                  <a:ext cx="3344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23B2DF44-0948-4541-1804-279B3810DEFC}"/>
                    </a:ext>
                  </a:extLst>
                </p14:cNvPr>
                <p14:cNvContentPartPr/>
                <p14:nvPr/>
              </p14:nvContentPartPr>
              <p14:xfrm>
                <a:off x="6600505" y="2887417"/>
                <a:ext cx="129960" cy="20088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23B2DF44-0948-4541-1804-279B3810DEF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594385" y="2881297"/>
                  <a:ext cx="142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D4EDF5C7-AABD-96C9-1E72-61C15D7466D6}"/>
                    </a:ext>
                  </a:extLst>
                </p14:cNvPr>
                <p14:cNvContentPartPr/>
                <p14:nvPr/>
              </p14:nvContentPartPr>
              <p14:xfrm>
                <a:off x="6753145" y="2958337"/>
                <a:ext cx="140040" cy="10368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D4EDF5C7-AABD-96C9-1E72-61C15D7466D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747025" y="2952217"/>
                  <a:ext cx="1522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EA5D7FCB-6914-1700-BD77-6455CBD239A4}"/>
                    </a:ext>
                  </a:extLst>
                </p14:cNvPr>
                <p14:cNvContentPartPr/>
                <p14:nvPr/>
              </p14:nvContentPartPr>
              <p14:xfrm>
                <a:off x="7008385" y="2922337"/>
                <a:ext cx="131760" cy="12744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EA5D7FCB-6914-1700-BD77-6455CBD239A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002265" y="2916217"/>
                  <a:ext cx="144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EE7402D5-9197-0127-4569-DE52B2ECAC5B}"/>
                    </a:ext>
                  </a:extLst>
                </p14:cNvPr>
                <p14:cNvContentPartPr/>
                <p14:nvPr/>
              </p14:nvContentPartPr>
              <p14:xfrm>
                <a:off x="7226905" y="2918737"/>
                <a:ext cx="183240" cy="13068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EE7402D5-9197-0127-4569-DE52B2ECAC5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220785" y="2912617"/>
                  <a:ext cx="1954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FE7F2876-ED6A-BE92-52E3-80AB65410531}"/>
                    </a:ext>
                  </a:extLst>
                </p14:cNvPr>
                <p14:cNvContentPartPr/>
                <p14:nvPr/>
              </p14:nvContentPartPr>
              <p14:xfrm>
                <a:off x="7194505" y="2988217"/>
                <a:ext cx="343800" cy="7380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FE7F2876-ED6A-BE92-52E3-80AB6541053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188385" y="2982097"/>
                  <a:ext cx="3560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176DE88C-E144-D6D3-F8ED-1BC219102810}"/>
                    </a:ext>
                  </a:extLst>
                </p14:cNvPr>
                <p14:cNvContentPartPr/>
                <p14:nvPr/>
              </p14:nvContentPartPr>
              <p14:xfrm>
                <a:off x="7757185" y="2869777"/>
                <a:ext cx="277200" cy="216360"/>
              </p14:xfrm>
            </p:contentPart>
          </mc:Choice>
          <mc:Fallback xmlns=""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176DE88C-E144-D6D3-F8ED-1BC21910281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751065" y="2863657"/>
                  <a:ext cx="2894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CD852388-5382-E8CD-519A-317AF612090B}"/>
                    </a:ext>
                  </a:extLst>
                </p14:cNvPr>
                <p14:cNvContentPartPr/>
                <p14:nvPr/>
              </p14:nvContentPartPr>
              <p14:xfrm>
                <a:off x="8046265" y="2902897"/>
                <a:ext cx="311040" cy="16992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CD852388-5382-E8CD-519A-317AF612090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040145" y="2896777"/>
                  <a:ext cx="3232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71D5D907-7181-64D1-E7CC-1724C89A50CE}"/>
                    </a:ext>
                  </a:extLst>
                </p14:cNvPr>
                <p14:cNvContentPartPr/>
                <p14:nvPr/>
              </p14:nvContentPartPr>
              <p14:xfrm>
                <a:off x="7637305" y="3121057"/>
                <a:ext cx="695520" cy="5004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71D5D907-7181-64D1-E7CC-1724C89A50C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631185" y="3114937"/>
                  <a:ext cx="7077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775F1108-0155-8157-C2A3-82A0D075F6F4}"/>
                    </a:ext>
                  </a:extLst>
                </p14:cNvPr>
                <p14:cNvContentPartPr/>
                <p14:nvPr/>
              </p14:nvContentPartPr>
              <p14:xfrm>
                <a:off x="7668265" y="3235537"/>
                <a:ext cx="109080" cy="144360"/>
              </p14:xfrm>
            </p:contentPart>
          </mc:Choice>
          <mc:Fallback xmlns=""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775F1108-0155-8157-C2A3-82A0D075F6F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662145" y="3229417"/>
                  <a:ext cx="1213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1F9C7DD8-1745-3886-21F7-D6033A51A895}"/>
                    </a:ext>
                  </a:extLst>
                </p14:cNvPr>
                <p14:cNvContentPartPr/>
                <p14:nvPr/>
              </p14:nvContentPartPr>
              <p14:xfrm>
                <a:off x="7800385" y="3260377"/>
                <a:ext cx="225720" cy="9612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1F9C7DD8-1745-3886-21F7-D6033A51A89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794265" y="3254257"/>
                  <a:ext cx="2379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33DA6B0B-F7EE-16DC-A1C1-EC4F90D80150}"/>
                    </a:ext>
                  </a:extLst>
                </p14:cNvPr>
                <p14:cNvContentPartPr/>
                <p14:nvPr/>
              </p14:nvContentPartPr>
              <p14:xfrm>
                <a:off x="8003425" y="3256777"/>
                <a:ext cx="203040" cy="11520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33DA6B0B-F7EE-16DC-A1C1-EC4F90D8015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997305" y="3250657"/>
                  <a:ext cx="2152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EF4189FA-6990-8D2D-7888-8F090FA82BCC}"/>
                    </a:ext>
                  </a:extLst>
                </p14:cNvPr>
                <p14:cNvContentPartPr/>
                <p14:nvPr/>
              </p14:nvContentPartPr>
              <p14:xfrm>
                <a:off x="8574025" y="3059497"/>
                <a:ext cx="170640" cy="34560"/>
              </p14:xfrm>
            </p:contentPart>
          </mc:Choice>
          <mc:Fallback xmlns=""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EF4189FA-6990-8D2D-7888-8F090FA82BC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567905" y="3053377"/>
                  <a:ext cx="1828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5395DB3A-97AF-E343-1022-836F72ECDE6C}"/>
                    </a:ext>
                  </a:extLst>
                </p14:cNvPr>
                <p14:cNvContentPartPr/>
                <p14:nvPr/>
              </p14:nvContentPartPr>
              <p14:xfrm>
                <a:off x="8531185" y="3139057"/>
                <a:ext cx="215640" cy="720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5395DB3A-97AF-E343-1022-836F72ECDE6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525065" y="3132937"/>
                  <a:ext cx="2278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C0723D5D-9F1A-4F3C-D8BE-EC8B7B3799AB}"/>
                    </a:ext>
                  </a:extLst>
                </p14:cNvPr>
                <p14:cNvContentPartPr/>
                <p14:nvPr/>
              </p14:nvContentPartPr>
              <p14:xfrm>
                <a:off x="8885785" y="2927377"/>
                <a:ext cx="206640" cy="17460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C0723D5D-9F1A-4F3C-D8BE-EC8B7B3799A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879665" y="2921257"/>
                  <a:ext cx="2188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E3CFE2F9-F553-EF65-DE99-8C31CE507738}"/>
                    </a:ext>
                  </a:extLst>
                </p14:cNvPr>
                <p14:cNvContentPartPr/>
                <p14:nvPr/>
              </p14:nvContentPartPr>
              <p14:xfrm>
                <a:off x="9080905" y="2961217"/>
                <a:ext cx="182880" cy="14940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E3CFE2F9-F553-EF65-DE99-8C31CE50773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074785" y="2955097"/>
                  <a:ext cx="1951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3D57A46C-35A9-03C4-9003-C4B81353942B}"/>
                    </a:ext>
                  </a:extLst>
                </p14:cNvPr>
                <p14:cNvContentPartPr/>
                <p14:nvPr/>
              </p14:nvContentPartPr>
              <p14:xfrm>
                <a:off x="3226225" y="4073257"/>
                <a:ext cx="269280" cy="158040"/>
              </p14:xfrm>
            </p:contentPart>
          </mc:Choice>
          <mc:Fallback xmlns=""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3D57A46C-35A9-03C4-9003-C4B81353942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220105" y="4067137"/>
                  <a:ext cx="2815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62452974-9258-F5D7-BF95-25CCBB675D3B}"/>
                    </a:ext>
                  </a:extLst>
                </p14:cNvPr>
                <p14:cNvContentPartPr/>
                <p14:nvPr/>
              </p14:nvContentPartPr>
              <p14:xfrm>
                <a:off x="3635185" y="4101337"/>
                <a:ext cx="213120" cy="12240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62452974-9258-F5D7-BF95-25CCBB675D3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629065" y="4095217"/>
                  <a:ext cx="2253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613034D0-A058-9CA8-B2A2-521E6FF293D7}"/>
                    </a:ext>
                  </a:extLst>
                </p14:cNvPr>
                <p14:cNvContentPartPr/>
                <p14:nvPr/>
              </p14:nvContentPartPr>
              <p14:xfrm>
                <a:off x="3994105" y="4148497"/>
                <a:ext cx="320760" cy="8136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613034D0-A058-9CA8-B2A2-521E6FF293D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987985" y="4142377"/>
                  <a:ext cx="3330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A8781790-9FB4-B2AD-F3DB-9EBA0817C652}"/>
                    </a:ext>
                  </a:extLst>
                </p14:cNvPr>
                <p14:cNvContentPartPr/>
                <p14:nvPr/>
              </p14:nvContentPartPr>
              <p14:xfrm>
                <a:off x="4384345" y="4152817"/>
                <a:ext cx="37440" cy="14148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A8781790-9FB4-B2AD-F3DB-9EBA0817C65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378225" y="4146697"/>
                  <a:ext cx="496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C94DB35A-2C22-EFA1-FB22-D220BCC07BB9}"/>
                    </a:ext>
                  </a:extLst>
                </p14:cNvPr>
                <p14:cNvContentPartPr/>
                <p14:nvPr/>
              </p14:nvContentPartPr>
              <p14:xfrm>
                <a:off x="4444825" y="4156057"/>
                <a:ext cx="65520" cy="6696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C94DB35A-2C22-EFA1-FB22-D220BCC07BB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438705" y="4149937"/>
                  <a:ext cx="777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BE9BBBF6-0769-B183-4FDE-CD1D1912C2AD}"/>
                    </a:ext>
                  </a:extLst>
                </p14:cNvPr>
                <p14:cNvContentPartPr/>
                <p14:nvPr/>
              </p14:nvContentPartPr>
              <p14:xfrm>
                <a:off x="4584145" y="4121497"/>
                <a:ext cx="66240" cy="110520"/>
              </p14:xfrm>
            </p:contentPart>
          </mc:Choice>
          <mc:Fallback xmlns=""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BE9BBBF6-0769-B183-4FDE-CD1D1912C2A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578025" y="4115377"/>
                  <a:ext cx="784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A2B8B339-A14F-B97D-8CFF-6B0562BBC178}"/>
                    </a:ext>
                  </a:extLst>
                </p14:cNvPr>
                <p14:cNvContentPartPr/>
                <p14:nvPr/>
              </p14:nvContentPartPr>
              <p14:xfrm>
                <a:off x="4681705" y="4130497"/>
                <a:ext cx="119880" cy="83520"/>
              </p14:xfrm>
            </p:contentPart>
          </mc:Choice>
          <mc:Fallback xmlns=""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A2B8B339-A14F-B97D-8CFF-6B0562BBC17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675585" y="4124377"/>
                  <a:ext cx="1321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C87E3A8A-02B2-37B0-AC83-E09486007CEC}"/>
                    </a:ext>
                  </a:extLst>
                </p14:cNvPr>
                <p14:cNvContentPartPr/>
                <p14:nvPr/>
              </p14:nvContentPartPr>
              <p14:xfrm>
                <a:off x="4779625" y="3951937"/>
                <a:ext cx="139320" cy="23436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C87E3A8A-02B2-37B0-AC83-E09486007CE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773505" y="3945817"/>
                  <a:ext cx="1515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13ED17EE-FC56-8319-31BB-4F55CEF325A8}"/>
                    </a:ext>
                  </a:extLst>
                </p14:cNvPr>
                <p14:cNvContentPartPr/>
                <p14:nvPr/>
              </p14:nvContentPartPr>
              <p14:xfrm>
                <a:off x="4968265" y="4117537"/>
                <a:ext cx="103320" cy="8892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13ED17EE-FC56-8319-31BB-4F55CEF325A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962145" y="4111417"/>
                  <a:ext cx="1155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20C25EEE-E268-D972-D17B-AC3B4D2CA287}"/>
                    </a:ext>
                  </a:extLst>
                </p14:cNvPr>
                <p14:cNvContentPartPr/>
                <p14:nvPr/>
              </p14:nvContentPartPr>
              <p14:xfrm>
                <a:off x="5027305" y="4075777"/>
                <a:ext cx="280080" cy="15948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20C25EEE-E268-D972-D17B-AC3B4D2CA28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021185" y="4069657"/>
                  <a:ext cx="2923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6471FE32-1187-1D26-620B-A0D8E39D490C}"/>
                    </a:ext>
                  </a:extLst>
                </p14:cNvPr>
                <p14:cNvContentPartPr/>
                <p14:nvPr/>
              </p14:nvContentPartPr>
              <p14:xfrm>
                <a:off x="6579625" y="4445137"/>
                <a:ext cx="182520" cy="722160"/>
              </p14:xfrm>
            </p:contentPart>
          </mc:Choice>
          <mc:Fallback xmlns=""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6471FE32-1187-1D26-620B-A0D8E39D490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573505" y="4439017"/>
                  <a:ext cx="19476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0E91DA58-F99F-87DC-510C-E1A0FD1EC77A}"/>
                    </a:ext>
                  </a:extLst>
                </p14:cNvPr>
                <p14:cNvContentPartPr/>
                <p14:nvPr/>
              </p14:nvContentPartPr>
              <p14:xfrm>
                <a:off x="4758025" y="4490497"/>
                <a:ext cx="194040" cy="45540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0E91DA58-F99F-87DC-510C-E1A0FD1EC77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751905" y="4484377"/>
                  <a:ext cx="20628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FA760936-FB2A-8E9A-64CE-B96646B5D86D}"/>
                    </a:ext>
                  </a:extLst>
                </p14:cNvPr>
                <p14:cNvContentPartPr/>
                <p14:nvPr/>
              </p14:nvContentPartPr>
              <p14:xfrm>
                <a:off x="5154745" y="4602457"/>
                <a:ext cx="411840" cy="12600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FA760936-FB2A-8E9A-64CE-B96646B5D86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148625" y="4596337"/>
                  <a:ext cx="4240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C71056A0-B7C8-66B7-D6BF-F118C7DDD78E}"/>
                    </a:ext>
                  </a:extLst>
                </p14:cNvPr>
                <p14:cNvContentPartPr/>
                <p14:nvPr/>
              </p14:nvContentPartPr>
              <p14:xfrm>
                <a:off x="5625985" y="4658257"/>
                <a:ext cx="81000" cy="6624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C71056A0-B7C8-66B7-D6BF-F118C7DDD78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619865" y="4652137"/>
                  <a:ext cx="932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6BB9C6D9-D1F3-28DC-A881-9BD23B494967}"/>
                    </a:ext>
                  </a:extLst>
                </p14:cNvPr>
                <p14:cNvContentPartPr/>
                <p14:nvPr/>
              </p14:nvContentPartPr>
              <p14:xfrm>
                <a:off x="5661985" y="4596697"/>
                <a:ext cx="240480" cy="109800"/>
              </p14:xfrm>
            </p:contentPart>
          </mc:Choice>
          <mc:Fallback xmlns=""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6BB9C6D9-D1F3-28DC-A881-9BD23B49496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655865" y="4590577"/>
                  <a:ext cx="2527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EDA3A499-81D3-FCA4-6918-E86128327130}"/>
                    </a:ext>
                  </a:extLst>
                </p14:cNvPr>
                <p14:cNvContentPartPr/>
                <p14:nvPr/>
              </p14:nvContentPartPr>
              <p14:xfrm>
                <a:off x="5921545" y="4494457"/>
                <a:ext cx="410400" cy="181080"/>
              </p14:xfrm>
            </p:contentPart>
          </mc:Choice>
          <mc:Fallback xmlns=""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EDA3A499-81D3-FCA4-6918-E8612832713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915425" y="4488337"/>
                  <a:ext cx="4226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D986E16F-FED9-5DB1-880F-E37504712ADB}"/>
                    </a:ext>
                  </a:extLst>
                </p14:cNvPr>
                <p14:cNvContentPartPr/>
                <p14:nvPr/>
              </p14:nvContentPartPr>
              <p14:xfrm>
                <a:off x="5005705" y="4710097"/>
                <a:ext cx="376200" cy="271800"/>
              </p14:xfrm>
            </p:contentPart>
          </mc:Choice>
          <mc:Fallback xmlns=""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D986E16F-FED9-5DB1-880F-E37504712AD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999585" y="4703977"/>
                  <a:ext cx="3884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01B1EF4F-BA72-0FC2-CE7E-6FE6BFB235EC}"/>
                    </a:ext>
                  </a:extLst>
                </p14:cNvPr>
                <p14:cNvContentPartPr/>
                <p14:nvPr/>
              </p14:nvContentPartPr>
              <p14:xfrm>
                <a:off x="5501425" y="4817017"/>
                <a:ext cx="126720" cy="147960"/>
              </p14:xfrm>
            </p:contentPart>
          </mc:Choice>
          <mc:Fallback xmlns=""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01B1EF4F-BA72-0FC2-CE7E-6FE6BFB235E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495305" y="4810897"/>
                  <a:ext cx="1389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C0C462CD-45D9-2871-C895-56C52C2FDEB8}"/>
                    </a:ext>
                  </a:extLst>
                </p14:cNvPr>
                <p14:cNvContentPartPr/>
                <p14:nvPr/>
              </p14:nvContentPartPr>
              <p14:xfrm>
                <a:off x="5672425" y="4838977"/>
                <a:ext cx="164160" cy="136080"/>
              </p14:xfrm>
            </p:contentPart>
          </mc:Choice>
          <mc:Fallback xmlns=""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C0C462CD-45D9-2871-C895-56C52C2FDEB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666305" y="4832857"/>
                  <a:ext cx="1764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81634789-9F4D-9A65-AC0F-FA80C3C3341E}"/>
                    </a:ext>
                  </a:extLst>
                </p14:cNvPr>
                <p14:cNvContentPartPr/>
                <p14:nvPr/>
              </p14:nvContentPartPr>
              <p14:xfrm>
                <a:off x="4852345" y="4746457"/>
                <a:ext cx="906480" cy="253440"/>
              </p14:xfrm>
            </p:contentPart>
          </mc:Choice>
          <mc:Fallback xmlns=""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81634789-9F4D-9A65-AC0F-FA80C3C3341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846225" y="4740337"/>
                  <a:ext cx="9187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3490EB7F-1838-F24E-D354-A11185783AF1}"/>
                    </a:ext>
                  </a:extLst>
                </p14:cNvPr>
                <p14:cNvContentPartPr/>
                <p14:nvPr/>
              </p14:nvContentPartPr>
              <p14:xfrm>
                <a:off x="6968065" y="4602457"/>
                <a:ext cx="518040" cy="195480"/>
              </p14:xfrm>
            </p:contentPart>
          </mc:Choice>
          <mc:Fallback xmlns=""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3490EB7F-1838-F24E-D354-A11185783AF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961945" y="4596337"/>
                  <a:ext cx="5302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C27FB19B-115C-5F37-0691-F06549A553ED}"/>
                    </a:ext>
                  </a:extLst>
                </p14:cNvPr>
                <p14:cNvContentPartPr/>
                <p14:nvPr/>
              </p14:nvContentPartPr>
              <p14:xfrm>
                <a:off x="7452985" y="4644937"/>
                <a:ext cx="226440" cy="144720"/>
              </p14:xfrm>
            </p:contentPart>
          </mc:Choice>
          <mc:Fallback xmlns=""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C27FB19B-115C-5F37-0691-F06549A553E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446865" y="4638817"/>
                  <a:ext cx="2386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41979FCD-FB28-4076-040B-D52E403DE9C0}"/>
                    </a:ext>
                  </a:extLst>
                </p14:cNvPr>
                <p14:cNvContentPartPr/>
                <p14:nvPr/>
              </p14:nvContentPartPr>
              <p14:xfrm>
                <a:off x="7701385" y="4638097"/>
                <a:ext cx="182160" cy="138240"/>
              </p14:xfrm>
            </p:contentPart>
          </mc:Choice>
          <mc:Fallback xmlns=""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41979FCD-FB28-4076-040B-D52E403DE9C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695265" y="4631977"/>
                  <a:ext cx="194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797FCA49-D519-2A2B-5226-9E544856964D}"/>
                    </a:ext>
                  </a:extLst>
                </p14:cNvPr>
                <p14:cNvContentPartPr/>
                <p14:nvPr/>
              </p14:nvContentPartPr>
              <p14:xfrm>
                <a:off x="7796425" y="4523977"/>
                <a:ext cx="330480" cy="282960"/>
              </p14:xfrm>
            </p:contentPart>
          </mc:Choice>
          <mc:Fallback xmlns=""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797FCA49-D519-2A2B-5226-9E544856964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790305" y="4517857"/>
                  <a:ext cx="3427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3A20D19D-D220-4D6D-8DD5-B238C99F3808}"/>
                    </a:ext>
                  </a:extLst>
                </p14:cNvPr>
                <p14:cNvContentPartPr/>
                <p14:nvPr/>
              </p14:nvContentPartPr>
              <p14:xfrm>
                <a:off x="7635505" y="4816297"/>
                <a:ext cx="33120" cy="9360"/>
              </p14:xfrm>
            </p:contentPart>
          </mc:Choice>
          <mc:Fallback xmlns=""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3A20D19D-D220-4D6D-8DD5-B238C99F380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629385" y="4810177"/>
                  <a:ext cx="453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E134D97B-50DB-56C8-E382-F1A3C3ACD09E}"/>
                    </a:ext>
                  </a:extLst>
                </p14:cNvPr>
                <p14:cNvContentPartPr/>
                <p14:nvPr/>
              </p14:nvContentPartPr>
              <p14:xfrm>
                <a:off x="7322665" y="4848697"/>
                <a:ext cx="291600" cy="204840"/>
              </p14:xfrm>
            </p:contentPart>
          </mc:Choice>
          <mc:Fallback xmlns=""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E134D97B-50DB-56C8-E382-F1A3C3ACD09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316545" y="4842577"/>
                  <a:ext cx="3038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E92A6D78-812D-60EE-676B-CBA059A3D834}"/>
                    </a:ext>
                  </a:extLst>
                </p14:cNvPr>
                <p14:cNvContentPartPr/>
                <p14:nvPr/>
              </p14:nvContentPartPr>
              <p14:xfrm>
                <a:off x="7564585" y="4902697"/>
                <a:ext cx="190800" cy="150120"/>
              </p14:xfrm>
            </p:contentPart>
          </mc:Choice>
          <mc:Fallback xmlns=""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E92A6D78-812D-60EE-676B-CBA059A3D83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558465" y="4896577"/>
                  <a:ext cx="2030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0ACACD6E-57E2-F744-239F-974DA025485B}"/>
                    </a:ext>
                  </a:extLst>
                </p14:cNvPr>
                <p14:cNvContentPartPr/>
                <p14:nvPr/>
              </p14:nvContentPartPr>
              <p14:xfrm>
                <a:off x="7777705" y="4889737"/>
                <a:ext cx="214920" cy="176040"/>
              </p14:xfrm>
            </p:contentPart>
          </mc:Choice>
          <mc:Fallback xmlns=""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0ACACD6E-57E2-F744-239F-974DA025485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771585" y="4883617"/>
                  <a:ext cx="2271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6948E27D-41F6-A31D-20C7-3E94F62EAAF9}"/>
                    </a:ext>
                  </a:extLst>
                </p14:cNvPr>
                <p14:cNvContentPartPr/>
                <p14:nvPr/>
              </p14:nvContentPartPr>
              <p14:xfrm>
                <a:off x="3541585" y="5200777"/>
                <a:ext cx="245160" cy="241920"/>
              </p14:xfrm>
            </p:contentPart>
          </mc:Choice>
          <mc:Fallback xmlns=""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6948E27D-41F6-A31D-20C7-3E94F62EAAF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535465" y="5194657"/>
                  <a:ext cx="2574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5E9A1145-FAC0-3CA2-949D-3BCDF51E7666}"/>
                    </a:ext>
                  </a:extLst>
                </p14:cNvPr>
                <p14:cNvContentPartPr/>
                <p14:nvPr/>
              </p14:nvContentPartPr>
              <p14:xfrm>
                <a:off x="3787105" y="5288977"/>
                <a:ext cx="195480" cy="139320"/>
              </p14:xfrm>
            </p:contentPart>
          </mc:Choice>
          <mc:Fallback xmlns=""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5E9A1145-FAC0-3CA2-949D-3BCDF51E766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780985" y="5282857"/>
                  <a:ext cx="2077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3FE814D1-6B0B-AED0-7F7C-B1AC56331236}"/>
                    </a:ext>
                  </a:extLst>
                </p14:cNvPr>
                <p14:cNvContentPartPr/>
                <p14:nvPr/>
              </p14:nvContentPartPr>
              <p14:xfrm>
                <a:off x="3982225" y="5264497"/>
                <a:ext cx="254160" cy="192240"/>
              </p14:xfrm>
            </p:contentPart>
          </mc:Choice>
          <mc:Fallback xmlns=""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3FE814D1-6B0B-AED0-7F7C-B1AC5633123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976105" y="5258377"/>
                  <a:ext cx="2664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D9370D4E-8695-C008-471B-C874941B559E}"/>
                    </a:ext>
                  </a:extLst>
                </p14:cNvPr>
                <p14:cNvContentPartPr/>
                <p14:nvPr/>
              </p14:nvContentPartPr>
              <p14:xfrm>
                <a:off x="3419545" y="4617577"/>
                <a:ext cx="357480" cy="14220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D9370D4E-8695-C008-471B-C874941B559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413425" y="4611457"/>
                  <a:ext cx="3697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E8C052A2-683F-D773-35C0-EA7EE673913C}"/>
                    </a:ext>
                  </a:extLst>
                </p14:cNvPr>
                <p14:cNvContentPartPr/>
                <p14:nvPr/>
              </p14:nvContentPartPr>
              <p14:xfrm>
                <a:off x="3841105" y="4669777"/>
                <a:ext cx="108720" cy="7776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E8C052A2-683F-D773-35C0-EA7EE673913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834985" y="4663657"/>
                  <a:ext cx="1209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3B8AA4F5-B3BF-464A-A9DE-A2CF6AC66C91}"/>
                    </a:ext>
                  </a:extLst>
                </p14:cNvPr>
                <p14:cNvContentPartPr/>
                <p14:nvPr/>
              </p14:nvContentPartPr>
              <p14:xfrm>
                <a:off x="3971065" y="4646737"/>
                <a:ext cx="182520" cy="10080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3B8AA4F5-B3BF-464A-A9DE-A2CF6AC66C9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964945" y="4640617"/>
                  <a:ext cx="1947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80490D4D-5A14-69DC-8B3D-B9A434241789}"/>
                    </a:ext>
                  </a:extLst>
                </p14:cNvPr>
                <p14:cNvContentPartPr/>
                <p14:nvPr/>
              </p14:nvContentPartPr>
              <p14:xfrm>
                <a:off x="4240705" y="4601017"/>
                <a:ext cx="63720" cy="190080"/>
              </p14:xfrm>
            </p:contentPart>
          </mc:Choice>
          <mc:Fallback xmlns=""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80490D4D-5A14-69DC-8B3D-B9A43424178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234585" y="4594897"/>
                  <a:ext cx="759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B4931DD1-03E0-C99B-D5B3-F1090A13D967}"/>
                    </a:ext>
                  </a:extLst>
                </p14:cNvPr>
                <p14:cNvContentPartPr/>
                <p14:nvPr/>
              </p14:nvContentPartPr>
              <p14:xfrm>
                <a:off x="3505945" y="4757977"/>
                <a:ext cx="753120" cy="32760"/>
              </p14:xfrm>
            </p:contentPart>
          </mc:Choice>
          <mc:Fallback xmlns=""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B4931DD1-03E0-C99B-D5B3-F1090A13D967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499825" y="4751857"/>
                  <a:ext cx="7653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575F17B9-4CFB-D15F-E564-5337682A328B}"/>
                    </a:ext>
                  </a:extLst>
                </p14:cNvPr>
                <p14:cNvContentPartPr/>
                <p14:nvPr/>
              </p14:nvContentPartPr>
              <p14:xfrm>
                <a:off x="3711865" y="4883257"/>
                <a:ext cx="85680" cy="172800"/>
              </p14:xfrm>
            </p:contentPart>
          </mc:Choice>
          <mc:Fallback xmlns=""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575F17B9-4CFB-D15F-E564-5337682A328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705745" y="4877137"/>
                  <a:ext cx="979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E1B751C8-C0C2-7671-F779-3C9E82244044}"/>
                    </a:ext>
                  </a:extLst>
                </p14:cNvPr>
                <p14:cNvContentPartPr/>
                <p14:nvPr/>
              </p14:nvContentPartPr>
              <p14:xfrm>
                <a:off x="3829585" y="4875697"/>
                <a:ext cx="165600" cy="134280"/>
              </p14:xfrm>
            </p:contentPart>
          </mc:Choice>
          <mc:Fallback xmlns=""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E1B751C8-C0C2-7671-F779-3C9E8224404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823465" y="4869577"/>
                  <a:ext cx="1778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02FF620E-09BD-57A6-7017-95C95D69D76D}"/>
                    </a:ext>
                  </a:extLst>
                </p14:cNvPr>
                <p14:cNvContentPartPr/>
                <p14:nvPr/>
              </p14:nvContentPartPr>
              <p14:xfrm>
                <a:off x="4114705" y="4905577"/>
                <a:ext cx="159840" cy="85320"/>
              </p14:xfrm>
            </p:contentPart>
          </mc:Choice>
          <mc:Fallback xmlns=""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02FF620E-09BD-57A6-7017-95C95D69D76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108585" y="4899457"/>
                  <a:ext cx="172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51F184C3-D483-3128-B0D0-58671C9E7B28}"/>
                    </a:ext>
                  </a:extLst>
                </p14:cNvPr>
                <p14:cNvContentPartPr/>
                <p14:nvPr/>
              </p14:nvContentPartPr>
              <p14:xfrm>
                <a:off x="3515665" y="4820257"/>
                <a:ext cx="874440" cy="243360"/>
              </p14:xfrm>
            </p:contentPart>
          </mc:Choice>
          <mc:Fallback xmlns=""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51F184C3-D483-3128-B0D0-58671C9E7B2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509545" y="4814137"/>
                  <a:ext cx="8866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F7A453CE-5B87-DD0B-5A0E-B8367E83C7FC}"/>
                    </a:ext>
                  </a:extLst>
                </p14:cNvPr>
                <p14:cNvContentPartPr/>
                <p14:nvPr/>
              </p14:nvContentPartPr>
              <p14:xfrm>
                <a:off x="5523025" y="1866457"/>
                <a:ext cx="678600" cy="2896920"/>
              </p14:xfrm>
            </p:contentPart>
          </mc:Choice>
          <mc:Fallback xmlns=""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F7A453CE-5B87-DD0B-5A0E-B8367E83C7F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516905" y="1860337"/>
                  <a:ext cx="690840" cy="29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D8E0D87C-324E-F28F-5AF6-598B61877DED}"/>
                    </a:ext>
                  </a:extLst>
                </p14:cNvPr>
                <p14:cNvContentPartPr/>
                <p14:nvPr/>
              </p14:nvContentPartPr>
              <p14:xfrm>
                <a:off x="6083905" y="2177137"/>
                <a:ext cx="430560" cy="199800"/>
              </p14:xfrm>
            </p:contentPart>
          </mc:Choice>
          <mc:Fallback xmlns=""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D8E0D87C-324E-F28F-5AF6-598B61877DED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077785" y="2171017"/>
                  <a:ext cx="442800" cy="21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Agrupar 228">
            <a:extLst>
              <a:ext uri="{FF2B5EF4-FFF2-40B4-BE49-F238E27FC236}">
                <a16:creationId xmlns:a16="http://schemas.microsoft.com/office/drawing/2014/main" id="{C7C74D8D-CECC-DE33-C33B-EDA5B9009F0A}"/>
              </a:ext>
            </a:extLst>
          </p:cNvPr>
          <p:cNvGrpSpPr/>
          <p:nvPr/>
        </p:nvGrpSpPr>
        <p:grpSpPr>
          <a:xfrm>
            <a:off x="940945" y="4405897"/>
            <a:ext cx="1343160" cy="955080"/>
            <a:chOff x="940945" y="4405897"/>
            <a:chExt cx="1343160" cy="95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D3B858FE-36E5-D464-B1F6-46B033E784E3}"/>
                    </a:ext>
                  </a:extLst>
                </p14:cNvPr>
                <p14:cNvContentPartPr/>
                <p14:nvPr/>
              </p14:nvContentPartPr>
              <p14:xfrm>
                <a:off x="1177825" y="4526497"/>
                <a:ext cx="291960" cy="19404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D3B858FE-36E5-D464-B1F6-46B033E784E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71705" y="4520377"/>
                  <a:ext cx="304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46D6BF29-666D-D400-CCC2-839FBF92145E}"/>
                    </a:ext>
                  </a:extLst>
                </p14:cNvPr>
                <p14:cNvContentPartPr/>
                <p14:nvPr/>
              </p14:nvContentPartPr>
              <p14:xfrm>
                <a:off x="1491025" y="4596337"/>
                <a:ext cx="128880" cy="8280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46D6BF29-666D-D400-CCC2-839FBF92145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484905" y="4590217"/>
                  <a:ext cx="141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34488208-181E-68BC-9213-B19E12299439}"/>
                    </a:ext>
                  </a:extLst>
                </p14:cNvPr>
                <p14:cNvContentPartPr/>
                <p14:nvPr/>
              </p14:nvContentPartPr>
              <p14:xfrm>
                <a:off x="1717465" y="4561417"/>
                <a:ext cx="161280" cy="10584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34488208-181E-68BC-9213-B19E12299439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711345" y="4555297"/>
                  <a:ext cx="1735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E2431C56-069E-0AA9-93E7-59910CA84238}"/>
                    </a:ext>
                  </a:extLst>
                </p14:cNvPr>
                <p14:cNvContentPartPr/>
                <p14:nvPr/>
              </p14:nvContentPartPr>
              <p14:xfrm>
                <a:off x="1134625" y="5042737"/>
                <a:ext cx="195840" cy="21816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E2431C56-069E-0AA9-93E7-59910CA8423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28505" y="5036617"/>
                  <a:ext cx="2080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473DA931-D8CC-A078-8A85-20FFAC7F5B39}"/>
                    </a:ext>
                  </a:extLst>
                </p14:cNvPr>
                <p14:cNvContentPartPr/>
                <p14:nvPr/>
              </p14:nvContentPartPr>
              <p14:xfrm>
                <a:off x="1348105" y="5070457"/>
                <a:ext cx="208080" cy="15048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473DA931-D8CC-A078-8A85-20FFAC7F5B3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341985" y="5064337"/>
                  <a:ext cx="2203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D711BB75-0390-779E-3426-3865CCB317F8}"/>
                    </a:ext>
                  </a:extLst>
                </p14:cNvPr>
                <p14:cNvContentPartPr/>
                <p14:nvPr/>
              </p14:nvContentPartPr>
              <p14:xfrm>
                <a:off x="1589665" y="5108977"/>
                <a:ext cx="268560" cy="132840"/>
              </p14:xfrm>
            </p:contentPart>
          </mc:Choice>
          <mc:Fallback xmlns=""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D711BB75-0390-779E-3426-3865CCB317F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583545" y="5102857"/>
                  <a:ext cx="2808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2BCF2D64-F8AE-1484-1A8D-8267E06988B7}"/>
                    </a:ext>
                  </a:extLst>
                </p14:cNvPr>
                <p14:cNvContentPartPr/>
                <p14:nvPr/>
              </p14:nvContentPartPr>
              <p14:xfrm>
                <a:off x="1975945" y="5056417"/>
                <a:ext cx="87120" cy="146880"/>
              </p14:xfrm>
            </p:contentPart>
          </mc:Choice>
          <mc:Fallback xmlns=""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2BCF2D64-F8AE-1484-1A8D-8267E06988B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969825" y="5050297"/>
                  <a:ext cx="993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193B2F99-9353-CB94-6F0E-6A1519F8F95C}"/>
                    </a:ext>
                  </a:extLst>
                </p14:cNvPr>
                <p14:cNvContentPartPr/>
                <p14:nvPr/>
              </p14:nvContentPartPr>
              <p14:xfrm>
                <a:off x="1728265" y="5065417"/>
                <a:ext cx="109080" cy="12240"/>
              </p14:xfrm>
            </p:contentPart>
          </mc:Choice>
          <mc:Fallback xmlns=""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193B2F99-9353-CB94-6F0E-6A1519F8F95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722145" y="5059297"/>
                  <a:ext cx="1213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06CA4BC3-1AC1-043A-FFFF-BFA2D26A3B7C}"/>
                    </a:ext>
                  </a:extLst>
                </p14:cNvPr>
                <p14:cNvContentPartPr/>
                <p14:nvPr/>
              </p14:nvContentPartPr>
              <p14:xfrm>
                <a:off x="2127865" y="5115817"/>
                <a:ext cx="30960" cy="12240"/>
              </p14:xfrm>
            </p:contentPart>
          </mc:Choice>
          <mc:Fallback xmlns=""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06CA4BC3-1AC1-043A-FFFF-BFA2D26A3B7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2121745" y="5109697"/>
                  <a:ext cx="43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A3ED6E72-8051-2D72-4D35-0257D32D16B9}"/>
                    </a:ext>
                  </a:extLst>
                </p14:cNvPr>
                <p14:cNvContentPartPr/>
                <p14:nvPr/>
              </p14:nvContentPartPr>
              <p14:xfrm>
                <a:off x="1061545" y="4405897"/>
                <a:ext cx="1119600" cy="42048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A3ED6E72-8051-2D72-4D35-0257D32D16B9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55425" y="4399777"/>
                  <a:ext cx="113184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E469378B-19B9-DE41-D857-157419D03856}"/>
                    </a:ext>
                  </a:extLst>
                </p14:cNvPr>
                <p14:cNvContentPartPr/>
                <p14:nvPr/>
              </p14:nvContentPartPr>
              <p14:xfrm>
                <a:off x="1005745" y="4881097"/>
                <a:ext cx="1240200" cy="386640"/>
              </p14:xfrm>
            </p:contentPart>
          </mc:Choice>
          <mc:Fallback xmlns=""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E469378B-19B9-DE41-D857-157419D0385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99625" y="4874977"/>
                  <a:ext cx="125244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7622BACC-42D3-2E14-C6E5-B3AC1465730D}"/>
                    </a:ext>
                  </a:extLst>
                </p14:cNvPr>
                <p14:cNvContentPartPr/>
                <p14:nvPr/>
              </p14:nvContentPartPr>
              <p14:xfrm>
                <a:off x="940945" y="4841497"/>
                <a:ext cx="1343160" cy="519480"/>
              </p14:xfrm>
            </p:contentPart>
          </mc:Choice>
          <mc:Fallback xmlns=""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7622BACC-42D3-2E14-C6E5-B3AC1465730D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34825" y="4835377"/>
                  <a:ext cx="1355400" cy="531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87255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0F2CA2-79E7-7938-9DE8-244596AF0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5218FB-096B-A65C-581A-B28CABC70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749D682-CA98-CCAB-C263-2F2CE326C082}"/>
              </a:ext>
            </a:extLst>
          </p:cNvPr>
          <p:cNvGrpSpPr/>
          <p:nvPr/>
        </p:nvGrpSpPr>
        <p:grpSpPr>
          <a:xfrm>
            <a:off x="1083865" y="3220057"/>
            <a:ext cx="665280" cy="450720"/>
            <a:chOff x="1083865" y="3220057"/>
            <a:chExt cx="665280" cy="45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0AD0E938-0448-93AE-38CD-542D8EBB9E78}"/>
                    </a:ext>
                  </a:extLst>
                </p14:cNvPr>
                <p14:cNvContentPartPr/>
                <p14:nvPr/>
              </p14:nvContentPartPr>
              <p14:xfrm>
                <a:off x="1415065" y="3344977"/>
                <a:ext cx="152640" cy="26388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0AD0E938-0448-93AE-38CD-542D8EBB9E7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08945" y="3338857"/>
                  <a:ext cx="1648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F65F99A3-C38E-4A94-D78C-A74C523ED5FB}"/>
                    </a:ext>
                  </a:extLst>
                </p14:cNvPr>
                <p14:cNvContentPartPr/>
                <p14:nvPr/>
              </p14:nvContentPartPr>
              <p14:xfrm>
                <a:off x="1083865" y="3220057"/>
                <a:ext cx="665280" cy="45072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F65F99A3-C38E-4A94-D78C-A74C523ED5F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77745" y="3213937"/>
                  <a:ext cx="677520" cy="46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5D1090AE-FD59-E576-FA89-861C3F80401C}"/>
              </a:ext>
            </a:extLst>
          </p:cNvPr>
          <p:cNvGrpSpPr/>
          <p:nvPr/>
        </p:nvGrpSpPr>
        <p:grpSpPr>
          <a:xfrm>
            <a:off x="2509825" y="3307537"/>
            <a:ext cx="652320" cy="300960"/>
            <a:chOff x="2509825" y="3307537"/>
            <a:chExt cx="652320" cy="30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1FC29B97-209E-426F-585A-F6A605D2EA33}"/>
                    </a:ext>
                  </a:extLst>
                </p14:cNvPr>
                <p14:cNvContentPartPr/>
                <p14:nvPr/>
              </p14:nvContentPartPr>
              <p14:xfrm>
                <a:off x="2708185" y="3422737"/>
                <a:ext cx="280800" cy="17244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1FC29B97-209E-426F-585A-F6A605D2EA3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02065" y="3416617"/>
                  <a:ext cx="2930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EF63E594-E586-63BA-DD28-95694D52D3DE}"/>
                    </a:ext>
                  </a:extLst>
                </p14:cNvPr>
                <p14:cNvContentPartPr/>
                <p14:nvPr/>
              </p14:nvContentPartPr>
              <p14:xfrm>
                <a:off x="2509825" y="3307537"/>
                <a:ext cx="652320" cy="30096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EF63E594-E586-63BA-DD28-95694D52D3D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03705" y="3301417"/>
                  <a:ext cx="664560" cy="31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A8FE0849-7D33-53C4-5314-FB30D73C4D51}"/>
              </a:ext>
            </a:extLst>
          </p:cNvPr>
          <p:cNvGrpSpPr/>
          <p:nvPr/>
        </p:nvGrpSpPr>
        <p:grpSpPr>
          <a:xfrm>
            <a:off x="941305" y="3819097"/>
            <a:ext cx="1058400" cy="429120"/>
            <a:chOff x="941305" y="3819097"/>
            <a:chExt cx="1058400" cy="42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041E08AC-E656-6F1D-3803-C51E49A64D7E}"/>
                    </a:ext>
                  </a:extLst>
                </p14:cNvPr>
                <p14:cNvContentPartPr/>
                <p14:nvPr/>
              </p14:nvContentPartPr>
              <p14:xfrm>
                <a:off x="1091425" y="3964537"/>
                <a:ext cx="270000" cy="23076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041E08AC-E656-6F1D-3803-C51E49A64D7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85305" y="3958417"/>
                  <a:ext cx="2822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14899384-5908-965D-DE71-156E14B29900}"/>
                    </a:ext>
                  </a:extLst>
                </p14:cNvPr>
                <p14:cNvContentPartPr/>
                <p14:nvPr/>
              </p14:nvContentPartPr>
              <p14:xfrm>
                <a:off x="1317865" y="3959137"/>
                <a:ext cx="290520" cy="16956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14899384-5908-965D-DE71-156E14B2990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11745" y="3953017"/>
                  <a:ext cx="3027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8D423CF8-9FF1-23F8-A075-47B0E56A00B6}"/>
                    </a:ext>
                  </a:extLst>
                </p14:cNvPr>
                <p14:cNvContentPartPr/>
                <p14:nvPr/>
              </p14:nvContentPartPr>
              <p14:xfrm>
                <a:off x="1483825" y="3985417"/>
                <a:ext cx="353160" cy="19080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8D423CF8-9FF1-23F8-A075-47B0E56A00B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77705" y="3979297"/>
                  <a:ext cx="3654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DF776EE4-2228-18CD-6B6C-067B0CA9FD0B}"/>
                    </a:ext>
                  </a:extLst>
                </p14:cNvPr>
                <p14:cNvContentPartPr/>
                <p14:nvPr/>
              </p14:nvContentPartPr>
              <p14:xfrm>
                <a:off x="1512985" y="3895417"/>
                <a:ext cx="11160" cy="936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DF776EE4-2228-18CD-6B6C-067B0CA9FD0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06865" y="3889297"/>
                  <a:ext cx="234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680B1144-4C87-E7B2-28FB-2D5B45ACA371}"/>
                    </a:ext>
                  </a:extLst>
                </p14:cNvPr>
                <p14:cNvContentPartPr/>
                <p14:nvPr/>
              </p14:nvContentPartPr>
              <p14:xfrm>
                <a:off x="941305" y="3819097"/>
                <a:ext cx="1058400" cy="42912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680B1144-4C87-E7B2-28FB-2D5B45ACA37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5185" y="3812977"/>
                  <a:ext cx="1070640" cy="44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546E8F85-6F39-EF98-4605-B6588DFF0DC9}"/>
              </a:ext>
            </a:extLst>
          </p:cNvPr>
          <p:cNvGrpSpPr/>
          <p:nvPr/>
        </p:nvGrpSpPr>
        <p:grpSpPr>
          <a:xfrm>
            <a:off x="1028065" y="2165257"/>
            <a:ext cx="1810800" cy="624960"/>
            <a:chOff x="1028065" y="2165257"/>
            <a:chExt cx="1810800" cy="62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AAB8F34E-3E34-64C6-8FF6-E9C31768CC3D}"/>
                    </a:ext>
                  </a:extLst>
                </p14:cNvPr>
                <p14:cNvContentPartPr/>
                <p14:nvPr/>
              </p14:nvContentPartPr>
              <p14:xfrm>
                <a:off x="1127425" y="2396377"/>
                <a:ext cx="363960" cy="382320"/>
              </p14:xfrm>
            </p:contentPart>
          </mc:Choice>
          <mc:Fallback xmlns=""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AAB8F34E-3E34-64C6-8FF6-E9C31768CC3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21305" y="2390257"/>
                  <a:ext cx="3762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18154979-412E-C076-799A-A38B7E88131F}"/>
                    </a:ext>
                  </a:extLst>
                </p14:cNvPr>
                <p14:cNvContentPartPr/>
                <p14:nvPr/>
              </p14:nvContentPartPr>
              <p14:xfrm>
                <a:off x="1493185" y="2534257"/>
                <a:ext cx="268200" cy="39240"/>
              </p14:xfrm>
            </p:contentPart>
          </mc:Choice>
          <mc:Fallback xmlns=""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18154979-412E-C076-799A-A38B7E88131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87065" y="2528137"/>
                  <a:ext cx="2804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B29ABE9F-0290-EC48-5F85-3B00CE467512}"/>
                    </a:ext>
                  </a:extLst>
                </p14:cNvPr>
                <p14:cNvContentPartPr/>
                <p14:nvPr/>
              </p14:nvContentPartPr>
              <p14:xfrm>
                <a:off x="1523785" y="2602657"/>
                <a:ext cx="215640" cy="2808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B29ABE9F-0290-EC48-5F85-3B00CE46751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517665" y="2596537"/>
                  <a:ext cx="227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BD0AF2C5-1B8D-2A3F-C1A3-D29D1FE1F276}"/>
                    </a:ext>
                  </a:extLst>
                </p14:cNvPr>
                <p14:cNvContentPartPr/>
                <p14:nvPr/>
              </p14:nvContentPartPr>
              <p14:xfrm>
                <a:off x="2196625" y="2451457"/>
                <a:ext cx="125640" cy="14904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BD0AF2C5-1B8D-2A3F-C1A3-D29D1FE1F27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90505" y="2445337"/>
                  <a:ext cx="1378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E1BB336D-5381-A742-8E77-DD830C326334}"/>
                    </a:ext>
                  </a:extLst>
                </p14:cNvPr>
                <p14:cNvContentPartPr/>
                <p14:nvPr/>
              </p14:nvContentPartPr>
              <p14:xfrm>
                <a:off x="2256385" y="2480617"/>
                <a:ext cx="182520" cy="11556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E1BB336D-5381-A742-8E77-DD830C32633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50265" y="2474497"/>
                  <a:ext cx="1947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B61E1561-B1A2-EB38-F1C7-B98900527F5D}"/>
                    </a:ext>
                  </a:extLst>
                </p14:cNvPr>
                <p14:cNvContentPartPr/>
                <p14:nvPr/>
              </p14:nvContentPartPr>
              <p14:xfrm>
                <a:off x="2438185" y="2535337"/>
                <a:ext cx="153000" cy="8964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B61E1561-B1A2-EB38-F1C7-B98900527F5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432065" y="2529217"/>
                  <a:ext cx="1652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3FC9951D-6F22-6667-55EB-124FA0E4F732}"/>
                    </a:ext>
                  </a:extLst>
                </p14:cNvPr>
                <p14:cNvContentPartPr/>
                <p14:nvPr/>
              </p14:nvContentPartPr>
              <p14:xfrm>
                <a:off x="2697385" y="2499697"/>
                <a:ext cx="141480" cy="16380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3FC9951D-6F22-6667-55EB-124FA0E4F73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91265" y="2493577"/>
                  <a:ext cx="1537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78335EFF-13AB-367E-4B3B-45536767E499}"/>
                    </a:ext>
                  </a:extLst>
                </p14:cNvPr>
                <p14:cNvContentPartPr/>
                <p14:nvPr/>
              </p14:nvContentPartPr>
              <p14:xfrm>
                <a:off x="2525665" y="2444977"/>
                <a:ext cx="109080" cy="2520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78335EFF-13AB-367E-4B3B-45536767E49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519545" y="2438857"/>
                  <a:ext cx="121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5CFD009C-CEE7-2470-1191-4F299F4BDB26}"/>
                    </a:ext>
                  </a:extLst>
                </p14:cNvPr>
                <p14:cNvContentPartPr/>
                <p14:nvPr/>
              </p14:nvContentPartPr>
              <p14:xfrm>
                <a:off x="1028065" y="2165257"/>
                <a:ext cx="1789560" cy="62496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5CFD009C-CEE7-2470-1191-4F299F4BDB2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21945" y="2159137"/>
                  <a:ext cx="1801800" cy="63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C8011300-FF64-E375-3D72-F047161928D8}"/>
              </a:ext>
            </a:extLst>
          </p:cNvPr>
          <p:cNvGrpSpPr/>
          <p:nvPr/>
        </p:nvGrpSpPr>
        <p:grpSpPr>
          <a:xfrm>
            <a:off x="2320825" y="3807937"/>
            <a:ext cx="1812960" cy="807120"/>
            <a:chOff x="2320825" y="3807937"/>
            <a:chExt cx="1812960" cy="80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94A21946-7F6A-A113-A949-85FAF8F6DCB3}"/>
                    </a:ext>
                  </a:extLst>
                </p14:cNvPr>
                <p14:cNvContentPartPr/>
                <p14:nvPr/>
              </p14:nvContentPartPr>
              <p14:xfrm>
                <a:off x="2367985" y="3929257"/>
                <a:ext cx="168840" cy="19440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94A21946-7F6A-A113-A949-85FAF8F6DCB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361865" y="3923137"/>
                  <a:ext cx="1810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707A0437-33FC-AECE-788A-22658BB699C7}"/>
                    </a:ext>
                  </a:extLst>
                </p14:cNvPr>
                <p14:cNvContentPartPr/>
                <p14:nvPr/>
              </p14:nvContentPartPr>
              <p14:xfrm>
                <a:off x="2557345" y="3958777"/>
                <a:ext cx="130320" cy="12420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707A0437-33FC-AECE-788A-22658BB699C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551225" y="3952657"/>
                  <a:ext cx="1425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E8A39509-ADF9-D6BF-59EC-E38B25F2069E}"/>
                    </a:ext>
                  </a:extLst>
                </p14:cNvPr>
                <p14:cNvContentPartPr/>
                <p14:nvPr/>
              </p14:nvContentPartPr>
              <p14:xfrm>
                <a:off x="2751025" y="3973537"/>
                <a:ext cx="198000" cy="15480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E8A39509-ADF9-D6BF-59EC-E38B25F2069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744905" y="3967417"/>
                  <a:ext cx="2102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E967C59C-2C5C-8AAF-FA69-F9CD1BD5366E}"/>
                    </a:ext>
                  </a:extLst>
                </p14:cNvPr>
                <p14:cNvContentPartPr/>
                <p14:nvPr/>
              </p14:nvContentPartPr>
              <p14:xfrm>
                <a:off x="3021385" y="4032217"/>
                <a:ext cx="356760" cy="1620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E967C59C-2C5C-8AAF-FA69-F9CD1BD5366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15265" y="4026097"/>
                  <a:ext cx="369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C5BE4551-651E-8308-EC10-67EAECBA7E33}"/>
                    </a:ext>
                  </a:extLst>
                </p14:cNvPr>
                <p14:cNvContentPartPr/>
                <p14:nvPr/>
              </p14:nvContentPartPr>
              <p14:xfrm>
                <a:off x="3053785" y="3947977"/>
                <a:ext cx="43920" cy="17208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C5BE4551-651E-8308-EC10-67EAECBA7E3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47665" y="3941857"/>
                  <a:ext cx="561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030FE87B-4391-D92C-CDDF-B5193B23C29B}"/>
                    </a:ext>
                  </a:extLst>
                </p14:cNvPr>
                <p14:cNvContentPartPr/>
                <p14:nvPr/>
              </p14:nvContentPartPr>
              <p14:xfrm>
                <a:off x="3486145" y="3911977"/>
                <a:ext cx="85680" cy="18576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030FE87B-4391-D92C-CDDF-B5193B23C29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480025" y="3905857"/>
                  <a:ext cx="979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176980C2-9ED2-5ED5-71A6-AE6FD4122C7F}"/>
                    </a:ext>
                  </a:extLst>
                </p14:cNvPr>
                <p14:cNvContentPartPr/>
                <p14:nvPr/>
              </p14:nvContentPartPr>
              <p14:xfrm>
                <a:off x="3603145" y="3940777"/>
                <a:ext cx="142560" cy="11232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176980C2-9ED2-5ED5-71A6-AE6FD4122C7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597025" y="3934657"/>
                  <a:ext cx="1548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8B5EA49C-4395-7C1C-E526-A2AC13FEF2D5}"/>
                    </a:ext>
                  </a:extLst>
                </p14:cNvPr>
                <p14:cNvContentPartPr/>
                <p14:nvPr/>
              </p14:nvContentPartPr>
              <p14:xfrm>
                <a:off x="3750025" y="3924577"/>
                <a:ext cx="189000" cy="15624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8B5EA49C-4395-7C1C-E526-A2AC13FEF2D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743905" y="3918457"/>
                  <a:ext cx="2012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5069FD80-36E0-A853-4EE6-4155CF17FC8B}"/>
                    </a:ext>
                  </a:extLst>
                </p14:cNvPr>
                <p14:cNvContentPartPr/>
                <p14:nvPr/>
              </p14:nvContentPartPr>
              <p14:xfrm>
                <a:off x="2320825" y="3832417"/>
                <a:ext cx="733680" cy="40032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5069FD80-36E0-A853-4EE6-4155CF17FC8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14705" y="3826297"/>
                  <a:ext cx="74592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165C8F12-126D-565A-2C0C-DC6913C5F0D5}"/>
                    </a:ext>
                  </a:extLst>
                </p14:cNvPr>
                <p14:cNvContentPartPr/>
                <p14:nvPr/>
              </p14:nvContentPartPr>
              <p14:xfrm>
                <a:off x="3432145" y="3807937"/>
                <a:ext cx="701640" cy="39204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165C8F12-126D-565A-2C0C-DC6913C5F0D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26025" y="3801817"/>
                  <a:ext cx="71388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EDE692E4-B241-F060-8BC0-2A8E4CF1A44B}"/>
                    </a:ext>
                  </a:extLst>
                </p14:cNvPr>
                <p14:cNvContentPartPr/>
                <p14:nvPr/>
              </p14:nvContentPartPr>
              <p14:xfrm>
                <a:off x="2666065" y="4345057"/>
                <a:ext cx="290520" cy="23292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EDE692E4-B241-F060-8BC0-2A8E4CF1A44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659945" y="4338937"/>
                  <a:ext cx="3027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4E19E6A4-2B29-3EF8-CC5C-8A9EFAE9DCB4}"/>
                    </a:ext>
                  </a:extLst>
                </p14:cNvPr>
                <p14:cNvContentPartPr/>
                <p14:nvPr/>
              </p14:nvContentPartPr>
              <p14:xfrm>
                <a:off x="2948665" y="4392217"/>
                <a:ext cx="236160" cy="15588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4E19E6A4-2B29-3EF8-CC5C-8A9EFAE9DCB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42545" y="4386097"/>
                  <a:ext cx="2484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A72F20CB-546D-BDFC-09C2-2C0F1B5602C6}"/>
                    </a:ext>
                  </a:extLst>
                </p14:cNvPr>
                <p14:cNvContentPartPr/>
                <p14:nvPr/>
              </p14:nvContentPartPr>
              <p14:xfrm>
                <a:off x="3168985" y="4396537"/>
                <a:ext cx="348480" cy="21852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A72F20CB-546D-BDFC-09C2-2C0F1B5602C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162865" y="4390417"/>
                  <a:ext cx="3607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637DB8C7-CA9F-2173-FDE3-EEF0F7D4C265}"/>
                    </a:ext>
                  </a:extLst>
                </p14:cNvPr>
                <p14:cNvContentPartPr/>
                <p14:nvPr/>
              </p14:nvContentPartPr>
              <p14:xfrm>
                <a:off x="2513785" y="4257937"/>
                <a:ext cx="1232280" cy="34776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637DB8C7-CA9F-2173-FDE3-EEF0F7D4C26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507665" y="4251817"/>
                  <a:ext cx="1244520" cy="36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Agrupar 62">
            <a:extLst>
              <a:ext uri="{FF2B5EF4-FFF2-40B4-BE49-F238E27FC236}">
                <a16:creationId xmlns:a16="http://schemas.microsoft.com/office/drawing/2014/main" id="{66C2BA1D-B72D-043E-5AC6-748DED03AFD1}"/>
              </a:ext>
            </a:extLst>
          </p:cNvPr>
          <p:cNvGrpSpPr/>
          <p:nvPr/>
        </p:nvGrpSpPr>
        <p:grpSpPr>
          <a:xfrm>
            <a:off x="5210185" y="4339657"/>
            <a:ext cx="699840" cy="206640"/>
            <a:chOff x="5210185" y="4339657"/>
            <a:chExt cx="699840" cy="20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5BE4E0A3-16FF-A810-53A2-1853C17592D0}"/>
                    </a:ext>
                  </a:extLst>
                </p14:cNvPr>
                <p14:cNvContentPartPr/>
                <p14:nvPr/>
              </p14:nvContentPartPr>
              <p14:xfrm>
                <a:off x="5210185" y="4339657"/>
                <a:ext cx="302400" cy="178560"/>
              </p14:xfrm>
            </p:contentPart>
          </mc:Choice>
          <mc:Fallback xmlns=""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5BE4E0A3-16FF-A810-53A2-1853C17592D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04065" y="4333537"/>
                  <a:ext cx="3146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94C45456-8670-1C6F-27A3-D7C09F877F83}"/>
                    </a:ext>
                  </a:extLst>
                </p14:cNvPr>
                <p14:cNvContentPartPr/>
                <p14:nvPr/>
              </p14:nvContentPartPr>
              <p14:xfrm>
                <a:off x="5553985" y="4362337"/>
                <a:ext cx="129240" cy="13968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94C45456-8670-1C6F-27A3-D7C09F877F8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547865" y="4356217"/>
                  <a:ext cx="1414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4BCA60B5-1336-42D0-5143-EE6A8FE56CDA}"/>
                    </a:ext>
                  </a:extLst>
                </p14:cNvPr>
                <p14:cNvContentPartPr/>
                <p14:nvPr/>
              </p14:nvContentPartPr>
              <p14:xfrm>
                <a:off x="5698705" y="4376377"/>
                <a:ext cx="211320" cy="16992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4BCA60B5-1336-42D0-5143-EE6A8FE56CD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692585" y="4370257"/>
                  <a:ext cx="22356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5825F0E4-E1AF-0378-2197-582348A56559}"/>
              </a:ext>
            </a:extLst>
          </p:cNvPr>
          <p:cNvGrpSpPr/>
          <p:nvPr/>
        </p:nvGrpSpPr>
        <p:grpSpPr>
          <a:xfrm>
            <a:off x="8058505" y="2427697"/>
            <a:ext cx="579600" cy="371880"/>
            <a:chOff x="8058505" y="2427697"/>
            <a:chExt cx="579600" cy="37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642F120C-5E03-4702-FE71-892466205AEA}"/>
                    </a:ext>
                  </a:extLst>
                </p14:cNvPr>
                <p14:cNvContentPartPr/>
                <p14:nvPr/>
              </p14:nvContentPartPr>
              <p14:xfrm>
                <a:off x="8178385" y="2492497"/>
                <a:ext cx="342360" cy="24408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642F120C-5E03-4702-FE71-892466205AE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72265" y="2486377"/>
                  <a:ext cx="3546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B67B1517-7012-3B75-13E7-E448856BC02E}"/>
                    </a:ext>
                  </a:extLst>
                </p14:cNvPr>
                <p14:cNvContentPartPr/>
                <p14:nvPr/>
              </p14:nvContentPartPr>
              <p14:xfrm>
                <a:off x="8058505" y="2427697"/>
                <a:ext cx="579600" cy="37188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B67B1517-7012-3B75-13E7-E448856BC02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052385" y="2421577"/>
                  <a:ext cx="591840" cy="38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Agrupar 86">
            <a:extLst>
              <a:ext uri="{FF2B5EF4-FFF2-40B4-BE49-F238E27FC236}">
                <a16:creationId xmlns:a16="http://schemas.microsoft.com/office/drawing/2014/main" id="{1D06D7DC-61A9-6435-142D-DC22A49AF9CD}"/>
              </a:ext>
            </a:extLst>
          </p:cNvPr>
          <p:cNvGrpSpPr/>
          <p:nvPr/>
        </p:nvGrpSpPr>
        <p:grpSpPr>
          <a:xfrm>
            <a:off x="4660105" y="2385217"/>
            <a:ext cx="2805480" cy="1690920"/>
            <a:chOff x="4660105" y="2385217"/>
            <a:chExt cx="2805480" cy="169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011CE170-1B24-9851-9AE2-8870BC25FF3A}"/>
                    </a:ext>
                  </a:extLst>
                </p14:cNvPr>
                <p14:cNvContentPartPr/>
                <p14:nvPr/>
              </p14:nvContentPartPr>
              <p14:xfrm>
                <a:off x="5094265" y="3434257"/>
                <a:ext cx="396000" cy="16236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011CE170-1B24-9851-9AE2-8870BC25FF3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88145" y="3428137"/>
                  <a:ext cx="4082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19AE9AC2-ADB5-4F57-2AF6-43EC5C29E830}"/>
                    </a:ext>
                  </a:extLst>
                </p14:cNvPr>
                <p14:cNvContentPartPr/>
                <p14:nvPr/>
              </p14:nvContentPartPr>
              <p14:xfrm>
                <a:off x="4769545" y="3376297"/>
                <a:ext cx="717480" cy="230040"/>
              </p14:xfrm>
            </p:contentPart>
          </mc:Choice>
          <mc:Fallback xmlns=""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19AE9AC2-ADB5-4F57-2AF6-43EC5C29E83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63425" y="3370177"/>
                  <a:ext cx="7297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37996B07-620B-BD18-6994-863FFF94EF8E}"/>
                    </a:ext>
                  </a:extLst>
                </p14:cNvPr>
                <p14:cNvContentPartPr/>
                <p14:nvPr/>
              </p14:nvContentPartPr>
              <p14:xfrm>
                <a:off x="4660105" y="3800737"/>
                <a:ext cx="248040" cy="19548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37996B07-620B-BD18-6994-863FFF94EF8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53985" y="3794617"/>
                  <a:ext cx="2602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C4490600-CE8C-590F-186F-A0F1269888BF}"/>
                    </a:ext>
                  </a:extLst>
                </p14:cNvPr>
                <p14:cNvContentPartPr/>
                <p14:nvPr/>
              </p14:nvContentPartPr>
              <p14:xfrm>
                <a:off x="4854145" y="3852577"/>
                <a:ext cx="291240" cy="13932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C4490600-CE8C-590F-186F-A0F1269888B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848025" y="3846457"/>
                  <a:ext cx="3034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3EBBED8B-3DB6-0E64-5E2D-6964E7533F99}"/>
                    </a:ext>
                  </a:extLst>
                </p14:cNvPr>
                <p14:cNvContentPartPr/>
                <p14:nvPr/>
              </p14:nvContentPartPr>
              <p14:xfrm>
                <a:off x="5061145" y="3847897"/>
                <a:ext cx="374400" cy="15264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3EBBED8B-3DB6-0E64-5E2D-6964E7533F9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055025" y="3841777"/>
                  <a:ext cx="3866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6E78FB82-BB5E-29E0-89E5-1700A8F46439}"/>
                    </a:ext>
                  </a:extLst>
                </p14:cNvPr>
                <p14:cNvContentPartPr/>
                <p14:nvPr/>
              </p14:nvContentPartPr>
              <p14:xfrm>
                <a:off x="5548945" y="3951937"/>
                <a:ext cx="245160" cy="46800"/>
              </p14:xfrm>
            </p:contentPart>
          </mc:Choice>
          <mc:Fallback xmlns=""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6E78FB82-BB5E-29E0-89E5-1700A8F4643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542825" y="3945817"/>
                  <a:ext cx="2574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DA427BEA-CC4E-30B7-53BB-0A3F7A223E07}"/>
                    </a:ext>
                  </a:extLst>
                </p14:cNvPr>
                <p14:cNvContentPartPr/>
                <p14:nvPr/>
              </p14:nvContentPartPr>
              <p14:xfrm>
                <a:off x="5523025" y="3920257"/>
                <a:ext cx="161280" cy="15588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DA427BEA-CC4E-30B7-53BB-0A3F7A223E0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516905" y="3914137"/>
                  <a:ext cx="173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D9232041-020A-2F9D-8F76-68277A4C6A71}"/>
                    </a:ext>
                  </a:extLst>
                </p14:cNvPr>
                <p14:cNvContentPartPr/>
                <p14:nvPr/>
              </p14:nvContentPartPr>
              <p14:xfrm>
                <a:off x="5916145" y="3860497"/>
                <a:ext cx="437400" cy="17748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D9232041-020A-2F9D-8F76-68277A4C6A7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910025" y="3854377"/>
                  <a:ext cx="4496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D40A4EE1-F7DC-4314-A7FF-E947DFDEF130}"/>
                    </a:ext>
                  </a:extLst>
                </p14:cNvPr>
                <p14:cNvContentPartPr/>
                <p14:nvPr/>
              </p14:nvContentPartPr>
              <p14:xfrm>
                <a:off x="6202705" y="3883537"/>
                <a:ext cx="290160" cy="110880"/>
              </p14:xfrm>
            </p:contentPart>
          </mc:Choice>
          <mc:Fallback xmlns=""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D40A4EE1-F7DC-4314-A7FF-E947DFDEF13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196585" y="3877417"/>
                  <a:ext cx="3024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F41BA6CB-E6A2-C91B-1C46-05E358FE00FB}"/>
                    </a:ext>
                  </a:extLst>
                </p14:cNvPr>
                <p14:cNvContentPartPr/>
                <p14:nvPr/>
              </p14:nvContentPartPr>
              <p14:xfrm>
                <a:off x="6386665" y="3869497"/>
                <a:ext cx="221760" cy="17532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F41BA6CB-E6A2-C91B-1C46-05E358FE00F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380545" y="3863377"/>
                  <a:ext cx="2340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8C6ED803-A1F4-F480-7CB1-8B5C7BEC6674}"/>
                    </a:ext>
                  </a:extLst>
                </p14:cNvPr>
                <p14:cNvContentPartPr/>
                <p14:nvPr/>
              </p14:nvContentPartPr>
              <p14:xfrm>
                <a:off x="7073905" y="2398537"/>
                <a:ext cx="77400" cy="23508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8C6ED803-A1F4-F480-7CB1-8B5C7BEC667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067785" y="2392417"/>
                  <a:ext cx="896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E54C1C97-0EAE-772B-546D-AC39C9FA7B77}"/>
                    </a:ext>
                  </a:extLst>
                </p14:cNvPr>
                <p14:cNvContentPartPr/>
                <p14:nvPr/>
              </p14:nvContentPartPr>
              <p14:xfrm>
                <a:off x="6740185" y="2385217"/>
                <a:ext cx="492480" cy="38664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E54C1C97-0EAE-772B-546D-AC39C9FA7B7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734065" y="2379097"/>
                  <a:ext cx="50472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E8DB46C8-91EE-D0AF-3ED0-EA06071EC3D3}"/>
                    </a:ext>
                  </a:extLst>
                </p14:cNvPr>
                <p14:cNvContentPartPr/>
                <p14:nvPr/>
              </p14:nvContentPartPr>
              <p14:xfrm>
                <a:off x="6979225" y="2857177"/>
                <a:ext cx="128520" cy="28620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E8DB46C8-91EE-D0AF-3ED0-EA06071EC3D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73105" y="2851057"/>
                  <a:ext cx="1407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00FA4D02-C620-E2DC-7C02-1E206E0CD888}"/>
                    </a:ext>
                  </a:extLst>
                </p14:cNvPr>
                <p14:cNvContentPartPr/>
                <p14:nvPr/>
              </p14:nvContentPartPr>
              <p14:xfrm>
                <a:off x="6869425" y="2795617"/>
                <a:ext cx="368640" cy="35604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00FA4D02-C620-E2DC-7C02-1E206E0CD88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63305" y="2789497"/>
                  <a:ext cx="38088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086697E9-FB53-FB1A-A3A9-E552E036F7DD}"/>
                    </a:ext>
                  </a:extLst>
                </p14:cNvPr>
                <p14:cNvContentPartPr/>
                <p14:nvPr/>
              </p14:nvContentPartPr>
              <p14:xfrm>
                <a:off x="6590065" y="3322297"/>
                <a:ext cx="22320" cy="7560"/>
              </p14:xfrm>
            </p:contentPart>
          </mc:Choice>
          <mc:Fallback xmlns=""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086697E9-FB53-FB1A-A3A9-E552E036F7D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583945" y="3316177"/>
                  <a:ext cx="345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AF3FBAC1-AB2F-6FDF-7575-47CCFFADDD10}"/>
                    </a:ext>
                  </a:extLst>
                </p14:cNvPr>
                <p14:cNvContentPartPr/>
                <p14:nvPr/>
              </p14:nvContentPartPr>
              <p14:xfrm>
                <a:off x="6698065" y="3197017"/>
                <a:ext cx="187560" cy="19764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AF3FBAC1-AB2F-6FDF-7575-47CCFFADDD1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691945" y="3190897"/>
                  <a:ext cx="1998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6E4CBBBB-EF09-1544-40FF-B91F95FDBDEB}"/>
                    </a:ext>
                  </a:extLst>
                </p14:cNvPr>
                <p14:cNvContentPartPr/>
                <p14:nvPr/>
              </p14:nvContentPartPr>
              <p14:xfrm>
                <a:off x="6699145" y="3197737"/>
                <a:ext cx="288720" cy="18468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6E4CBBBB-EF09-1544-40FF-B91F95FDBDE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693025" y="3191617"/>
                  <a:ext cx="3009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9FE6157F-D38C-88A8-A9E4-0ED8477EBE76}"/>
                    </a:ext>
                  </a:extLst>
                </p14:cNvPr>
                <p14:cNvContentPartPr/>
                <p14:nvPr/>
              </p14:nvContentPartPr>
              <p14:xfrm>
                <a:off x="6810745" y="3540097"/>
                <a:ext cx="199080" cy="18252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9FE6157F-D38C-88A8-A9E4-0ED8477EBE7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804625" y="3533977"/>
                  <a:ext cx="211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153CF49E-23CF-ECDB-D5A4-45941A19836F}"/>
                    </a:ext>
                  </a:extLst>
                </p14:cNvPr>
                <p14:cNvContentPartPr/>
                <p14:nvPr/>
              </p14:nvContentPartPr>
              <p14:xfrm>
                <a:off x="7036105" y="3485017"/>
                <a:ext cx="136440" cy="291600"/>
              </p14:xfrm>
            </p:contentPart>
          </mc:Choice>
          <mc:Fallback xmlns=""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153CF49E-23CF-ECDB-D5A4-45941A19836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029985" y="3478897"/>
                  <a:ext cx="1486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FDED2052-0883-09FA-4FC3-BAF0A8616250}"/>
                    </a:ext>
                  </a:extLst>
                </p14:cNvPr>
                <p14:cNvContentPartPr/>
                <p14:nvPr/>
              </p14:nvContentPartPr>
              <p14:xfrm>
                <a:off x="6676825" y="3364417"/>
                <a:ext cx="787320" cy="467640"/>
              </p14:xfrm>
            </p:contentPart>
          </mc:Choice>
          <mc:Fallback xmlns=""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FDED2052-0883-09FA-4FC3-BAF0A861625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670705" y="3358297"/>
                  <a:ext cx="79956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D556AEE3-00E8-D156-8356-6A101767B86E}"/>
                    </a:ext>
                  </a:extLst>
                </p14:cNvPr>
                <p14:cNvContentPartPr/>
                <p14:nvPr/>
              </p14:nvContentPartPr>
              <p14:xfrm>
                <a:off x="6859345" y="2789497"/>
                <a:ext cx="606240" cy="30636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D556AEE3-00E8-D156-8356-6A101767B86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853225" y="2783377"/>
                  <a:ext cx="6184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0E31CBBA-C878-AFBE-12C1-F13365634318}"/>
                    </a:ext>
                  </a:extLst>
                </p14:cNvPr>
                <p14:cNvContentPartPr/>
                <p14:nvPr/>
              </p14:nvContentPartPr>
              <p14:xfrm>
                <a:off x="6588985" y="3079297"/>
                <a:ext cx="606240" cy="32652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0E31CBBA-C878-AFBE-12C1-F1336563431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582865" y="3073177"/>
                  <a:ext cx="6184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379AAD15-92AC-E9E9-16E9-537A8B2A06D1}"/>
                    </a:ext>
                  </a:extLst>
                </p14:cNvPr>
                <p14:cNvContentPartPr/>
                <p14:nvPr/>
              </p14:nvContentPartPr>
              <p14:xfrm>
                <a:off x="6622825" y="3079657"/>
                <a:ext cx="463320" cy="32292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379AAD15-92AC-E9E9-16E9-537A8B2A06D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616705" y="3073537"/>
                  <a:ext cx="4755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610FBDE8-F2CF-6FC9-AB55-83485DE45054}"/>
                    </a:ext>
                  </a:extLst>
                </p14:cNvPr>
                <p14:cNvContentPartPr/>
                <p14:nvPr/>
              </p14:nvContentPartPr>
              <p14:xfrm>
                <a:off x="6803545" y="2680057"/>
                <a:ext cx="617040" cy="43632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610FBDE8-F2CF-6FC9-AB55-83485DE4505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797425" y="2673937"/>
                  <a:ext cx="629280" cy="448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56631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7C9F2D-0724-89E8-2255-087D69DAA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88C96EF-6579-4881-67C8-F892AEB01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6126" y="365125"/>
            <a:ext cx="7962417" cy="2998832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F6E9BD8F-7BCD-2D36-E5CA-E72CB4094021}"/>
                  </a:ext>
                </a:extLst>
              </p14:cNvPr>
              <p14:cNvContentPartPr/>
              <p14:nvPr/>
            </p14:nvContentPartPr>
            <p14:xfrm>
              <a:off x="746185" y="4064257"/>
              <a:ext cx="315000" cy="29628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F6E9BD8F-7BCD-2D36-E5CA-E72CB40940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0065" y="4058137"/>
                <a:ext cx="32724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7" name="Tinta 66">
                <a:extLst>
                  <a:ext uri="{FF2B5EF4-FFF2-40B4-BE49-F238E27FC236}">
                    <a16:creationId xmlns:a16="http://schemas.microsoft.com/office/drawing/2014/main" id="{B0AEE070-747F-6D3C-CAC0-C1700ABEB3A2}"/>
                  </a:ext>
                </a:extLst>
              </p14:cNvPr>
              <p14:cNvContentPartPr/>
              <p14:nvPr/>
            </p14:nvContentPartPr>
            <p14:xfrm>
              <a:off x="726745" y="5134537"/>
              <a:ext cx="4160520" cy="672840"/>
            </p14:xfrm>
          </p:contentPart>
        </mc:Choice>
        <mc:Fallback xmlns="">
          <p:pic>
            <p:nvPicPr>
              <p:cNvPr id="67" name="Tinta 66">
                <a:extLst>
                  <a:ext uri="{FF2B5EF4-FFF2-40B4-BE49-F238E27FC236}">
                    <a16:creationId xmlns:a16="http://schemas.microsoft.com/office/drawing/2014/main" id="{B0AEE070-747F-6D3C-CAC0-C1700ABEB3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0625" y="5128417"/>
                <a:ext cx="4172760" cy="68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9" name="Tinta 68">
                <a:extLst>
                  <a:ext uri="{FF2B5EF4-FFF2-40B4-BE49-F238E27FC236}">
                    <a16:creationId xmlns:a16="http://schemas.microsoft.com/office/drawing/2014/main" id="{D2828F2A-054A-31B5-CC9E-BEF852E33A2B}"/>
                  </a:ext>
                </a:extLst>
              </p14:cNvPr>
              <p14:cNvContentPartPr/>
              <p14:nvPr/>
            </p14:nvContentPartPr>
            <p14:xfrm>
              <a:off x="5113705" y="3374857"/>
              <a:ext cx="343440" cy="2801520"/>
            </p14:xfrm>
          </p:contentPart>
        </mc:Choice>
        <mc:Fallback xmlns="">
          <p:pic>
            <p:nvPicPr>
              <p:cNvPr id="69" name="Tinta 68">
                <a:extLst>
                  <a:ext uri="{FF2B5EF4-FFF2-40B4-BE49-F238E27FC236}">
                    <a16:creationId xmlns:a16="http://schemas.microsoft.com/office/drawing/2014/main" id="{D2828F2A-054A-31B5-CC9E-BEF852E33A2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07585" y="3368737"/>
                <a:ext cx="355680" cy="28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3" name="Tinta 72">
                <a:extLst>
                  <a:ext uri="{FF2B5EF4-FFF2-40B4-BE49-F238E27FC236}">
                    <a16:creationId xmlns:a16="http://schemas.microsoft.com/office/drawing/2014/main" id="{484E370E-BA2D-077E-3501-FB228001D454}"/>
                  </a:ext>
                </a:extLst>
              </p14:cNvPr>
              <p14:cNvContentPartPr/>
              <p14:nvPr/>
            </p14:nvContentPartPr>
            <p14:xfrm>
              <a:off x="618385" y="3956977"/>
              <a:ext cx="765000" cy="411120"/>
            </p14:xfrm>
          </p:contentPart>
        </mc:Choice>
        <mc:Fallback xmlns="">
          <p:pic>
            <p:nvPicPr>
              <p:cNvPr id="73" name="Tinta 72">
                <a:extLst>
                  <a:ext uri="{FF2B5EF4-FFF2-40B4-BE49-F238E27FC236}">
                    <a16:creationId xmlns:a16="http://schemas.microsoft.com/office/drawing/2014/main" id="{484E370E-BA2D-077E-3501-FB228001D45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2265" y="3950857"/>
                <a:ext cx="777240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2" name="Tinta 91">
                <a:extLst>
                  <a:ext uri="{FF2B5EF4-FFF2-40B4-BE49-F238E27FC236}">
                    <a16:creationId xmlns:a16="http://schemas.microsoft.com/office/drawing/2014/main" id="{B32EC71B-A36D-3589-5D5F-93B1E9598932}"/>
                  </a:ext>
                </a:extLst>
              </p14:cNvPr>
              <p14:cNvContentPartPr/>
              <p14:nvPr/>
            </p14:nvContentPartPr>
            <p14:xfrm>
              <a:off x="7041145" y="1152937"/>
              <a:ext cx="766080" cy="336600"/>
            </p14:xfrm>
          </p:contentPart>
        </mc:Choice>
        <mc:Fallback xmlns="">
          <p:pic>
            <p:nvPicPr>
              <p:cNvPr id="92" name="Tinta 91">
                <a:extLst>
                  <a:ext uri="{FF2B5EF4-FFF2-40B4-BE49-F238E27FC236}">
                    <a16:creationId xmlns:a16="http://schemas.microsoft.com/office/drawing/2014/main" id="{B32EC71B-A36D-3589-5D5F-93B1E959893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35025" y="1146817"/>
                <a:ext cx="77832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3" name="Tinta 92">
                <a:extLst>
                  <a:ext uri="{FF2B5EF4-FFF2-40B4-BE49-F238E27FC236}">
                    <a16:creationId xmlns:a16="http://schemas.microsoft.com/office/drawing/2014/main" id="{E84F83B4-57FE-DC50-A753-04587948FE5D}"/>
                  </a:ext>
                </a:extLst>
              </p14:cNvPr>
              <p14:cNvContentPartPr/>
              <p14:nvPr/>
            </p14:nvContentPartPr>
            <p14:xfrm>
              <a:off x="3398305" y="1138897"/>
              <a:ext cx="690840" cy="370800"/>
            </p14:xfrm>
          </p:contentPart>
        </mc:Choice>
        <mc:Fallback xmlns="">
          <p:pic>
            <p:nvPicPr>
              <p:cNvPr id="93" name="Tinta 92">
                <a:extLst>
                  <a:ext uri="{FF2B5EF4-FFF2-40B4-BE49-F238E27FC236}">
                    <a16:creationId xmlns:a16="http://schemas.microsoft.com/office/drawing/2014/main" id="{E84F83B4-57FE-DC50-A753-04587948FE5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392185" y="1132777"/>
                <a:ext cx="70308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73" name="Tinta 272">
                <a:extLst>
                  <a:ext uri="{FF2B5EF4-FFF2-40B4-BE49-F238E27FC236}">
                    <a16:creationId xmlns:a16="http://schemas.microsoft.com/office/drawing/2014/main" id="{E8E312DF-E209-DAC2-4D5E-27C9BC972BD8}"/>
                  </a:ext>
                </a:extLst>
              </p14:cNvPr>
              <p14:cNvContentPartPr/>
              <p14:nvPr/>
            </p14:nvContentPartPr>
            <p14:xfrm>
              <a:off x="6524905" y="6071257"/>
              <a:ext cx="2844000" cy="500040"/>
            </p14:xfrm>
          </p:contentPart>
        </mc:Choice>
        <mc:Fallback xmlns="">
          <p:pic>
            <p:nvPicPr>
              <p:cNvPr id="273" name="Tinta 272">
                <a:extLst>
                  <a:ext uri="{FF2B5EF4-FFF2-40B4-BE49-F238E27FC236}">
                    <a16:creationId xmlns:a16="http://schemas.microsoft.com/office/drawing/2014/main" id="{E8E312DF-E209-DAC2-4D5E-27C9BC972BD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518785" y="6065137"/>
                <a:ext cx="2856240" cy="51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75" name="Tinta 274">
                <a:extLst>
                  <a:ext uri="{FF2B5EF4-FFF2-40B4-BE49-F238E27FC236}">
                    <a16:creationId xmlns:a16="http://schemas.microsoft.com/office/drawing/2014/main" id="{815CBC7B-0B33-A846-11AC-3127908279C1}"/>
                  </a:ext>
                </a:extLst>
              </p14:cNvPr>
              <p14:cNvContentPartPr/>
              <p14:nvPr/>
            </p14:nvContentPartPr>
            <p14:xfrm>
              <a:off x="-60575" y="5902057"/>
              <a:ext cx="128520" cy="18360"/>
            </p14:xfrm>
          </p:contentPart>
        </mc:Choice>
        <mc:Fallback xmlns="">
          <p:pic>
            <p:nvPicPr>
              <p:cNvPr id="275" name="Tinta 274">
                <a:extLst>
                  <a:ext uri="{FF2B5EF4-FFF2-40B4-BE49-F238E27FC236}">
                    <a16:creationId xmlns:a16="http://schemas.microsoft.com/office/drawing/2014/main" id="{815CBC7B-0B33-A846-11AC-3127908279C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66695" y="5895937"/>
                <a:ext cx="140760" cy="3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6" name="Agrupar 335">
            <a:extLst>
              <a:ext uri="{FF2B5EF4-FFF2-40B4-BE49-F238E27FC236}">
                <a16:creationId xmlns:a16="http://schemas.microsoft.com/office/drawing/2014/main" id="{F5FC05D8-50D5-9E21-2B3E-EE45CCF5915D}"/>
              </a:ext>
            </a:extLst>
          </p:cNvPr>
          <p:cNvGrpSpPr/>
          <p:nvPr/>
        </p:nvGrpSpPr>
        <p:grpSpPr>
          <a:xfrm>
            <a:off x="292585" y="1861417"/>
            <a:ext cx="11579760" cy="4873680"/>
            <a:chOff x="292585" y="1861417"/>
            <a:chExt cx="11579760" cy="487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48354884-8A29-25DB-2167-BB2028DEAFA9}"/>
                    </a:ext>
                  </a:extLst>
                </p14:cNvPr>
                <p14:cNvContentPartPr/>
                <p14:nvPr/>
              </p14:nvContentPartPr>
              <p14:xfrm>
                <a:off x="728905" y="5166217"/>
                <a:ext cx="433440" cy="6912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48354884-8A29-25DB-2167-BB2028DEAFA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22785" y="5160097"/>
                  <a:ext cx="4456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E46F3151-2320-0CEF-8760-79222630F0B9}"/>
                    </a:ext>
                  </a:extLst>
                </p14:cNvPr>
                <p14:cNvContentPartPr/>
                <p14:nvPr/>
              </p14:nvContentPartPr>
              <p14:xfrm>
                <a:off x="887305" y="5214817"/>
                <a:ext cx="163080" cy="241920"/>
              </p14:xfrm>
            </p:contentPart>
          </mc:Choice>
          <mc:Fallback xmlns=""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E46F3151-2320-0CEF-8760-79222630F0B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81185" y="5208697"/>
                  <a:ext cx="1753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D1EE13DC-1805-12E3-599F-C1CD493F158A}"/>
                    </a:ext>
                  </a:extLst>
                </p14:cNvPr>
                <p14:cNvContentPartPr/>
                <p14:nvPr/>
              </p14:nvContentPartPr>
              <p14:xfrm>
                <a:off x="1339465" y="5258377"/>
                <a:ext cx="206640" cy="1836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D1EE13DC-1805-12E3-599F-C1CD493F158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33345" y="5252257"/>
                  <a:ext cx="2188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24AE65A2-8C51-588C-37DC-C6BBACC91AE8}"/>
                    </a:ext>
                  </a:extLst>
                </p14:cNvPr>
                <p14:cNvContentPartPr/>
                <p14:nvPr/>
              </p14:nvContentPartPr>
              <p14:xfrm>
                <a:off x="1358905" y="5365657"/>
                <a:ext cx="347760" cy="3924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24AE65A2-8C51-588C-37DC-C6BBACC91AE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352785" y="5359537"/>
                  <a:ext cx="3600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DFC20C5D-9AE0-FB4D-9865-243BDBB14C11}"/>
                    </a:ext>
                  </a:extLst>
                </p14:cNvPr>
                <p14:cNvContentPartPr/>
                <p14:nvPr/>
              </p14:nvContentPartPr>
              <p14:xfrm>
                <a:off x="2364745" y="5328937"/>
                <a:ext cx="248760" cy="246960"/>
              </p14:xfrm>
            </p:contentPart>
          </mc:Choice>
          <mc:Fallback xmlns=""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DFC20C5D-9AE0-FB4D-9865-243BDBB14C1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358625" y="5322817"/>
                  <a:ext cx="2610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DECAE80A-49A4-C398-A872-EC834046BD27}"/>
                    </a:ext>
                  </a:extLst>
                </p14:cNvPr>
                <p14:cNvContentPartPr/>
                <p14:nvPr/>
              </p14:nvContentPartPr>
              <p14:xfrm>
                <a:off x="2460505" y="5482657"/>
                <a:ext cx="185040" cy="2124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DECAE80A-49A4-C398-A872-EC834046BD2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454385" y="5476537"/>
                  <a:ext cx="1972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E3604AAF-F8B7-B003-E5F7-2FBC5D41F1B7}"/>
                    </a:ext>
                  </a:extLst>
                </p14:cNvPr>
                <p14:cNvContentPartPr/>
                <p14:nvPr/>
              </p14:nvContentPartPr>
              <p14:xfrm>
                <a:off x="2806105" y="5443777"/>
                <a:ext cx="150480" cy="3420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E3604AAF-F8B7-B003-E5F7-2FBC5D41F1B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799985" y="5437657"/>
                  <a:ext cx="1627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3DC9E4A4-227A-3C3F-2EBB-7F7C9A91A629}"/>
                    </a:ext>
                  </a:extLst>
                </p14:cNvPr>
                <p14:cNvContentPartPr/>
                <p14:nvPr/>
              </p14:nvContentPartPr>
              <p14:xfrm>
                <a:off x="2784505" y="5356657"/>
                <a:ext cx="87120" cy="178920"/>
              </p14:xfrm>
            </p:contentPart>
          </mc:Choice>
          <mc:Fallback xmlns=""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3DC9E4A4-227A-3C3F-2EBB-7F7C9A91A62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778385" y="5350537"/>
                  <a:ext cx="993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C3EA3BC1-CFC1-132B-D917-21E2D0A356D3}"/>
                    </a:ext>
                  </a:extLst>
                </p14:cNvPr>
                <p14:cNvContentPartPr/>
                <p14:nvPr/>
              </p14:nvContentPartPr>
              <p14:xfrm>
                <a:off x="3235945" y="5417857"/>
                <a:ext cx="259560" cy="25056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C3EA3BC1-CFC1-132B-D917-21E2D0A356D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29825" y="5411737"/>
                  <a:ext cx="2718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F069D5A3-CF3C-68ED-2557-8046D7930421}"/>
                    </a:ext>
                  </a:extLst>
                </p14:cNvPr>
                <p14:cNvContentPartPr/>
                <p14:nvPr/>
              </p14:nvContentPartPr>
              <p14:xfrm>
                <a:off x="3905905" y="5587777"/>
                <a:ext cx="226800" cy="1404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F069D5A3-CF3C-68ED-2557-8046D793042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899785" y="5581657"/>
                  <a:ext cx="239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373AAA9F-88F3-8DB0-F575-89D2F54DA493}"/>
                    </a:ext>
                  </a:extLst>
                </p14:cNvPr>
                <p14:cNvContentPartPr/>
                <p14:nvPr/>
              </p14:nvContentPartPr>
              <p14:xfrm>
                <a:off x="3895105" y="5512177"/>
                <a:ext cx="139320" cy="15408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373AAA9F-88F3-8DB0-F575-89D2F54DA49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888985" y="5506057"/>
                  <a:ext cx="1515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DAC91F22-D731-99DF-8681-0E0CD52656EE}"/>
                    </a:ext>
                  </a:extLst>
                </p14:cNvPr>
                <p14:cNvContentPartPr/>
                <p14:nvPr/>
              </p14:nvContentPartPr>
              <p14:xfrm>
                <a:off x="4368865" y="5507497"/>
                <a:ext cx="174240" cy="23004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DAC91F22-D731-99DF-8681-0E0CD52656E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362745" y="5501377"/>
                  <a:ext cx="1864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AA52D9F4-2629-8B14-E7E9-E4AF8282D58F}"/>
                    </a:ext>
                  </a:extLst>
                </p14:cNvPr>
                <p14:cNvContentPartPr/>
                <p14:nvPr/>
              </p14:nvContentPartPr>
              <p14:xfrm>
                <a:off x="4573345" y="5679577"/>
                <a:ext cx="152640" cy="12132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AA52D9F4-2629-8B14-E7E9-E4AF8282D58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567225" y="5673457"/>
                  <a:ext cx="1648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6DAC3777-D824-8CDE-754D-946B4442A8D0}"/>
                    </a:ext>
                  </a:extLst>
                </p14:cNvPr>
                <p14:cNvContentPartPr/>
                <p14:nvPr/>
              </p14:nvContentPartPr>
              <p14:xfrm>
                <a:off x="2223625" y="3679057"/>
                <a:ext cx="185760" cy="19512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6DAC3777-D824-8CDE-754D-946B4442A8D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217505" y="3672937"/>
                  <a:ext cx="1980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64780869-D3E9-E1D8-FA06-80E41EFDF5A0}"/>
                    </a:ext>
                  </a:extLst>
                </p14:cNvPr>
                <p14:cNvContentPartPr/>
                <p14:nvPr/>
              </p14:nvContentPartPr>
              <p14:xfrm>
                <a:off x="2569225" y="3569617"/>
                <a:ext cx="157680" cy="30708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64780869-D3E9-E1D8-FA06-80E41EFDF5A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563105" y="3563497"/>
                  <a:ext cx="16992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59A4AD80-E02A-9EC1-7D0D-F0E7A3A1EE60}"/>
                    </a:ext>
                  </a:extLst>
                </p14:cNvPr>
                <p14:cNvContentPartPr/>
                <p14:nvPr/>
              </p14:nvContentPartPr>
              <p14:xfrm>
                <a:off x="2558425" y="3780217"/>
                <a:ext cx="280800" cy="3924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59A4AD80-E02A-9EC1-7D0D-F0E7A3A1EE6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552305" y="3774097"/>
                  <a:ext cx="2930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69D5840B-89BA-A2C2-CF9E-BE8FA99EC7C6}"/>
                    </a:ext>
                  </a:extLst>
                </p14:cNvPr>
                <p14:cNvContentPartPr/>
                <p14:nvPr/>
              </p14:nvContentPartPr>
              <p14:xfrm>
                <a:off x="2471305" y="4117537"/>
                <a:ext cx="248760" cy="15084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69D5840B-89BA-A2C2-CF9E-BE8FA99EC7C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465185" y="4111417"/>
                  <a:ext cx="2610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D7FD7B9B-EF18-758F-0885-A5FFF44A776B}"/>
                    </a:ext>
                  </a:extLst>
                </p14:cNvPr>
                <p14:cNvContentPartPr/>
                <p14:nvPr/>
              </p14:nvContentPartPr>
              <p14:xfrm>
                <a:off x="2783785" y="4098817"/>
                <a:ext cx="259560" cy="14148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D7FD7B9B-EF18-758F-0885-A5FFF44A776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777665" y="4092697"/>
                  <a:ext cx="2718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797CA910-8633-B005-C929-9656845F3E8F}"/>
                    </a:ext>
                  </a:extLst>
                </p14:cNvPr>
                <p14:cNvContentPartPr/>
                <p14:nvPr/>
              </p14:nvContentPartPr>
              <p14:xfrm>
                <a:off x="3184465" y="4073617"/>
                <a:ext cx="96120" cy="14904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797CA910-8633-B005-C929-9656845F3E8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178345" y="4067497"/>
                  <a:ext cx="1083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7AD19D20-934D-1AFA-0B2E-7D3D4E7A18F5}"/>
                    </a:ext>
                  </a:extLst>
                </p14:cNvPr>
                <p14:cNvContentPartPr/>
                <p14:nvPr/>
              </p14:nvContentPartPr>
              <p14:xfrm>
                <a:off x="2999425" y="4059937"/>
                <a:ext cx="76320" cy="2520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7AD19D20-934D-1AFA-0B2E-7D3D4E7A18F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993305" y="4053817"/>
                  <a:ext cx="885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5DE7B9ED-7A8C-BA71-0D2B-B9966A477008}"/>
                    </a:ext>
                  </a:extLst>
                </p14:cNvPr>
                <p14:cNvContentPartPr/>
                <p14:nvPr/>
              </p14:nvContentPartPr>
              <p14:xfrm>
                <a:off x="3345025" y="4142377"/>
                <a:ext cx="76320" cy="1224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5DE7B9ED-7A8C-BA71-0D2B-B9966A47700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338905" y="4136257"/>
                  <a:ext cx="885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C16BEF37-257F-B4F3-EFDB-55EE2CF2815B}"/>
                    </a:ext>
                  </a:extLst>
                </p14:cNvPr>
                <p14:cNvContentPartPr/>
                <p14:nvPr/>
              </p14:nvContentPartPr>
              <p14:xfrm>
                <a:off x="3712585" y="4190617"/>
                <a:ext cx="182880" cy="7596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C16BEF37-257F-B4F3-EFDB-55EE2CF2815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706465" y="4184497"/>
                  <a:ext cx="1951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F545523E-075C-4F8E-5495-D8B62B190DC7}"/>
                    </a:ext>
                  </a:extLst>
                </p14:cNvPr>
                <p14:cNvContentPartPr/>
                <p14:nvPr/>
              </p14:nvContentPartPr>
              <p14:xfrm>
                <a:off x="3669025" y="4183777"/>
                <a:ext cx="106920" cy="5292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F545523E-075C-4F8E-5495-D8B62B190DC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662905" y="4177657"/>
                  <a:ext cx="1191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F76C1FC1-32C0-634C-45B5-9F3FB1D66F1A}"/>
                    </a:ext>
                  </a:extLst>
                </p14:cNvPr>
                <p14:cNvContentPartPr/>
                <p14:nvPr/>
              </p14:nvContentPartPr>
              <p14:xfrm>
                <a:off x="4034065" y="4088737"/>
                <a:ext cx="496440" cy="4464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F76C1FC1-32C0-634C-45B5-9F3FB1D66F1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027945" y="4082617"/>
                  <a:ext cx="5086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3E53B28A-2B6B-1C80-BA75-BC4C87F78A04}"/>
                    </a:ext>
                  </a:extLst>
                </p14:cNvPr>
                <p14:cNvContentPartPr/>
                <p14:nvPr/>
              </p14:nvContentPartPr>
              <p14:xfrm>
                <a:off x="4121185" y="4075777"/>
                <a:ext cx="109080" cy="21816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3E53B28A-2B6B-1C80-BA75-BC4C87F78A0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115065" y="4069657"/>
                  <a:ext cx="1213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0AC5463C-E25F-6706-194A-710C52637A60}"/>
                    </a:ext>
                  </a:extLst>
                </p14:cNvPr>
                <p14:cNvContentPartPr/>
                <p14:nvPr/>
              </p14:nvContentPartPr>
              <p14:xfrm>
                <a:off x="3974665" y="3968857"/>
                <a:ext cx="849240" cy="43848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0AC5463C-E25F-6706-194A-710C52637A6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968545" y="3962737"/>
                  <a:ext cx="86148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EE59FDF8-1321-F440-6C25-C033B7E9E914}"/>
                    </a:ext>
                  </a:extLst>
                </p14:cNvPr>
                <p14:cNvContentPartPr/>
                <p14:nvPr/>
              </p14:nvContentPartPr>
              <p14:xfrm>
                <a:off x="715225" y="3535417"/>
                <a:ext cx="441720" cy="36720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EE59FDF8-1321-F440-6C25-C033B7E9E91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09105" y="3529297"/>
                  <a:ext cx="45396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57306EA1-F603-6409-C195-9AA133CC27D1}"/>
                    </a:ext>
                  </a:extLst>
                </p14:cNvPr>
                <p14:cNvContentPartPr/>
                <p14:nvPr/>
              </p14:nvContentPartPr>
              <p14:xfrm>
                <a:off x="737185" y="3704977"/>
                <a:ext cx="408960" cy="1764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57306EA1-F603-6409-C195-9AA133CC27D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31065" y="3698857"/>
                  <a:ext cx="4212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F62E53A4-35B7-8423-DA44-FA9B4FC6B056}"/>
                    </a:ext>
                  </a:extLst>
                </p14:cNvPr>
                <p14:cNvContentPartPr/>
                <p14:nvPr/>
              </p14:nvContentPartPr>
              <p14:xfrm>
                <a:off x="1415065" y="3707137"/>
                <a:ext cx="119880" cy="3672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F62E53A4-35B7-8423-DA44-FA9B4FC6B05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408945" y="3701017"/>
                  <a:ext cx="132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E6BC05C3-CFF2-707B-CF02-F2F12F703588}"/>
                    </a:ext>
                  </a:extLst>
                </p14:cNvPr>
                <p14:cNvContentPartPr/>
                <p14:nvPr/>
              </p14:nvContentPartPr>
              <p14:xfrm>
                <a:off x="1447825" y="3778417"/>
                <a:ext cx="247680" cy="3240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E6BC05C3-CFF2-707B-CF02-F2F12F70358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441705" y="3772297"/>
                  <a:ext cx="259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BA33B759-B4BD-F753-1D1E-2921890FFC44}"/>
                    </a:ext>
                  </a:extLst>
                </p14:cNvPr>
                <p14:cNvContentPartPr/>
                <p14:nvPr/>
              </p14:nvContentPartPr>
              <p14:xfrm>
                <a:off x="1566985" y="4142737"/>
                <a:ext cx="190440" cy="2556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BA33B759-B4BD-F753-1D1E-2921890FFC4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560865" y="4136617"/>
                  <a:ext cx="2026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01666532-22B0-197A-A079-EA1C1A5F95F0}"/>
                    </a:ext>
                  </a:extLst>
                </p14:cNvPr>
                <p14:cNvContentPartPr/>
                <p14:nvPr/>
              </p14:nvContentPartPr>
              <p14:xfrm>
                <a:off x="1662745" y="4201777"/>
                <a:ext cx="237240" cy="3024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01666532-22B0-197A-A079-EA1C1A5F95F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656625" y="4195657"/>
                  <a:ext cx="2494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4CA10D3B-7162-FEB0-1236-655E2318F5C5}"/>
                    </a:ext>
                  </a:extLst>
                </p14:cNvPr>
                <p14:cNvContentPartPr/>
                <p14:nvPr/>
              </p14:nvContentPartPr>
              <p14:xfrm>
                <a:off x="509305" y="3390697"/>
                <a:ext cx="862560" cy="56664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4CA10D3B-7162-FEB0-1236-655E2318F5C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03185" y="3384577"/>
                  <a:ext cx="87480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EC69A0FA-C5BF-E151-DEDC-A53967CE5857}"/>
                    </a:ext>
                  </a:extLst>
                </p14:cNvPr>
                <p14:cNvContentPartPr/>
                <p14:nvPr/>
              </p14:nvContentPartPr>
              <p14:xfrm>
                <a:off x="649705" y="3978577"/>
                <a:ext cx="646920" cy="42768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EC69A0FA-C5BF-E151-DEDC-A53967CE585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43585" y="3972457"/>
                  <a:ext cx="65916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BDD7ED7D-655A-7B9C-A860-AAA2A62A45C7}"/>
                    </a:ext>
                  </a:extLst>
                </p14:cNvPr>
                <p14:cNvContentPartPr/>
                <p14:nvPr/>
              </p14:nvContentPartPr>
              <p14:xfrm>
                <a:off x="714865" y="4423537"/>
                <a:ext cx="732600" cy="48492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BDD7ED7D-655A-7B9C-A860-AAA2A62A45C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08745" y="4417417"/>
                  <a:ext cx="74484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672638C3-FE62-8E6F-C5DA-E986951D8E4E}"/>
                    </a:ext>
                  </a:extLst>
                </p14:cNvPr>
                <p14:cNvContentPartPr/>
                <p14:nvPr/>
              </p14:nvContentPartPr>
              <p14:xfrm>
                <a:off x="810625" y="3393577"/>
                <a:ext cx="454680" cy="20016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672638C3-FE62-8E6F-C5DA-E986951D8E4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04505" y="3387457"/>
                  <a:ext cx="4669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CA082E5D-B234-24EE-F69A-2BBF2C5EAB59}"/>
                    </a:ext>
                  </a:extLst>
                </p14:cNvPr>
                <p14:cNvContentPartPr/>
                <p14:nvPr/>
              </p14:nvContentPartPr>
              <p14:xfrm>
                <a:off x="2104825" y="3489697"/>
                <a:ext cx="789120" cy="46116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CA082E5D-B234-24EE-F69A-2BBF2C5EAB5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098705" y="3483577"/>
                  <a:ext cx="80136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C513D4A8-B197-378C-8951-E9FE092ABDA2}"/>
                    </a:ext>
                  </a:extLst>
                </p14:cNvPr>
                <p14:cNvContentPartPr/>
                <p14:nvPr/>
              </p14:nvContentPartPr>
              <p14:xfrm>
                <a:off x="3960265" y="4117177"/>
                <a:ext cx="376200" cy="5292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C513D4A8-B197-378C-8951-E9FE092ABDA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954145" y="4111057"/>
                  <a:ext cx="3884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E8B3AE9D-AA1E-1F51-52AF-6A074D6E0356}"/>
                    </a:ext>
                  </a:extLst>
                </p14:cNvPr>
                <p14:cNvContentPartPr/>
                <p14:nvPr/>
              </p14:nvContentPartPr>
              <p14:xfrm>
                <a:off x="4077265" y="4055257"/>
                <a:ext cx="65880" cy="25020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E8B3AE9D-AA1E-1F51-52AF-6A074D6E035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071145" y="4049137"/>
                  <a:ext cx="781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14E45481-6E32-4A7D-04E7-66751D619680}"/>
                    </a:ext>
                  </a:extLst>
                </p14:cNvPr>
                <p14:cNvContentPartPr/>
                <p14:nvPr/>
              </p14:nvContentPartPr>
              <p14:xfrm>
                <a:off x="704425" y="4498417"/>
                <a:ext cx="810360" cy="437400"/>
              </p14:xfrm>
            </p:contentPart>
          </mc:Choice>
          <mc:Fallback xmlns=""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14E45481-6E32-4A7D-04E7-66751D61968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98305" y="4492297"/>
                  <a:ext cx="82260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0EDA5D8C-8858-066E-D570-CB78B1A4EC15}"/>
                    </a:ext>
                  </a:extLst>
                </p14:cNvPr>
                <p14:cNvContentPartPr/>
                <p14:nvPr/>
              </p14:nvContentPartPr>
              <p14:xfrm>
                <a:off x="2719345" y="4545577"/>
                <a:ext cx="174240" cy="21384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0EDA5D8C-8858-066E-D570-CB78B1A4EC1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713225" y="4539457"/>
                  <a:ext cx="1864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121E75C1-1581-7868-31B5-537D95ABEE0A}"/>
                    </a:ext>
                  </a:extLst>
                </p14:cNvPr>
                <p14:cNvContentPartPr/>
                <p14:nvPr/>
              </p14:nvContentPartPr>
              <p14:xfrm>
                <a:off x="2948305" y="4620817"/>
                <a:ext cx="127440" cy="12636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121E75C1-1581-7868-31B5-537D95ABEE0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942185" y="4614697"/>
                  <a:ext cx="1396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336FEF3D-D790-06FE-FCB1-AC5681BC4231}"/>
                    </a:ext>
                  </a:extLst>
                </p14:cNvPr>
                <p14:cNvContentPartPr/>
                <p14:nvPr/>
              </p14:nvContentPartPr>
              <p14:xfrm>
                <a:off x="3377785" y="4628017"/>
                <a:ext cx="76320" cy="16092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336FEF3D-D790-06FE-FCB1-AC5681BC423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371665" y="4621897"/>
                  <a:ext cx="885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15EA7B7D-F468-967B-89EE-FCCDA11A93BF}"/>
                    </a:ext>
                  </a:extLst>
                </p14:cNvPr>
                <p14:cNvContentPartPr/>
                <p14:nvPr/>
              </p14:nvContentPartPr>
              <p14:xfrm>
                <a:off x="3108145" y="4603177"/>
                <a:ext cx="441720" cy="6876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15EA7B7D-F468-967B-89EE-FCCDA11A93B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102025" y="4597057"/>
                  <a:ext cx="4539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C0ED4F8C-C0C4-1C16-0A10-92D74E477974}"/>
                    </a:ext>
                  </a:extLst>
                </p14:cNvPr>
                <p14:cNvContentPartPr/>
                <p14:nvPr/>
              </p14:nvContentPartPr>
              <p14:xfrm>
                <a:off x="3788185" y="4587697"/>
                <a:ext cx="526680" cy="1800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C0ED4F8C-C0C4-1C16-0A10-92D74E47797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782065" y="4581577"/>
                  <a:ext cx="5389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490AAB79-C005-115D-FFD2-C7CD6D0C4CB1}"/>
                    </a:ext>
                  </a:extLst>
                </p14:cNvPr>
                <p14:cNvContentPartPr/>
                <p14:nvPr/>
              </p14:nvContentPartPr>
              <p14:xfrm>
                <a:off x="4044865" y="4570417"/>
                <a:ext cx="54720" cy="24804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490AAB79-C005-115D-FFD2-C7CD6D0C4CB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038745" y="4564297"/>
                  <a:ext cx="669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CF60E2A7-757B-B6C4-A6DD-0B2E04C0A6AD}"/>
                    </a:ext>
                  </a:extLst>
                </p14:cNvPr>
                <p14:cNvContentPartPr/>
                <p14:nvPr/>
              </p14:nvContentPartPr>
              <p14:xfrm>
                <a:off x="3807985" y="4596337"/>
                <a:ext cx="465480" cy="3204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CF60E2A7-757B-B6C4-A6DD-0B2E04C0A6A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801865" y="4590217"/>
                  <a:ext cx="477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398723F7-2F36-D550-CA10-EC9E8D3E57AA}"/>
                    </a:ext>
                  </a:extLst>
                </p14:cNvPr>
                <p14:cNvContentPartPr/>
                <p14:nvPr/>
              </p14:nvContentPartPr>
              <p14:xfrm>
                <a:off x="4003825" y="4568617"/>
                <a:ext cx="96120" cy="30744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398723F7-2F36-D550-CA10-EC9E8D3E57A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997705" y="4562497"/>
                  <a:ext cx="1083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8BD74F6E-8DEE-B5C8-D316-0662FD54E9AB}"/>
                    </a:ext>
                  </a:extLst>
                </p14:cNvPr>
                <p14:cNvContentPartPr/>
                <p14:nvPr/>
              </p14:nvContentPartPr>
              <p14:xfrm>
                <a:off x="941305" y="3702817"/>
                <a:ext cx="43920" cy="11520"/>
              </p14:xfrm>
            </p:contentPart>
          </mc:Choice>
          <mc:Fallback xmlns=""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8BD74F6E-8DEE-B5C8-D316-0662FD54E9A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35185" y="3696697"/>
                  <a:ext cx="56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B986F4D7-273E-2704-0FFB-E0F7701481F8}"/>
                    </a:ext>
                  </a:extLst>
                </p14:cNvPr>
                <p14:cNvContentPartPr/>
                <p14:nvPr/>
              </p14:nvContentPartPr>
              <p14:xfrm>
                <a:off x="1050025" y="4288897"/>
                <a:ext cx="19800" cy="252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B986F4D7-273E-2704-0FFB-E0F7701481F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43905" y="4282777"/>
                  <a:ext cx="3204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226C3334-AFB4-8140-77D2-1D955CDD1540}"/>
                    </a:ext>
                  </a:extLst>
                </p14:cNvPr>
                <p14:cNvContentPartPr/>
                <p14:nvPr/>
              </p14:nvContentPartPr>
              <p14:xfrm>
                <a:off x="758065" y="4585897"/>
                <a:ext cx="227160" cy="24372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226C3334-AFB4-8140-77D2-1D955CDD154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51945" y="4579777"/>
                  <a:ext cx="2394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A26A1B19-7151-BAEF-3064-1800E10390FB}"/>
                    </a:ext>
                  </a:extLst>
                </p14:cNvPr>
                <p14:cNvContentPartPr/>
                <p14:nvPr/>
              </p14:nvContentPartPr>
              <p14:xfrm>
                <a:off x="990265" y="4696057"/>
                <a:ext cx="340560" cy="16128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A26A1B19-7151-BAEF-3064-1800E10390F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84145" y="4689937"/>
                  <a:ext cx="3528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E9C7EDA7-3108-5ED2-BBC5-16A56BDB87A1}"/>
                    </a:ext>
                  </a:extLst>
                </p14:cNvPr>
                <p14:cNvContentPartPr/>
                <p14:nvPr/>
              </p14:nvContentPartPr>
              <p14:xfrm>
                <a:off x="1351705" y="4724857"/>
                <a:ext cx="183240" cy="2232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E9C7EDA7-3108-5ED2-BBC5-16A56BDB87A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345585" y="4718737"/>
                  <a:ext cx="195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FAFBB22D-97E6-A3F6-F5E0-C08848DB32D6}"/>
                    </a:ext>
                  </a:extLst>
                </p14:cNvPr>
                <p14:cNvContentPartPr/>
                <p14:nvPr/>
              </p14:nvContentPartPr>
              <p14:xfrm>
                <a:off x="1384465" y="4759417"/>
                <a:ext cx="216000" cy="2448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FAFBB22D-97E6-A3F6-F5E0-C08848DB32D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378345" y="4753297"/>
                  <a:ext cx="228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B2F5E550-2DA9-E9D9-3D51-4A051547B3DF}"/>
                    </a:ext>
                  </a:extLst>
                </p14:cNvPr>
                <p14:cNvContentPartPr/>
                <p14:nvPr/>
              </p14:nvContentPartPr>
              <p14:xfrm>
                <a:off x="1039225" y="4607137"/>
                <a:ext cx="52560" cy="1404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B2F5E550-2DA9-E9D9-3D51-4A051547B3D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33105" y="4601017"/>
                  <a:ext cx="648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AF0A0DC5-B170-E7A5-D8AD-3DCB97C6D54F}"/>
                    </a:ext>
                  </a:extLst>
                </p14:cNvPr>
                <p14:cNvContentPartPr/>
                <p14:nvPr/>
              </p14:nvContentPartPr>
              <p14:xfrm>
                <a:off x="2612785" y="1880497"/>
                <a:ext cx="4593240" cy="399960"/>
              </p14:xfrm>
            </p:contentPart>
          </mc:Choice>
          <mc:Fallback xmlns=""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AF0A0DC5-B170-E7A5-D8AD-3DCB97C6D54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606665" y="1874377"/>
                  <a:ext cx="460548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B577B031-5FD3-330F-438E-0CB2200EC443}"/>
                    </a:ext>
                  </a:extLst>
                </p14:cNvPr>
                <p14:cNvContentPartPr/>
                <p14:nvPr/>
              </p14:nvContentPartPr>
              <p14:xfrm>
                <a:off x="6987865" y="5881177"/>
                <a:ext cx="928800" cy="296640"/>
              </p14:xfrm>
            </p:contentPart>
          </mc:Choice>
          <mc:Fallback xmlns=""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B577B031-5FD3-330F-438E-0CB2200EC44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981745" y="5875057"/>
                  <a:ext cx="9410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97496510-596F-18DC-2ACB-ADC0F5BCC1AA}"/>
                    </a:ext>
                  </a:extLst>
                </p14:cNvPr>
                <p14:cNvContentPartPr/>
                <p14:nvPr/>
              </p14:nvContentPartPr>
              <p14:xfrm>
                <a:off x="7184425" y="6557977"/>
                <a:ext cx="171000" cy="171360"/>
              </p14:xfrm>
            </p:contentPart>
          </mc:Choice>
          <mc:Fallback xmlns=""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97496510-596F-18DC-2ACB-ADC0F5BCC1A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178305" y="6551857"/>
                  <a:ext cx="1832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D4DB5144-E5ED-BB23-AE47-04731ACC5C18}"/>
                    </a:ext>
                  </a:extLst>
                </p14:cNvPr>
                <p14:cNvContentPartPr/>
                <p14:nvPr/>
              </p14:nvContentPartPr>
              <p14:xfrm>
                <a:off x="7321945" y="6565177"/>
                <a:ext cx="119880" cy="144360"/>
              </p14:xfrm>
            </p:contentPart>
          </mc:Choice>
          <mc:Fallback xmlns=""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D4DB5144-E5ED-BB23-AE47-04731ACC5C1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315825" y="6559057"/>
                  <a:ext cx="1321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81AF96D1-84FA-A25A-DA67-73EBAA0DC191}"/>
                    </a:ext>
                  </a:extLst>
                </p14:cNvPr>
                <p14:cNvContentPartPr/>
                <p14:nvPr/>
              </p14:nvContentPartPr>
              <p14:xfrm>
                <a:off x="7507345" y="6600817"/>
                <a:ext cx="217440" cy="134280"/>
              </p14:xfrm>
            </p:contentPart>
          </mc:Choice>
          <mc:Fallback xmlns=""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81AF96D1-84FA-A25A-DA67-73EBAA0DC19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501225" y="6594697"/>
                  <a:ext cx="2296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DD201D8C-BE14-991A-2525-224E78D73964}"/>
                    </a:ext>
                  </a:extLst>
                </p14:cNvPr>
                <p14:cNvContentPartPr/>
                <p14:nvPr/>
              </p14:nvContentPartPr>
              <p14:xfrm>
                <a:off x="5340505" y="3347137"/>
                <a:ext cx="270000" cy="14724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DD201D8C-BE14-991A-2525-224E78D7396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334385" y="3341017"/>
                  <a:ext cx="2822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4B418356-CA83-CB0E-739E-342B9F81D89C}"/>
                    </a:ext>
                  </a:extLst>
                </p14:cNvPr>
                <p14:cNvContentPartPr/>
                <p14:nvPr/>
              </p14:nvContentPartPr>
              <p14:xfrm>
                <a:off x="5392705" y="3283777"/>
                <a:ext cx="141480" cy="11196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4B418356-CA83-CB0E-739E-342B9F81D89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386585" y="3277657"/>
                  <a:ext cx="1537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BAA480E0-6BD5-7EA7-9943-C501833ABE8C}"/>
                    </a:ext>
                  </a:extLst>
                </p14:cNvPr>
                <p14:cNvContentPartPr/>
                <p14:nvPr/>
              </p14:nvContentPartPr>
              <p14:xfrm>
                <a:off x="5598985" y="3228337"/>
                <a:ext cx="144360" cy="360720"/>
              </p14:xfrm>
            </p:contentPart>
          </mc:Choice>
          <mc:Fallback xmlns=""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BAA480E0-6BD5-7EA7-9943-C501833ABE8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592865" y="3222217"/>
                  <a:ext cx="15660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45529429-0D39-20B6-2A00-9080B6E159D3}"/>
                    </a:ext>
                  </a:extLst>
                </p14:cNvPr>
                <p14:cNvContentPartPr/>
                <p14:nvPr/>
              </p14:nvContentPartPr>
              <p14:xfrm>
                <a:off x="6018385" y="3361177"/>
                <a:ext cx="302760" cy="1224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45529429-0D39-20B6-2A00-9080B6E159D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012265" y="3355057"/>
                  <a:ext cx="315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563C0419-0F00-9505-F2B1-3103EA53936F}"/>
                    </a:ext>
                  </a:extLst>
                </p14:cNvPr>
                <p14:cNvContentPartPr/>
                <p14:nvPr/>
              </p14:nvContentPartPr>
              <p14:xfrm>
                <a:off x="6105505" y="3352177"/>
                <a:ext cx="65520" cy="16668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563C0419-0F00-9505-F2B1-3103EA53936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099385" y="3346057"/>
                  <a:ext cx="777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AD8B80F5-8485-5101-C9BC-57E7AAA8F674}"/>
                    </a:ext>
                  </a:extLst>
                </p14:cNvPr>
                <p14:cNvContentPartPr/>
                <p14:nvPr/>
              </p14:nvContentPartPr>
              <p14:xfrm>
                <a:off x="6470545" y="3430297"/>
                <a:ext cx="55080" cy="25200"/>
              </p14:xfrm>
            </p:contentPart>
          </mc:Choice>
          <mc:Fallback xmlns=""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AD8B80F5-8485-5101-C9BC-57E7AAA8F67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464425" y="3424177"/>
                  <a:ext cx="67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F22BF57C-7F69-B202-CA48-C298D7398EDE}"/>
                    </a:ext>
                  </a:extLst>
                </p14:cNvPr>
                <p14:cNvContentPartPr/>
                <p14:nvPr/>
              </p14:nvContentPartPr>
              <p14:xfrm>
                <a:off x="6409345" y="3448297"/>
                <a:ext cx="202680" cy="16560"/>
              </p14:xfrm>
            </p:contentPart>
          </mc:Choice>
          <mc:Fallback xmlns=""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F22BF57C-7F69-B202-CA48-C298D7398ED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403225" y="3442177"/>
                  <a:ext cx="214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0F13742F-4162-286B-7372-8F0EA4EDC17D}"/>
                    </a:ext>
                  </a:extLst>
                </p14:cNvPr>
                <p14:cNvContentPartPr/>
                <p14:nvPr/>
              </p14:nvContentPartPr>
              <p14:xfrm>
                <a:off x="6794545" y="3384937"/>
                <a:ext cx="163800" cy="218880"/>
              </p14:xfrm>
            </p:contentPart>
          </mc:Choice>
          <mc:Fallback xmlns=""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0F13742F-4162-286B-7372-8F0EA4EDC17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788425" y="3378817"/>
                  <a:ext cx="1760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DF4C373F-3B51-AAEB-B5D4-236C960C4C9B}"/>
                    </a:ext>
                  </a:extLst>
                </p14:cNvPr>
                <p14:cNvContentPartPr/>
                <p14:nvPr/>
              </p14:nvContentPartPr>
              <p14:xfrm>
                <a:off x="6816145" y="3503737"/>
                <a:ext cx="163440" cy="13680"/>
              </p14:xfrm>
            </p:contentPart>
          </mc:Choice>
          <mc:Fallback xmlns=""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DF4C373F-3B51-AAEB-B5D4-236C960C4C9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810025" y="3497617"/>
                  <a:ext cx="1756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FC093353-D5FC-1B14-675A-43F4AB986D68}"/>
                    </a:ext>
                  </a:extLst>
                </p14:cNvPr>
                <p14:cNvContentPartPr/>
                <p14:nvPr/>
              </p14:nvContentPartPr>
              <p14:xfrm>
                <a:off x="7096585" y="3519577"/>
                <a:ext cx="302400" cy="27360"/>
              </p14:xfrm>
            </p:contentPart>
          </mc:Choice>
          <mc:Fallback xmlns=""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FC093353-D5FC-1B14-675A-43F4AB986D6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090465" y="3513457"/>
                  <a:ext cx="3146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377636B3-20D6-06F6-9413-C85FDCD948B9}"/>
                    </a:ext>
                  </a:extLst>
                </p14:cNvPr>
                <p14:cNvContentPartPr/>
                <p14:nvPr/>
              </p14:nvContentPartPr>
              <p14:xfrm>
                <a:off x="7150945" y="3446137"/>
                <a:ext cx="128520" cy="16092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377636B3-20D6-06F6-9413-C85FDCD948B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144825" y="3440017"/>
                  <a:ext cx="140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822833DC-3381-2DF9-FA86-9C62177A4153}"/>
                    </a:ext>
                  </a:extLst>
                </p14:cNvPr>
                <p14:cNvContentPartPr/>
                <p14:nvPr/>
              </p14:nvContentPartPr>
              <p14:xfrm>
                <a:off x="7597345" y="3280897"/>
                <a:ext cx="253800" cy="314640"/>
              </p14:xfrm>
            </p:contentPart>
          </mc:Choice>
          <mc:Fallback xmlns=""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822833DC-3381-2DF9-FA86-9C62177A415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591225" y="3274777"/>
                  <a:ext cx="26604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9D765CC8-759D-59B3-1F95-D5D780B496B8}"/>
                    </a:ext>
                  </a:extLst>
                </p14:cNvPr>
                <p14:cNvContentPartPr/>
                <p14:nvPr/>
              </p14:nvContentPartPr>
              <p14:xfrm>
                <a:off x="8015665" y="3460177"/>
                <a:ext cx="331560" cy="2304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9D765CC8-759D-59B3-1F95-D5D780B496B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009545" y="3454057"/>
                  <a:ext cx="3438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BEE038D0-AB03-8027-A27C-F872373EEDEA}"/>
                    </a:ext>
                  </a:extLst>
                </p14:cNvPr>
                <p14:cNvContentPartPr/>
                <p14:nvPr/>
              </p14:nvContentPartPr>
              <p14:xfrm>
                <a:off x="8046265" y="3340297"/>
                <a:ext cx="52560" cy="26208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BEE038D0-AB03-8027-A27C-F872373EEDE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040145" y="3334177"/>
                  <a:ext cx="648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C4D66492-8CC3-347C-C8D3-5FF14784C4AB}"/>
                    </a:ext>
                  </a:extLst>
                </p14:cNvPr>
                <p14:cNvContentPartPr/>
                <p14:nvPr/>
              </p14:nvContentPartPr>
              <p14:xfrm>
                <a:off x="8334625" y="3406177"/>
                <a:ext cx="196920" cy="21672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C4D66492-8CC3-347C-C8D3-5FF14784C4A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328505" y="3400057"/>
                  <a:ext cx="2091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001350AE-E871-2B1B-B24F-E4394454B118}"/>
                    </a:ext>
                  </a:extLst>
                </p14:cNvPr>
                <p14:cNvContentPartPr/>
                <p14:nvPr/>
              </p14:nvContentPartPr>
              <p14:xfrm>
                <a:off x="8487625" y="3546217"/>
                <a:ext cx="280800" cy="208080"/>
              </p14:xfrm>
            </p:contentPart>
          </mc:Choice>
          <mc:Fallback xmlns=""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001350AE-E871-2B1B-B24F-E4394454B118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481505" y="3540097"/>
                  <a:ext cx="2930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388213B5-AFF2-E994-23C8-C6106B006669}"/>
                    </a:ext>
                  </a:extLst>
                </p14:cNvPr>
                <p14:cNvContentPartPr/>
                <p14:nvPr/>
              </p14:nvContentPartPr>
              <p14:xfrm>
                <a:off x="6699505" y="3318337"/>
                <a:ext cx="485640" cy="370800"/>
              </p14:xfrm>
            </p:contentPart>
          </mc:Choice>
          <mc:Fallback xmlns=""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388213B5-AFF2-E994-23C8-C6106B00666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693385" y="3312217"/>
                  <a:ext cx="4978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04FFCF46-940F-6F64-FC31-3C32E9F83836}"/>
                    </a:ext>
                  </a:extLst>
                </p14:cNvPr>
                <p14:cNvContentPartPr/>
                <p14:nvPr/>
              </p14:nvContentPartPr>
              <p14:xfrm>
                <a:off x="6409345" y="3837817"/>
                <a:ext cx="105120" cy="46080"/>
              </p14:xfrm>
            </p:contentPart>
          </mc:Choice>
          <mc:Fallback xmlns=""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04FFCF46-940F-6F64-FC31-3C32E9F8383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403225" y="3831697"/>
                  <a:ext cx="1173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58342546-D480-38C0-7697-167B504C8B9C}"/>
                    </a:ext>
                  </a:extLst>
                </p14:cNvPr>
                <p14:cNvContentPartPr/>
                <p14:nvPr/>
              </p14:nvContentPartPr>
              <p14:xfrm>
                <a:off x="6385945" y="3942937"/>
                <a:ext cx="226440" cy="19080"/>
              </p14:xfrm>
            </p:contentPart>
          </mc:Choice>
          <mc:Fallback xmlns=""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58342546-D480-38C0-7697-167B504C8B9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379825" y="3936817"/>
                  <a:ext cx="2386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628D63EB-5903-7830-1600-5265C3C01265}"/>
                    </a:ext>
                  </a:extLst>
                </p14:cNvPr>
                <p14:cNvContentPartPr/>
                <p14:nvPr/>
              </p14:nvContentPartPr>
              <p14:xfrm>
                <a:off x="6821545" y="3800737"/>
                <a:ext cx="221040" cy="214920"/>
              </p14:xfrm>
            </p:contentPart>
          </mc:Choice>
          <mc:Fallback xmlns=""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628D63EB-5903-7830-1600-5265C3C0126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815425" y="3794617"/>
                  <a:ext cx="2332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4DE5CC8B-EDAA-4CB5-63EF-F6AD703A8962}"/>
                    </a:ext>
                  </a:extLst>
                </p14:cNvPr>
                <p14:cNvContentPartPr/>
                <p14:nvPr/>
              </p14:nvContentPartPr>
              <p14:xfrm>
                <a:off x="7087585" y="3785977"/>
                <a:ext cx="230760" cy="266400"/>
              </p14:xfrm>
            </p:contentPart>
          </mc:Choice>
          <mc:Fallback xmlns=""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4DE5CC8B-EDAA-4CB5-63EF-F6AD703A896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081465" y="3779857"/>
                  <a:ext cx="2430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2EB90948-4589-6608-93F1-61E0995E245E}"/>
                    </a:ext>
                  </a:extLst>
                </p14:cNvPr>
                <p14:cNvContentPartPr/>
                <p14:nvPr/>
              </p14:nvContentPartPr>
              <p14:xfrm>
                <a:off x="7161745" y="3892537"/>
                <a:ext cx="398160" cy="1908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2EB90948-4589-6608-93F1-61E0995E245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155625" y="3886417"/>
                  <a:ext cx="410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7B7B64D9-5835-BA75-C794-375B118E46EB}"/>
                    </a:ext>
                  </a:extLst>
                </p14:cNvPr>
                <p14:cNvContentPartPr/>
                <p14:nvPr/>
              </p14:nvContentPartPr>
              <p14:xfrm>
                <a:off x="7537585" y="4009537"/>
                <a:ext cx="291240" cy="38880"/>
              </p14:xfrm>
            </p:contentPart>
          </mc:Choice>
          <mc:Fallback xmlns=""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7B7B64D9-5835-BA75-C794-375B118E46E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531465" y="4003417"/>
                  <a:ext cx="3034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20A18056-37D4-E32E-1D6C-4E1FB7B82B11}"/>
                    </a:ext>
                  </a:extLst>
                </p14:cNvPr>
                <p14:cNvContentPartPr/>
                <p14:nvPr/>
              </p14:nvContentPartPr>
              <p14:xfrm>
                <a:off x="7646665" y="3938977"/>
                <a:ext cx="76320" cy="160200"/>
              </p14:xfrm>
            </p:contentPart>
          </mc:Choice>
          <mc:Fallback xmlns=""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20A18056-37D4-E32E-1D6C-4E1FB7B82B1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640545" y="3932857"/>
                  <a:ext cx="885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1BA8A288-5D41-16E2-CFA1-B48554FB861E}"/>
                    </a:ext>
                  </a:extLst>
                </p14:cNvPr>
                <p14:cNvContentPartPr/>
                <p14:nvPr/>
              </p14:nvContentPartPr>
              <p14:xfrm>
                <a:off x="7950505" y="3956977"/>
                <a:ext cx="214560" cy="11916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1BA8A288-5D41-16E2-CFA1-B48554FB861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944385" y="3950857"/>
                  <a:ext cx="2268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85F98624-7553-9B89-464F-0A9D6E5ACBA5}"/>
                    </a:ext>
                  </a:extLst>
                </p14:cNvPr>
                <p14:cNvContentPartPr/>
                <p14:nvPr/>
              </p14:nvContentPartPr>
              <p14:xfrm>
                <a:off x="8133025" y="3943657"/>
                <a:ext cx="275400" cy="16956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85F98624-7553-9B89-464F-0A9D6E5ACBA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126905" y="3937537"/>
                  <a:ext cx="2876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4E9605C5-00A7-97AE-8BBD-41486F8CFB18}"/>
                    </a:ext>
                  </a:extLst>
                </p14:cNvPr>
                <p14:cNvContentPartPr/>
                <p14:nvPr/>
              </p14:nvContentPartPr>
              <p14:xfrm>
                <a:off x="8531185" y="4000537"/>
                <a:ext cx="96120" cy="133200"/>
              </p14:xfrm>
            </p:contentPart>
          </mc:Choice>
          <mc:Fallback xmlns=""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4E9605C5-00A7-97AE-8BBD-41486F8CFB1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525065" y="3994417"/>
                  <a:ext cx="1083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712A4AF2-CFA2-DC73-1636-DA8EE41E7764}"/>
                    </a:ext>
                  </a:extLst>
                </p14:cNvPr>
                <p14:cNvContentPartPr/>
                <p14:nvPr/>
              </p14:nvContentPartPr>
              <p14:xfrm>
                <a:off x="8378905" y="3963817"/>
                <a:ext cx="109080" cy="28080"/>
              </p14:xfrm>
            </p:contentPart>
          </mc:Choice>
          <mc:Fallback xmlns=""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712A4AF2-CFA2-DC73-1636-DA8EE41E776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372785" y="3957697"/>
                  <a:ext cx="121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321BCCEE-8090-7939-0388-8D2A4FA68943}"/>
                    </a:ext>
                  </a:extLst>
                </p14:cNvPr>
                <p14:cNvContentPartPr/>
                <p14:nvPr/>
              </p14:nvContentPartPr>
              <p14:xfrm>
                <a:off x="8702905" y="4094497"/>
                <a:ext cx="76320" cy="37080"/>
              </p14:xfrm>
            </p:contentPart>
          </mc:Choice>
          <mc:Fallback xmlns=""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321BCCEE-8090-7939-0388-8D2A4FA68943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696785" y="4088377"/>
                  <a:ext cx="885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06785B4F-8F7A-201A-712B-6CCE5F52E84E}"/>
                    </a:ext>
                  </a:extLst>
                </p14:cNvPr>
                <p14:cNvContentPartPr/>
                <p14:nvPr/>
              </p14:nvContentPartPr>
              <p14:xfrm>
                <a:off x="9004945" y="3931777"/>
                <a:ext cx="324360" cy="39240"/>
              </p14:xfrm>
            </p:contentPart>
          </mc:Choice>
          <mc:Fallback xmlns=""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06785B4F-8F7A-201A-712B-6CCE5F52E84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998825" y="3925657"/>
                  <a:ext cx="3366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45A15281-7ABA-2313-F3B7-AE590177D112}"/>
                    </a:ext>
                  </a:extLst>
                </p14:cNvPr>
                <p14:cNvContentPartPr/>
                <p14:nvPr/>
              </p14:nvContentPartPr>
              <p14:xfrm>
                <a:off x="9048505" y="3927097"/>
                <a:ext cx="117720" cy="307440"/>
              </p14:xfrm>
            </p:contentPart>
          </mc:Choice>
          <mc:Fallback xmlns=""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45A15281-7ABA-2313-F3B7-AE590177D11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042385" y="3920977"/>
                  <a:ext cx="1299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EE2F207D-4A68-8221-F461-44C6CD0B6BD7}"/>
                    </a:ext>
                  </a:extLst>
                </p14:cNvPr>
                <p14:cNvContentPartPr/>
                <p14:nvPr/>
              </p14:nvContentPartPr>
              <p14:xfrm>
                <a:off x="8260825" y="3328777"/>
                <a:ext cx="740520" cy="456840"/>
              </p14:xfrm>
            </p:contentPart>
          </mc:Choice>
          <mc:Fallback xmlns=""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EE2F207D-4A68-8221-F461-44C6CD0B6BD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254705" y="3322657"/>
                  <a:ext cx="75276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1E099823-440E-8ED5-B45D-209DE8F446DF}"/>
                    </a:ext>
                  </a:extLst>
                </p14:cNvPr>
                <p14:cNvContentPartPr/>
                <p14:nvPr/>
              </p14:nvContentPartPr>
              <p14:xfrm>
                <a:off x="9448105" y="4133377"/>
                <a:ext cx="257040" cy="48600"/>
              </p14:xfrm>
            </p:contentPart>
          </mc:Choice>
          <mc:Fallback xmlns=""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1E099823-440E-8ED5-B45D-209DE8F446D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441985" y="4127257"/>
                  <a:ext cx="2692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817BF2BD-7BDC-3F19-466B-4B0DFCD83E3C}"/>
                    </a:ext>
                  </a:extLst>
                </p14:cNvPr>
                <p14:cNvContentPartPr/>
                <p14:nvPr/>
              </p14:nvContentPartPr>
              <p14:xfrm>
                <a:off x="9598225" y="4094497"/>
                <a:ext cx="65520" cy="158040"/>
              </p14:xfrm>
            </p:contentPart>
          </mc:Choice>
          <mc:Fallback xmlns=""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817BF2BD-7BDC-3F19-466B-4B0DFCD83E3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592105" y="4088377"/>
                  <a:ext cx="777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541B31AF-582F-94A0-D50D-14C5CDC77420}"/>
                    </a:ext>
                  </a:extLst>
                </p14:cNvPr>
                <p14:cNvContentPartPr/>
                <p14:nvPr/>
              </p14:nvContentPartPr>
              <p14:xfrm>
                <a:off x="5901025" y="3736657"/>
                <a:ext cx="376920" cy="69480"/>
              </p14:xfrm>
            </p:contentPart>
          </mc:Choice>
          <mc:Fallback xmlns=""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541B31AF-582F-94A0-D50D-14C5CDC77420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894905" y="3730537"/>
                  <a:ext cx="3891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95826F35-7F04-33CF-0650-0E9089073267}"/>
                    </a:ext>
                  </a:extLst>
                </p14:cNvPr>
                <p14:cNvContentPartPr/>
                <p14:nvPr/>
              </p14:nvContentPartPr>
              <p14:xfrm>
                <a:off x="6029545" y="3755377"/>
                <a:ext cx="43920" cy="306720"/>
              </p14:xfrm>
            </p:contentPart>
          </mc:Choice>
          <mc:Fallback xmlns=""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95826F35-7F04-33CF-0650-0E908907326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023425" y="3749257"/>
                  <a:ext cx="561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6F5A668E-2167-01D1-2DF0-51D12707A9D9}"/>
                    </a:ext>
                  </a:extLst>
                </p14:cNvPr>
                <p14:cNvContentPartPr/>
                <p14:nvPr/>
              </p14:nvContentPartPr>
              <p14:xfrm>
                <a:off x="10654105" y="3938977"/>
                <a:ext cx="75240" cy="278640"/>
              </p14:xfrm>
            </p:contentPart>
          </mc:Choice>
          <mc:Fallback xmlns=""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6F5A668E-2167-01D1-2DF0-51D12707A9D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647985" y="3932857"/>
                  <a:ext cx="874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E4FE980A-6920-4FC8-2E1F-B3727DD88DC9}"/>
                    </a:ext>
                  </a:extLst>
                </p14:cNvPr>
                <p14:cNvContentPartPr/>
                <p14:nvPr/>
              </p14:nvContentPartPr>
              <p14:xfrm>
                <a:off x="6116305" y="3593377"/>
                <a:ext cx="313200" cy="33840"/>
              </p14:xfrm>
            </p:contentPart>
          </mc:Choice>
          <mc:Fallback xmlns=""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E4FE980A-6920-4FC8-2E1F-B3727DD88DC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110185" y="3587257"/>
                  <a:ext cx="3254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762B3916-42D5-BBD1-EFF2-A67B8F59EF64}"/>
                    </a:ext>
                  </a:extLst>
                </p14:cNvPr>
                <p14:cNvContentPartPr/>
                <p14:nvPr/>
              </p14:nvContentPartPr>
              <p14:xfrm>
                <a:off x="5748385" y="3593017"/>
                <a:ext cx="766440" cy="566280"/>
              </p14:xfrm>
            </p:contentPart>
          </mc:Choice>
          <mc:Fallback xmlns=""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762B3916-42D5-BBD1-EFF2-A67B8F59EF6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742265" y="3586897"/>
                  <a:ext cx="77868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B274E842-5FD5-46A4-8778-F05489FCBF78}"/>
                    </a:ext>
                  </a:extLst>
                </p14:cNvPr>
                <p14:cNvContentPartPr/>
                <p14:nvPr/>
              </p14:nvContentPartPr>
              <p14:xfrm>
                <a:off x="8822065" y="3809737"/>
                <a:ext cx="732600" cy="499680"/>
              </p14:xfrm>
            </p:contentPart>
          </mc:Choice>
          <mc:Fallback xmlns=""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B274E842-5FD5-46A4-8778-F05489FCBF78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815945" y="3803617"/>
                  <a:ext cx="74484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0F02F2F8-D8FE-2461-01F0-BF972EB198D4}"/>
                    </a:ext>
                  </a:extLst>
                </p14:cNvPr>
                <p14:cNvContentPartPr/>
                <p14:nvPr/>
              </p14:nvContentPartPr>
              <p14:xfrm>
                <a:off x="10519105" y="3869497"/>
                <a:ext cx="469800" cy="403560"/>
              </p14:xfrm>
            </p:contentPart>
          </mc:Choice>
          <mc:Fallback xmlns=""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0F02F2F8-D8FE-2461-01F0-BF972EB198D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512985" y="3863377"/>
                  <a:ext cx="48204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FFA48749-723E-2F57-BFF7-97BCB962293E}"/>
                    </a:ext>
                  </a:extLst>
                </p14:cNvPr>
                <p14:cNvContentPartPr/>
                <p14:nvPr/>
              </p14:nvContentPartPr>
              <p14:xfrm>
                <a:off x="9952105" y="4019977"/>
                <a:ext cx="87480" cy="194040"/>
              </p14:xfrm>
            </p:contentPart>
          </mc:Choice>
          <mc:Fallback xmlns=""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FFA48749-723E-2F57-BFF7-97BCB962293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945985" y="4013857"/>
                  <a:ext cx="997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A773BBA0-01ED-359A-FC19-8E4A7FE3D78F}"/>
                    </a:ext>
                  </a:extLst>
                </p14:cNvPr>
                <p14:cNvContentPartPr/>
                <p14:nvPr/>
              </p14:nvContentPartPr>
              <p14:xfrm>
                <a:off x="10093225" y="4012057"/>
                <a:ext cx="140040" cy="174600"/>
              </p14:xfrm>
            </p:contentPart>
          </mc:Choice>
          <mc:Fallback xmlns=""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A773BBA0-01ED-359A-FC19-8E4A7FE3D78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087105" y="4005937"/>
                  <a:ext cx="1522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63FB2523-899F-B598-843C-549DBC0F5EDB}"/>
                    </a:ext>
                  </a:extLst>
                </p14:cNvPr>
                <p14:cNvContentPartPr/>
                <p14:nvPr/>
              </p14:nvContentPartPr>
              <p14:xfrm>
                <a:off x="10385185" y="4101337"/>
                <a:ext cx="87120" cy="119520"/>
              </p14:xfrm>
            </p:contentPart>
          </mc:Choice>
          <mc:Fallback xmlns=""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63FB2523-899F-B598-843C-549DBC0F5ED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379065" y="4095217"/>
                  <a:ext cx="99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C271AE5B-EBE5-9CD4-E110-18DACD07BBF0}"/>
                    </a:ext>
                  </a:extLst>
                </p14:cNvPr>
                <p14:cNvContentPartPr/>
                <p14:nvPr/>
              </p14:nvContentPartPr>
              <p14:xfrm>
                <a:off x="10265665" y="4121497"/>
                <a:ext cx="152640" cy="83520"/>
              </p14:xfrm>
            </p:contentPart>
          </mc:Choice>
          <mc:Fallback xmlns=""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C271AE5B-EBE5-9CD4-E110-18DACD07BBF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259545" y="4115377"/>
                  <a:ext cx="1648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14CCD32E-EBC9-5FC1-92C2-A829AFD2E58D}"/>
                    </a:ext>
                  </a:extLst>
                </p14:cNvPr>
                <p14:cNvContentPartPr/>
                <p14:nvPr/>
              </p14:nvContentPartPr>
              <p14:xfrm>
                <a:off x="10620985" y="4035097"/>
                <a:ext cx="55800" cy="134280"/>
              </p14:xfrm>
            </p:contentPart>
          </mc:Choice>
          <mc:Fallback xmlns=""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14CCD32E-EBC9-5FC1-92C2-A829AFD2E58D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614865" y="4028977"/>
                  <a:ext cx="680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135CD0AE-8C22-7EDC-028F-90690F674055}"/>
                    </a:ext>
                  </a:extLst>
                </p14:cNvPr>
                <p14:cNvContentPartPr/>
                <p14:nvPr/>
              </p14:nvContentPartPr>
              <p14:xfrm>
                <a:off x="10558705" y="3988657"/>
                <a:ext cx="182520" cy="39960"/>
              </p14:xfrm>
            </p:contentPart>
          </mc:Choice>
          <mc:Fallback xmlns=""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135CD0AE-8C22-7EDC-028F-90690F674055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552585" y="3982537"/>
                  <a:ext cx="1947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E4AACB12-765C-3394-43A7-91A78707C217}"/>
                    </a:ext>
                  </a:extLst>
                </p14:cNvPr>
                <p14:cNvContentPartPr/>
                <p14:nvPr/>
              </p14:nvContentPartPr>
              <p14:xfrm>
                <a:off x="10506505" y="3956977"/>
                <a:ext cx="170280" cy="46080"/>
              </p14:xfrm>
            </p:contentPart>
          </mc:Choice>
          <mc:Fallback xmlns=""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E4AACB12-765C-3394-43A7-91A78707C21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500385" y="3950857"/>
                  <a:ext cx="1825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B8FC6B28-038E-4093-D7D2-26297F818C5C}"/>
                    </a:ext>
                  </a:extLst>
                </p14:cNvPr>
                <p14:cNvContentPartPr/>
                <p14:nvPr/>
              </p14:nvContentPartPr>
              <p14:xfrm>
                <a:off x="10202665" y="4061377"/>
                <a:ext cx="128520" cy="64800"/>
              </p14:xfrm>
            </p:contentPart>
          </mc:Choice>
          <mc:Fallback xmlns=""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B8FC6B28-038E-4093-D7D2-26297F818C5C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196545" y="4055257"/>
                  <a:ext cx="140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05954C6F-863E-A50D-D1A7-BB626EE22D49}"/>
                    </a:ext>
                  </a:extLst>
                </p14:cNvPr>
                <p14:cNvContentPartPr/>
                <p14:nvPr/>
              </p14:nvContentPartPr>
              <p14:xfrm>
                <a:off x="10222105" y="4023217"/>
                <a:ext cx="76320" cy="9360"/>
              </p14:xfrm>
            </p:contentPart>
          </mc:Choice>
          <mc:Fallback xmlns=""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05954C6F-863E-A50D-D1A7-BB626EE22D49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215985" y="4017097"/>
                  <a:ext cx="885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073C19D7-AC05-9A3E-499A-B7015BE1E5B8}"/>
                    </a:ext>
                  </a:extLst>
                </p14:cNvPr>
                <p14:cNvContentPartPr/>
                <p14:nvPr/>
              </p14:nvContentPartPr>
              <p14:xfrm>
                <a:off x="10374385" y="4089817"/>
                <a:ext cx="43920" cy="12240"/>
              </p14:xfrm>
            </p:contentPart>
          </mc:Choice>
          <mc:Fallback xmlns=""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073C19D7-AC05-9A3E-499A-B7015BE1E5B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368265" y="4083697"/>
                  <a:ext cx="56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694B42EB-39B5-0C07-1EA5-38CB21394F6D}"/>
                    </a:ext>
                  </a:extLst>
                </p14:cNvPr>
                <p14:cNvContentPartPr/>
                <p14:nvPr/>
              </p14:nvContentPartPr>
              <p14:xfrm>
                <a:off x="9198265" y="4502017"/>
                <a:ext cx="421560" cy="34920"/>
              </p14:xfrm>
            </p:contentPart>
          </mc:Choice>
          <mc:Fallback xmlns=""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694B42EB-39B5-0C07-1EA5-38CB21394F6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192145" y="4495897"/>
                  <a:ext cx="4338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3B82A506-A909-D0E0-8429-9CFE1B32BFC5}"/>
                    </a:ext>
                  </a:extLst>
                </p14:cNvPr>
                <p14:cNvContentPartPr/>
                <p14:nvPr/>
              </p14:nvContentPartPr>
              <p14:xfrm>
                <a:off x="9317785" y="4451617"/>
                <a:ext cx="54720" cy="213480"/>
              </p14:xfrm>
            </p:contentPart>
          </mc:Choice>
          <mc:Fallback xmlns=""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3B82A506-A909-D0E0-8429-9CFE1B32BFC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311665" y="4445497"/>
                  <a:ext cx="66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68F31CA9-2FBE-CD61-8998-24C2201D5A43}"/>
                    </a:ext>
                  </a:extLst>
                </p14:cNvPr>
                <p14:cNvContentPartPr/>
                <p14:nvPr/>
              </p14:nvContentPartPr>
              <p14:xfrm>
                <a:off x="9872905" y="4483297"/>
                <a:ext cx="79920" cy="230400"/>
              </p14:xfrm>
            </p:contentPart>
          </mc:Choice>
          <mc:Fallback xmlns=""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68F31CA9-2FBE-CD61-8998-24C2201D5A4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866785" y="4477177"/>
                  <a:ext cx="921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7D1C3646-CFBF-9709-04E2-41C7ADE481BF}"/>
                    </a:ext>
                  </a:extLst>
                </p14:cNvPr>
                <p14:cNvContentPartPr/>
                <p14:nvPr/>
              </p14:nvContentPartPr>
              <p14:xfrm>
                <a:off x="10039945" y="4473937"/>
                <a:ext cx="215280" cy="243360"/>
              </p14:xfrm>
            </p:contentPart>
          </mc:Choice>
          <mc:Fallback xmlns=""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7D1C3646-CFBF-9709-04E2-41C7ADE481B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033825" y="4467817"/>
                  <a:ext cx="2275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23403D96-6EE5-BFB2-7381-C9BD912B7456}"/>
                    </a:ext>
                  </a:extLst>
                </p14:cNvPr>
                <p14:cNvContentPartPr/>
                <p14:nvPr/>
              </p14:nvContentPartPr>
              <p14:xfrm>
                <a:off x="9812785" y="4724137"/>
                <a:ext cx="397440" cy="79560"/>
              </p14:xfrm>
            </p:contentPart>
          </mc:Choice>
          <mc:Fallback xmlns=""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23403D96-6EE5-BFB2-7381-C9BD912B7456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806665" y="4718017"/>
                  <a:ext cx="4096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436B6C00-06B3-103C-D467-EB50A454FA11}"/>
                    </a:ext>
                  </a:extLst>
                </p14:cNvPr>
                <p14:cNvContentPartPr/>
                <p14:nvPr/>
              </p14:nvContentPartPr>
              <p14:xfrm>
                <a:off x="9834745" y="4842937"/>
                <a:ext cx="87840" cy="153360"/>
              </p14:xfrm>
            </p:contentPart>
          </mc:Choice>
          <mc:Fallback xmlns=""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436B6C00-06B3-103C-D467-EB50A454FA11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828625" y="4836817"/>
                  <a:ext cx="100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68A34614-9A2D-07D5-B3E8-8E71CF06497D}"/>
                    </a:ext>
                  </a:extLst>
                </p14:cNvPr>
                <p14:cNvContentPartPr/>
                <p14:nvPr/>
              </p14:nvContentPartPr>
              <p14:xfrm>
                <a:off x="9952465" y="4898737"/>
                <a:ext cx="184680" cy="103680"/>
              </p14:xfrm>
            </p:contentPart>
          </mc:Choice>
          <mc:Fallback xmlns=""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68A34614-9A2D-07D5-B3E8-8E71CF06497D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946345" y="4892617"/>
                  <a:ext cx="1969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C816F340-BFCF-4CD9-0E69-06194F12EA0B}"/>
                    </a:ext>
                  </a:extLst>
                </p14:cNvPr>
                <p14:cNvContentPartPr/>
                <p14:nvPr/>
              </p14:nvContentPartPr>
              <p14:xfrm>
                <a:off x="10196545" y="4846537"/>
                <a:ext cx="167040" cy="173520"/>
              </p14:xfrm>
            </p:contentPart>
          </mc:Choice>
          <mc:Fallback xmlns=""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C816F340-BFCF-4CD9-0E69-06194F12EA0B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190425" y="4840417"/>
                  <a:ext cx="1792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D37720CC-1EB1-6240-73B9-134FFE89A1CD}"/>
                    </a:ext>
                  </a:extLst>
                </p14:cNvPr>
                <p14:cNvContentPartPr/>
                <p14:nvPr/>
              </p14:nvContentPartPr>
              <p14:xfrm>
                <a:off x="10632865" y="4721977"/>
                <a:ext cx="87120" cy="155880"/>
              </p14:xfrm>
            </p:contentPart>
          </mc:Choice>
          <mc:Fallback xmlns=""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D37720CC-1EB1-6240-73B9-134FFE89A1C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626745" y="4715857"/>
                  <a:ext cx="993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20797C10-8497-2567-CBB4-C9DCD62DA88E}"/>
                    </a:ext>
                  </a:extLst>
                </p14:cNvPr>
                <p14:cNvContentPartPr/>
                <p14:nvPr/>
              </p14:nvContentPartPr>
              <p14:xfrm>
                <a:off x="10545745" y="4747177"/>
                <a:ext cx="174240" cy="103320"/>
              </p14:xfrm>
            </p:contentPart>
          </mc:Choice>
          <mc:Fallback xmlns=""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20797C10-8497-2567-CBB4-C9DCD62DA88E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539625" y="4741057"/>
                  <a:ext cx="1864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058BD840-F144-EFF1-8139-A69C30211BEB}"/>
                    </a:ext>
                  </a:extLst>
                </p14:cNvPr>
                <p14:cNvContentPartPr/>
                <p14:nvPr/>
              </p14:nvContentPartPr>
              <p14:xfrm>
                <a:off x="10782985" y="4657897"/>
                <a:ext cx="163440" cy="5040"/>
              </p14:xfrm>
            </p:contentPart>
          </mc:Choice>
          <mc:Fallback xmlns=""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058BD840-F144-EFF1-8139-A69C30211BE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776865" y="4651777"/>
                  <a:ext cx="1756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F134E0BB-24BC-F40C-B89B-38416F2ED0EE}"/>
                    </a:ext>
                  </a:extLst>
                </p14:cNvPr>
                <p14:cNvContentPartPr/>
                <p14:nvPr/>
              </p14:nvContentPartPr>
              <p14:xfrm>
                <a:off x="10730785" y="4621177"/>
                <a:ext cx="106920" cy="248040"/>
              </p14:xfrm>
            </p:contentPart>
          </mc:Choice>
          <mc:Fallback xmlns=""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F134E0BB-24BC-F40C-B89B-38416F2ED0E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724665" y="4615057"/>
                  <a:ext cx="1191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9B824B0F-D142-4AA3-5A12-7DDDA25F5E1C}"/>
                    </a:ext>
                  </a:extLst>
                </p14:cNvPr>
                <p14:cNvContentPartPr/>
                <p14:nvPr/>
              </p14:nvContentPartPr>
              <p14:xfrm>
                <a:off x="10665625" y="4701457"/>
                <a:ext cx="33120" cy="172080"/>
              </p14:xfrm>
            </p:contentPart>
          </mc:Choice>
          <mc:Fallback xmlns=""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9B824B0F-D142-4AA3-5A12-7DDDA25F5E1C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659505" y="4695337"/>
                  <a:ext cx="453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A5B6EFC7-9E86-AD74-0834-0BBD812F921A}"/>
                    </a:ext>
                  </a:extLst>
                </p14:cNvPr>
                <p14:cNvContentPartPr/>
                <p14:nvPr/>
              </p14:nvContentPartPr>
              <p14:xfrm>
                <a:off x="7722265" y="4234177"/>
                <a:ext cx="1175400" cy="653400"/>
              </p14:xfrm>
            </p:contentPart>
          </mc:Choice>
          <mc:Fallback xmlns=""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A5B6EFC7-9E86-AD74-0834-0BBD812F921A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716145" y="4228057"/>
                  <a:ext cx="118764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5D0253C4-8479-0C82-D453-75B117212DB5}"/>
                    </a:ext>
                  </a:extLst>
                </p14:cNvPr>
                <p14:cNvContentPartPr/>
                <p14:nvPr/>
              </p14:nvContentPartPr>
              <p14:xfrm>
                <a:off x="9779665" y="4318777"/>
                <a:ext cx="1479960" cy="670680"/>
              </p14:xfrm>
            </p:contentPart>
          </mc:Choice>
          <mc:Fallback xmlns=""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5D0253C4-8479-0C82-D453-75B117212DB5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9773545" y="4312657"/>
                  <a:ext cx="1492200" cy="68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77F631AB-1352-C8D4-8AA4-63375C146616}"/>
                    </a:ext>
                  </a:extLst>
                </p14:cNvPr>
                <p14:cNvContentPartPr/>
                <p14:nvPr/>
              </p14:nvContentPartPr>
              <p14:xfrm>
                <a:off x="5920465" y="4304017"/>
                <a:ext cx="292680" cy="12960"/>
              </p14:xfrm>
            </p:contentPart>
          </mc:Choice>
          <mc:Fallback xmlns=""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77F631AB-1352-C8D4-8AA4-63375C146616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914345" y="4297897"/>
                  <a:ext cx="304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EC5BF7E4-741D-81ED-E5B8-3C74BFA577C3}"/>
                    </a:ext>
                  </a:extLst>
                </p14:cNvPr>
                <p14:cNvContentPartPr/>
                <p14:nvPr/>
              </p14:nvContentPartPr>
              <p14:xfrm>
                <a:off x="6094705" y="4273057"/>
                <a:ext cx="33120" cy="259200"/>
              </p14:xfrm>
            </p:contentPart>
          </mc:Choice>
          <mc:Fallback xmlns=""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EC5BF7E4-741D-81ED-E5B8-3C74BFA577C3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088585" y="4266937"/>
                  <a:ext cx="453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F0FF58C1-E008-59CF-358D-9E6D39A4D345}"/>
                    </a:ext>
                  </a:extLst>
                </p14:cNvPr>
                <p14:cNvContentPartPr/>
                <p14:nvPr/>
              </p14:nvContentPartPr>
              <p14:xfrm>
                <a:off x="6387745" y="4344337"/>
                <a:ext cx="137520" cy="61920"/>
              </p14:xfrm>
            </p:contentPart>
          </mc:Choice>
          <mc:Fallback xmlns=""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F0FF58C1-E008-59CF-358D-9E6D39A4D34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381625" y="4338217"/>
                  <a:ext cx="1497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5B8AD693-2FD1-9681-F80D-A054FF94695F}"/>
                    </a:ext>
                  </a:extLst>
                </p14:cNvPr>
                <p14:cNvContentPartPr/>
                <p14:nvPr/>
              </p14:nvContentPartPr>
              <p14:xfrm>
                <a:off x="6448945" y="4430737"/>
                <a:ext cx="98280" cy="16920"/>
              </p14:xfrm>
            </p:contentPart>
          </mc:Choice>
          <mc:Fallback xmlns=""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5B8AD693-2FD1-9681-F80D-A054FF94695F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442825" y="4424617"/>
                  <a:ext cx="1105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6472052A-705D-74E5-5517-1B8FE2359AFF}"/>
                    </a:ext>
                  </a:extLst>
                </p14:cNvPr>
                <p14:cNvContentPartPr/>
                <p14:nvPr/>
              </p14:nvContentPartPr>
              <p14:xfrm>
                <a:off x="6881305" y="4316257"/>
                <a:ext cx="215640" cy="238680"/>
              </p14:xfrm>
            </p:contentPart>
          </mc:Choice>
          <mc:Fallback xmlns=""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6472052A-705D-74E5-5517-1B8FE2359AFF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875185" y="4310137"/>
                  <a:ext cx="2278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8B270C7F-DA20-AB95-EF86-7586F3A95D7B}"/>
                    </a:ext>
                  </a:extLst>
                </p14:cNvPr>
                <p14:cNvContentPartPr/>
                <p14:nvPr/>
              </p14:nvContentPartPr>
              <p14:xfrm>
                <a:off x="7205305" y="4305097"/>
                <a:ext cx="139680" cy="207000"/>
              </p14:xfrm>
            </p:contentPart>
          </mc:Choice>
          <mc:Fallback xmlns=""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8B270C7F-DA20-AB95-EF86-7586F3A95D7B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199185" y="4298977"/>
                  <a:ext cx="1519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C5CD5DF8-CCF0-8900-D8C2-C224365677FB}"/>
                    </a:ext>
                  </a:extLst>
                </p14:cNvPr>
                <p14:cNvContentPartPr/>
                <p14:nvPr/>
              </p14:nvContentPartPr>
              <p14:xfrm>
                <a:off x="7216105" y="4435777"/>
                <a:ext cx="172080" cy="23040"/>
              </p14:xfrm>
            </p:contentPart>
          </mc:Choice>
          <mc:Fallback xmlns=""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C5CD5DF8-CCF0-8900-D8C2-C224365677FB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209985" y="4429657"/>
                  <a:ext cx="1843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FA1754DF-3FAB-4039-7E0A-DA6730E70D43}"/>
                    </a:ext>
                  </a:extLst>
                </p14:cNvPr>
                <p14:cNvContentPartPr/>
                <p14:nvPr/>
              </p14:nvContentPartPr>
              <p14:xfrm>
                <a:off x="7452985" y="4472497"/>
                <a:ext cx="291600" cy="28080"/>
              </p14:xfrm>
            </p:contentPart>
          </mc:Choice>
          <mc:Fallback xmlns=""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FA1754DF-3FAB-4039-7E0A-DA6730E70D43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446865" y="4466377"/>
                  <a:ext cx="303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F7C4920F-1842-5881-53BE-D3E7F4809106}"/>
                    </a:ext>
                  </a:extLst>
                </p14:cNvPr>
                <p14:cNvContentPartPr/>
                <p14:nvPr/>
              </p14:nvContentPartPr>
              <p14:xfrm>
                <a:off x="7548745" y="4376017"/>
                <a:ext cx="54720" cy="201600"/>
              </p14:xfrm>
            </p:contentPart>
          </mc:Choice>
          <mc:Fallback xmlns=""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F7C4920F-1842-5881-53BE-D3E7F480910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542625" y="4369897"/>
                  <a:ext cx="669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DD4216B1-35F3-E7D7-A800-7113F38544A1}"/>
                    </a:ext>
                  </a:extLst>
                </p14:cNvPr>
                <p14:cNvContentPartPr/>
                <p14:nvPr/>
              </p14:nvContentPartPr>
              <p14:xfrm>
                <a:off x="7969945" y="4357297"/>
                <a:ext cx="214200" cy="140400"/>
              </p14:xfrm>
            </p:contentPart>
          </mc:Choice>
          <mc:Fallback xmlns=""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DD4216B1-35F3-E7D7-A800-7113F38544A1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963825" y="4351177"/>
                  <a:ext cx="2264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D2BE4F52-0CFC-F4C6-5D0C-420EA98B0B7B}"/>
                    </a:ext>
                  </a:extLst>
                </p14:cNvPr>
                <p14:cNvContentPartPr/>
                <p14:nvPr/>
              </p14:nvContentPartPr>
              <p14:xfrm>
                <a:off x="8175865" y="4359097"/>
                <a:ext cx="322200" cy="161280"/>
              </p14:xfrm>
            </p:contentPart>
          </mc:Choice>
          <mc:Fallback xmlns=""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D2BE4F52-0CFC-F4C6-5D0C-420EA98B0B7B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169745" y="4352977"/>
                  <a:ext cx="3344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690A6EDA-1F7B-0903-D212-C8B5B24F99B0}"/>
                    </a:ext>
                  </a:extLst>
                </p14:cNvPr>
                <p14:cNvContentPartPr/>
                <p14:nvPr/>
              </p14:nvContentPartPr>
              <p14:xfrm>
                <a:off x="7914505" y="4574377"/>
                <a:ext cx="519480" cy="45000"/>
              </p14:xfrm>
            </p:contentPart>
          </mc:Choice>
          <mc:Fallback xmlns=""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690A6EDA-1F7B-0903-D212-C8B5B24F99B0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908385" y="4568257"/>
                  <a:ext cx="5317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6DB18558-16F5-2464-93FD-2E5B10BAD90E}"/>
                    </a:ext>
                  </a:extLst>
                </p14:cNvPr>
                <p14:cNvContentPartPr/>
                <p14:nvPr/>
              </p14:nvContentPartPr>
              <p14:xfrm>
                <a:off x="8057425" y="4666537"/>
                <a:ext cx="96120" cy="145440"/>
              </p14:xfrm>
            </p:contentPart>
          </mc:Choice>
          <mc:Fallback xmlns=""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6DB18558-16F5-2464-93FD-2E5B10BAD90E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051305" y="4660417"/>
                  <a:ext cx="1083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F71D22FC-8D44-3DDD-1E4B-093758F68A60}"/>
                    </a:ext>
                  </a:extLst>
                </p14:cNvPr>
                <p14:cNvContentPartPr/>
                <p14:nvPr/>
              </p14:nvContentPartPr>
              <p14:xfrm>
                <a:off x="8130865" y="4716937"/>
                <a:ext cx="153000" cy="122040"/>
              </p14:xfrm>
            </p:contentPart>
          </mc:Choice>
          <mc:Fallback xmlns=""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F71D22FC-8D44-3DDD-1E4B-093758F68A60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124745" y="4710817"/>
                  <a:ext cx="1652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45C9AD78-9D24-424B-5E12-540FB5AD5D17}"/>
                    </a:ext>
                  </a:extLst>
                </p14:cNvPr>
                <p14:cNvContentPartPr/>
                <p14:nvPr/>
              </p14:nvContentPartPr>
              <p14:xfrm>
                <a:off x="8368825" y="4715137"/>
                <a:ext cx="120600" cy="125280"/>
              </p14:xfrm>
            </p:contentPart>
          </mc:Choice>
          <mc:Fallback xmlns=""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45C9AD78-9D24-424B-5E12-540FB5AD5D17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362705" y="4709017"/>
                  <a:ext cx="1328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08F56F6C-A613-FE55-A965-46B91EBC9FE1}"/>
                    </a:ext>
                  </a:extLst>
                </p14:cNvPr>
                <p14:cNvContentPartPr/>
                <p14:nvPr/>
              </p14:nvContentPartPr>
              <p14:xfrm>
                <a:off x="8746105" y="4408417"/>
                <a:ext cx="204840" cy="18360"/>
              </p14:xfrm>
            </p:contentPart>
          </mc:Choice>
          <mc:Fallback xmlns=""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08F56F6C-A613-FE55-A965-46B91EBC9FE1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739985" y="4402297"/>
                  <a:ext cx="2170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BB9DED32-588F-F96D-08FB-AD4847871A84}"/>
                    </a:ext>
                  </a:extLst>
                </p14:cNvPr>
                <p14:cNvContentPartPr/>
                <p14:nvPr/>
              </p14:nvContentPartPr>
              <p14:xfrm>
                <a:off x="8768065" y="4399057"/>
                <a:ext cx="87120" cy="243360"/>
              </p14:xfrm>
            </p:contentPart>
          </mc:Choice>
          <mc:Fallback xmlns=""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BB9DED32-588F-F96D-08FB-AD4847871A84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761945" y="4392937"/>
                  <a:ext cx="993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1EF007CE-E7A8-935A-DCA2-A8447FADAD4B}"/>
                    </a:ext>
                  </a:extLst>
                </p14:cNvPr>
                <p14:cNvContentPartPr/>
                <p14:nvPr/>
              </p14:nvContentPartPr>
              <p14:xfrm>
                <a:off x="6603025" y="4827817"/>
                <a:ext cx="1713600" cy="235080"/>
              </p14:xfrm>
            </p:contentPart>
          </mc:Choice>
          <mc:Fallback xmlns=""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1EF007CE-E7A8-935A-DCA2-A8447FADAD4B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6596905" y="4821697"/>
                  <a:ext cx="17258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0B5523F9-9FC3-6F67-E0E0-5C43A34A0982}"/>
                    </a:ext>
                  </a:extLst>
                </p14:cNvPr>
                <p14:cNvContentPartPr/>
                <p14:nvPr/>
              </p14:nvContentPartPr>
              <p14:xfrm>
                <a:off x="7194505" y="4937257"/>
                <a:ext cx="3103920" cy="454680"/>
              </p14:xfrm>
            </p:contentPart>
          </mc:Choice>
          <mc:Fallback xmlns=""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0B5523F9-9FC3-6F67-E0E0-5C43A34A0982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188385" y="4931137"/>
                  <a:ext cx="311616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3672FFCF-C38C-931E-8D27-F742A15CDB1A}"/>
                    </a:ext>
                  </a:extLst>
                </p14:cNvPr>
                <p14:cNvContentPartPr/>
                <p14:nvPr/>
              </p14:nvContentPartPr>
              <p14:xfrm>
                <a:off x="9676705" y="5860297"/>
                <a:ext cx="319680" cy="28080"/>
              </p14:xfrm>
            </p:contentPart>
          </mc:Choice>
          <mc:Fallback xmlns=""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3672FFCF-C38C-931E-8D27-F742A15CDB1A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670585" y="5854177"/>
                  <a:ext cx="331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836D2931-5019-41A6-4B72-56AD8ACA8431}"/>
                    </a:ext>
                  </a:extLst>
                </p14:cNvPr>
                <p14:cNvContentPartPr/>
                <p14:nvPr/>
              </p14:nvContentPartPr>
              <p14:xfrm>
                <a:off x="9737545" y="5906017"/>
                <a:ext cx="324360" cy="39960"/>
              </p14:xfrm>
            </p:contentPart>
          </mc:Choice>
          <mc:Fallback xmlns=""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836D2931-5019-41A6-4B72-56AD8ACA8431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731425" y="5899897"/>
                  <a:ext cx="3366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9DFF3C8B-151D-1458-FAFB-3F949A9F1F3C}"/>
                    </a:ext>
                  </a:extLst>
                </p14:cNvPr>
                <p14:cNvContentPartPr/>
                <p14:nvPr/>
              </p14:nvContentPartPr>
              <p14:xfrm>
                <a:off x="10331905" y="5659417"/>
                <a:ext cx="279360" cy="186480"/>
              </p14:xfrm>
            </p:contentPart>
          </mc:Choice>
          <mc:Fallback xmlns=""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9DFF3C8B-151D-1458-FAFB-3F949A9F1F3C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0325785" y="5653297"/>
                  <a:ext cx="291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9C61B324-37D6-0792-7C0A-DD5C6791E0D0}"/>
                    </a:ext>
                  </a:extLst>
                </p14:cNvPr>
                <p14:cNvContentPartPr/>
                <p14:nvPr/>
              </p14:nvContentPartPr>
              <p14:xfrm>
                <a:off x="10741585" y="5622697"/>
                <a:ext cx="54720" cy="260280"/>
              </p14:xfrm>
            </p:contentPart>
          </mc:Choice>
          <mc:Fallback xmlns=""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9C61B324-37D6-0792-7C0A-DD5C6791E0D0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735465" y="5616577"/>
                  <a:ext cx="669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5DA98349-22B2-A537-C2D3-55FADE798F7F}"/>
                    </a:ext>
                  </a:extLst>
                </p14:cNvPr>
                <p14:cNvContentPartPr/>
                <p14:nvPr/>
              </p14:nvContentPartPr>
              <p14:xfrm>
                <a:off x="10622065" y="5760217"/>
                <a:ext cx="291600" cy="39240"/>
              </p14:xfrm>
            </p:contentPart>
          </mc:Choice>
          <mc:Fallback xmlns=""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5DA98349-22B2-A537-C2D3-55FADE798F7F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615945" y="5754097"/>
                  <a:ext cx="3038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EEAE8E20-BC19-849D-3166-E1B55DECE5B5}"/>
                    </a:ext>
                  </a:extLst>
                </p14:cNvPr>
                <p14:cNvContentPartPr/>
                <p14:nvPr/>
              </p14:nvContentPartPr>
              <p14:xfrm>
                <a:off x="5964385" y="5560777"/>
                <a:ext cx="367560" cy="30600"/>
              </p14:xfrm>
            </p:contentPart>
          </mc:Choice>
          <mc:Fallback xmlns=""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EEAE8E20-BC19-849D-3166-E1B55DECE5B5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958265" y="5554657"/>
                  <a:ext cx="379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9F2410BB-EEFC-A34A-E00B-2B26D16F49FC}"/>
                    </a:ext>
                  </a:extLst>
                </p14:cNvPr>
                <p14:cNvContentPartPr/>
                <p14:nvPr/>
              </p14:nvContentPartPr>
              <p14:xfrm>
                <a:off x="6105505" y="5560777"/>
                <a:ext cx="43920" cy="281880"/>
              </p14:xfrm>
            </p:contentPart>
          </mc:Choice>
          <mc:Fallback xmlns=""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9F2410BB-EEFC-A34A-E00B-2B26D16F49FC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6099385" y="5554657"/>
                  <a:ext cx="561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C6C3A310-1895-96F8-4D23-058899B9EADC}"/>
                    </a:ext>
                  </a:extLst>
                </p14:cNvPr>
                <p14:cNvContentPartPr/>
                <p14:nvPr/>
              </p14:nvContentPartPr>
              <p14:xfrm>
                <a:off x="6448945" y="5734297"/>
                <a:ext cx="217080" cy="41760"/>
              </p14:xfrm>
            </p:contentPart>
          </mc:Choice>
          <mc:Fallback xmlns=""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C6C3A310-1895-96F8-4D23-058899B9EADC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6442825" y="5728177"/>
                  <a:ext cx="2293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0549CAD9-1D9A-4A1B-A476-C0C7FCA00010}"/>
                    </a:ext>
                  </a:extLst>
                </p14:cNvPr>
                <p14:cNvContentPartPr/>
                <p14:nvPr/>
              </p14:nvContentPartPr>
              <p14:xfrm>
                <a:off x="6913705" y="5578777"/>
                <a:ext cx="266400" cy="183600"/>
              </p14:xfrm>
            </p:contentPart>
          </mc:Choice>
          <mc:Fallback xmlns=""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0549CAD9-1D9A-4A1B-A476-C0C7FCA00010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907585" y="5572657"/>
                  <a:ext cx="2786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16D2C66D-F75F-095D-47A3-8AAFF3702D7D}"/>
                    </a:ext>
                  </a:extLst>
                </p14:cNvPr>
                <p14:cNvContentPartPr/>
                <p14:nvPr/>
              </p14:nvContentPartPr>
              <p14:xfrm>
                <a:off x="7242745" y="5647177"/>
                <a:ext cx="231480" cy="126360"/>
              </p14:xfrm>
            </p:contentPart>
          </mc:Choice>
          <mc:Fallback xmlns=""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16D2C66D-F75F-095D-47A3-8AAFF3702D7D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236625" y="5641057"/>
                  <a:ext cx="2437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5993B789-8768-77B3-9A81-4B40255D0AAC}"/>
                    </a:ext>
                  </a:extLst>
                </p14:cNvPr>
                <p14:cNvContentPartPr/>
                <p14:nvPr/>
              </p14:nvContentPartPr>
              <p14:xfrm>
                <a:off x="6966985" y="5812777"/>
                <a:ext cx="432000" cy="27000"/>
              </p14:xfrm>
            </p:contentPart>
          </mc:Choice>
          <mc:Fallback xmlns=""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5993B789-8768-77B3-9A81-4B40255D0AAC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960865" y="5806657"/>
                  <a:ext cx="444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52840063-299B-1D90-32A8-A0F4C55AC5FE}"/>
                    </a:ext>
                  </a:extLst>
                </p14:cNvPr>
                <p14:cNvContentPartPr/>
                <p14:nvPr/>
              </p14:nvContentPartPr>
              <p14:xfrm>
                <a:off x="7140145" y="5949577"/>
                <a:ext cx="65520" cy="140400"/>
              </p14:xfrm>
            </p:contentPart>
          </mc:Choice>
          <mc:Fallback xmlns=""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52840063-299B-1D90-32A8-A0F4C55AC5FE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134025" y="5943457"/>
                  <a:ext cx="777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395037AE-8472-3D70-79E1-0EF82B0FC486}"/>
                    </a:ext>
                  </a:extLst>
                </p14:cNvPr>
                <p14:cNvContentPartPr/>
                <p14:nvPr/>
              </p14:nvContentPartPr>
              <p14:xfrm>
                <a:off x="7172545" y="6007177"/>
                <a:ext cx="214920" cy="105480"/>
              </p14:xfrm>
            </p:contentPart>
          </mc:Choice>
          <mc:Fallback xmlns=""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395037AE-8472-3D70-79E1-0EF82B0FC486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166425" y="6001057"/>
                  <a:ext cx="2271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99D00144-DE90-EB97-463C-3592AABC7D18}"/>
                    </a:ext>
                  </a:extLst>
                </p14:cNvPr>
                <p14:cNvContentPartPr/>
                <p14:nvPr/>
              </p14:nvContentPartPr>
              <p14:xfrm>
                <a:off x="7454065" y="5956417"/>
                <a:ext cx="169560" cy="137520"/>
              </p14:xfrm>
            </p:contentPart>
          </mc:Choice>
          <mc:Fallback xmlns=""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99D00144-DE90-EB97-463C-3592AABC7D18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447945" y="5950297"/>
                  <a:ext cx="1818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E263365C-C806-5CAC-92D4-ED02B2CFC5A2}"/>
                    </a:ext>
                  </a:extLst>
                </p14:cNvPr>
                <p14:cNvContentPartPr/>
                <p14:nvPr/>
              </p14:nvContentPartPr>
              <p14:xfrm>
                <a:off x="7635505" y="5661217"/>
                <a:ext cx="193680" cy="37080"/>
              </p14:xfrm>
            </p:contentPart>
          </mc:Choice>
          <mc:Fallback xmlns=""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E263365C-C806-5CAC-92D4-ED02B2CFC5A2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629385" y="5655097"/>
                  <a:ext cx="2059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3F81BB79-C278-F6F2-3542-E3B11A4F2986}"/>
                    </a:ext>
                  </a:extLst>
                </p14:cNvPr>
                <p14:cNvContentPartPr/>
                <p14:nvPr/>
              </p14:nvContentPartPr>
              <p14:xfrm>
                <a:off x="7668265" y="5661217"/>
                <a:ext cx="76320" cy="181800"/>
              </p14:xfrm>
            </p:contentPart>
          </mc:Choice>
          <mc:Fallback xmlns=""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3F81BB79-C278-F6F2-3542-E3B11A4F2986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7662145" y="5655097"/>
                  <a:ext cx="885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37CE450C-5CBB-7BFA-E237-CE6E87D540AC}"/>
                    </a:ext>
                  </a:extLst>
                </p14:cNvPr>
                <p14:cNvContentPartPr/>
                <p14:nvPr/>
              </p14:nvContentPartPr>
              <p14:xfrm>
                <a:off x="8058865" y="5782897"/>
                <a:ext cx="298800" cy="18000"/>
              </p14:xfrm>
            </p:contentPart>
          </mc:Choice>
          <mc:Fallback xmlns=""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37CE450C-5CBB-7BFA-E237-CE6E87D540AC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052745" y="5776777"/>
                  <a:ext cx="3110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E2A4975E-D3CA-18F8-1049-BD659E72BF2A}"/>
                    </a:ext>
                  </a:extLst>
                </p14:cNvPr>
                <p14:cNvContentPartPr/>
                <p14:nvPr/>
              </p14:nvContentPartPr>
              <p14:xfrm>
                <a:off x="8596345" y="5643577"/>
                <a:ext cx="106920" cy="183960"/>
              </p14:xfrm>
            </p:contentPart>
          </mc:Choice>
          <mc:Fallback xmlns=""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E2A4975E-D3CA-18F8-1049-BD659E72BF2A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590225" y="5637457"/>
                  <a:ext cx="1191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CDCEE50E-2D4E-D8D8-222E-2548F5B8E4E0}"/>
                    </a:ext>
                  </a:extLst>
                </p14:cNvPr>
                <p14:cNvContentPartPr/>
                <p14:nvPr/>
              </p14:nvContentPartPr>
              <p14:xfrm>
                <a:off x="8702545" y="5675617"/>
                <a:ext cx="109440" cy="170640"/>
              </p14:xfrm>
            </p:contentPart>
          </mc:Choice>
          <mc:Fallback xmlns=""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CDCEE50E-2D4E-D8D8-222E-2548F5B8E4E0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696425" y="5669497"/>
                  <a:ext cx="1216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AB5193FF-E3B0-F50F-2FF9-D511435C00EA}"/>
                    </a:ext>
                  </a:extLst>
                </p14:cNvPr>
                <p14:cNvContentPartPr/>
                <p14:nvPr/>
              </p14:nvContentPartPr>
              <p14:xfrm>
                <a:off x="8498065" y="5857777"/>
                <a:ext cx="398880" cy="43920"/>
              </p14:xfrm>
            </p:contentPart>
          </mc:Choice>
          <mc:Fallback xmlns=""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AB5193FF-E3B0-F50F-2FF9-D511435C00EA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491945" y="5851657"/>
                  <a:ext cx="4111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3EC0232F-5907-00EE-222F-9E77F3AF5EE9}"/>
                    </a:ext>
                  </a:extLst>
                </p14:cNvPr>
                <p14:cNvContentPartPr/>
                <p14:nvPr/>
              </p14:nvContentPartPr>
              <p14:xfrm>
                <a:off x="8604985" y="5993137"/>
                <a:ext cx="76320" cy="180720"/>
              </p14:xfrm>
            </p:contentPart>
          </mc:Choice>
          <mc:Fallback xmlns=""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3EC0232F-5907-00EE-222F-9E77F3AF5EE9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598865" y="5987017"/>
                  <a:ext cx="885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DBA429B6-2D46-37FC-8E91-876C5B047D97}"/>
                    </a:ext>
                  </a:extLst>
                </p14:cNvPr>
                <p14:cNvContentPartPr/>
                <p14:nvPr/>
              </p14:nvContentPartPr>
              <p14:xfrm>
                <a:off x="8664025" y="6023017"/>
                <a:ext cx="160200" cy="122040"/>
              </p14:xfrm>
            </p:contentPart>
          </mc:Choice>
          <mc:Fallback xmlns=""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DBA429B6-2D46-37FC-8E91-876C5B047D97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8657905" y="6016897"/>
                  <a:ext cx="1724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D653CAE9-65CC-5905-2864-E36E699E6C07}"/>
                    </a:ext>
                  </a:extLst>
                </p14:cNvPr>
                <p14:cNvContentPartPr/>
                <p14:nvPr/>
              </p14:nvContentPartPr>
              <p14:xfrm>
                <a:off x="8844025" y="5959297"/>
                <a:ext cx="128520" cy="169200"/>
              </p14:xfrm>
            </p:contentPart>
          </mc:Choice>
          <mc:Fallback xmlns=""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D653CAE9-65CC-5905-2864-E36E699E6C07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8837905" y="5953177"/>
                  <a:ext cx="1407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B7B88760-A6BE-3B7A-06EC-AEFD9CE806DA}"/>
                    </a:ext>
                  </a:extLst>
                </p14:cNvPr>
                <p14:cNvContentPartPr/>
                <p14:nvPr/>
              </p14:nvContentPartPr>
              <p14:xfrm>
                <a:off x="9091705" y="5702617"/>
                <a:ext cx="291600" cy="80640"/>
              </p14:xfrm>
            </p:contentPart>
          </mc:Choice>
          <mc:Fallback xmlns=""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B7B88760-A6BE-3B7A-06EC-AEFD9CE806DA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085585" y="5696497"/>
                  <a:ext cx="3038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61A74562-9222-8001-0EA2-21DE9CBE646B}"/>
                    </a:ext>
                  </a:extLst>
                </p14:cNvPr>
                <p14:cNvContentPartPr/>
                <p14:nvPr/>
              </p14:nvContentPartPr>
              <p14:xfrm>
                <a:off x="9059305" y="5681737"/>
                <a:ext cx="106920" cy="286920"/>
              </p14:xfrm>
            </p:contentPart>
          </mc:Choice>
          <mc:Fallback xmlns=""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61A74562-9222-8001-0EA2-21DE9CBE646B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053185" y="5675617"/>
                  <a:ext cx="11916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CD28D65A-678B-339E-BF9F-D0CB6DBF6BF2}"/>
                    </a:ext>
                  </a:extLst>
                </p14:cNvPr>
                <p14:cNvContentPartPr/>
                <p14:nvPr/>
              </p14:nvContentPartPr>
              <p14:xfrm>
                <a:off x="5620585" y="5629897"/>
                <a:ext cx="117720" cy="218520"/>
              </p14:xfrm>
            </p:contentPart>
          </mc:Choice>
          <mc:Fallback xmlns=""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CD28D65A-678B-339E-BF9F-D0CB6DBF6BF2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5614465" y="5623777"/>
                  <a:ext cx="1299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A848D4E4-E50B-3375-C1A1-F42B3E14846C}"/>
                    </a:ext>
                  </a:extLst>
                </p14:cNvPr>
                <p14:cNvContentPartPr/>
                <p14:nvPr/>
              </p14:nvContentPartPr>
              <p14:xfrm>
                <a:off x="5781145" y="5693617"/>
                <a:ext cx="128880" cy="118080"/>
              </p14:xfrm>
            </p:contentPart>
          </mc:Choice>
          <mc:Fallback xmlns=""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A848D4E4-E50B-3375-C1A1-F42B3E14846C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5775025" y="5687497"/>
                  <a:ext cx="1411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E6DA545B-B1E9-E9AD-7F74-62A779623032}"/>
                    </a:ext>
                  </a:extLst>
                </p14:cNvPr>
                <p14:cNvContentPartPr/>
                <p14:nvPr/>
              </p14:nvContentPartPr>
              <p14:xfrm>
                <a:off x="5901025" y="5684257"/>
                <a:ext cx="149400" cy="128880"/>
              </p14:xfrm>
            </p:contentPart>
          </mc:Choice>
          <mc:Fallback xmlns=""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E6DA545B-B1E9-E9AD-7F74-62A779623032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894905" y="5678137"/>
                  <a:ext cx="161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0A9E63BC-E9FD-6BC4-3890-38AF10F9356A}"/>
                    </a:ext>
                  </a:extLst>
                </p14:cNvPr>
                <p14:cNvContentPartPr/>
                <p14:nvPr/>
              </p14:nvContentPartPr>
              <p14:xfrm>
                <a:off x="5622745" y="5887657"/>
                <a:ext cx="535680" cy="28440"/>
              </p14:xfrm>
            </p:contentPart>
          </mc:Choice>
          <mc:Fallback xmlns=""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0A9E63BC-E9FD-6BC4-3890-38AF10F9356A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616625" y="5881537"/>
                  <a:ext cx="5479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C8EB6002-6B63-6F2D-8FBA-32E1F8E4744E}"/>
                    </a:ext>
                  </a:extLst>
                </p14:cNvPr>
                <p14:cNvContentPartPr/>
                <p14:nvPr/>
              </p14:nvContentPartPr>
              <p14:xfrm>
                <a:off x="5673145" y="5996737"/>
                <a:ext cx="141480" cy="184320"/>
              </p14:xfrm>
            </p:contentPart>
          </mc:Choice>
          <mc:Fallback xmlns=""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C8EB6002-6B63-6F2D-8FBA-32E1F8E4744E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5667025" y="5990617"/>
                  <a:ext cx="1537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837DD94A-3F4A-BB7E-AAFF-4A7AFC5C0E50}"/>
                    </a:ext>
                  </a:extLst>
                </p14:cNvPr>
                <p14:cNvContentPartPr/>
                <p14:nvPr/>
              </p14:nvContentPartPr>
              <p14:xfrm>
                <a:off x="5845945" y="6001777"/>
                <a:ext cx="162000" cy="115920"/>
              </p14:xfrm>
            </p:contentPart>
          </mc:Choice>
          <mc:Fallback xmlns=""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837DD94A-3F4A-BB7E-AAFF-4A7AFC5C0E50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5839825" y="5995657"/>
                  <a:ext cx="1742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15461D58-5D21-1277-48CF-856A58B9E845}"/>
                    </a:ext>
                  </a:extLst>
                </p14:cNvPr>
                <p14:cNvContentPartPr/>
                <p14:nvPr/>
              </p14:nvContentPartPr>
              <p14:xfrm>
                <a:off x="5996785" y="6007177"/>
                <a:ext cx="183240" cy="131040"/>
              </p14:xfrm>
            </p:contentPart>
          </mc:Choice>
          <mc:Fallback xmlns=""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15461D58-5D21-1277-48CF-856A58B9E845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5990665" y="6001057"/>
                  <a:ext cx="1954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B8B67D0A-F54C-049A-8FDE-73EDD5782428}"/>
                    </a:ext>
                  </a:extLst>
                </p14:cNvPr>
                <p14:cNvContentPartPr/>
                <p14:nvPr/>
              </p14:nvContentPartPr>
              <p14:xfrm>
                <a:off x="5705545" y="5347657"/>
                <a:ext cx="141480" cy="121320"/>
              </p14:xfrm>
            </p:contentPart>
          </mc:Choice>
          <mc:Fallback xmlns=""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B8B67D0A-F54C-049A-8FDE-73EDD5782428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5699425" y="5341537"/>
                  <a:ext cx="1537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41" name="Tinta 240">
                  <a:extLst>
                    <a:ext uri="{FF2B5EF4-FFF2-40B4-BE49-F238E27FC236}">
                      <a16:creationId xmlns:a16="http://schemas.microsoft.com/office/drawing/2014/main" id="{2DCAEAEC-6077-12D2-3055-D151925BBC67}"/>
                    </a:ext>
                  </a:extLst>
                </p14:cNvPr>
                <p14:cNvContentPartPr/>
                <p14:nvPr/>
              </p14:nvContentPartPr>
              <p14:xfrm>
                <a:off x="5868625" y="5356657"/>
                <a:ext cx="106920" cy="61920"/>
              </p14:xfrm>
            </p:contentPart>
          </mc:Choice>
          <mc:Fallback xmlns="">
            <p:pic>
              <p:nvPicPr>
                <p:cNvPr id="241" name="Tinta 240">
                  <a:extLst>
                    <a:ext uri="{FF2B5EF4-FFF2-40B4-BE49-F238E27FC236}">
                      <a16:creationId xmlns:a16="http://schemas.microsoft.com/office/drawing/2014/main" id="{2DCAEAEC-6077-12D2-3055-D151925BBC67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862505" y="5350537"/>
                  <a:ext cx="1191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95D4ADAE-611A-8D11-ED6B-E58339F08718}"/>
                    </a:ext>
                  </a:extLst>
                </p14:cNvPr>
                <p14:cNvContentPartPr/>
                <p14:nvPr/>
              </p14:nvContentPartPr>
              <p14:xfrm>
                <a:off x="6545065" y="6325057"/>
                <a:ext cx="121680" cy="151200"/>
              </p14:xfrm>
            </p:contentPart>
          </mc:Choice>
          <mc:Fallback xmlns=""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95D4ADAE-611A-8D11-ED6B-E58339F08718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6538945" y="6318937"/>
                  <a:ext cx="1339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F9ADC4D4-BBA8-1E9C-1FE1-6456D8247A34}"/>
                    </a:ext>
                  </a:extLst>
                </p14:cNvPr>
                <p14:cNvContentPartPr/>
                <p14:nvPr/>
              </p14:nvContentPartPr>
              <p14:xfrm>
                <a:off x="6676825" y="6305257"/>
                <a:ext cx="118080" cy="109440"/>
              </p14:xfrm>
            </p:contentPart>
          </mc:Choice>
          <mc:Fallback xmlns=""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F9ADC4D4-BBA8-1E9C-1FE1-6456D8247A34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6670705" y="6299137"/>
                  <a:ext cx="1303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2AA6FFBF-3380-8DAA-BF02-92DEBBD8CC1C}"/>
                    </a:ext>
                  </a:extLst>
                </p14:cNvPr>
                <p14:cNvContentPartPr/>
                <p14:nvPr/>
              </p14:nvContentPartPr>
              <p14:xfrm>
                <a:off x="6816865" y="6258817"/>
                <a:ext cx="151920" cy="123480"/>
              </p14:xfrm>
            </p:contentPart>
          </mc:Choice>
          <mc:Fallback xmlns=""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2AA6FFBF-3380-8DAA-BF02-92DEBBD8CC1C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6810745" y="6252697"/>
                  <a:ext cx="1641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3AD31DB7-BE1A-B924-5B4C-79306DC8D48B}"/>
                    </a:ext>
                  </a:extLst>
                </p14:cNvPr>
                <p14:cNvContentPartPr/>
                <p14:nvPr/>
              </p14:nvContentPartPr>
              <p14:xfrm>
                <a:off x="7009825" y="6254857"/>
                <a:ext cx="174240" cy="34200"/>
              </p14:xfrm>
            </p:contentPart>
          </mc:Choice>
          <mc:Fallback xmlns=""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3AD31DB7-BE1A-B924-5B4C-79306DC8D48B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7003705" y="6248737"/>
                  <a:ext cx="1864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F64531F9-81FF-83FF-2E9B-3DEB187C6667}"/>
                    </a:ext>
                  </a:extLst>
                </p14:cNvPr>
                <p14:cNvContentPartPr/>
                <p14:nvPr/>
              </p14:nvContentPartPr>
              <p14:xfrm>
                <a:off x="7063825" y="6224977"/>
                <a:ext cx="76320" cy="196920"/>
              </p14:xfrm>
            </p:contentPart>
          </mc:Choice>
          <mc:Fallback xmlns=""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F64531F9-81FF-83FF-2E9B-3DEB187C6667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7057705" y="6218857"/>
                  <a:ext cx="885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F5D02B53-87C6-E803-EE6A-93B6E1ACE0CC}"/>
                    </a:ext>
                  </a:extLst>
                </p14:cNvPr>
                <p14:cNvContentPartPr/>
                <p14:nvPr/>
              </p14:nvContentPartPr>
              <p14:xfrm>
                <a:off x="6838105" y="6458257"/>
                <a:ext cx="1776600" cy="199440"/>
              </p14:xfrm>
            </p:contentPart>
          </mc:Choice>
          <mc:Fallback xmlns=""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F5D02B53-87C6-E803-EE6A-93B6E1ACE0CC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831985" y="6452137"/>
                  <a:ext cx="17888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DE808B8B-8764-6BF2-DDF4-FC2349F3C68D}"/>
                    </a:ext>
                  </a:extLst>
                </p14:cNvPr>
                <p14:cNvContentPartPr/>
                <p14:nvPr/>
              </p14:nvContentPartPr>
              <p14:xfrm>
                <a:off x="7409425" y="6377977"/>
                <a:ext cx="215640" cy="43920"/>
              </p14:xfrm>
            </p:contentPart>
          </mc:Choice>
          <mc:Fallback xmlns=""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DE808B8B-8764-6BF2-DDF4-FC2349F3C68D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7403305" y="6371857"/>
                  <a:ext cx="2278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04A0F7EC-E8F4-EEF7-F8AB-0B7C5FCFE828}"/>
                    </a:ext>
                  </a:extLst>
                </p14:cNvPr>
                <p14:cNvContentPartPr/>
                <p14:nvPr/>
              </p14:nvContentPartPr>
              <p14:xfrm>
                <a:off x="7657465" y="6335497"/>
                <a:ext cx="203040" cy="109080"/>
              </p14:xfrm>
            </p:contentPart>
          </mc:Choice>
          <mc:Fallback xmlns=""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04A0F7EC-E8F4-EEF7-F8AB-0B7C5FCFE828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651345" y="6329377"/>
                  <a:ext cx="2152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53" name="Tinta 252">
                  <a:extLst>
                    <a:ext uri="{FF2B5EF4-FFF2-40B4-BE49-F238E27FC236}">
                      <a16:creationId xmlns:a16="http://schemas.microsoft.com/office/drawing/2014/main" id="{C298A310-F3C7-8697-9FD8-8F8BB09B42E3}"/>
                    </a:ext>
                  </a:extLst>
                </p14:cNvPr>
                <p14:cNvContentPartPr/>
                <p14:nvPr/>
              </p14:nvContentPartPr>
              <p14:xfrm>
                <a:off x="7823425" y="6323257"/>
                <a:ext cx="136800" cy="123480"/>
              </p14:xfrm>
            </p:contentPart>
          </mc:Choice>
          <mc:Fallback xmlns="">
            <p:pic>
              <p:nvPicPr>
                <p:cNvPr id="253" name="Tinta 252">
                  <a:extLst>
                    <a:ext uri="{FF2B5EF4-FFF2-40B4-BE49-F238E27FC236}">
                      <a16:creationId xmlns:a16="http://schemas.microsoft.com/office/drawing/2014/main" id="{C298A310-F3C7-8697-9FD8-8F8BB09B42E3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817305" y="6317137"/>
                  <a:ext cx="1490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A9939220-9E2B-F20E-669C-4446C6B462DA}"/>
                    </a:ext>
                  </a:extLst>
                </p14:cNvPr>
                <p14:cNvContentPartPr/>
                <p14:nvPr/>
              </p14:nvContentPartPr>
              <p14:xfrm>
                <a:off x="7939705" y="6316057"/>
                <a:ext cx="155880" cy="12600"/>
              </p14:xfrm>
            </p:contentPart>
          </mc:Choice>
          <mc:Fallback xmlns=""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A9939220-9E2B-F20E-669C-4446C6B462DA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7933585" y="6309937"/>
                  <a:ext cx="1681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55" name="Tinta 254">
                  <a:extLst>
                    <a:ext uri="{FF2B5EF4-FFF2-40B4-BE49-F238E27FC236}">
                      <a16:creationId xmlns:a16="http://schemas.microsoft.com/office/drawing/2014/main" id="{4C753062-D61A-CD0D-72B9-E78C9A6D7924}"/>
                    </a:ext>
                  </a:extLst>
                </p14:cNvPr>
                <p14:cNvContentPartPr/>
                <p14:nvPr/>
              </p14:nvContentPartPr>
              <p14:xfrm>
                <a:off x="7948705" y="6335137"/>
                <a:ext cx="87120" cy="119520"/>
              </p14:xfrm>
            </p:contentPart>
          </mc:Choice>
          <mc:Fallback xmlns="">
            <p:pic>
              <p:nvPicPr>
                <p:cNvPr id="255" name="Tinta 254">
                  <a:extLst>
                    <a:ext uri="{FF2B5EF4-FFF2-40B4-BE49-F238E27FC236}">
                      <a16:creationId xmlns:a16="http://schemas.microsoft.com/office/drawing/2014/main" id="{4C753062-D61A-CD0D-72B9-E78C9A6D7924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7942585" y="6329017"/>
                  <a:ext cx="99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56" name="Tinta 255">
                  <a:extLst>
                    <a:ext uri="{FF2B5EF4-FFF2-40B4-BE49-F238E27FC236}">
                      <a16:creationId xmlns:a16="http://schemas.microsoft.com/office/drawing/2014/main" id="{853D8B8F-8D02-E4E4-2958-2BC0D9C3BA00}"/>
                    </a:ext>
                  </a:extLst>
                </p14:cNvPr>
                <p14:cNvContentPartPr/>
                <p14:nvPr/>
              </p14:nvContentPartPr>
              <p14:xfrm>
                <a:off x="8422465" y="6348097"/>
                <a:ext cx="313200" cy="22680"/>
              </p14:xfrm>
            </p:contentPart>
          </mc:Choice>
          <mc:Fallback xmlns="">
            <p:pic>
              <p:nvPicPr>
                <p:cNvPr id="256" name="Tinta 255">
                  <a:extLst>
                    <a:ext uri="{FF2B5EF4-FFF2-40B4-BE49-F238E27FC236}">
                      <a16:creationId xmlns:a16="http://schemas.microsoft.com/office/drawing/2014/main" id="{853D8B8F-8D02-E4E4-2958-2BC0D9C3BA00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8416345" y="6341977"/>
                  <a:ext cx="3254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28E27EAB-2AFF-FCDA-36E6-F277ACCB52F3}"/>
                    </a:ext>
                  </a:extLst>
                </p14:cNvPr>
                <p14:cNvContentPartPr/>
                <p14:nvPr/>
              </p14:nvContentPartPr>
              <p14:xfrm>
                <a:off x="8811265" y="6264217"/>
                <a:ext cx="54720" cy="199080"/>
              </p14:xfrm>
            </p:contentPart>
          </mc:Choice>
          <mc:Fallback xmlns=""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28E27EAB-2AFF-FCDA-36E6-F277ACCB52F3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8805145" y="6258097"/>
                  <a:ext cx="669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739D8336-8CDB-467B-AA5F-0AC0B70502C0}"/>
                    </a:ext>
                  </a:extLst>
                </p14:cNvPr>
                <p14:cNvContentPartPr/>
                <p14:nvPr/>
              </p14:nvContentPartPr>
              <p14:xfrm>
                <a:off x="8856265" y="6281857"/>
                <a:ext cx="157320" cy="181080"/>
              </p14:xfrm>
            </p:contentPart>
          </mc:Choice>
          <mc:Fallback xmlns=""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739D8336-8CDB-467B-AA5F-0AC0B70502C0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8850145" y="6275737"/>
                  <a:ext cx="1695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59" name="Tinta 258">
                  <a:extLst>
                    <a:ext uri="{FF2B5EF4-FFF2-40B4-BE49-F238E27FC236}">
                      <a16:creationId xmlns:a16="http://schemas.microsoft.com/office/drawing/2014/main" id="{98DCF693-FFCD-92E2-307C-EF143D19E7D8}"/>
                    </a:ext>
                  </a:extLst>
                </p14:cNvPr>
                <p14:cNvContentPartPr/>
                <p14:nvPr/>
              </p14:nvContentPartPr>
              <p14:xfrm>
                <a:off x="9015745" y="6293377"/>
                <a:ext cx="215640" cy="23040"/>
              </p14:xfrm>
            </p:contentPart>
          </mc:Choice>
          <mc:Fallback xmlns="">
            <p:pic>
              <p:nvPicPr>
                <p:cNvPr id="259" name="Tinta 258">
                  <a:extLst>
                    <a:ext uri="{FF2B5EF4-FFF2-40B4-BE49-F238E27FC236}">
                      <a16:creationId xmlns:a16="http://schemas.microsoft.com/office/drawing/2014/main" id="{98DCF693-FFCD-92E2-307C-EF143D19E7D8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9009625" y="6287257"/>
                  <a:ext cx="2278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CE559B30-EA8D-CA8C-28B5-12084855D15A}"/>
                    </a:ext>
                  </a:extLst>
                </p14:cNvPr>
                <p14:cNvContentPartPr/>
                <p14:nvPr/>
              </p14:nvContentPartPr>
              <p14:xfrm>
                <a:off x="9080905" y="6251977"/>
                <a:ext cx="106920" cy="223200"/>
              </p14:xfrm>
            </p:contentPart>
          </mc:Choice>
          <mc:Fallback xmlns=""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CE559B30-EA8D-CA8C-28B5-12084855D15A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9074785" y="6245857"/>
                  <a:ext cx="1191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66F7A449-5EA2-264C-AF50-8D1818E69DAF}"/>
                    </a:ext>
                  </a:extLst>
                </p14:cNvPr>
                <p14:cNvContentPartPr/>
                <p14:nvPr/>
              </p14:nvContentPartPr>
              <p14:xfrm>
                <a:off x="9472225" y="6451417"/>
                <a:ext cx="309240" cy="30240"/>
              </p14:xfrm>
            </p:contentPart>
          </mc:Choice>
          <mc:Fallback xmlns=""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66F7A449-5EA2-264C-AF50-8D1818E69DAF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9466105" y="6445297"/>
                  <a:ext cx="3214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EDB10F0E-3E45-8646-7761-799C09317F34}"/>
                    </a:ext>
                  </a:extLst>
                </p14:cNvPr>
                <p14:cNvContentPartPr/>
                <p14:nvPr/>
              </p14:nvContentPartPr>
              <p14:xfrm>
                <a:off x="9424345" y="6511537"/>
                <a:ext cx="324360" cy="55080"/>
              </p14:xfrm>
            </p:contentPart>
          </mc:Choice>
          <mc:Fallback xmlns=""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EDB10F0E-3E45-8646-7761-799C09317F34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9418225" y="6505417"/>
                  <a:ext cx="3366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670CBDBB-712D-4071-AF61-F5DBA707D045}"/>
                    </a:ext>
                  </a:extLst>
                </p14:cNvPr>
                <p14:cNvContentPartPr/>
                <p14:nvPr/>
              </p14:nvContentPartPr>
              <p14:xfrm>
                <a:off x="10169905" y="6414697"/>
                <a:ext cx="33120" cy="28080"/>
              </p14:xfrm>
            </p:contentPart>
          </mc:Choice>
          <mc:Fallback xmlns=""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670CBDBB-712D-4071-AF61-F5DBA707D045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0163785" y="6408577"/>
                  <a:ext cx="45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109D4F4F-221E-D70A-8E07-18DD199C8F24}"/>
                    </a:ext>
                  </a:extLst>
                </p14:cNvPr>
                <p14:cNvContentPartPr/>
                <p14:nvPr/>
              </p14:nvContentPartPr>
              <p14:xfrm>
                <a:off x="10201945" y="6319657"/>
                <a:ext cx="311760" cy="196200"/>
              </p14:xfrm>
            </p:contentPart>
          </mc:Choice>
          <mc:Fallback xmlns=""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109D4F4F-221E-D70A-8E07-18DD199C8F24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0195825" y="6313537"/>
                  <a:ext cx="3240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813774F4-EB46-8F3C-C900-3F209FCF433D}"/>
                    </a:ext>
                  </a:extLst>
                </p14:cNvPr>
                <p14:cNvContentPartPr/>
                <p14:nvPr/>
              </p14:nvContentPartPr>
              <p14:xfrm>
                <a:off x="10571665" y="6219937"/>
                <a:ext cx="201240" cy="245520"/>
              </p14:xfrm>
            </p:contentPart>
          </mc:Choice>
          <mc:Fallback xmlns=""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813774F4-EB46-8F3C-C900-3F209FCF433D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0565545" y="6213817"/>
                  <a:ext cx="2134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68D1A0E2-D633-1390-7F90-1B423295DF16}"/>
                    </a:ext>
                  </a:extLst>
                </p14:cNvPr>
                <p14:cNvContentPartPr/>
                <p14:nvPr/>
              </p14:nvContentPartPr>
              <p14:xfrm>
                <a:off x="10524145" y="6368977"/>
                <a:ext cx="356760" cy="23040"/>
              </p14:xfrm>
            </p:contentPart>
          </mc:Choice>
          <mc:Fallback xmlns=""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68D1A0E2-D633-1390-7F90-1B423295DF16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0518025" y="6362857"/>
                  <a:ext cx="369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C43B8C76-315C-16EF-F62B-F039B531FE5D}"/>
                    </a:ext>
                  </a:extLst>
                </p14:cNvPr>
                <p14:cNvContentPartPr/>
                <p14:nvPr/>
              </p14:nvContentPartPr>
              <p14:xfrm>
                <a:off x="5568385" y="6367177"/>
                <a:ext cx="1020600" cy="171000"/>
              </p14:xfrm>
            </p:contentPart>
          </mc:Choice>
          <mc:Fallback xmlns=""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C43B8C76-315C-16EF-F62B-F039B531FE5D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562265" y="6361057"/>
                  <a:ext cx="10328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3084462E-E966-5D20-925B-6060AD753D6D}"/>
                    </a:ext>
                  </a:extLst>
                </p14:cNvPr>
                <p14:cNvContentPartPr/>
                <p14:nvPr/>
              </p14:nvContentPartPr>
              <p14:xfrm>
                <a:off x="5577025" y="6331177"/>
                <a:ext cx="216000" cy="258120"/>
              </p14:xfrm>
            </p:contentPart>
          </mc:Choice>
          <mc:Fallback xmlns=""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3084462E-E966-5D20-925B-6060AD753D6D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5570905" y="6325057"/>
                  <a:ext cx="2282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99" name="Tinta 298">
                  <a:extLst>
                    <a:ext uri="{FF2B5EF4-FFF2-40B4-BE49-F238E27FC236}">
                      <a16:creationId xmlns:a16="http://schemas.microsoft.com/office/drawing/2014/main" id="{56F3E85E-C6C3-4CA8-3810-9B2DB480898E}"/>
                    </a:ext>
                  </a:extLst>
                </p14:cNvPr>
                <p14:cNvContentPartPr/>
                <p14:nvPr/>
              </p14:nvContentPartPr>
              <p14:xfrm>
                <a:off x="1199785" y="6403537"/>
                <a:ext cx="204840" cy="127440"/>
              </p14:xfrm>
            </p:contentPart>
          </mc:Choice>
          <mc:Fallback xmlns="">
            <p:pic>
              <p:nvPicPr>
                <p:cNvPr id="299" name="Tinta 298">
                  <a:extLst>
                    <a:ext uri="{FF2B5EF4-FFF2-40B4-BE49-F238E27FC236}">
                      <a16:creationId xmlns:a16="http://schemas.microsoft.com/office/drawing/2014/main" id="{56F3E85E-C6C3-4CA8-3810-9B2DB480898E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193665" y="6397417"/>
                  <a:ext cx="2170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00" name="Tinta 299">
                  <a:extLst>
                    <a:ext uri="{FF2B5EF4-FFF2-40B4-BE49-F238E27FC236}">
                      <a16:creationId xmlns:a16="http://schemas.microsoft.com/office/drawing/2014/main" id="{092B147B-332B-C4B5-C5CD-ED5DD0A75EAF}"/>
                    </a:ext>
                  </a:extLst>
                </p14:cNvPr>
                <p14:cNvContentPartPr/>
                <p14:nvPr/>
              </p14:nvContentPartPr>
              <p14:xfrm>
                <a:off x="1339825" y="6362497"/>
                <a:ext cx="244800" cy="167760"/>
              </p14:xfrm>
            </p:contentPart>
          </mc:Choice>
          <mc:Fallback xmlns="">
            <p:pic>
              <p:nvPicPr>
                <p:cNvPr id="300" name="Tinta 299">
                  <a:extLst>
                    <a:ext uri="{FF2B5EF4-FFF2-40B4-BE49-F238E27FC236}">
                      <a16:creationId xmlns:a16="http://schemas.microsoft.com/office/drawing/2014/main" id="{092B147B-332B-C4B5-C5CD-ED5DD0A75EAF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333705" y="6356377"/>
                  <a:ext cx="2570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6C57A5A7-3AA3-E8AA-54EB-C0C725053FAD}"/>
                    </a:ext>
                  </a:extLst>
                </p14:cNvPr>
                <p14:cNvContentPartPr/>
                <p14:nvPr/>
              </p14:nvContentPartPr>
              <p14:xfrm>
                <a:off x="1550785" y="6386257"/>
                <a:ext cx="254160" cy="149760"/>
              </p14:xfrm>
            </p:contentPart>
          </mc:Choice>
          <mc:Fallback xmlns=""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6C57A5A7-3AA3-E8AA-54EB-C0C725053FAD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544665" y="6380137"/>
                  <a:ext cx="2664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87" name="Tinta 286">
                  <a:extLst>
                    <a:ext uri="{FF2B5EF4-FFF2-40B4-BE49-F238E27FC236}">
                      <a16:creationId xmlns:a16="http://schemas.microsoft.com/office/drawing/2014/main" id="{5058229D-0D85-5CBC-C37D-76611B3C4D86}"/>
                    </a:ext>
                  </a:extLst>
                </p14:cNvPr>
                <p14:cNvContentPartPr/>
                <p14:nvPr/>
              </p14:nvContentPartPr>
              <p14:xfrm>
                <a:off x="292585" y="5874337"/>
                <a:ext cx="208080" cy="208080"/>
              </p14:xfrm>
            </p:contentPart>
          </mc:Choice>
          <mc:Fallback xmlns="">
            <p:pic>
              <p:nvPicPr>
                <p:cNvPr id="287" name="Tinta 286">
                  <a:extLst>
                    <a:ext uri="{FF2B5EF4-FFF2-40B4-BE49-F238E27FC236}">
                      <a16:creationId xmlns:a16="http://schemas.microsoft.com/office/drawing/2014/main" id="{5058229D-0D85-5CBC-C37D-76611B3C4D86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286465" y="5868217"/>
                  <a:ext cx="220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88" name="Tinta 287">
                  <a:extLst>
                    <a:ext uri="{FF2B5EF4-FFF2-40B4-BE49-F238E27FC236}">
                      <a16:creationId xmlns:a16="http://schemas.microsoft.com/office/drawing/2014/main" id="{FBD8C309-316C-07C2-8D1B-2898BEDC2E18}"/>
                    </a:ext>
                  </a:extLst>
                </p14:cNvPr>
                <p14:cNvContentPartPr/>
                <p14:nvPr/>
              </p14:nvContentPartPr>
              <p14:xfrm>
                <a:off x="550705" y="5833297"/>
                <a:ext cx="272520" cy="247680"/>
              </p14:xfrm>
            </p:contentPart>
          </mc:Choice>
          <mc:Fallback xmlns="">
            <p:pic>
              <p:nvPicPr>
                <p:cNvPr id="288" name="Tinta 287">
                  <a:extLst>
                    <a:ext uri="{FF2B5EF4-FFF2-40B4-BE49-F238E27FC236}">
                      <a16:creationId xmlns:a16="http://schemas.microsoft.com/office/drawing/2014/main" id="{FBD8C309-316C-07C2-8D1B-2898BEDC2E18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544585" y="5827177"/>
                  <a:ext cx="2847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7EB6FF1A-7902-FE47-13A7-69D6DB723A0A}"/>
                    </a:ext>
                  </a:extLst>
                </p14:cNvPr>
                <p14:cNvContentPartPr/>
                <p14:nvPr/>
              </p14:nvContentPartPr>
              <p14:xfrm>
                <a:off x="919705" y="5885857"/>
                <a:ext cx="237240" cy="4680"/>
              </p14:xfrm>
            </p:contentPart>
          </mc:Choice>
          <mc:Fallback xmlns=""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7EB6FF1A-7902-FE47-13A7-69D6DB723A0A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913585" y="5879737"/>
                  <a:ext cx="24948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90" name="Tinta 289">
                  <a:extLst>
                    <a:ext uri="{FF2B5EF4-FFF2-40B4-BE49-F238E27FC236}">
                      <a16:creationId xmlns:a16="http://schemas.microsoft.com/office/drawing/2014/main" id="{B37A68C3-2899-C396-FB20-DEE82A7EC1E4}"/>
                    </a:ext>
                  </a:extLst>
                </p14:cNvPr>
                <p14:cNvContentPartPr/>
                <p14:nvPr/>
              </p14:nvContentPartPr>
              <p14:xfrm>
                <a:off x="962905" y="5835457"/>
                <a:ext cx="54720" cy="257040"/>
              </p14:xfrm>
            </p:contentPart>
          </mc:Choice>
          <mc:Fallback xmlns="">
            <p:pic>
              <p:nvPicPr>
                <p:cNvPr id="290" name="Tinta 289">
                  <a:extLst>
                    <a:ext uri="{FF2B5EF4-FFF2-40B4-BE49-F238E27FC236}">
                      <a16:creationId xmlns:a16="http://schemas.microsoft.com/office/drawing/2014/main" id="{B37A68C3-2899-C396-FB20-DEE82A7EC1E4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956785" y="5829337"/>
                  <a:ext cx="669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2516A2E9-0CA0-1C5D-958E-324A176F473D}"/>
                    </a:ext>
                  </a:extLst>
                </p14:cNvPr>
                <p14:cNvContentPartPr/>
                <p14:nvPr/>
              </p14:nvContentPartPr>
              <p14:xfrm>
                <a:off x="1360705" y="6027337"/>
                <a:ext cx="345960" cy="46440"/>
              </p14:xfrm>
            </p:contentPart>
          </mc:Choice>
          <mc:Fallback xmlns=""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2516A2E9-0CA0-1C5D-958E-324A176F473D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354585" y="6021217"/>
                  <a:ext cx="3582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93" name="Tinta 292">
                  <a:extLst>
                    <a:ext uri="{FF2B5EF4-FFF2-40B4-BE49-F238E27FC236}">
                      <a16:creationId xmlns:a16="http://schemas.microsoft.com/office/drawing/2014/main" id="{4003202B-61B7-D14C-003C-CED3A614CC7C}"/>
                    </a:ext>
                  </a:extLst>
                </p14:cNvPr>
                <p14:cNvContentPartPr/>
                <p14:nvPr/>
              </p14:nvContentPartPr>
              <p14:xfrm>
                <a:off x="1943185" y="5969737"/>
                <a:ext cx="196200" cy="227160"/>
              </p14:xfrm>
            </p:contentPart>
          </mc:Choice>
          <mc:Fallback xmlns="">
            <p:pic>
              <p:nvPicPr>
                <p:cNvPr id="293" name="Tinta 292">
                  <a:extLst>
                    <a:ext uri="{FF2B5EF4-FFF2-40B4-BE49-F238E27FC236}">
                      <a16:creationId xmlns:a16="http://schemas.microsoft.com/office/drawing/2014/main" id="{4003202B-61B7-D14C-003C-CED3A614CC7C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937065" y="5963617"/>
                  <a:ext cx="2084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94" name="Tinta 293">
                  <a:extLst>
                    <a:ext uri="{FF2B5EF4-FFF2-40B4-BE49-F238E27FC236}">
                      <a16:creationId xmlns:a16="http://schemas.microsoft.com/office/drawing/2014/main" id="{B4286198-E3B8-9FFC-8C32-C530DFCC7D41}"/>
                    </a:ext>
                  </a:extLst>
                </p14:cNvPr>
                <p14:cNvContentPartPr/>
                <p14:nvPr/>
              </p14:nvContentPartPr>
              <p14:xfrm>
                <a:off x="2202025" y="6005017"/>
                <a:ext cx="131400" cy="128160"/>
              </p14:xfrm>
            </p:contentPart>
          </mc:Choice>
          <mc:Fallback xmlns="">
            <p:pic>
              <p:nvPicPr>
                <p:cNvPr id="294" name="Tinta 293">
                  <a:extLst>
                    <a:ext uri="{FF2B5EF4-FFF2-40B4-BE49-F238E27FC236}">
                      <a16:creationId xmlns:a16="http://schemas.microsoft.com/office/drawing/2014/main" id="{B4286198-E3B8-9FFC-8C32-C530DFCC7D41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2195905" y="5998897"/>
                  <a:ext cx="1436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95" name="Tinta 294">
                  <a:extLst>
                    <a:ext uri="{FF2B5EF4-FFF2-40B4-BE49-F238E27FC236}">
                      <a16:creationId xmlns:a16="http://schemas.microsoft.com/office/drawing/2014/main" id="{BD61BCDE-9B1E-C0E0-7E10-BA19DD17B8C3}"/>
                    </a:ext>
                  </a:extLst>
                </p14:cNvPr>
                <p14:cNvContentPartPr/>
                <p14:nvPr/>
              </p14:nvContentPartPr>
              <p14:xfrm>
                <a:off x="2453305" y="5963617"/>
                <a:ext cx="192240" cy="32760"/>
              </p14:xfrm>
            </p:contentPart>
          </mc:Choice>
          <mc:Fallback xmlns="">
            <p:pic>
              <p:nvPicPr>
                <p:cNvPr id="295" name="Tinta 294">
                  <a:extLst>
                    <a:ext uri="{FF2B5EF4-FFF2-40B4-BE49-F238E27FC236}">
                      <a16:creationId xmlns:a16="http://schemas.microsoft.com/office/drawing/2014/main" id="{BD61BCDE-9B1E-C0E0-7E10-BA19DD17B8C3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2447185" y="5957497"/>
                  <a:ext cx="2044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96" name="Tinta 295">
                  <a:extLst>
                    <a:ext uri="{FF2B5EF4-FFF2-40B4-BE49-F238E27FC236}">
                      <a16:creationId xmlns:a16="http://schemas.microsoft.com/office/drawing/2014/main" id="{6125BC74-F525-378D-AE09-0C2D284AB65B}"/>
                    </a:ext>
                  </a:extLst>
                </p14:cNvPr>
                <p14:cNvContentPartPr/>
                <p14:nvPr/>
              </p14:nvContentPartPr>
              <p14:xfrm>
                <a:off x="2460505" y="5894857"/>
                <a:ext cx="65520" cy="243360"/>
              </p14:xfrm>
            </p:contentPart>
          </mc:Choice>
          <mc:Fallback xmlns="">
            <p:pic>
              <p:nvPicPr>
                <p:cNvPr id="296" name="Tinta 295">
                  <a:extLst>
                    <a:ext uri="{FF2B5EF4-FFF2-40B4-BE49-F238E27FC236}">
                      <a16:creationId xmlns:a16="http://schemas.microsoft.com/office/drawing/2014/main" id="{6125BC74-F525-378D-AE09-0C2D284AB65B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2454385" y="5888737"/>
                  <a:ext cx="777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98" name="Tinta 297">
                  <a:extLst>
                    <a:ext uri="{FF2B5EF4-FFF2-40B4-BE49-F238E27FC236}">
                      <a16:creationId xmlns:a16="http://schemas.microsoft.com/office/drawing/2014/main" id="{37919617-2B04-0217-1C1C-EE231A27E422}"/>
                    </a:ext>
                  </a:extLst>
                </p14:cNvPr>
                <p14:cNvContentPartPr/>
                <p14:nvPr/>
              </p14:nvContentPartPr>
              <p14:xfrm>
                <a:off x="304465" y="6101497"/>
                <a:ext cx="2097720" cy="84600"/>
              </p14:xfrm>
            </p:contentPart>
          </mc:Choice>
          <mc:Fallback xmlns="">
            <p:pic>
              <p:nvPicPr>
                <p:cNvPr id="298" name="Tinta 297">
                  <a:extLst>
                    <a:ext uri="{FF2B5EF4-FFF2-40B4-BE49-F238E27FC236}">
                      <a16:creationId xmlns:a16="http://schemas.microsoft.com/office/drawing/2014/main" id="{37919617-2B04-0217-1C1C-EE231A27E422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298345" y="6095377"/>
                  <a:ext cx="21099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02" name="Tinta 301">
                  <a:extLst>
                    <a:ext uri="{FF2B5EF4-FFF2-40B4-BE49-F238E27FC236}">
                      <a16:creationId xmlns:a16="http://schemas.microsoft.com/office/drawing/2014/main" id="{5F488697-D5D9-BA1E-20EF-C1B99661E0A8}"/>
                    </a:ext>
                  </a:extLst>
                </p14:cNvPr>
                <p14:cNvContentPartPr/>
                <p14:nvPr/>
              </p14:nvContentPartPr>
              <p14:xfrm>
                <a:off x="2787745" y="6034897"/>
                <a:ext cx="223200" cy="16200"/>
              </p14:xfrm>
            </p:contentPart>
          </mc:Choice>
          <mc:Fallback xmlns="">
            <p:pic>
              <p:nvPicPr>
                <p:cNvPr id="302" name="Tinta 301">
                  <a:extLst>
                    <a:ext uri="{FF2B5EF4-FFF2-40B4-BE49-F238E27FC236}">
                      <a16:creationId xmlns:a16="http://schemas.microsoft.com/office/drawing/2014/main" id="{5F488697-D5D9-BA1E-20EF-C1B99661E0A8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2781625" y="6028777"/>
                  <a:ext cx="2354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303" name="Tinta 302">
                  <a:extLst>
                    <a:ext uri="{FF2B5EF4-FFF2-40B4-BE49-F238E27FC236}">
                      <a16:creationId xmlns:a16="http://schemas.microsoft.com/office/drawing/2014/main" id="{37DB2BBD-2F44-B8B0-16E9-4B88393E172C}"/>
                    </a:ext>
                  </a:extLst>
                </p14:cNvPr>
                <p14:cNvContentPartPr/>
                <p14:nvPr/>
              </p14:nvContentPartPr>
              <p14:xfrm>
                <a:off x="2667145" y="6107977"/>
                <a:ext cx="258840" cy="11520"/>
              </p14:xfrm>
            </p:contentPart>
          </mc:Choice>
          <mc:Fallback xmlns="">
            <p:pic>
              <p:nvPicPr>
                <p:cNvPr id="303" name="Tinta 302">
                  <a:extLst>
                    <a:ext uri="{FF2B5EF4-FFF2-40B4-BE49-F238E27FC236}">
                      <a16:creationId xmlns:a16="http://schemas.microsoft.com/office/drawing/2014/main" id="{37DB2BBD-2F44-B8B0-16E9-4B88393E172C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2661025" y="6101857"/>
                  <a:ext cx="271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06" name="Tinta 305">
                  <a:extLst>
                    <a:ext uri="{FF2B5EF4-FFF2-40B4-BE49-F238E27FC236}">
                      <a16:creationId xmlns:a16="http://schemas.microsoft.com/office/drawing/2014/main" id="{FF78C9A8-1411-1B7D-8ACF-F698543D969D}"/>
                    </a:ext>
                  </a:extLst>
                </p14:cNvPr>
                <p14:cNvContentPartPr/>
                <p14:nvPr/>
              </p14:nvContentPartPr>
              <p14:xfrm>
                <a:off x="3097345" y="5945977"/>
                <a:ext cx="302400" cy="176040"/>
              </p14:xfrm>
            </p:contentPart>
          </mc:Choice>
          <mc:Fallback xmlns="">
            <p:pic>
              <p:nvPicPr>
                <p:cNvPr id="306" name="Tinta 305">
                  <a:extLst>
                    <a:ext uri="{FF2B5EF4-FFF2-40B4-BE49-F238E27FC236}">
                      <a16:creationId xmlns:a16="http://schemas.microsoft.com/office/drawing/2014/main" id="{FF78C9A8-1411-1B7D-8ACF-F698543D969D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3091225" y="5939857"/>
                  <a:ext cx="3146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307" name="Tinta 306">
                  <a:extLst>
                    <a:ext uri="{FF2B5EF4-FFF2-40B4-BE49-F238E27FC236}">
                      <a16:creationId xmlns:a16="http://schemas.microsoft.com/office/drawing/2014/main" id="{6B705242-E930-D025-AEF3-12F34DD9E649}"/>
                    </a:ext>
                  </a:extLst>
                </p14:cNvPr>
                <p14:cNvContentPartPr/>
                <p14:nvPr/>
              </p14:nvContentPartPr>
              <p14:xfrm>
                <a:off x="3605665" y="5863177"/>
                <a:ext cx="191880" cy="235800"/>
              </p14:xfrm>
            </p:contentPart>
          </mc:Choice>
          <mc:Fallback xmlns="">
            <p:pic>
              <p:nvPicPr>
                <p:cNvPr id="307" name="Tinta 306">
                  <a:extLst>
                    <a:ext uri="{FF2B5EF4-FFF2-40B4-BE49-F238E27FC236}">
                      <a16:creationId xmlns:a16="http://schemas.microsoft.com/office/drawing/2014/main" id="{6B705242-E930-D025-AEF3-12F34DD9E649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3599545" y="5857057"/>
                  <a:ext cx="2041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308" name="Tinta 307">
                  <a:extLst>
                    <a:ext uri="{FF2B5EF4-FFF2-40B4-BE49-F238E27FC236}">
                      <a16:creationId xmlns:a16="http://schemas.microsoft.com/office/drawing/2014/main" id="{93B06399-5D62-4286-ADE3-63732B7497F4}"/>
                    </a:ext>
                  </a:extLst>
                </p14:cNvPr>
                <p14:cNvContentPartPr/>
                <p14:nvPr/>
              </p14:nvContentPartPr>
              <p14:xfrm>
                <a:off x="3571105" y="5993137"/>
                <a:ext cx="313200" cy="37080"/>
              </p14:xfrm>
            </p:contentPart>
          </mc:Choice>
          <mc:Fallback xmlns="">
            <p:pic>
              <p:nvPicPr>
                <p:cNvPr id="308" name="Tinta 307">
                  <a:extLst>
                    <a:ext uri="{FF2B5EF4-FFF2-40B4-BE49-F238E27FC236}">
                      <a16:creationId xmlns:a16="http://schemas.microsoft.com/office/drawing/2014/main" id="{93B06399-5D62-4286-ADE3-63732B7497F4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3564985" y="5987017"/>
                  <a:ext cx="3254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310" name="Tinta 309">
                  <a:extLst>
                    <a:ext uri="{FF2B5EF4-FFF2-40B4-BE49-F238E27FC236}">
                      <a16:creationId xmlns:a16="http://schemas.microsoft.com/office/drawing/2014/main" id="{2CF71DC2-4947-EAB2-42DC-33DD2C0B32AB}"/>
                    </a:ext>
                  </a:extLst>
                </p14:cNvPr>
                <p14:cNvContentPartPr/>
                <p14:nvPr/>
              </p14:nvContentPartPr>
              <p14:xfrm>
                <a:off x="3983665" y="5844457"/>
                <a:ext cx="31320" cy="28080"/>
              </p14:xfrm>
            </p:contentPart>
          </mc:Choice>
          <mc:Fallback xmlns="">
            <p:pic>
              <p:nvPicPr>
                <p:cNvPr id="310" name="Tinta 309">
                  <a:extLst>
                    <a:ext uri="{FF2B5EF4-FFF2-40B4-BE49-F238E27FC236}">
                      <a16:creationId xmlns:a16="http://schemas.microsoft.com/office/drawing/2014/main" id="{2CF71DC2-4947-EAB2-42DC-33DD2C0B32AB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3977545" y="5838337"/>
                  <a:ext cx="43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311" name="Tinta 310">
                  <a:extLst>
                    <a:ext uri="{FF2B5EF4-FFF2-40B4-BE49-F238E27FC236}">
                      <a16:creationId xmlns:a16="http://schemas.microsoft.com/office/drawing/2014/main" id="{D79DADFF-0D08-1A0D-873A-FD0C79D8D6BD}"/>
                    </a:ext>
                  </a:extLst>
                </p14:cNvPr>
                <p14:cNvContentPartPr/>
                <p14:nvPr/>
              </p14:nvContentPartPr>
              <p14:xfrm>
                <a:off x="4024705" y="2213497"/>
                <a:ext cx="5228640" cy="3780360"/>
              </p14:xfrm>
            </p:contentPart>
          </mc:Choice>
          <mc:Fallback xmlns="">
            <p:pic>
              <p:nvPicPr>
                <p:cNvPr id="311" name="Tinta 310">
                  <a:extLst>
                    <a:ext uri="{FF2B5EF4-FFF2-40B4-BE49-F238E27FC236}">
                      <a16:creationId xmlns:a16="http://schemas.microsoft.com/office/drawing/2014/main" id="{D79DADFF-0D08-1A0D-873A-FD0C79D8D6BD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4018585" y="2207377"/>
                  <a:ext cx="5240880" cy="37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12" name="Tinta 311">
                  <a:extLst>
                    <a:ext uri="{FF2B5EF4-FFF2-40B4-BE49-F238E27FC236}">
                      <a16:creationId xmlns:a16="http://schemas.microsoft.com/office/drawing/2014/main" id="{F59D4628-93B4-EE0C-BD6C-87BAC1BDF5C7}"/>
                    </a:ext>
                  </a:extLst>
                </p14:cNvPr>
                <p14:cNvContentPartPr/>
                <p14:nvPr/>
              </p14:nvContentPartPr>
              <p14:xfrm>
                <a:off x="9165865" y="2287297"/>
                <a:ext cx="582840" cy="226800"/>
              </p14:xfrm>
            </p:contentPart>
          </mc:Choice>
          <mc:Fallback xmlns="">
            <p:pic>
              <p:nvPicPr>
                <p:cNvPr id="312" name="Tinta 311">
                  <a:extLst>
                    <a:ext uri="{FF2B5EF4-FFF2-40B4-BE49-F238E27FC236}">
                      <a16:creationId xmlns:a16="http://schemas.microsoft.com/office/drawing/2014/main" id="{F59D4628-93B4-EE0C-BD6C-87BAC1BDF5C7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9159745" y="2281177"/>
                  <a:ext cx="595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19" name="Tinta 318">
                  <a:extLst>
                    <a:ext uri="{FF2B5EF4-FFF2-40B4-BE49-F238E27FC236}">
                      <a16:creationId xmlns:a16="http://schemas.microsoft.com/office/drawing/2014/main" id="{2840238E-F6E8-98A5-148E-293C5DC77219}"/>
                    </a:ext>
                  </a:extLst>
                </p14:cNvPr>
                <p14:cNvContentPartPr/>
                <p14:nvPr/>
              </p14:nvContentPartPr>
              <p14:xfrm>
                <a:off x="9780745" y="2423737"/>
                <a:ext cx="280800" cy="218880"/>
              </p14:xfrm>
            </p:contentPart>
          </mc:Choice>
          <mc:Fallback xmlns="">
            <p:pic>
              <p:nvPicPr>
                <p:cNvPr id="319" name="Tinta 318">
                  <a:extLst>
                    <a:ext uri="{FF2B5EF4-FFF2-40B4-BE49-F238E27FC236}">
                      <a16:creationId xmlns:a16="http://schemas.microsoft.com/office/drawing/2014/main" id="{2840238E-F6E8-98A5-148E-293C5DC77219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9774625" y="2417617"/>
                  <a:ext cx="2930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20" name="Tinta 319">
                  <a:extLst>
                    <a:ext uri="{FF2B5EF4-FFF2-40B4-BE49-F238E27FC236}">
                      <a16:creationId xmlns:a16="http://schemas.microsoft.com/office/drawing/2014/main" id="{A5885C7C-C9E7-C122-7A64-D2D35C3427DF}"/>
                    </a:ext>
                  </a:extLst>
                </p14:cNvPr>
                <p14:cNvContentPartPr/>
                <p14:nvPr/>
              </p14:nvContentPartPr>
              <p14:xfrm>
                <a:off x="9922945" y="2460817"/>
                <a:ext cx="469440" cy="151200"/>
              </p14:xfrm>
            </p:contentPart>
          </mc:Choice>
          <mc:Fallback xmlns="">
            <p:pic>
              <p:nvPicPr>
                <p:cNvPr id="320" name="Tinta 319">
                  <a:extLst>
                    <a:ext uri="{FF2B5EF4-FFF2-40B4-BE49-F238E27FC236}">
                      <a16:creationId xmlns:a16="http://schemas.microsoft.com/office/drawing/2014/main" id="{A5885C7C-C9E7-C122-7A64-D2D35C3427DF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9916825" y="2454697"/>
                  <a:ext cx="481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21" name="Tinta 320">
                  <a:extLst>
                    <a:ext uri="{FF2B5EF4-FFF2-40B4-BE49-F238E27FC236}">
                      <a16:creationId xmlns:a16="http://schemas.microsoft.com/office/drawing/2014/main" id="{033B4ADF-2ED4-193C-8A0A-76FA89655F92}"/>
                    </a:ext>
                  </a:extLst>
                </p14:cNvPr>
                <p14:cNvContentPartPr/>
                <p14:nvPr/>
              </p14:nvContentPartPr>
              <p14:xfrm>
                <a:off x="10331185" y="2484577"/>
                <a:ext cx="345240" cy="162360"/>
              </p14:xfrm>
            </p:contentPart>
          </mc:Choice>
          <mc:Fallback xmlns="">
            <p:pic>
              <p:nvPicPr>
                <p:cNvPr id="321" name="Tinta 320">
                  <a:extLst>
                    <a:ext uri="{FF2B5EF4-FFF2-40B4-BE49-F238E27FC236}">
                      <a16:creationId xmlns:a16="http://schemas.microsoft.com/office/drawing/2014/main" id="{033B4ADF-2ED4-193C-8A0A-76FA89655F92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0325065" y="2478457"/>
                  <a:ext cx="3574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14" name="Tinta 313">
                  <a:extLst>
                    <a:ext uri="{FF2B5EF4-FFF2-40B4-BE49-F238E27FC236}">
                      <a16:creationId xmlns:a16="http://schemas.microsoft.com/office/drawing/2014/main" id="{991ED0B6-1CB9-C232-7EBB-A0EE1B56FDD5}"/>
                    </a:ext>
                  </a:extLst>
                </p14:cNvPr>
                <p14:cNvContentPartPr/>
                <p14:nvPr/>
              </p14:nvContentPartPr>
              <p14:xfrm>
                <a:off x="9598225" y="2058697"/>
                <a:ext cx="389520" cy="138600"/>
              </p14:xfrm>
            </p:contentPart>
          </mc:Choice>
          <mc:Fallback xmlns="">
            <p:pic>
              <p:nvPicPr>
                <p:cNvPr id="314" name="Tinta 313">
                  <a:extLst>
                    <a:ext uri="{FF2B5EF4-FFF2-40B4-BE49-F238E27FC236}">
                      <a16:creationId xmlns:a16="http://schemas.microsoft.com/office/drawing/2014/main" id="{991ED0B6-1CB9-C232-7EBB-A0EE1B56FDD5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9592105" y="2052577"/>
                  <a:ext cx="4017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15" name="Tinta 314">
                  <a:extLst>
                    <a:ext uri="{FF2B5EF4-FFF2-40B4-BE49-F238E27FC236}">
                      <a16:creationId xmlns:a16="http://schemas.microsoft.com/office/drawing/2014/main" id="{5B281A30-173A-C843-9887-B3151B723928}"/>
                    </a:ext>
                  </a:extLst>
                </p14:cNvPr>
                <p14:cNvContentPartPr/>
                <p14:nvPr/>
              </p14:nvContentPartPr>
              <p14:xfrm>
                <a:off x="10105465" y="2015497"/>
                <a:ext cx="245160" cy="196560"/>
              </p14:xfrm>
            </p:contentPart>
          </mc:Choice>
          <mc:Fallback xmlns="">
            <p:pic>
              <p:nvPicPr>
                <p:cNvPr id="315" name="Tinta 314">
                  <a:extLst>
                    <a:ext uri="{FF2B5EF4-FFF2-40B4-BE49-F238E27FC236}">
                      <a16:creationId xmlns:a16="http://schemas.microsoft.com/office/drawing/2014/main" id="{5B281A30-173A-C843-9887-B3151B723928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0099345" y="2009377"/>
                  <a:ext cx="2574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16" name="Tinta 315">
                  <a:extLst>
                    <a:ext uri="{FF2B5EF4-FFF2-40B4-BE49-F238E27FC236}">
                      <a16:creationId xmlns:a16="http://schemas.microsoft.com/office/drawing/2014/main" id="{1632BB6B-2D8A-5420-A4F3-A09EFAD3DCEB}"/>
                    </a:ext>
                  </a:extLst>
                </p14:cNvPr>
                <p14:cNvContentPartPr/>
                <p14:nvPr/>
              </p14:nvContentPartPr>
              <p14:xfrm>
                <a:off x="10451425" y="2009017"/>
                <a:ext cx="225360" cy="18360"/>
              </p14:xfrm>
            </p:contentPart>
          </mc:Choice>
          <mc:Fallback xmlns="">
            <p:pic>
              <p:nvPicPr>
                <p:cNvPr id="316" name="Tinta 315">
                  <a:extLst>
                    <a:ext uri="{FF2B5EF4-FFF2-40B4-BE49-F238E27FC236}">
                      <a16:creationId xmlns:a16="http://schemas.microsoft.com/office/drawing/2014/main" id="{1632BB6B-2D8A-5420-A4F3-A09EFAD3DCEB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0445305" y="2002897"/>
                  <a:ext cx="2376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17" name="Tinta 316">
                  <a:extLst>
                    <a:ext uri="{FF2B5EF4-FFF2-40B4-BE49-F238E27FC236}">
                      <a16:creationId xmlns:a16="http://schemas.microsoft.com/office/drawing/2014/main" id="{65D94BCE-EB85-0636-942C-51B94A7B8710}"/>
                    </a:ext>
                  </a:extLst>
                </p14:cNvPr>
                <p14:cNvContentPartPr/>
                <p14:nvPr/>
              </p14:nvContentPartPr>
              <p14:xfrm>
                <a:off x="10461145" y="1993897"/>
                <a:ext cx="30960" cy="222480"/>
              </p14:xfrm>
            </p:contentPart>
          </mc:Choice>
          <mc:Fallback xmlns="">
            <p:pic>
              <p:nvPicPr>
                <p:cNvPr id="317" name="Tinta 316">
                  <a:extLst>
                    <a:ext uri="{FF2B5EF4-FFF2-40B4-BE49-F238E27FC236}">
                      <a16:creationId xmlns:a16="http://schemas.microsoft.com/office/drawing/2014/main" id="{65D94BCE-EB85-0636-942C-51B94A7B8710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0455025" y="1987777"/>
                  <a:ext cx="432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18" name="Tinta 317">
                  <a:extLst>
                    <a:ext uri="{FF2B5EF4-FFF2-40B4-BE49-F238E27FC236}">
                      <a16:creationId xmlns:a16="http://schemas.microsoft.com/office/drawing/2014/main" id="{72448A2A-904B-9604-1AEA-98883EC7243B}"/>
                    </a:ext>
                  </a:extLst>
                </p14:cNvPr>
                <p14:cNvContentPartPr/>
                <p14:nvPr/>
              </p14:nvContentPartPr>
              <p14:xfrm>
                <a:off x="9652585" y="2268577"/>
                <a:ext cx="968040" cy="52200"/>
              </p14:xfrm>
            </p:contentPart>
          </mc:Choice>
          <mc:Fallback xmlns="">
            <p:pic>
              <p:nvPicPr>
                <p:cNvPr id="318" name="Tinta 317">
                  <a:extLst>
                    <a:ext uri="{FF2B5EF4-FFF2-40B4-BE49-F238E27FC236}">
                      <a16:creationId xmlns:a16="http://schemas.microsoft.com/office/drawing/2014/main" id="{72448A2A-904B-9604-1AEA-98883EC7243B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9646465" y="2262457"/>
                  <a:ext cx="9802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27" name="Tinta 326">
                  <a:extLst>
                    <a:ext uri="{FF2B5EF4-FFF2-40B4-BE49-F238E27FC236}">
                      <a16:creationId xmlns:a16="http://schemas.microsoft.com/office/drawing/2014/main" id="{DABC7E6B-5CFD-32E2-4503-40F21A84C001}"/>
                    </a:ext>
                  </a:extLst>
                </p14:cNvPr>
                <p14:cNvContentPartPr/>
                <p14:nvPr/>
              </p14:nvContentPartPr>
              <p14:xfrm>
                <a:off x="3031105" y="5758417"/>
                <a:ext cx="1221120" cy="499320"/>
              </p14:xfrm>
            </p:contentPart>
          </mc:Choice>
          <mc:Fallback xmlns="">
            <p:pic>
              <p:nvPicPr>
                <p:cNvPr id="327" name="Tinta 326">
                  <a:extLst>
                    <a:ext uri="{FF2B5EF4-FFF2-40B4-BE49-F238E27FC236}">
                      <a16:creationId xmlns:a16="http://schemas.microsoft.com/office/drawing/2014/main" id="{DABC7E6B-5CFD-32E2-4503-40F21A84C001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3024985" y="5752297"/>
                  <a:ext cx="123336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22" name="Tinta 321">
                  <a:extLst>
                    <a:ext uri="{FF2B5EF4-FFF2-40B4-BE49-F238E27FC236}">
                      <a16:creationId xmlns:a16="http://schemas.microsoft.com/office/drawing/2014/main" id="{E91F2604-54AD-CC31-1B7B-AF5538C30431}"/>
                    </a:ext>
                  </a:extLst>
                </p14:cNvPr>
                <p14:cNvContentPartPr/>
                <p14:nvPr/>
              </p14:nvContentPartPr>
              <p14:xfrm>
                <a:off x="10993945" y="2201977"/>
                <a:ext cx="243360" cy="23400"/>
              </p14:xfrm>
            </p:contentPart>
          </mc:Choice>
          <mc:Fallback xmlns="">
            <p:pic>
              <p:nvPicPr>
                <p:cNvPr id="322" name="Tinta 321">
                  <a:extLst>
                    <a:ext uri="{FF2B5EF4-FFF2-40B4-BE49-F238E27FC236}">
                      <a16:creationId xmlns:a16="http://schemas.microsoft.com/office/drawing/2014/main" id="{E91F2604-54AD-CC31-1B7B-AF5538C30431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0987825" y="2195857"/>
                  <a:ext cx="2556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23" name="Tinta 322">
                  <a:extLst>
                    <a:ext uri="{FF2B5EF4-FFF2-40B4-BE49-F238E27FC236}">
                      <a16:creationId xmlns:a16="http://schemas.microsoft.com/office/drawing/2014/main" id="{B0801DAB-C8A9-2DFA-2678-C9A9D3390A8E}"/>
                    </a:ext>
                  </a:extLst>
                </p14:cNvPr>
                <p14:cNvContentPartPr/>
                <p14:nvPr/>
              </p14:nvContentPartPr>
              <p14:xfrm>
                <a:off x="10913305" y="2268577"/>
                <a:ext cx="270000" cy="21240"/>
              </p14:xfrm>
            </p:contentPart>
          </mc:Choice>
          <mc:Fallback xmlns="">
            <p:pic>
              <p:nvPicPr>
                <p:cNvPr id="323" name="Tinta 322">
                  <a:extLst>
                    <a:ext uri="{FF2B5EF4-FFF2-40B4-BE49-F238E27FC236}">
                      <a16:creationId xmlns:a16="http://schemas.microsoft.com/office/drawing/2014/main" id="{B0801DAB-C8A9-2DFA-2678-C9A9D3390A8E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0907185" y="2262457"/>
                  <a:ext cx="2822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29" name="Tinta 328">
                  <a:extLst>
                    <a:ext uri="{FF2B5EF4-FFF2-40B4-BE49-F238E27FC236}">
                      <a16:creationId xmlns:a16="http://schemas.microsoft.com/office/drawing/2014/main" id="{E7DCC067-A91E-9270-4155-23D619BE064C}"/>
                    </a:ext>
                  </a:extLst>
                </p14:cNvPr>
                <p14:cNvContentPartPr/>
                <p14:nvPr/>
              </p14:nvContentPartPr>
              <p14:xfrm>
                <a:off x="11204545" y="2043577"/>
                <a:ext cx="376200" cy="211320"/>
              </p14:xfrm>
            </p:contentPart>
          </mc:Choice>
          <mc:Fallback xmlns="">
            <p:pic>
              <p:nvPicPr>
                <p:cNvPr id="329" name="Tinta 328">
                  <a:extLst>
                    <a:ext uri="{FF2B5EF4-FFF2-40B4-BE49-F238E27FC236}">
                      <a16:creationId xmlns:a16="http://schemas.microsoft.com/office/drawing/2014/main" id="{E7DCC067-A91E-9270-4155-23D619BE064C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1198425" y="2037457"/>
                  <a:ext cx="3884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30" name="Tinta 329">
                  <a:extLst>
                    <a:ext uri="{FF2B5EF4-FFF2-40B4-BE49-F238E27FC236}">
                      <a16:creationId xmlns:a16="http://schemas.microsoft.com/office/drawing/2014/main" id="{8428557C-8383-F173-D90C-17D1BF72A2C7}"/>
                    </a:ext>
                  </a:extLst>
                </p14:cNvPr>
                <p14:cNvContentPartPr/>
                <p14:nvPr/>
              </p14:nvContentPartPr>
              <p14:xfrm>
                <a:off x="11560945" y="1971577"/>
                <a:ext cx="268920" cy="267120"/>
              </p14:xfrm>
            </p:contentPart>
          </mc:Choice>
          <mc:Fallback xmlns="">
            <p:pic>
              <p:nvPicPr>
                <p:cNvPr id="330" name="Tinta 329">
                  <a:extLst>
                    <a:ext uri="{FF2B5EF4-FFF2-40B4-BE49-F238E27FC236}">
                      <a16:creationId xmlns:a16="http://schemas.microsoft.com/office/drawing/2014/main" id="{8428557C-8383-F173-D90C-17D1BF72A2C7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1554825" y="1965457"/>
                  <a:ext cx="2811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31" name="Tinta 330">
                  <a:extLst>
                    <a:ext uri="{FF2B5EF4-FFF2-40B4-BE49-F238E27FC236}">
                      <a16:creationId xmlns:a16="http://schemas.microsoft.com/office/drawing/2014/main" id="{D45E6656-41F4-3259-8792-03E2096F8409}"/>
                    </a:ext>
                  </a:extLst>
                </p14:cNvPr>
                <p14:cNvContentPartPr/>
                <p14:nvPr/>
              </p14:nvContentPartPr>
              <p14:xfrm>
                <a:off x="11539345" y="2123857"/>
                <a:ext cx="333000" cy="131040"/>
              </p14:xfrm>
            </p:contentPart>
          </mc:Choice>
          <mc:Fallback xmlns="">
            <p:pic>
              <p:nvPicPr>
                <p:cNvPr id="331" name="Tinta 330">
                  <a:extLst>
                    <a:ext uri="{FF2B5EF4-FFF2-40B4-BE49-F238E27FC236}">
                      <a16:creationId xmlns:a16="http://schemas.microsoft.com/office/drawing/2014/main" id="{D45E6656-41F4-3259-8792-03E2096F8409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1533225" y="2117737"/>
                  <a:ext cx="3452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33" name="Tinta 332">
                  <a:extLst>
                    <a:ext uri="{FF2B5EF4-FFF2-40B4-BE49-F238E27FC236}">
                      <a16:creationId xmlns:a16="http://schemas.microsoft.com/office/drawing/2014/main" id="{E140F314-5BAB-B31F-3351-CDB869408B24}"/>
                    </a:ext>
                  </a:extLst>
                </p14:cNvPr>
                <p14:cNvContentPartPr/>
                <p14:nvPr/>
              </p14:nvContentPartPr>
              <p14:xfrm>
                <a:off x="9555745" y="2293057"/>
                <a:ext cx="1474200" cy="436680"/>
              </p14:xfrm>
            </p:contentPart>
          </mc:Choice>
          <mc:Fallback xmlns="">
            <p:pic>
              <p:nvPicPr>
                <p:cNvPr id="333" name="Tinta 332">
                  <a:extLst>
                    <a:ext uri="{FF2B5EF4-FFF2-40B4-BE49-F238E27FC236}">
                      <a16:creationId xmlns:a16="http://schemas.microsoft.com/office/drawing/2014/main" id="{E140F314-5BAB-B31F-3351-CDB869408B24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9549625" y="2286937"/>
                  <a:ext cx="148644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35" name="Tinta 334">
                  <a:extLst>
                    <a:ext uri="{FF2B5EF4-FFF2-40B4-BE49-F238E27FC236}">
                      <a16:creationId xmlns:a16="http://schemas.microsoft.com/office/drawing/2014/main" id="{80ADE693-E324-FA46-EF2B-EE8A093B63D9}"/>
                    </a:ext>
                  </a:extLst>
                </p14:cNvPr>
                <p14:cNvContentPartPr/>
                <p14:nvPr/>
              </p14:nvContentPartPr>
              <p14:xfrm>
                <a:off x="9488065" y="1861417"/>
                <a:ext cx="866160" cy="392400"/>
              </p14:xfrm>
            </p:contentPart>
          </mc:Choice>
          <mc:Fallback xmlns="">
            <p:pic>
              <p:nvPicPr>
                <p:cNvPr id="335" name="Tinta 334">
                  <a:extLst>
                    <a:ext uri="{FF2B5EF4-FFF2-40B4-BE49-F238E27FC236}">
                      <a16:creationId xmlns:a16="http://schemas.microsoft.com/office/drawing/2014/main" id="{80ADE693-E324-FA46-EF2B-EE8A093B63D9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9481945" y="1855297"/>
                  <a:ext cx="878400" cy="40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6" name="Agrupar 345">
            <a:extLst>
              <a:ext uri="{FF2B5EF4-FFF2-40B4-BE49-F238E27FC236}">
                <a16:creationId xmlns:a16="http://schemas.microsoft.com/office/drawing/2014/main" id="{9BF8D5A1-9F01-FC23-682A-77D099CE7744}"/>
              </a:ext>
            </a:extLst>
          </p:cNvPr>
          <p:cNvGrpSpPr/>
          <p:nvPr/>
        </p:nvGrpSpPr>
        <p:grpSpPr>
          <a:xfrm>
            <a:off x="9738625" y="2782297"/>
            <a:ext cx="1780200" cy="653760"/>
            <a:chOff x="9738625" y="2782297"/>
            <a:chExt cx="1780200" cy="65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37" name="Tinta 336">
                  <a:extLst>
                    <a:ext uri="{FF2B5EF4-FFF2-40B4-BE49-F238E27FC236}">
                      <a16:creationId xmlns:a16="http://schemas.microsoft.com/office/drawing/2014/main" id="{9FC89000-8E46-2A78-1756-1ED88445CCE9}"/>
                    </a:ext>
                  </a:extLst>
                </p14:cNvPr>
                <p14:cNvContentPartPr/>
                <p14:nvPr/>
              </p14:nvContentPartPr>
              <p14:xfrm>
                <a:off x="9813505" y="3058417"/>
                <a:ext cx="324360" cy="34560"/>
              </p14:xfrm>
            </p:contentPart>
          </mc:Choice>
          <mc:Fallback xmlns="">
            <p:pic>
              <p:nvPicPr>
                <p:cNvPr id="337" name="Tinta 336">
                  <a:extLst>
                    <a:ext uri="{FF2B5EF4-FFF2-40B4-BE49-F238E27FC236}">
                      <a16:creationId xmlns:a16="http://schemas.microsoft.com/office/drawing/2014/main" id="{9FC89000-8E46-2A78-1756-1ED88445CCE9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9807385" y="3052297"/>
                  <a:ext cx="3366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38" name="Tinta 337">
                  <a:extLst>
                    <a:ext uri="{FF2B5EF4-FFF2-40B4-BE49-F238E27FC236}">
                      <a16:creationId xmlns:a16="http://schemas.microsoft.com/office/drawing/2014/main" id="{9D5F0C69-BD47-22D2-A37E-47E8D2E846E9}"/>
                    </a:ext>
                  </a:extLst>
                </p14:cNvPr>
                <p14:cNvContentPartPr/>
                <p14:nvPr/>
              </p14:nvContentPartPr>
              <p14:xfrm>
                <a:off x="9871465" y="3106297"/>
                <a:ext cx="61920" cy="180720"/>
              </p14:xfrm>
            </p:contentPart>
          </mc:Choice>
          <mc:Fallback xmlns="">
            <p:pic>
              <p:nvPicPr>
                <p:cNvPr id="338" name="Tinta 337">
                  <a:extLst>
                    <a:ext uri="{FF2B5EF4-FFF2-40B4-BE49-F238E27FC236}">
                      <a16:creationId xmlns:a16="http://schemas.microsoft.com/office/drawing/2014/main" id="{9D5F0C69-BD47-22D2-A37E-47E8D2E846E9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9865345" y="3100177"/>
                  <a:ext cx="741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39" name="Tinta 338">
                  <a:extLst>
                    <a:ext uri="{FF2B5EF4-FFF2-40B4-BE49-F238E27FC236}">
                      <a16:creationId xmlns:a16="http://schemas.microsoft.com/office/drawing/2014/main" id="{AF99FC83-A113-835D-7A4C-810B1C47343F}"/>
                    </a:ext>
                  </a:extLst>
                </p14:cNvPr>
                <p14:cNvContentPartPr/>
                <p14:nvPr/>
              </p14:nvContentPartPr>
              <p14:xfrm>
                <a:off x="10138945" y="3152737"/>
                <a:ext cx="182520" cy="43920"/>
              </p14:xfrm>
            </p:contentPart>
          </mc:Choice>
          <mc:Fallback xmlns="">
            <p:pic>
              <p:nvPicPr>
                <p:cNvPr id="339" name="Tinta 338">
                  <a:extLst>
                    <a:ext uri="{FF2B5EF4-FFF2-40B4-BE49-F238E27FC236}">
                      <a16:creationId xmlns:a16="http://schemas.microsoft.com/office/drawing/2014/main" id="{AF99FC83-A113-835D-7A4C-810B1C47343F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10132825" y="3146617"/>
                  <a:ext cx="1947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40" name="Tinta 339">
                  <a:extLst>
                    <a:ext uri="{FF2B5EF4-FFF2-40B4-BE49-F238E27FC236}">
                      <a16:creationId xmlns:a16="http://schemas.microsoft.com/office/drawing/2014/main" id="{0C929D8B-311D-DF95-7174-AE56ED52BA79}"/>
                    </a:ext>
                  </a:extLst>
                </p14:cNvPr>
                <p14:cNvContentPartPr/>
                <p14:nvPr/>
              </p14:nvContentPartPr>
              <p14:xfrm>
                <a:off x="10052185" y="3209977"/>
                <a:ext cx="224640" cy="21600"/>
              </p14:xfrm>
            </p:contentPart>
          </mc:Choice>
          <mc:Fallback xmlns="">
            <p:pic>
              <p:nvPicPr>
                <p:cNvPr id="340" name="Tinta 339">
                  <a:extLst>
                    <a:ext uri="{FF2B5EF4-FFF2-40B4-BE49-F238E27FC236}">
                      <a16:creationId xmlns:a16="http://schemas.microsoft.com/office/drawing/2014/main" id="{0C929D8B-311D-DF95-7174-AE56ED52BA79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10046065" y="3203857"/>
                  <a:ext cx="2368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42" name="Tinta 341">
                  <a:extLst>
                    <a:ext uri="{FF2B5EF4-FFF2-40B4-BE49-F238E27FC236}">
                      <a16:creationId xmlns:a16="http://schemas.microsoft.com/office/drawing/2014/main" id="{A6C3FFF4-A9BD-6411-362E-168EB6857725}"/>
                    </a:ext>
                  </a:extLst>
                </p14:cNvPr>
                <p14:cNvContentPartPr/>
                <p14:nvPr/>
              </p14:nvContentPartPr>
              <p14:xfrm>
                <a:off x="10689025" y="3028897"/>
                <a:ext cx="273960" cy="250560"/>
              </p14:xfrm>
            </p:contentPart>
          </mc:Choice>
          <mc:Fallback xmlns="">
            <p:pic>
              <p:nvPicPr>
                <p:cNvPr id="342" name="Tinta 341">
                  <a:extLst>
                    <a:ext uri="{FF2B5EF4-FFF2-40B4-BE49-F238E27FC236}">
                      <a16:creationId xmlns:a16="http://schemas.microsoft.com/office/drawing/2014/main" id="{A6C3FFF4-A9BD-6411-362E-168EB6857725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10682905" y="3022777"/>
                  <a:ext cx="2862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43" name="Tinta 342">
                  <a:extLst>
                    <a:ext uri="{FF2B5EF4-FFF2-40B4-BE49-F238E27FC236}">
                      <a16:creationId xmlns:a16="http://schemas.microsoft.com/office/drawing/2014/main" id="{DD53CA9D-E56A-7674-AF66-42FA3158B56E}"/>
                    </a:ext>
                  </a:extLst>
                </p14:cNvPr>
                <p14:cNvContentPartPr/>
                <p14:nvPr/>
              </p14:nvContentPartPr>
              <p14:xfrm>
                <a:off x="10928065" y="3091537"/>
                <a:ext cx="359280" cy="174600"/>
              </p14:xfrm>
            </p:contentPart>
          </mc:Choice>
          <mc:Fallback xmlns="">
            <p:pic>
              <p:nvPicPr>
                <p:cNvPr id="343" name="Tinta 342">
                  <a:extLst>
                    <a:ext uri="{FF2B5EF4-FFF2-40B4-BE49-F238E27FC236}">
                      <a16:creationId xmlns:a16="http://schemas.microsoft.com/office/drawing/2014/main" id="{DD53CA9D-E56A-7674-AF66-42FA3158B56E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10921945" y="3085417"/>
                  <a:ext cx="3715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45" name="Tinta 344">
                  <a:extLst>
                    <a:ext uri="{FF2B5EF4-FFF2-40B4-BE49-F238E27FC236}">
                      <a16:creationId xmlns:a16="http://schemas.microsoft.com/office/drawing/2014/main" id="{13CF5153-E20C-B34E-DDF6-1A2A3E4904BC}"/>
                    </a:ext>
                  </a:extLst>
                </p14:cNvPr>
                <p14:cNvContentPartPr/>
                <p14:nvPr/>
              </p14:nvContentPartPr>
              <p14:xfrm>
                <a:off x="9738625" y="2782297"/>
                <a:ext cx="1780200" cy="653760"/>
              </p14:xfrm>
            </p:contentPart>
          </mc:Choice>
          <mc:Fallback xmlns="">
            <p:pic>
              <p:nvPicPr>
                <p:cNvPr id="345" name="Tinta 344">
                  <a:extLst>
                    <a:ext uri="{FF2B5EF4-FFF2-40B4-BE49-F238E27FC236}">
                      <a16:creationId xmlns:a16="http://schemas.microsoft.com/office/drawing/2014/main" id="{13CF5153-E20C-B34E-DDF6-1A2A3E4904BC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9732505" y="2776177"/>
                  <a:ext cx="1792440" cy="66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9" name="Agrupar 348">
            <a:extLst>
              <a:ext uri="{FF2B5EF4-FFF2-40B4-BE49-F238E27FC236}">
                <a16:creationId xmlns:a16="http://schemas.microsoft.com/office/drawing/2014/main" id="{5CA004D1-CC1B-DDA9-7977-02B714E40241}"/>
              </a:ext>
            </a:extLst>
          </p:cNvPr>
          <p:cNvGrpSpPr/>
          <p:nvPr/>
        </p:nvGrpSpPr>
        <p:grpSpPr>
          <a:xfrm>
            <a:off x="6999745" y="1771057"/>
            <a:ext cx="776880" cy="228240"/>
            <a:chOff x="6999745" y="1771057"/>
            <a:chExt cx="776880" cy="2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47" name="Tinta 346">
                  <a:extLst>
                    <a:ext uri="{FF2B5EF4-FFF2-40B4-BE49-F238E27FC236}">
                      <a16:creationId xmlns:a16="http://schemas.microsoft.com/office/drawing/2014/main" id="{1ABC6837-355B-1BD9-B2AC-1B1D91A0F768}"/>
                    </a:ext>
                  </a:extLst>
                </p14:cNvPr>
                <p14:cNvContentPartPr/>
                <p14:nvPr/>
              </p14:nvContentPartPr>
              <p14:xfrm>
                <a:off x="6999745" y="1771057"/>
                <a:ext cx="571680" cy="218520"/>
              </p14:xfrm>
            </p:contentPart>
          </mc:Choice>
          <mc:Fallback xmlns="">
            <p:pic>
              <p:nvPicPr>
                <p:cNvPr id="347" name="Tinta 346">
                  <a:extLst>
                    <a:ext uri="{FF2B5EF4-FFF2-40B4-BE49-F238E27FC236}">
                      <a16:creationId xmlns:a16="http://schemas.microsoft.com/office/drawing/2014/main" id="{1ABC6837-355B-1BD9-B2AC-1B1D91A0F768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6993625" y="1764937"/>
                  <a:ext cx="5839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48" name="Tinta 347">
                  <a:extLst>
                    <a:ext uri="{FF2B5EF4-FFF2-40B4-BE49-F238E27FC236}">
                      <a16:creationId xmlns:a16="http://schemas.microsoft.com/office/drawing/2014/main" id="{317397CF-FDF0-E96E-DEA9-FD350F100FE7}"/>
                    </a:ext>
                  </a:extLst>
                </p14:cNvPr>
                <p14:cNvContentPartPr/>
                <p14:nvPr/>
              </p14:nvContentPartPr>
              <p14:xfrm>
                <a:off x="7463065" y="1800577"/>
                <a:ext cx="313560" cy="198720"/>
              </p14:xfrm>
            </p:contentPart>
          </mc:Choice>
          <mc:Fallback xmlns="">
            <p:pic>
              <p:nvPicPr>
                <p:cNvPr id="348" name="Tinta 347">
                  <a:extLst>
                    <a:ext uri="{FF2B5EF4-FFF2-40B4-BE49-F238E27FC236}">
                      <a16:creationId xmlns:a16="http://schemas.microsoft.com/office/drawing/2014/main" id="{317397CF-FDF0-E96E-DEA9-FD350F100FE7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7456945" y="1794457"/>
                  <a:ext cx="325800" cy="210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28995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8EDD3-9542-9C88-CFB2-89324CFEA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F346F2CC-7D12-9782-4ED6-AA6126A562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710527"/>
            <a:ext cx="4694327" cy="1767993"/>
          </a:xfrm>
        </p:spPr>
      </p:pic>
      <p:grpSp>
        <p:nvGrpSpPr>
          <p:cNvPr id="14" name="Agrupar 13">
            <a:extLst>
              <a:ext uri="{FF2B5EF4-FFF2-40B4-BE49-F238E27FC236}">
                <a16:creationId xmlns:a16="http://schemas.microsoft.com/office/drawing/2014/main" id="{1A3E0744-FFC0-7620-9592-A16BDEE421A9}"/>
              </a:ext>
            </a:extLst>
          </p:cNvPr>
          <p:cNvGrpSpPr/>
          <p:nvPr/>
        </p:nvGrpSpPr>
        <p:grpSpPr>
          <a:xfrm>
            <a:off x="552145" y="2327977"/>
            <a:ext cx="1607040" cy="460800"/>
            <a:chOff x="552145" y="2327977"/>
            <a:chExt cx="1607040" cy="46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7E3271C8-0041-CFFD-19FC-CCE03939BA3B}"/>
                    </a:ext>
                  </a:extLst>
                </p14:cNvPr>
                <p14:cNvContentPartPr/>
                <p14:nvPr/>
              </p14:nvContentPartPr>
              <p14:xfrm>
                <a:off x="606145" y="2472697"/>
                <a:ext cx="292320" cy="50400"/>
              </p14:xfrm>
            </p:contentPart>
          </mc:Choice>
          <mc:Fallback xmlns=""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7E3271C8-0041-CFFD-19FC-CCE03939BA3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00025" y="2466577"/>
                  <a:ext cx="3045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06583F82-0CFC-3B9E-609C-3A0256BF2D54}"/>
                    </a:ext>
                  </a:extLst>
                </p14:cNvPr>
                <p14:cNvContentPartPr/>
                <p14:nvPr/>
              </p14:nvContentPartPr>
              <p14:xfrm>
                <a:off x="671305" y="2485657"/>
                <a:ext cx="44280" cy="21168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06583F82-0CFC-3B9E-609C-3A0256BF2D5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65185" y="2479537"/>
                  <a:ext cx="565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9CFA5A5C-D048-CB93-69F8-2D136B006C93}"/>
                    </a:ext>
                  </a:extLst>
                </p14:cNvPr>
                <p14:cNvContentPartPr/>
                <p14:nvPr/>
              </p14:nvContentPartPr>
              <p14:xfrm>
                <a:off x="943465" y="2568817"/>
                <a:ext cx="106920" cy="2736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9CFA5A5C-D048-CB93-69F8-2D136B006C9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37345" y="2562697"/>
                  <a:ext cx="1191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ABA9D449-98E4-C61F-07C2-EA26A240E700}"/>
                    </a:ext>
                  </a:extLst>
                </p14:cNvPr>
                <p14:cNvContentPartPr/>
                <p14:nvPr/>
              </p14:nvContentPartPr>
              <p14:xfrm>
                <a:off x="865345" y="2619217"/>
                <a:ext cx="152640" cy="1620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ABA9D449-98E4-C61F-07C2-EA26A240E70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9225" y="2613097"/>
                  <a:ext cx="164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FAB2A118-3201-F5EB-1B8A-9B790B16A2EE}"/>
                    </a:ext>
                  </a:extLst>
                </p14:cNvPr>
                <p14:cNvContentPartPr/>
                <p14:nvPr/>
              </p14:nvContentPartPr>
              <p14:xfrm>
                <a:off x="1470865" y="2488177"/>
                <a:ext cx="201960" cy="14904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FAB2A118-3201-F5EB-1B8A-9B790B16A2E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464745" y="2482057"/>
                  <a:ext cx="2142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F602F641-AB2B-0842-450D-D0C98447459B}"/>
                    </a:ext>
                  </a:extLst>
                </p14:cNvPr>
                <p14:cNvContentPartPr/>
                <p14:nvPr/>
              </p14:nvContentPartPr>
              <p14:xfrm>
                <a:off x="1673905" y="2504017"/>
                <a:ext cx="236520" cy="16056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F602F641-AB2B-0842-450D-D0C98447459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67785" y="2497897"/>
                  <a:ext cx="2487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C807AA03-99C2-24F1-E46C-CE371E6723E0}"/>
                    </a:ext>
                  </a:extLst>
                </p14:cNvPr>
                <p14:cNvContentPartPr/>
                <p14:nvPr/>
              </p14:nvContentPartPr>
              <p14:xfrm>
                <a:off x="552145" y="2327977"/>
                <a:ext cx="1607040" cy="46080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C807AA03-99C2-24F1-E46C-CE371E6723E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46025" y="2321857"/>
                  <a:ext cx="1619280" cy="47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07F86CFF-BF40-DEEB-3172-D1F85947EFA9}"/>
                  </a:ext>
                </a:extLst>
              </p14:cNvPr>
              <p14:cNvContentPartPr/>
              <p14:nvPr/>
            </p14:nvContentPartPr>
            <p14:xfrm>
              <a:off x="1242265" y="1818937"/>
              <a:ext cx="1790280" cy="27900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07F86CFF-BF40-DEEB-3172-D1F85947EFA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236145" y="1812817"/>
                <a:ext cx="1802520" cy="29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Agrupar 17">
            <a:extLst>
              <a:ext uri="{FF2B5EF4-FFF2-40B4-BE49-F238E27FC236}">
                <a16:creationId xmlns:a16="http://schemas.microsoft.com/office/drawing/2014/main" id="{2CBC9137-72AA-0E2B-3DBB-92E0AB676D24}"/>
              </a:ext>
            </a:extLst>
          </p:cNvPr>
          <p:cNvGrpSpPr/>
          <p:nvPr/>
        </p:nvGrpSpPr>
        <p:grpSpPr>
          <a:xfrm>
            <a:off x="1017265" y="3051937"/>
            <a:ext cx="634680" cy="374040"/>
            <a:chOff x="1017265" y="3051937"/>
            <a:chExt cx="63468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A1BA3196-C20D-0479-2EE7-0029257849D0}"/>
                    </a:ext>
                  </a:extLst>
                </p14:cNvPr>
                <p14:cNvContentPartPr/>
                <p14:nvPr/>
              </p14:nvContentPartPr>
              <p14:xfrm>
                <a:off x="1017265" y="3068497"/>
                <a:ext cx="354960" cy="24732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A1BA3196-C20D-0479-2EE7-0029257849D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11145" y="3062377"/>
                  <a:ext cx="3672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4F91EC2D-1BF8-D606-DB70-BA4B3028EF1B}"/>
                    </a:ext>
                  </a:extLst>
                </p14:cNvPr>
                <p14:cNvContentPartPr/>
                <p14:nvPr/>
              </p14:nvContentPartPr>
              <p14:xfrm>
                <a:off x="1360345" y="3051937"/>
                <a:ext cx="291600" cy="37404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4F91EC2D-1BF8-D606-DB70-BA4B3028EF1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354225" y="3045817"/>
                  <a:ext cx="303840" cy="38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BAE9FF61-B9E4-BC40-E323-62CD54D913A0}"/>
                  </a:ext>
                </a:extLst>
              </p14:cNvPr>
              <p14:cNvContentPartPr/>
              <p14:nvPr/>
            </p14:nvContentPartPr>
            <p14:xfrm>
              <a:off x="1738705" y="1159057"/>
              <a:ext cx="1056960" cy="245160"/>
            </p14:xfrm>
          </p:contentPart>
        </mc:Choice>
        <mc:Fallback xmlns=""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BAE9FF61-B9E4-BC40-E323-62CD54D913A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732585" y="1152937"/>
                <a:ext cx="1069200" cy="25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Agrupar 35">
            <a:extLst>
              <a:ext uri="{FF2B5EF4-FFF2-40B4-BE49-F238E27FC236}">
                <a16:creationId xmlns:a16="http://schemas.microsoft.com/office/drawing/2014/main" id="{9131F49B-6E2C-077C-D2AC-8F4D58EF73EA}"/>
              </a:ext>
            </a:extLst>
          </p:cNvPr>
          <p:cNvGrpSpPr/>
          <p:nvPr/>
        </p:nvGrpSpPr>
        <p:grpSpPr>
          <a:xfrm>
            <a:off x="2127865" y="3056617"/>
            <a:ext cx="1508760" cy="387000"/>
            <a:chOff x="2127865" y="3056617"/>
            <a:chExt cx="1508760" cy="38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4144B6B1-6674-48AE-F36C-A7E619029C5C}"/>
                    </a:ext>
                  </a:extLst>
                </p14:cNvPr>
                <p14:cNvContentPartPr/>
                <p14:nvPr/>
              </p14:nvContentPartPr>
              <p14:xfrm>
                <a:off x="2127865" y="3121777"/>
                <a:ext cx="237960" cy="13932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4144B6B1-6674-48AE-F36C-A7E619029C5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121745" y="3115657"/>
                  <a:ext cx="2502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7B1E02A9-11BD-934E-E6F6-8330305B4D1C}"/>
                    </a:ext>
                  </a:extLst>
                </p14:cNvPr>
                <p14:cNvContentPartPr/>
                <p14:nvPr/>
              </p14:nvContentPartPr>
              <p14:xfrm>
                <a:off x="2438545" y="3136897"/>
                <a:ext cx="153000" cy="12564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7B1E02A9-11BD-934E-E6F6-8330305B4D1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432425" y="3130777"/>
                  <a:ext cx="1652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F5E39B77-DF74-02C0-D90D-BFB5259A8314}"/>
                    </a:ext>
                  </a:extLst>
                </p14:cNvPr>
                <p14:cNvContentPartPr/>
                <p14:nvPr/>
              </p14:nvContentPartPr>
              <p14:xfrm>
                <a:off x="2634385" y="3161737"/>
                <a:ext cx="172080" cy="15588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F5E39B77-DF74-02C0-D90D-BFB5259A831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628265" y="3155617"/>
                  <a:ext cx="1843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B5C065D1-A0C4-AEF7-40A8-AAE87048AC85}"/>
                    </a:ext>
                  </a:extLst>
                </p14:cNvPr>
                <p14:cNvContentPartPr/>
                <p14:nvPr/>
              </p14:nvContentPartPr>
              <p14:xfrm>
                <a:off x="2514865" y="3111337"/>
                <a:ext cx="109080" cy="720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B5C065D1-A0C4-AEF7-40A8-AAE87048AC8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508745" y="3105217"/>
                  <a:ext cx="1213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AC615BB6-A226-3CB7-2294-2F934421B216}"/>
                    </a:ext>
                  </a:extLst>
                </p14:cNvPr>
                <p14:cNvContentPartPr/>
                <p14:nvPr/>
              </p14:nvContentPartPr>
              <p14:xfrm>
                <a:off x="2904025" y="3212137"/>
                <a:ext cx="52560" cy="720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AC615BB6-A226-3CB7-2294-2F934421B21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897905" y="3206017"/>
                  <a:ext cx="648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418AA071-536D-6EA4-530D-AF4268942239}"/>
                    </a:ext>
                  </a:extLst>
                </p14:cNvPr>
                <p14:cNvContentPartPr/>
                <p14:nvPr/>
              </p14:nvContentPartPr>
              <p14:xfrm>
                <a:off x="3064945" y="3203137"/>
                <a:ext cx="216000" cy="10044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418AA071-536D-6EA4-530D-AF426894223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058825" y="3197017"/>
                  <a:ext cx="2282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0FA8B750-7607-7031-25AA-71E8C0C8CA62}"/>
                    </a:ext>
                  </a:extLst>
                </p14:cNvPr>
                <p14:cNvContentPartPr/>
                <p14:nvPr/>
              </p14:nvContentPartPr>
              <p14:xfrm>
                <a:off x="3042985" y="3233017"/>
                <a:ext cx="182880" cy="6876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0FA8B750-7607-7031-25AA-71E8C0C8CA6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036865" y="3226897"/>
                  <a:ext cx="195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828CA7FE-B291-E29F-9FC1-FCFC5EB6642A}"/>
                    </a:ext>
                  </a:extLst>
                </p14:cNvPr>
                <p14:cNvContentPartPr/>
                <p14:nvPr/>
              </p14:nvContentPartPr>
              <p14:xfrm>
                <a:off x="3399385" y="3079297"/>
                <a:ext cx="237240" cy="1404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828CA7FE-B291-E29F-9FC1-FCFC5EB6642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393265" y="3073177"/>
                  <a:ext cx="2494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E576BF94-8941-BBDB-59AB-77F0E4EE584F}"/>
                    </a:ext>
                  </a:extLst>
                </p14:cNvPr>
                <p14:cNvContentPartPr/>
                <p14:nvPr/>
              </p14:nvContentPartPr>
              <p14:xfrm>
                <a:off x="3377785" y="3056617"/>
                <a:ext cx="87120" cy="38700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E576BF94-8941-BBDB-59AB-77F0E4EE584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371665" y="3050497"/>
                  <a:ext cx="99360" cy="39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9" name="Tinta 28">
                <a:extLst>
                  <a:ext uri="{FF2B5EF4-FFF2-40B4-BE49-F238E27FC236}">
                    <a16:creationId xmlns:a16="http://schemas.microsoft.com/office/drawing/2014/main" id="{FCC1F7A4-6B94-77F0-335A-A5CD3A16CFA4}"/>
                  </a:ext>
                </a:extLst>
              </p14:cNvPr>
              <p14:cNvContentPartPr/>
              <p14:nvPr/>
            </p14:nvContentPartPr>
            <p14:xfrm>
              <a:off x="1932385" y="3926377"/>
              <a:ext cx="302400" cy="23760"/>
            </p14:xfrm>
          </p:contentPart>
        </mc:Choice>
        <mc:Fallback xmlns="">
          <p:pic>
            <p:nvPicPr>
              <p:cNvPr id="29" name="Tinta 28">
                <a:extLst>
                  <a:ext uri="{FF2B5EF4-FFF2-40B4-BE49-F238E27FC236}">
                    <a16:creationId xmlns:a16="http://schemas.microsoft.com/office/drawing/2014/main" id="{FCC1F7A4-6B94-77F0-335A-A5CD3A16CFA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926265" y="3920257"/>
                <a:ext cx="314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5DCEC950-69DA-1796-5A89-74763752DF5A}"/>
                  </a:ext>
                </a:extLst>
              </p14:cNvPr>
              <p14:cNvContentPartPr/>
              <p14:nvPr/>
            </p14:nvContentPartPr>
            <p14:xfrm>
              <a:off x="1921585" y="4059937"/>
              <a:ext cx="335160" cy="14040"/>
            </p14:xfrm>
          </p:contentPart>
        </mc:Choice>
        <mc:Fallback xmlns=""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5DCEC950-69DA-1796-5A89-74763752DF5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915465" y="4053817"/>
                <a:ext cx="34740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Agrupar 44">
            <a:extLst>
              <a:ext uri="{FF2B5EF4-FFF2-40B4-BE49-F238E27FC236}">
                <a16:creationId xmlns:a16="http://schemas.microsoft.com/office/drawing/2014/main" id="{EEA4EEAF-31C6-C830-2A1D-0F09921D8D20}"/>
              </a:ext>
            </a:extLst>
          </p:cNvPr>
          <p:cNvGrpSpPr/>
          <p:nvPr/>
        </p:nvGrpSpPr>
        <p:grpSpPr>
          <a:xfrm>
            <a:off x="4142065" y="3821617"/>
            <a:ext cx="282600" cy="167760"/>
            <a:chOff x="4142065" y="3821617"/>
            <a:chExt cx="282600" cy="16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29D0984E-E677-E9AC-0E2F-16CC88DF93F1}"/>
                    </a:ext>
                  </a:extLst>
                </p14:cNvPr>
                <p14:cNvContentPartPr/>
                <p14:nvPr/>
              </p14:nvContentPartPr>
              <p14:xfrm>
                <a:off x="4142065" y="3821617"/>
                <a:ext cx="183600" cy="16776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29D0984E-E677-E9AC-0E2F-16CC88DF93F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135945" y="3815497"/>
                  <a:ext cx="1958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731524EF-A093-0B5B-5355-18153555E382}"/>
                    </a:ext>
                  </a:extLst>
                </p14:cNvPr>
                <p14:cNvContentPartPr/>
                <p14:nvPr/>
              </p14:nvContentPartPr>
              <p14:xfrm>
                <a:off x="4318105" y="3862657"/>
                <a:ext cx="106560" cy="10764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731524EF-A093-0B5B-5355-18153555E38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311985" y="3856537"/>
                  <a:ext cx="11880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270BDEC6-D33F-5E35-FFDD-C4E53A8BEAFD}"/>
              </a:ext>
            </a:extLst>
          </p:cNvPr>
          <p:cNvGrpSpPr/>
          <p:nvPr/>
        </p:nvGrpSpPr>
        <p:grpSpPr>
          <a:xfrm>
            <a:off x="2848225" y="3779137"/>
            <a:ext cx="864720" cy="312840"/>
            <a:chOff x="2848225" y="3779137"/>
            <a:chExt cx="86472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3591D08C-D260-50CD-7494-C9DE834A3FA1}"/>
                    </a:ext>
                  </a:extLst>
                </p14:cNvPr>
                <p14:cNvContentPartPr/>
                <p14:nvPr/>
              </p14:nvContentPartPr>
              <p14:xfrm>
                <a:off x="2848225" y="3801457"/>
                <a:ext cx="288720" cy="15084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3591D08C-D260-50CD-7494-C9DE834A3FA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842105" y="3795337"/>
                  <a:ext cx="3009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CB2FABD6-7C73-B773-174A-654518496CE1}"/>
                    </a:ext>
                  </a:extLst>
                </p14:cNvPr>
                <p14:cNvContentPartPr/>
                <p14:nvPr/>
              </p14:nvContentPartPr>
              <p14:xfrm>
                <a:off x="3140905" y="3779137"/>
                <a:ext cx="200880" cy="16128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CB2FABD6-7C73-B773-174A-654518496CE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134785" y="3773017"/>
                  <a:ext cx="2131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EC509B52-5B05-F414-B72E-26FBDEA2ACD1}"/>
                    </a:ext>
                  </a:extLst>
                </p14:cNvPr>
                <p14:cNvContentPartPr/>
                <p14:nvPr/>
              </p14:nvContentPartPr>
              <p14:xfrm>
                <a:off x="3625465" y="3878497"/>
                <a:ext cx="87480" cy="6948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EC509B52-5B05-F414-B72E-26FBDEA2ACD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619345" y="3872377"/>
                  <a:ext cx="997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A0470173-1AF4-E3F0-EC67-CA960812EF62}"/>
                    </a:ext>
                  </a:extLst>
                </p14:cNvPr>
                <p14:cNvContentPartPr/>
                <p14:nvPr/>
              </p14:nvContentPartPr>
              <p14:xfrm>
                <a:off x="3549505" y="3922057"/>
                <a:ext cx="163440" cy="9432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A0470173-1AF4-E3F0-EC67-CA960812EF6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543385" y="3915937"/>
                  <a:ext cx="1756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F8A6E136-AECC-66A7-8D04-8CEEE5FBF867}"/>
                    </a:ext>
                  </a:extLst>
                </p14:cNvPr>
                <p14:cNvContentPartPr/>
                <p14:nvPr/>
              </p14:nvContentPartPr>
              <p14:xfrm>
                <a:off x="2936425" y="4032217"/>
                <a:ext cx="581400" cy="5976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F8A6E136-AECC-66A7-8D04-8CEEE5FBF86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930305" y="4026097"/>
                  <a:ext cx="59364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DA70FCE8-178D-630E-9EDD-B4F15FD6FF11}"/>
              </a:ext>
            </a:extLst>
          </p:cNvPr>
          <p:cNvGrpSpPr/>
          <p:nvPr/>
        </p:nvGrpSpPr>
        <p:grpSpPr>
          <a:xfrm>
            <a:off x="2981425" y="4190617"/>
            <a:ext cx="666360" cy="243720"/>
            <a:chOff x="2981425" y="4190617"/>
            <a:chExt cx="666360" cy="24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48824D83-FECF-08AF-638F-30E57AFF7244}"/>
                    </a:ext>
                  </a:extLst>
                </p14:cNvPr>
                <p14:cNvContentPartPr/>
                <p14:nvPr/>
              </p14:nvContentPartPr>
              <p14:xfrm>
                <a:off x="2981425" y="4190617"/>
                <a:ext cx="62640" cy="24372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48824D83-FECF-08AF-638F-30E57AFF724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975305" y="4184497"/>
                  <a:ext cx="748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239B4320-18B3-FAB2-C6F6-125FA3C8447C}"/>
                    </a:ext>
                  </a:extLst>
                </p14:cNvPr>
                <p14:cNvContentPartPr/>
                <p14:nvPr/>
              </p14:nvContentPartPr>
              <p14:xfrm>
                <a:off x="3204625" y="4245337"/>
                <a:ext cx="150840" cy="9072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239B4320-18B3-FAB2-C6F6-125FA3C8447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198505" y="4239217"/>
                  <a:ext cx="1630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59263F7F-6D53-7979-60F9-9DE56B7B989F}"/>
                    </a:ext>
                  </a:extLst>
                </p14:cNvPr>
                <p14:cNvContentPartPr/>
                <p14:nvPr/>
              </p14:nvContentPartPr>
              <p14:xfrm>
                <a:off x="3474625" y="4198537"/>
                <a:ext cx="173160" cy="15516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59263F7F-6D53-7979-60F9-9DE56B7B989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468505" y="4192417"/>
                  <a:ext cx="18540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1CECECF9-911C-0428-47F4-D6EBAF318B33}"/>
              </a:ext>
            </a:extLst>
          </p:cNvPr>
          <p:cNvGrpSpPr/>
          <p:nvPr/>
        </p:nvGrpSpPr>
        <p:grpSpPr>
          <a:xfrm>
            <a:off x="5144665" y="3703177"/>
            <a:ext cx="1705680" cy="659880"/>
            <a:chOff x="5144665" y="3703177"/>
            <a:chExt cx="1705680" cy="65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23122577-EA5B-4AB7-93CB-3B9015812D1D}"/>
                    </a:ext>
                  </a:extLst>
                </p14:cNvPr>
                <p14:cNvContentPartPr/>
                <p14:nvPr/>
              </p14:nvContentPartPr>
              <p14:xfrm>
                <a:off x="5225305" y="3922057"/>
                <a:ext cx="330480" cy="34920"/>
              </p14:xfrm>
            </p:contentPart>
          </mc:Choice>
          <mc:Fallback xmlns=""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23122577-EA5B-4AB7-93CB-3B9015812D1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219185" y="3915937"/>
                  <a:ext cx="3427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13A04B41-290C-E9B5-1D11-FB7D83AFDD11}"/>
                    </a:ext>
                  </a:extLst>
                </p14:cNvPr>
                <p14:cNvContentPartPr/>
                <p14:nvPr/>
              </p14:nvContentPartPr>
              <p14:xfrm>
                <a:off x="5144665" y="4048057"/>
                <a:ext cx="421920" cy="2592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13A04B41-290C-E9B5-1D11-FB7D83AFDD1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138545" y="4041937"/>
                  <a:ext cx="434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D9266347-371C-009C-D4B7-02152CF8867A}"/>
                    </a:ext>
                  </a:extLst>
                </p14:cNvPr>
                <p14:cNvContentPartPr/>
                <p14:nvPr/>
              </p14:nvContentPartPr>
              <p14:xfrm>
                <a:off x="6029185" y="3899377"/>
                <a:ext cx="194040" cy="23760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D9266347-371C-009C-D4B7-02152CF8867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023065" y="3893257"/>
                  <a:ext cx="2062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4D54C90E-6A4D-8AEC-70C7-676C9992CE05}"/>
                    </a:ext>
                  </a:extLst>
                </p14:cNvPr>
                <p14:cNvContentPartPr/>
                <p14:nvPr/>
              </p14:nvContentPartPr>
              <p14:xfrm>
                <a:off x="6159865" y="3904417"/>
                <a:ext cx="234360" cy="18540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4D54C90E-6A4D-8AEC-70C7-676C9992CE0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153745" y="3898297"/>
                  <a:ext cx="2466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10D224B5-9281-42C4-8F39-E6092DC6381C}"/>
                    </a:ext>
                  </a:extLst>
                </p14:cNvPr>
                <p14:cNvContentPartPr/>
                <p14:nvPr/>
              </p14:nvContentPartPr>
              <p14:xfrm>
                <a:off x="5678185" y="3703177"/>
                <a:ext cx="1172160" cy="65988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10D224B5-9281-42C4-8F39-E6092DC6381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672065" y="3697057"/>
                  <a:ext cx="1184400" cy="67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164AC6FE-DFAE-EF28-0F31-897818D831DC}"/>
              </a:ext>
            </a:extLst>
          </p:cNvPr>
          <p:cNvGrpSpPr/>
          <p:nvPr/>
        </p:nvGrpSpPr>
        <p:grpSpPr>
          <a:xfrm>
            <a:off x="1096105" y="4604977"/>
            <a:ext cx="793800" cy="447840"/>
            <a:chOff x="1096105" y="4604977"/>
            <a:chExt cx="793800" cy="44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845D0A12-2B32-BCB5-CA1D-C20DFB610EFA}"/>
                    </a:ext>
                  </a:extLst>
                </p14:cNvPr>
                <p14:cNvContentPartPr/>
                <p14:nvPr/>
              </p14:nvContentPartPr>
              <p14:xfrm>
                <a:off x="1096105" y="4782817"/>
                <a:ext cx="417240" cy="20556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845D0A12-2B32-BCB5-CA1D-C20DFB610EF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89985" y="4776697"/>
                  <a:ext cx="4294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9C5167F6-F243-C25E-2CB4-4F400564412B}"/>
                    </a:ext>
                  </a:extLst>
                </p14:cNvPr>
                <p14:cNvContentPartPr/>
                <p14:nvPr/>
              </p14:nvContentPartPr>
              <p14:xfrm>
                <a:off x="1480225" y="4604977"/>
                <a:ext cx="409680" cy="44784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9C5167F6-F243-C25E-2CB4-4F400564412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474105" y="4598857"/>
                  <a:ext cx="421920" cy="46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D9207286-A803-A153-A75F-82064D93C658}"/>
                  </a:ext>
                </a:extLst>
              </p14:cNvPr>
              <p14:cNvContentPartPr/>
              <p14:nvPr/>
            </p14:nvContentPartPr>
            <p14:xfrm>
              <a:off x="3894745" y="1076617"/>
              <a:ext cx="550440" cy="296280"/>
            </p14:xfrm>
          </p:contentPart>
        </mc:Choice>
        <mc:Fallback xmlns=""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D9207286-A803-A153-A75F-82064D93C658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888625" y="1070497"/>
                <a:ext cx="562680" cy="30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Agrupar 62">
            <a:extLst>
              <a:ext uri="{FF2B5EF4-FFF2-40B4-BE49-F238E27FC236}">
                <a16:creationId xmlns:a16="http://schemas.microsoft.com/office/drawing/2014/main" id="{A543EF04-D69D-1D0A-6BCA-754109DE884D}"/>
              </a:ext>
            </a:extLst>
          </p:cNvPr>
          <p:cNvGrpSpPr/>
          <p:nvPr/>
        </p:nvGrpSpPr>
        <p:grpSpPr>
          <a:xfrm>
            <a:off x="2504065" y="4937257"/>
            <a:ext cx="721800" cy="330480"/>
            <a:chOff x="2504065" y="4937257"/>
            <a:chExt cx="721800" cy="33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7ED64ACC-1F06-35A3-E0B4-A1F656D3D194}"/>
                    </a:ext>
                  </a:extLst>
                </p14:cNvPr>
                <p14:cNvContentPartPr/>
                <p14:nvPr/>
              </p14:nvContentPartPr>
              <p14:xfrm>
                <a:off x="2504065" y="4950937"/>
                <a:ext cx="88200" cy="31680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7ED64ACC-1F06-35A3-E0B4-A1F656D3D19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497945" y="4944817"/>
                  <a:ext cx="10044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AABDA6E9-7E79-09E2-3D6E-FB20E983A6CF}"/>
                    </a:ext>
                  </a:extLst>
                </p14:cNvPr>
                <p14:cNvContentPartPr/>
                <p14:nvPr/>
              </p14:nvContentPartPr>
              <p14:xfrm>
                <a:off x="2707825" y="4937257"/>
                <a:ext cx="185400" cy="206640"/>
              </p14:xfrm>
            </p:contentPart>
          </mc:Choice>
          <mc:Fallback xmlns=""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AABDA6E9-7E79-09E2-3D6E-FB20E983A6C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701705" y="4931137"/>
                  <a:ext cx="1976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D2861D72-8D47-7E8E-636B-0093E07AD96C}"/>
                    </a:ext>
                  </a:extLst>
                </p14:cNvPr>
                <p14:cNvContentPartPr/>
                <p14:nvPr/>
              </p14:nvContentPartPr>
              <p14:xfrm>
                <a:off x="3042985" y="5010697"/>
                <a:ext cx="182880" cy="14904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D2861D72-8D47-7E8E-636B-0093E07AD96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036865" y="5004577"/>
                  <a:ext cx="1951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30BA95DB-68A5-D12F-4967-D75F715950C4}"/>
                    </a:ext>
                  </a:extLst>
                </p14:cNvPr>
                <p14:cNvContentPartPr/>
                <p14:nvPr/>
              </p14:nvContentPartPr>
              <p14:xfrm>
                <a:off x="3075025" y="5008897"/>
                <a:ext cx="115560" cy="7056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30BA95DB-68A5-D12F-4967-D75F715950C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068905" y="5002777"/>
                  <a:ext cx="1278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A42EBCF7-CA32-7734-246D-007CCFBC393E}"/>
                    </a:ext>
                  </a:extLst>
                </p14:cNvPr>
                <p14:cNvContentPartPr/>
                <p14:nvPr/>
              </p14:nvContentPartPr>
              <p14:xfrm>
                <a:off x="2947225" y="5178817"/>
                <a:ext cx="75240" cy="3852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A42EBCF7-CA32-7734-246D-007CCFBC393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941105" y="5172697"/>
                  <a:ext cx="8748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F1D7B6D0-6425-F3D2-BBB8-C5DF2FEC24F4}"/>
              </a:ext>
            </a:extLst>
          </p:cNvPr>
          <p:cNvGrpSpPr/>
          <p:nvPr/>
        </p:nvGrpSpPr>
        <p:grpSpPr>
          <a:xfrm>
            <a:off x="3527905" y="5040577"/>
            <a:ext cx="561240" cy="194760"/>
            <a:chOff x="3527905" y="5040577"/>
            <a:chExt cx="561240" cy="19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0EF6CC9A-C1A3-F792-CF98-A9481BA9ACF8}"/>
                    </a:ext>
                  </a:extLst>
                </p14:cNvPr>
                <p14:cNvContentPartPr/>
                <p14:nvPr/>
              </p14:nvContentPartPr>
              <p14:xfrm>
                <a:off x="3527905" y="5045257"/>
                <a:ext cx="195840" cy="720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0EF6CC9A-C1A3-F792-CF98-A9481BA9ACF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521785" y="5039137"/>
                  <a:ext cx="2080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0D08FF59-14E5-DF74-3E42-E93D3E4FC596}"/>
                    </a:ext>
                  </a:extLst>
                </p14:cNvPr>
                <p14:cNvContentPartPr/>
                <p14:nvPr/>
              </p14:nvContentPartPr>
              <p14:xfrm>
                <a:off x="3625465" y="5040577"/>
                <a:ext cx="87480" cy="19476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0D08FF59-14E5-DF74-3E42-E93D3E4FC59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619345" y="5034457"/>
                  <a:ext cx="997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3D319482-4E1A-0835-2B92-A7DC96209548}"/>
                    </a:ext>
                  </a:extLst>
                </p14:cNvPr>
                <p14:cNvContentPartPr/>
                <p14:nvPr/>
              </p14:nvContentPartPr>
              <p14:xfrm>
                <a:off x="3842545" y="5061097"/>
                <a:ext cx="235440" cy="3204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3D319482-4E1A-0835-2B92-A7DC9620954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836425" y="5054977"/>
                  <a:ext cx="247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3F58BE3D-B89F-562F-55F9-F0E88B337973}"/>
                    </a:ext>
                  </a:extLst>
                </p14:cNvPr>
                <p14:cNvContentPartPr/>
                <p14:nvPr/>
              </p14:nvContentPartPr>
              <p14:xfrm>
                <a:off x="3819145" y="5122657"/>
                <a:ext cx="270000" cy="2304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3F58BE3D-B89F-562F-55F9-F0E88B33797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813025" y="5116537"/>
                  <a:ext cx="28224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A53883B2-B2AB-E4E9-AADF-0ECD0C627DA6}"/>
              </a:ext>
            </a:extLst>
          </p:cNvPr>
          <p:cNvGrpSpPr/>
          <p:nvPr/>
        </p:nvGrpSpPr>
        <p:grpSpPr>
          <a:xfrm>
            <a:off x="4681705" y="4950577"/>
            <a:ext cx="3503880" cy="729000"/>
            <a:chOff x="4681705" y="4950577"/>
            <a:chExt cx="3503880" cy="72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1C8FADAE-35A1-7F74-DC5D-7B712BB3C917}"/>
                    </a:ext>
                  </a:extLst>
                </p14:cNvPr>
                <p14:cNvContentPartPr/>
                <p14:nvPr/>
              </p14:nvContentPartPr>
              <p14:xfrm>
                <a:off x="4811665" y="5100697"/>
                <a:ext cx="172800" cy="26640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1C8FADAE-35A1-7F74-DC5D-7B712BB3C91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805545" y="5094577"/>
                  <a:ext cx="1850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B7F6819C-4F09-CBFF-7979-544FB5BE21E1}"/>
                    </a:ext>
                  </a:extLst>
                </p14:cNvPr>
                <p14:cNvContentPartPr/>
                <p14:nvPr/>
              </p14:nvContentPartPr>
              <p14:xfrm>
                <a:off x="5070865" y="5091697"/>
                <a:ext cx="194760" cy="25776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B7F6819C-4F09-CBFF-7979-544FB5BE21E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064745" y="5085577"/>
                  <a:ext cx="2070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43B8AC7D-63CD-945C-16D7-43A56948C995}"/>
                    </a:ext>
                  </a:extLst>
                </p14:cNvPr>
                <p14:cNvContentPartPr/>
                <p14:nvPr/>
              </p14:nvContentPartPr>
              <p14:xfrm>
                <a:off x="4681705" y="5370337"/>
                <a:ext cx="659520" cy="6444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43B8AC7D-63CD-945C-16D7-43A56948C99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675585" y="5364217"/>
                  <a:ext cx="6717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85534F75-1A0B-FAEE-DEBF-E6D5BD95DD82}"/>
                    </a:ext>
                  </a:extLst>
                </p14:cNvPr>
                <p14:cNvContentPartPr/>
                <p14:nvPr/>
              </p14:nvContentPartPr>
              <p14:xfrm>
                <a:off x="4886185" y="5537377"/>
                <a:ext cx="86760" cy="14220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85534F75-1A0B-FAEE-DEBF-E6D5BD95DD8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880065" y="5531257"/>
                  <a:ext cx="990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93AC1331-FA88-4633-ACA2-7F18816D20D3}"/>
                    </a:ext>
                  </a:extLst>
                </p14:cNvPr>
                <p14:cNvContentPartPr/>
                <p14:nvPr/>
              </p14:nvContentPartPr>
              <p14:xfrm>
                <a:off x="4993105" y="5540257"/>
                <a:ext cx="131040" cy="111240"/>
              </p14:xfrm>
            </p:contentPart>
          </mc:Choice>
          <mc:Fallback xmlns=""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93AC1331-FA88-4633-ACA2-7F18816D20D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986985" y="5534137"/>
                  <a:ext cx="1432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6C77E1A7-9069-A32F-DB15-1C59F08BD424}"/>
                    </a:ext>
                  </a:extLst>
                </p14:cNvPr>
                <p14:cNvContentPartPr/>
                <p14:nvPr/>
              </p14:nvContentPartPr>
              <p14:xfrm>
                <a:off x="5253385" y="5496337"/>
                <a:ext cx="140040" cy="138600"/>
              </p14:xfrm>
            </p:contentPart>
          </mc:Choice>
          <mc:Fallback xmlns=""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6C77E1A7-9069-A32F-DB15-1C59F08BD42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247265" y="5490217"/>
                  <a:ext cx="1522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8EBAB55F-DEBE-CAA2-0AE5-97F3853EBEDA}"/>
                    </a:ext>
                  </a:extLst>
                </p14:cNvPr>
                <p14:cNvContentPartPr/>
                <p14:nvPr/>
              </p14:nvContentPartPr>
              <p14:xfrm>
                <a:off x="5651185" y="5304097"/>
                <a:ext cx="291600" cy="11052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8EBAB55F-DEBE-CAA2-0AE5-97F3853EBED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645065" y="5297977"/>
                  <a:ext cx="3038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2D5F24EF-30F4-A2AE-0BF7-EBD46FA70637}"/>
                    </a:ext>
                  </a:extLst>
                </p14:cNvPr>
                <p14:cNvContentPartPr/>
                <p14:nvPr/>
              </p14:nvContentPartPr>
              <p14:xfrm>
                <a:off x="5640385" y="5251537"/>
                <a:ext cx="261000" cy="17892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2D5F24EF-30F4-A2AE-0BF7-EBD46FA7063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634265" y="5245417"/>
                  <a:ext cx="2732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035FB470-9F5A-8AE9-7619-8C58817D79A1}"/>
                    </a:ext>
                  </a:extLst>
                </p14:cNvPr>
                <p14:cNvContentPartPr/>
                <p14:nvPr/>
              </p14:nvContentPartPr>
              <p14:xfrm>
                <a:off x="6018025" y="5157937"/>
                <a:ext cx="325080" cy="19548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035FB470-9F5A-8AE9-7619-8C58817D79A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011905" y="5151817"/>
                  <a:ext cx="3373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671503A6-B38B-226B-E716-58D953C1C324}"/>
                    </a:ext>
                  </a:extLst>
                </p14:cNvPr>
                <p14:cNvContentPartPr/>
                <p14:nvPr/>
              </p14:nvContentPartPr>
              <p14:xfrm>
                <a:off x="6200185" y="5103217"/>
                <a:ext cx="346320" cy="230040"/>
              </p14:xfrm>
            </p:contentPart>
          </mc:Choice>
          <mc:Fallback xmlns=""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671503A6-B38B-226B-E716-58D953C1C32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194065" y="5097097"/>
                  <a:ext cx="3585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67B49554-86E6-5067-72AA-AE9D50328B80}"/>
                    </a:ext>
                  </a:extLst>
                </p14:cNvPr>
                <p14:cNvContentPartPr/>
                <p14:nvPr/>
              </p14:nvContentPartPr>
              <p14:xfrm>
                <a:off x="6546505" y="5303377"/>
                <a:ext cx="226440" cy="2772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67B49554-86E6-5067-72AA-AE9D50328B8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540385" y="5297257"/>
                  <a:ext cx="2386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1F51A63D-2737-14C2-8693-059BB37B064A}"/>
                    </a:ext>
                  </a:extLst>
                </p14:cNvPr>
                <p14:cNvContentPartPr/>
                <p14:nvPr/>
              </p14:nvContentPartPr>
              <p14:xfrm>
                <a:off x="6505105" y="5304097"/>
                <a:ext cx="322560" cy="5796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1F51A63D-2737-14C2-8693-059BB37B064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498985" y="5297977"/>
                  <a:ext cx="3348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7ABA5111-64C9-74FC-78ED-29E44C0DE377}"/>
                    </a:ext>
                  </a:extLst>
                </p14:cNvPr>
                <p14:cNvContentPartPr/>
                <p14:nvPr/>
              </p14:nvContentPartPr>
              <p14:xfrm>
                <a:off x="7226905" y="5075137"/>
                <a:ext cx="365040" cy="32904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7ABA5111-64C9-74FC-78ED-29E44C0DE37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220785" y="5069017"/>
                  <a:ext cx="3772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8BE4F66A-C6AA-E2C1-F940-25ADE6421371}"/>
                    </a:ext>
                  </a:extLst>
                </p14:cNvPr>
                <p14:cNvContentPartPr/>
                <p14:nvPr/>
              </p14:nvContentPartPr>
              <p14:xfrm>
                <a:off x="6893185" y="4950577"/>
                <a:ext cx="1292400" cy="66276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8BE4F66A-C6AA-E2C1-F940-25ADE642137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887065" y="4944457"/>
                  <a:ext cx="1304640" cy="675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25470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7426C-30CA-48C7-CAB2-E0BA8229A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12B3B94-8BBA-887E-CAF5-3E84C7F90D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5013" y="1245699"/>
            <a:ext cx="6134632" cy="3939881"/>
          </a:xfrm>
        </p:spPr>
      </p:pic>
    </p:spTree>
    <p:extLst>
      <p:ext uri="{BB962C8B-B14F-4D97-AF65-F5344CB8AC3E}">
        <p14:creationId xmlns:p14="http://schemas.microsoft.com/office/powerpoint/2010/main" val="1580840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DF8EDC-CF97-D29B-B087-EED4D382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5107EA-FE55-3E91-335C-BC8F3DABF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8070"/>
            <a:ext cx="10515600" cy="4351338"/>
          </a:xfr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9530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6DCC3-5473-E697-7B97-876729822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7509F3-07CC-D062-98AF-1B0055081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D40060B-8FA7-A274-6ECC-FD65358D5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980" y="1478480"/>
            <a:ext cx="4534293" cy="374174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1F3EEBD-BCD4-2FE7-F7CC-28F26C2EA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282" y="-319951"/>
            <a:ext cx="2819644" cy="628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314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D7736-FBD1-877B-2365-012985064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B472B53-3E1D-8B98-F45E-5FEB60E14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47918"/>
            <a:ext cx="10515600" cy="3306751"/>
          </a:xfrm>
        </p:spPr>
      </p:pic>
    </p:spTree>
    <p:extLst>
      <p:ext uri="{BB962C8B-B14F-4D97-AF65-F5344CB8AC3E}">
        <p14:creationId xmlns:p14="http://schemas.microsoft.com/office/powerpoint/2010/main" val="2215191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75ED71-EFC0-5C4E-AF4E-A7E61E32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DF2A311-FD98-973C-B6E3-9EDD7E4D6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6357" y="1825625"/>
            <a:ext cx="6999285" cy="4351338"/>
          </a:xfrm>
        </p:spPr>
      </p:pic>
    </p:spTree>
    <p:extLst>
      <p:ext uri="{BB962C8B-B14F-4D97-AF65-F5344CB8AC3E}">
        <p14:creationId xmlns:p14="http://schemas.microsoft.com/office/powerpoint/2010/main" val="2523826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92021-476B-FFE8-219B-5BDB58693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8896222-B12D-4B6F-2945-EDA7E994BD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40108"/>
            <a:ext cx="10515600" cy="2922372"/>
          </a:xfrm>
        </p:spPr>
      </p:pic>
    </p:spTree>
    <p:extLst>
      <p:ext uri="{BB962C8B-B14F-4D97-AF65-F5344CB8AC3E}">
        <p14:creationId xmlns:p14="http://schemas.microsoft.com/office/powerpoint/2010/main" val="15409666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Gadêlha</dc:creator>
  <cp:lastModifiedBy>Luiz Gadêlha</cp:lastModifiedBy>
  <cp:revision>2</cp:revision>
  <dcterms:created xsi:type="dcterms:W3CDTF">2023-09-26T23:41:02Z</dcterms:created>
  <dcterms:modified xsi:type="dcterms:W3CDTF">2023-10-13T20:10:44Z</dcterms:modified>
</cp:coreProperties>
</file>